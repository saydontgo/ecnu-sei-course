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gif" ContentType="image/gif"/>
  <Default Extension="wdp" ContentType="image/vnd.ms-photo"/>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2">
  <p:sldMasterIdLst>
    <p:sldMasterId id="2147483648" r:id="rId1"/>
    <p:sldMasterId id="2147483657" r:id="rId3"/>
    <p:sldMasterId id="2147483683" r:id="rId4"/>
    <p:sldMasterId id="2147483710" r:id="rId5"/>
    <p:sldMasterId id="2147483736" r:id="rId6"/>
    <p:sldMasterId id="2147483762" r:id="rId7"/>
    <p:sldMasterId id="2147483778" r:id="rId8"/>
    <p:sldMasterId id="2147483799" r:id="rId9"/>
    <p:sldMasterId id="2147483817" r:id="rId10"/>
    <p:sldMasterId id="2147483844" r:id="rId11"/>
    <p:sldMasterId id="2147483862" r:id="rId12"/>
    <p:sldMasterId id="2147483888" r:id="rId13"/>
  </p:sldMasterIdLst>
  <p:notesMasterIdLst>
    <p:notesMasterId r:id="rId15"/>
  </p:notesMasterIdLst>
  <p:handoutMasterIdLst>
    <p:handoutMasterId r:id="rId46"/>
  </p:handoutMasterIdLst>
  <p:sldIdLst>
    <p:sldId id="15638" r:id="rId14"/>
    <p:sldId id="15669" r:id="rId16"/>
    <p:sldId id="15870" r:id="rId17"/>
    <p:sldId id="15871" r:id="rId18"/>
    <p:sldId id="15872" r:id="rId19"/>
    <p:sldId id="15873" r:id="rId20"/>
    <p:sldId id="15874" r:id="rId21"/>
    <p:sldId id="15875" r:id="rId22"/>
    <p:sldId id="15876" r:id="rId23"/>
    <p:sldId id="15877" r:id="rId24"/>
    <p:sldId id="15878" r:id="rId25"/>
    <p:sldId id="15879" r:id="rId26"/>
    <p:sldId id="15880" r:id="rId27"/>
    <p:sldId id="15881" r:id="rId28"/>
    <p:sldId id="15882" r:id="rId29"/>
    <p:sldId id="15883" r:id="rId30"/>
    <p:sldId id="15884" r:id="rId31"/>
    <p:sldId id="15885" r:id="rId32"/>
    <p:sldId id="15886" r:id="rId33"/>
    <p:sldId id="15887" r:id="rId34"/>
    <p:sldId id="15888" r:id="rId35"/>
    <p:sldId id="15889" r:id="rId36"/>
    <p:sldId id="15890" r:id="rId37"/>
    <p:sldId id="15891" r:id="rId38"/>
    <p:sldId id="15892" r:id="rId39"/>
    <p:sldId id="15893" r:id="rId40"/>
    <p:sldId id="15894" r:id="rId41"/>
    <p:sldId id="15895" r:id="rId42"/>
    <p:sldId id="15896" r:id="rId43"/>
    <p:sldId id="15897" r:id="rId44"/>
    <p:sldId id="15502" r:id="rId45"/>
  </p:sldIdLst>
  <p:sldSz cx="12192000" cy="6858000"/>
  <p:notesSz cx="6858000" cy="9144000"/>
  <p:custDataLst>
    <p:tags r:id="rId5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pos="2240" userDrawn="1">
          <p15:clr>
            <a:srgbClr val="A4A3A4"/>
          </p15:clr>
        </p15:guide>
        <p15:guide id="5" orient="horz" pos="242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5C0C"/>
    <a:srgbClr val="FFFFFF"/>
    <a:srgbClr val="0066FF"/>
    <a:srgbClr val="7EA4EE"/>
    <a:srgbClr val="00FF00"/>
    <a:srgbClr val="F6F9FE"/>
    <a:srgbClr val="91CF50"/>
    <a:srgbClr val="FF66FF"/>
    <a:srgbClr val="00CCFF"/>
    <a:srgbClr val="0096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32" autoAdjust="0"/>
    <p:restoredTop sz="88617" autoAdjust="0"/>
  </p:normalViewPr>
  <p:slideViewPr>
    <p:cSldViewPr snapToGrid="0" showGuides="1">
      <p:cViewPr varScale="1">
        <p:scale>
          <a:sx n="40" d="100"/>
          <a:sy n="40" d="100"/>
        </p:scale>
        <p:origin x="44" y="328"/>
      </p:cViewPr>
      <p:guideLst>
        <p:guide pos="2240"/>
        <p:guide orient="horz" pos="242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85" d="100"/>
          <a:sy n="85" d="100"/>
        </p:scale>
        <p:origin x="2428" y="6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0" Type="http://schemas.openxmlformats.org/officeDocument/2006/relationships/tags" Target="tags/tag3.xml"/><Relationship Id="rId5" Type="http://schemas.openxmlformats.org/officeDocument/2006/relationships/slideMaster" Target="slideMasters/slideMaster4.xml"/><Relationship Id="rId49" Type="http://schemas.openxmlformats.org/officeDocument/2006/relationships/tableStyles" Target="tableStyles.xml"/><Relationship Id="rId48" Type="http://schemas.openxmlformats.org/officeDocument/2006/relationships/viewProps" Target="viewProps.xml"/><Relationship Id="rId47" Type="http://schemas.openxmlformats.org/officeDocument/2006/relationships/presProps" Target="presProps.xml"/><Relationship Id="rId46" Type="http://schemas.openxmlformats.org/officeDocument/2006/relationships/handoutMaster" Target="handoutMasters/handoutMaster1.xml"/><Relationship Id="rId45" Type="http://schemas.openxmlformats.org/officeDocument/2006/relationships/slide" Target="slides/slide31.xml"/><Relationship Id="rId44" Type="http://schemas.openxmlformats.org/officeDocument/2006/relationships/slide" Target="slides/slide30.xml"/><Relationship Id="rId43" Type="http://schemas.openxmlformats.org/officeDocument/2006/relationships/slide" Target="slides/slide29.xml"/><Relationship Id="rId42" Type="http://schemas.openxmlformats.org/officeDocument/2006/relationships/slide" Target="slides/slide28.xml"/><Relationship Id="rId41" Type="http://schemas.openxmlformats.org/officeDocument/2006/relationships/slide" Target="slides/slide27.xml"/><Relationship Id="rId40" Type="http://schemas.openxmlformats.org/officeDocument/2006/relationships/slide" Target="slides/slide26.xml"/><Relationship Id="rId4" Type="http://schemas.openxmlformats.org/officeDocument/2006/relationships/slideMaster" Target="slideMasters/slideMaster3.xml"/><Relationship Id="rId39" Type="http://schemas.openxmlformats.org/officeDocument/2006/relationships/slide" Target="slides/slide25.xml"/><Relationship Id="rId38" Type="http://schemas.openxmlformats.org/officeDocument/2006/relationships/slide" Target="slides/slide24.xml"/><Relationship Id="rId37" Type="http://schemas.openxmlformats.org/officeDocument/2006/relationships/slide" Target="slides/slide23.xml"/><Relationship Id="rId36" Type="http://schemas.openxmlformats.org/officeDocument/2006/relationships/slide" Target="slides/slide22.xml"/><Relationship Id="rId35" Type="http://schemas.openxmlformats.org/officeDocument/2006/relationships/slide" Target="slides/slide21.xml"/><Relationship Id="rId34" Type="http://schemas.openxmlformats.org/officeDocument/2006/relationships/slide" Target="slides/slide20.xml"/><Relationship Id="rId33" Type="http://schemas.openxmlformats.org/officeDocument/2006/relationships/slide" Target="slides/slide19.xml"/><Relationship Id="rId32" Type="http://schemas.openxmlformats.org/officeDocument/2006/relationships/slide" Target="slides/slide18.xml"/><Relationship Id="rId31" Type="http://schemas.openxmlformats.org/officeDocument/2006/relationships/slide" Target="slides/slide17.xml"/><Relationship Id="rId30" Type="http://schemas.openxmlformats.org/officeDocument/2006/relationships/slide" Target="slides/slide16.xml"/><Relationship Id="rId3" Type="http://schemas.openxmlformats.org/officeDocument/2006/relationships/slideMaster" Target="slideMasters/slideMaster2.xml"/><Relationship Id="rId29" Type="http://schemas.openxmlformats.org/officeDocument/2006/relationships/slide" Target="slides/slide15.xml"/><Relationship Id="rId28" Type="http://schemas.openxmlformats.org/officeDocument/2006/relationships/slide" Target="slides/slide14.xml"/><Relationship Id="rId27" Type="http://schemas.openxmlformats.org/officeDocument/2006/relationships/slide" Target="slides/slide13.xml"/><Relationship Id="rId26" Type="http://schemas.openxmlformats.org/officeDocument/2006/relationships/slide" Target="slides/slide12.xml"/><Relationship Id="rId25" Type="http://schemas.openxmlformats.org/officeDocument/2006/relationships/slide" Target="slides/slide11.xml"/><Relationship Id="rId24" Type="http://schemas.openxmlformats.org/officeDocument/2006/relationships/slide" Target="slides/slide10.xml"/><Relationship Id="rId23" Type="http://schemas.openxmlformats.org/officeDocument/2006/relationships/slide" Target="slides/slide9.xml"/><Relationship Id="rId22" Type="http://schemas.openxmlformats.org/officeDocument/2006/relationships/slide" Target="slides/slide8.xml"/><Relationship Id="rId21" Type="http://schemas.openxmlformats.org/officeDocument/2006/relationships/slide" Target="slides/slide7.xml"/><Relationship Id="rId20" Type="http://schemas.openxmlformats.org/officeDocument/2006/relationships/slide" Target="slides/slide6.xml"/><Relationship Id="rId2" Type="http://schemas.openxmlformats.org/officeDocument/2006/relationships/theme" Target="theme/theme1.xml"/><Relationship Id="rId19" Type="http://schemas.openxmlformats.org/officeDocument/2006/relationships/slide" Target="slides/slide5.xml"/><Relationship Id="rId18" Type="http://schemas.openxmlformats.org/officeDocument/2006/relationships/slide" Target="slides/slide4.xml"/><Relationship Id="rId17" Type="http://schemas.openxmlformats.org/officeDocument/2006/relationships/slide" Target="slides/slide3.xml"/><Relationship Id="rId16" Type="http://schemas.openxmlformats.org/officeDocument/2006/relationships/slide" Target="slides/slide2.xml"/><Relationship Id="rId15" Type="http://schemas.openxmlformats.org/officeDocument/2006/relationships/notesMaster" Target="notesMasters/notesMaster1.xml"/><Relationship Id="rId14" Type="http://schemas.openxmlformats.org/officeDocument/2006/relationships/slide" Target="slides/slide1.xml"/><Relationship Id="rId13" Type="http://schemas.openxmlformats.org/officeDocument/2006/relationships/slideMaster" Target="slideMasters/slideMaster12.xml"/><Relationship Id="rId12" Type="http://schemas.openxmlformats.org/officeDocument/2006/relationships/slideMaster" Target="slideMasters/slideMaster1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5.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5.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5.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5.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35.wmf"/><Relationship Id="rId1" Type="http://schemas.openxmlformats.org/officeDocument/2006/relationships/image" Target="../media/image3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C5682E4-1D3E-4E21-8E57-F0A36E8AFBB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C971F6-C60D-4682-BD97-627ABF355346}"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B80EC0-271A-47A3-B94A-5AACB63D0D6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6F833C-0931-4030-8352-AFD9186768B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96F833C-0931-4030-8352-AFD9186768B5}"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8.jpe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8.jpeg"/><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4" Type="http://schemas.microsoft.com/office/2007/relationships/hdphoto" Target="../media/image18.wdp"/><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Master" Target="../slideMasters/slideMaster6.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6.jpeg"/><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7.xml"/></Relationships>
</file>

<file path=ppt/slideLayouts/_rels/slideLayout126.xml.rels><?xml version="1.0" encoding="UTF-8" standalone="yes"?>
<Relationships xmlns="http://schemas.openxmlformats.org/package/2006/relationships"><Relationship Id="rId4" Type="http://schemas.microsoft.com/office/2007/relationships/hdphoto" Target="../media/image18.wdp"/><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Master" Target="../slideMasters/slideMaster7.xml"/></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6.jpeg"/><Relationship Id="rId1" Type="http://schemas.openxmlformats.org/officeDocument/2006/relationships/slideMaster" Target="../slideMasters/slideMaster7.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7.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6.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image" Target="../media/image25.png"/><Relationship Id="rId3" Type="http://schemas.openxmlformats.org/officeDocument/2006/relationships/oleObject" Target="../embeddings/oleObject1.bin"/><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157.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image" Target="../media/image25.png"/><Relationship Id="rId3" Type="http://schemas.openxmlformats.org/officeDocument/2006/relationships/oleObject" Target="../embeddings/oleObject2.bin"/><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8.jpeg"/><Relationship Id="rId1" Type="http://schemas.openxmlformats.org/officeDocument/2006/relationships/slideMaster" Target="../slideMasters/slideMaster9.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9.xml"/></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9.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9.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9.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9.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9.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9.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image" Target="../media/image25.png"/><Relationship Id="rId3" Type="http://schemas.openxmlformats.org/officeDocument/2006/relationships/oleObject" Target="../embeddings/oleObject3.bin"/><Relationship Id="rId2" Type="http://schemas.openxmlformats.org/officeDocument/2006/relationships/image" Target="../media/image24.png"/><Relationship Id="rId1" Type="http://schemas.openxmlformats.org/officeDocument/2006/relationships/slideMaster" Target="../slideMasters/slideMaster10.xml"/></Relationships>
</file>

<file path=ppt/slideLayouts/_rels/slideLayout200.xml.rels><?xml version="1.0" encoding="UTF-8" standalone="yes"?>
<Relationships xmlns="http://schemas.openxmlformats.org/package/2006/relationships"><Relationship Id="rId5" Type="http://schemas.openxmlformats.org/officeDocument/2006/relationships/vmlDrawing" Target="../drawings/vmlDrawing4.vml"/><Relationship Id="rId4" Type="http://schemas.openxmlformats.org/officeDocument/2006/relationships/image" Target="../media/image25.png"/><Relationship Id="rId3" Type="http://schemas.openxmlformats.org/officeDocument/2006/relationships/oleObject" Target="../embeddings/oleObject4.bin"/><Relationship Id="rId2" Type="http://schemas.openxmlformats.org/officeDocument/2006/relationships/image" Target="../media/image24.png"/><Relationship Id="rId1" Type="http://schemas.openxmlformats.org/officeDocument/2006/relationships/slideMaster" Target="../slideMasters/slideMaster10.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8.jpeg"/><Relationship Id="rId1" Type="http://schemas.openxmlformats.org/officeDocument/2006/relationships/slideMaster" Target="../slideMasters/slideMaster11.xml"/></Relationships>
</file>

<file path=ppt/slideLayouts/_rels/slideLayout20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1.xml"/></Relationships>
</file>

<file path=ppt/slideLayouts/_rels/slideLayout20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11.xml"/></Relationships>
</file>

<file path=ppt/slideLayouts/_rels/slideLayout20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1.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1.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1.xml"/></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1.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3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2.xml"/></Relationships>
</file>

<file path=ppt/slideLayouts/_rels/slideLayout23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2.xml"/></Relationships>
</file>

<file path=ppt/slideLayouts/_rels/slideLayout23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2.xml"/></Relationships>
</file>

<file path=ppt/slideLayouts/_rels/slideLayout23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2.xml"/></Relationships>
</file>

<file path=ppt/slideLayouts/_rels/slideLayout23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主要内容">
    <p:spTree>
      <p:nvGrpSpPr>
        <p:cNvPr id="1" name=""/>
        <p:cNvGrpSpPr/>
        <p:nvPr/>
      </p:nvGrpSpPr>
      <p:grpSpPr>
        <a:xfrm>
          <a:off x="0" y="0"/>
          <a:ext cx="0" cy="0"/>
          <a:chOff x="0" y="0"/>
          <a:chExt cx="0" cy="0"/>
        </a:xfrm>
      </p:grpSpPr>
      <p:sp>
        <p:nvSpPr>
          <p:cNvPr id="6" name="矩形 5"/>
          <p:cNvSpPr/>
          <p:nvPr userDrawn="1"/>
        </p:nvSpPr>
        <p:spPr bwMode="auto">
          <a:xfrm>
            <a:off x="0" y="1771650"/>
            <a:ext cx="12192000" cy="1261491"/>
          </a:xfrm>
          <a:prstGeom prst="rect">
            <a:avLst/>
          </a:prstGeom>
          <a:gradFill flip="none" rotWithShape="1">
            <a:gsLst>
              <a:gs pos="0">
                <a:schemeClr val="accent5">
                  <a:lumMod val="20000"/>
                  <a:lumOff val="80000"/>
                </a:schemeClr>
              </a:gs>
              <a:gs pos="50000">
                <a:schemeClr val="accent5">
                  <a:lumMod val="20000"/>
                  <a:lumOff val="80000"/>
                </a:schemeClr>
              </a:gs>
              <a:gs pos="100000">
                <a:schemeClr val="bg1"/>
              </a:gs>
            </a:gsLst>
            <a:lin ang="16200000" scaled="1"/>
            <a:tileRect/>
          </a:gra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algn="ctr">
              <a:spcBef>
                <a:spcPct val="50000"/>
              </a:spcBef>
            </a:pPr>
            <a:endParaRPr lang="zh-CN" altLang="en-US" sz="2800" b="1" dirty="0">
              <a:latin typeface="微软雅黑" panose="020B0503020204020204" pitchFamily="34" charset="-122"/>
              <a:ea typeface="微软雅黑" panose="020B0503020204020204" pitchFamily="34" charset="-122"/>
            </a:endParaRPr>
          </a:p>
        </p:txBody>
      </p:sp>
      <p:sp>
        <p:nvSpPr>
          <p:cNvPr id="7" name="矩形 6"/>
          <p:cNvSpPr/>
          <p:nvPr userDrawn="1"/>
        </p:nvSpPr>
        <p:spPr>
          <a:xfrm>
            <a:off x="0" y="2394901"/>
            <a:ext cx="12192000" cy="3796496"/>
          </a:xfrm>
          <a:prstGeom prst="rect">
            <a:avLst/>
          </a:prstGeom>
          <a:solidFill>
            <a:schemeClr val="bg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28495"/>
            <a:endParaRPr lang="zh-CN" altLang="en-US" sz="1400" dirty="0"/>
          </a:p>
        </p:txBody>
      </p:sp>
      <p:grpSp>
        <p:nvGrpSpPr>
          <p:cNvPr id="22" name="组合 21"/>
          <p:cNvGrpSpPr/>
          <p:nvPr userDrawn="1"/>
        </p:nvGrpSpPr>
        <p:grpSpPr>
          <a:xfrm>
            <a:off x="0" y="2291460"/>
            <a:ext cx="12192000" cy="4004169"/>
            <a:chOff x="1960583" y="2188019"/>
            <a:chExt cx="9297266" cy="4004169"/>
          </a:xfrm>
        </p:grpSpPr>
        <p:pic>
          <p:nvPicPr>
            <p:cNvPr id="23" name="图片 22"/>
            <p:cNvPicPr>
              <a:picLocks noChangeAspect="1"/>
            </p:cNvPicPr>
            <p:nvPr/>
          </p:nvPicPr>
          <p:blipFill rotWithShape="1">
            <a:blip r:embed="rId2">
              <a:grayscl/>
            </a:blip>
            <a:srcRect b="72279"/>
            <a:stretch>
              <a:fillRect/>
            </a:stretch>
          </p:blipFill>
          <p:spPr>
            <a:xfrm rot="10800000" flipH="1">
              <a:off x="1960583" y="6087956"/>
              <a:ext cx="9297266" cy="104232"/>
            </a:xfrm>
            <a:prstGeom prst="rect">
              <a:avLst/>
            </a:prstGeom>
          </p:spPr>
        </p:pic>
        <p:pic>
          <p:nvPicPr>
            <p:cNvPr id="24" name="图片 23"/>
            <p:cNvPicPr>
              <a:picLocks noChangeAspect="1"/>
            </p:cNvPicPr>
            <p:nvPr/>
          </p:nvPicPr>
          <p:blipFill rotWithShape="1">
            <a:blip r:embed="rId2">
              <a:grayscl/>
            </a:blip>
            <a:srcRect b="72279"/>
            <a:stretch>
              <a:fillRect/>
            </a:stretch>
          </p:blipFill>
          <p:spPr>
            <a:xfrm flipH="1">
              <a:off x="1960583" y="2188019"/>
              <a:ext cx="9297266" cy="104232"/>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第一节">
    <p:spTree>
      <p:nvGrpSpPr>
        <p:cNvPr id="1" name=""/>
        <p:cNvGrpSpPr/>
        <p:nvPr/>
      </p:nvGrpSpPr>
      <p:grpSpPr>
        <a:xfrm>
          <a:off x="0" y="0"/>
          <a:ext cx="0" cy="0"/>
          <a:chOff x="0" y="0"/>
          <a:chExt cx="0" cy="0"/>
        </a:xfrm>
      </p:grpSpPr>
      <p:pic>
        <p:nvPicPr>
          <p:cNvPr id="5" name="Picture 4"/>
          <p:cNvPicPr>
            <a:picLocks noChangeAspect="1"/>
          </p:cNvPicPr>
          <p:nvPr userDrawn="1"/>
        </p:nvPicPr>
        <p:blipFill rotWithShape="1">
          <a:blip r:embed="rId2">
            <a:extLst>
              <a:ext uri="{28A0092B-C50C-407E-A947-70E740481C1C}">
                <a14:useLocalDpi xmlns:a14="http://schemas.microsoft.com/office/drawing/2010/main" val="0"/>
              </a:ext>
            </a:extLst>
          </a:blip>
          <a:srcRect l="8455"/>
          <a:stretch>
            <a:fillRect/>
          </a:stretch>
        </p:blipFill>
        <p:spPr>
          <a:xfrm>
            <a:off x="916640" y="227763"/>
            <a:ext cx="11161059" cy="603504"/>
          </a:xfrm>
          <a:prstGeom prst="rect">
            <a:avLst/>
          </a:prstGeom>
        </p:spPr>
      </p:pic>
      <p:pic>
        <p:nvPicPr>
          <p:cNvPr id="3" name="Picture 2" descr="A logo with dots and lines&#10;&#10;Description automatically generated"/>
          <p:cNvPicPr>
            <a:picLocks noChangeAspect="1"/>
          </p:cNvPicPr>
          <p:nvPr userDrawn="1"/>
        </p:nvPicPr>
        <p:blipFill rotWithShape="1">
          <a:blip r:embed="rId3" cstate="print">
            <a:extLst>
              <a:ext uri="{28A0092B-C50C-407E-A947-70E740481C1C}">
                <a14:useLocalDpi xmlns:a14="http://schemas.microsoft.com/office/drawing/2010/main" val="0"/>
              </a:ext>
            </a:extLst>
          </a:blip>
          <a:srcRect l="3808" r="8389" b="36069"/>
          <a:stretch>
            <a:fillRect/>
          </a:stretch>
        </p:blipFill>
        <p:spPr>
          <a:xfrm>
            <a:off x="11249224" y="166730"/>
            <a:ext cx="828475" cy="725570"/>
          </a:xfrm>
          <a:prstGeom prst="ellipse">
            <a:avLst/>
          </a:prstGeom>
          <a:ln>
            <a:noFill/>
          </a:ln>
          <a:effectLst>
            <a:softEdge rad="112500"/>
          </a:effec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第一节">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srcRect l="453"/>
          <a:stretch>
            <a:fillRect/>
          </a:stretch>
        </p:blipFill>
        <p:spPr>
          <a:xfrm>
            <a:off x="0" y="0"/>
            <a:ext cx="12192000" cy="1014998"/>
          </a:xfrm>
          <a:prstGeom prst="rect">
            <a:avLst/>
          </a:prstGeom>
        </p:spPr>
      </p:pic>
      <p:sp>
        <p:nvSpPr>
          <p:cNvPr id="2" name="Rectangle 1"/>
          <p:cNvSpPr/>
          <p:nvPr userDrawn="1"/>
        </p:nvSpPr>
        <p:spPr>
          <a:xfrm>
            <a:off x="5982657" y="0"/>
            <a:ext cx="202179" cy="101499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第一节">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第二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二、主要工作</a:t>
            </a:r>
            <a:endPar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 name="矩形 26"/>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第三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三、总结展望</a:t>
            </a:r>
            <a:endPar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 name="矩形 26"/>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结束">
    <p:spTree>
      <p:nvGrpSpPr>
        <p:cNvPr id="1" name=""/>
        <p:cNvGrpSpPr/>
        <p:nvPr/>
      </p:nvGrpSpPr>
      <p:grpSpPr>
        <a:xfrm>
          <a:off x="0" y="0"/>
          <a:ext cx="0" cy="0"/>
          <a:chOff x="0" y="0"/>
          <a:chExt cx="0" cy="0"/>
        </a:xfrm>
      </p:grpSpPr>
      <p:sp>
        <p:nvSpPr>
          <p:cNvPr id="7" name="矩形 6"/>
          <p:cNvSpPr/>
          <p:nvPr userDrawn="1"/>
        </p:nvSpPr>
        <p:spPr>
          <a:xfrm>
            <a:off x="978805" y="232958"/>
            <a:ext cx="1531166"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结束语</a:t>
            </a:r>
            <a:endPar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 name="矩形 26"/>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纯背景带校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p:cNvSpPr/>
          <p:nvPr userDrawn="1"/>
        </p:nvSpPr>
        <p:spPr bwMode="auto">
          <a:xfrm>
            <a:off x="565684" y="202985"/>
            <a:ext cx="10036507" cy="422454"/>
          </a:xfrm>
          <a:prstGeom prst="rect">
            <a:avLst/>
          </a:prstGeom>
          <a:ln w="9525" cap="flat" cmpd="sng" algn="ctr">
            <a:solidFill>
              <a:schemeClr val="tx1"/>
            </a:solidFill>
            <a:prstDash val="solid"/>
            <a:round/>
            <a:headEnd type="none" w="med" len="med"/>
            <a:tailEnd type="none" w="med" len="med"/>
          </a:ln>
          <a:effectLst/>
        </p:spPr>
        <p:txBody>
          <a:bodyPr vert="horz" wrap="square" lIns="91437" tIns="45719" rIns="91437" bIns="45719"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7"/>
            <a:ext cx="12192000" cy="2734931"/>
          </a:xfrm>
          <a:prstGeom prst="rect">
            <a:avLst/>
          </a:prstGeom>
          <a:effectLst>
            <a:outerShdw blurRad="38100" dist="25400" dir="5400000" algn="t" rotWithShape="0">
              <a:prstClr val="black">
                <a:alpha val="58000"/>
              </a:prstClr>
            </a:outerShdw>
          </a:effec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2"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7" y="3807210"/>
            <a:ext cx="1048862"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8"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4" y="4430619"/>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4" y="4863384"/>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7" y="4776425"/>
            <a:ext cx="1048862"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4"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7" y="5745642"/>
            <a:ext cx="1048862"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2"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7" y="3807210"/>
            <a:ext cx="1048862"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8"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4" y="4430619"/>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4" y="4863384"/>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7" y="4776425"/>
            <a:ext cx="1048862"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4"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7" y="5745642"/>
            <a:ext cx="1048862"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2" name="Rectangle 1"/>
          <p:cNvSpPr/>
          <p:nvPr userDrawn="1"/>
        </p:nvSpPr>
        <p:spPr bwMode="auto">
          <a:xfrm>
            <a:off x="514478" y="1316727"/>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7" tIns="45719" rIns="91437" bIns="45719"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1" name="Text Placeholder 9"/>
          <p:cNvSpPr>
            <a:spLocks noGrp="1"/>
          </p:cNvSpPr>
          <p:nvPr>
            <p:ph type="body" sz="quarter" idx="11"/>
          </p:nvPr>
        </p:nvSpPr>
        <p:spPr>
          <a:xfrm>
            <a:off x="8158164" y="124413"/>
            <a:ext cx="3229370" cy="400110"/>
          </a:xfrm>
          <a:prstGeom prst="rect">
            <a:avLst/>
          </a:prstGeom>
        </p:spPr>
        <p:txBody>
          <a:bodyPr wrap="square">
            <a:spAutoFit/>
          </a:bodyPr>
          <a:lstStyle>
            <a:lvl1pPr marL="0" indent="0">
              <a:buFontTx/>
              <a:buNone/>
              <a:defRPr lang="en-US" sz="2000" b="1" kern="120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cs typeface="Times New Roman" panose="02020603050405020304" pitchFamily="18" charset="0"/>
              </a:defRPr>
            </a:lvl1pPr>
          </a:lstStyle>
          <a:p>
            <a:pPr marL="0" lvl="0" algn="r" defTabSz="914400" eaLnBrk="1" latinLnBrk="0" hangingPunct="1">
              <a:spcBef>
                <a:spcPct val="0"/>
              </a:spcBef>
            </a:pPr>
            <a:endParaRPr lang="en-US" dirty="0"/>
          </a:p>
        </p:txBody>
      </p:sp>
      <p:sp>
        <p:nvSpPr>
          <p:cNvPr id="10" name="Text Placeholder 9"/>
          <p:cNvSpPr>
            <a:spLocks noGrp="1"/>
          </p:cNvSpPr>
          <p:nvPr>
            <p:ph type="body" sz="quarter" idx="10"/>
          </p:nvPr>
        </p:nvSpPr>
        <p:spPr>
          <a:xfrm>
            <a:off x="972871" y="83597"/>
            <a:ext cx="311943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73" tIns="32136" rIns="64273" bIns="32136">
            <a:spAutoFit/>
          </a:bodyPr>
          <a:lstStyle>
            <a:lvl1pPr marL="0" indent="0" algn="l">
              <a:buFontTx/>
              <a:buNone/>
              <a:defRPr lang="en-US" sz="2400" b="1" kern="1200" smtClean="0">
                <a:solidFill>
                  <a:srgbClr val="FFFFFF"/>
                </a:solidFill>
                <a:latin typeface="+mn-ea"/>
                <a:cs typeface="Times New Roman" panose="02020603050405020304" pitchFamily="18" charset="0"/>
              </a:defRPr>
            </a:lvl1pPr>
            <a:lvl2pPr>
              <a:defRPr lang="en-US" sz="2600" kern="1200" smtClean="0">
                <a:latin typeface="Arial" panose="020B0604020202020204" pitchFamily="34" charset="0"/>
                <a:ea typeface="宋体" panose="02010600030101010101" pitchFamily="2" charset="-122"/>
                <a:cs typeface="+mn-cs"/>
              </a:defRPr>
            </a:lvl2pPr>
            <a:lvl3pPr>
              <a:defRPr lang="en-US" sz="2600" kern="1200" smtClean="0">
                <a:latin typeface="Arial" panose="020B0604020202020204" pitchFamily="34" charset="0"/>
                <a:ea typeface="宋体" panose="02010600030101010101" pitchFamily="2" charset="-122"/>
                <a:cs typeface="+mn-cs"/>
              </a:defRPr>
            </a:lvl3pPr>
            <a:lvl4pPr>
              <a:defRPr lang="en-US" sz="2600" kern="1200" smtClean="0">
                <a:latin typeface="Arial" panose="020B0604020202020204" pitchFamily="34" charset="0"/>
                <a:ea typeface="宋体" panose="02010600030101010101" pitchFamily="2" charset="-122"/>
                <a:cs typeface="+mn-cs"/>
              </a:defRPr>
            </a:lvl4pPr>
            <a:lvl5pPr>
              <a:defRPr lang="en-US" sz="2600" kern="1200">
                <a:latin typeface="Arial" panose="020B0604020202020204" pitchFamily="34" charset="0"/>
                <a:ea typeface="宋体" panose="02010600030101010101" pitchFamily="2" charset="-122"/>
                <a:cs typeface="+mn-cs"/>
              </a:defRPr>
            </a:lvl5pPr>
          </a:lstStyle>
          <a:p>
            <a:pPr marL="0" lvl="0" defTabSz="1300480" eaLnBrk="1" latinLnBrk="0" hangingPunct="1">
              <a:spcBef>
                <a:spcPct val="0"/>
              </a:spcBef>
            </a:pPr>
            <a:endParaRPr lang="en-US" dirty="0"/>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61" y="124413"/>
            <a:ext cx="5044972"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4" y="124413"/>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597" y="124413"/>
            <a:ext cx="2569935"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597" y="124413"/>
            <a:ext cx="2569935"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4565" y="124410"/>
            <a:ext cx="4519186" cy="369332"/>
          </a:xfrm>
          <a:prstGeom prst="rect">
            <a:avLst/>
          </a:prstGeom>
        </p:spPr>
        <p:txBody>
          <a:bodyPr wrap="none">
            <a:spAutoFit/>
          </a:bodyPr>
          <a:lstStyle/>
          <a:p>
            <a:pPr algn="r" eaLnBrk="1" fontAlgn="base" hangingPunct="1">
              <a:spcBef>
                <a:spcPct val="0"/>
              </a:spcBef>
              <a:spcAft>
                <a:spcPct val="0"/>
              </a:spcAft>
            </a:pPr>
            <a:r>
              <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4" name="Date Placeholder 3"/>
          <p:cNvSpPr>
            <a:spLocks noGrp="1"/>
          </p:cNvSpPr>
          <p:nvPr>
            <p:ph type="dt" sz="half" idx="10"/>
          </p:nvPr>
        </p:nvSpPr>
        <p:spPr/>
        <p:txBody>
          <a:bodyPr/>
          <a:lstStyle/>
          <a:p>
            <a:fld id="{5E374627-CDE5-4A8F-897B-5EFB05EA814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586834-A87A-4DEE-945A-772F6B9354A1}"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p:cNvSpPr/>
          <p:nvPr userDrawn="1"/>
        </p:nvSpPr>
        <p:spPr bwMode="auto">
          <a:xfrm>
            <a:off x="565685" y="202986"/>
            <a:ext cx="10036507" cy="422455"/>
          </a:xfrm>
          <a:prstGeom prst="rect">
            <a:avLst/>
          </a:prstGeom>
          <a:ln w="9525" cap="flat" cmpd="sng" algn="ctr">
            <a:solidFill>
              <a:schemeClr val="tx1"/>
            </a:solidFill>
            <a:prstDash val="solid"/>
            <a:round/>
            <a:headEnd type="none" w="med" len="med"/>
            <a:tailEnd type="none" w="med" len="med"/>
          </a:ln>
          <a:effectLst/>
        </p:spPr>
        <p:txBody>
          <a:bodyPr vert="horz" wrap="square" lIns="91437" tIns="45719" rIns="91437" bIns="45719"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2734931"/>
          </a:xfrm>
          <a:prstGeom prst="rect">
            <a:avLst/>
          </a:prstGeom>
          <a:effectLst>
            <a:outerShdw blurRad="38100" dist="25400" dir="5400000" algn="t" rotWithShape="0">
              <a:prstClr val="black">
                <a:alpha val="58000"/>
              </a:prstClr>
            </a:outerShdw>
          </a:effec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4"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7" y="3807211"/>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5" y="4430621"/>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7" y="4776425"/>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7" y="5745643"/>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4"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7" y="3807211"/>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5" y="4430621"/>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7" y="4776425"/>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7" y="5745643"/>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2" name="Rectangle 1"/>
          <p:cNvSpPr/>
          <p:nvPr userDrawn="1"/>
        </p:nvSpPr>
        <p:spPr bwMode="auto">
          <a:xfrm>
            <a:off x="514479"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7" tIns="45719" rIns="91437" bIns="45719"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1" name="Text Placeholder 9"/>
          <p:cNvSpPr>
            <a:spLocks noGrp="1"/>
          </p:cNvSpPr>
          <p:nvPr>
            <p:ph type="body" sz="quarter" idx="11"/>
          </p:nvPr>
        </p:nvSpPr>
        <p:spPr>
          <a:xfrm>
            <a:off x="8158164" y="124413"/>
            <a:ext cx="3229371" cy="400110"/>
          </a:xfrm>
          <a:prstGeom prst="rect">
            <a:avLst/>
          </a:prstGeom>
        </p:spPr>
        <p:txBody>
          <a:bodyPr wrap="square">
            <a:spAutoFit/>
          </a:bodyPr>
          <a:lstStyle>
            <a:lvl1pPr marL="0" indent="0">
              <a:buFontTx/>
              <a:buNone/>
              <a:defRPr lang="en-US" sz="2000" b="1" kern="120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cs typeface="Times New Roman" panose="02020603050405020304" pitchFamily="18" charset="0"/>
              </a:defRPr>
            </a:lvl1pPr>
          </a:lstStyle>
          <a:p>
            <a:pPr marL="0" lvl="0" algn="r" defTabSz="914400" eaLnBrk="1" latinLnBrk="0" hangingPunct="1">
              <a:spcBef>
                <a:spcPct val="0"/>
              </a:spcBef>
            </a:pPr>
            <a:endParaRPr lang="en-US" dirty="0"/>
          </a:p>
        </p:txBody>
      </p:sp>
      <p:sp>
        <p:nvSpPr>
          <p:cNvPr id="10" name="Text Placeholder 9"/>
          <p:cNvSpPr>
            <a:spLocks noGrp="1"/>
          </p:cNvSpPr>
          <p:nvPr>
            <p:ph type="body" sz="quarter" idx="10"/>
          </p:nvPr>
        </p:nvSpPr>
        <p:spPr>
          <a:xfrm>
            <a:off x="972872" y="83597"/>
            <a:ext cx="311943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73" tIns="32136" rIns="64273" bIns="32136">
            <a:spAutoFit/>
          </a:bodyPr>
          <a:lstStyle>
            <a:lvl1pPr marL="0" indent="0" algn="l">
              <a:buFontTx/>
              <a:buNone/>
              <a:defRPr lang="en-US" sz="2400" b="1" kern="1200" smtClean="0">
                <a:solidFill>
                  <a:srgbClr val="FFFFFF"/>
                </a:solidFill>
                <a:latin typeface="+mn-ea"/>
                <a:cs typeface="Times New Roman" panose="02020603050405020304" pitchFamily="18" charset="0"/>
              </a:defRPr>
            </a:lvl1pPr>
            <a:lvl2pPr>
              <a:defRPr lang="en-US" sz="2600" kern="1200" smtClean="0">
                <a:latin typeface="Arial" panose="020B0604020202020204" pitchFamily="34" charset="0"/>
                <a:ea typeface="宋体" panose="02010600030101010101" pitchFamily="2" charset="-122"/>
                <a:cs typeface="+mn-cs"/>
              </a:defRPr>
            </a:lvl2pPr>
            <a:lvl3pPr>
              <a:defRPr lang="en-US" sz="2600" kern="1200" smtClean="0">
                <a:latin typeface="Arial" panose="020B0604020202020204" pitchFamily="34" charset="0"/>
                <a:ea typeface="宋体" panose="02010600030101010101" pitchFamily="2" charset="-122"/>
                <a:cs typeface="+mn-cs"/>
              </a:defRPr>
            </a:lvl3pPr>
            <a:lvl4pPr>
              <a:defRPr lang="en-US" sz="2600" kern="1200" smtClean="0">
                <a:latin typeface="Arial" panose="020B0604020202020204" pitchFamily="34" charset="0"/>
                <a:ea typeface="宋体" panose="02010600030101010101" pitchFamily="2" charset="-122"/>
                <a:cs typeface="+mn-cs"/>
              </a:defRPr>
            </a:lvl4pPr>
            <a:lvl5pPr>
              <a:defRPr lang="en-US" sz="2600" kern="1200">
                <a:latin typeface="Arial" panose="020B0604020202020204" pitchFamily="34" charset="0"/>
                <a:ea typeface="宋体" panose="02010600030101010101" pitchFamily="2" charset="-122"/>
                <a:cs typeface="+mn-cs"/>
              </a:defRPr>
            </a:lvl5pPr>
          </a:lstStyle>
          <a:p>
            <a:pPr marL="0" lvl="0" defTabSz="1300480" eaLnBrk="1" latinLnBrk="0" hangingPunct="1">
              <a:spcBef>
                <a:spcPct val="0"/>
              </a:spcBef>
            </a:pPr>
            <a:endParaRPr lang="en-US" dirty="0"/>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63" y="124413"/>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6" y="124413"/>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0" y="124413"/>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0" y="124413"/>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7132" y="124409"/>
            <a:ext cx="4516621" cy="369332"/>
          </a:xfrm>
          <a:prstGeom prst="rect">
            <a:avLst/>
          </a:prstGeom>
        </p:spPr>
        <p:txBody>
          <a:bodyPr wrap="none">
            <a:spAutoFit/>
          </a:bodyPr>
          <a:lstStyle/>
          <a:p>
            <a:pPr algn="r" eaLnBrk="1" fontAlgn="base" hangingPunct="1">
              <a:spcBef>
                <a:spcPct val="0"/>
              </a:spcBef>
              <a:spcAft>
                <a:spcPct val="0"/>
              </a:spcAft>
            </a:pPr>
            <a:r>
              <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US" dirty="0"/>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4" name="Date Placeholder 3"/>
          <p:cNvSpPr>
            <a:spLocks noGrp="1"/>
          </p:cNvSpPr>
          <p:nvPr>
            <p:ph type="dt" sz="half" idx="10"/>
          </p:nvPr>
        </p:nvSpPr>
        <p:spPr/>
        <p:txBody>
          <a:bodyPr/>
          <a:lstStyle/>
          <a:p>
            <a:fld id="{5E374627-CDE5-4A8F-897B-5EFB05EA814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586834-A87A-4DEE-945A-772F6B9354A1}"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002">
    <p:spTree>
      <p:nvGrpSpPr>
        <p:cNvPr id="1" name=""/>
        <p:cNvGrpSpPr/>
        <p:nvPr/>
      </p:nvGrpSpPr>
      <p:grpSpPr>
        <a:xfrm>
          <a:off x="0" y="0"/>
          <a:ext cx="0" cy="0"/>
          <a:chOff x="0" y="0"/>
          <a:chExt cx="0" cy="0"/>
        </a:xfrm>
      </p:grpSpPr>
      <p:sp>
        <p:nvSpPr>
          <p:cNvPr id="7" name="矩形 6"/>
          <p:cNvSpPr/>
          <p:nvPr userDrawn="1"/>
        </p:nvSpPr>
        <p:spPr>
          <a:xfrm>
            <a:off x="0" y="6714000"/>
            <a:ext cx="12192000" cy="14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350">
              <a:solidFill>
                <a:prstClr val="white"/>
              </a:solidFill>
            </a:endParaRPr>
          </a:p>
        </p:txBody>
      </p:sp>
      <p:sp>
        <p:nvSpPr>
          <p:cNvPr id="8" name="矩形 7"/>
          <p:cNvSpPr/>
          <p:nvPr userDrawn="1"/>
        </p:nvSpPr>
        <p:spPr>
          <a:xfrm>
            <a:off x="0" y="0"/>
            <a:ext cx="12192000" cy="86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350">
              <a:solidFill>
                <a:prstClr val="white"/>
              </a:solidFill>
            </a:endParaRPr>
          </a:p>
        </p:txBody>
      </p:sp>
      <p:sp>
        <p:nvSpPr>
          <p:cNvPr id="4" name="文本框 3"/>
          <p:cNvSpPr txBox="1">
            <a:spLocks noChangeArrowheads="1"/>
          </p:cNvSpPr>
          <p:nvPr userDrawn="1"/>
        </p:nvSpPr>
        <p:spPr bwMode="auto">
          <a:xfrm>
            <a:off x="0" y="137411"/>
            <a:ext cx="12192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None/>
            </a:pPr>
            <a:r>
              <a:rPr lang="zh-CN" altLang="en-US" sz="3600" b="1" dirty="0">
                <a:solidFill>
                  <a:schemeClr val="bg1"/>
                </a:solidFill>
                <a:latin typeface="微软雅黑" panose="020B0503020204020204" pitchFamily="34" charset="-122"/>
                <a:ea typeface="微软雅黑" panose="020B0503020204020204" pitchFamily="34" charset="-122"/>
              </a:rPr>
              <a:t>二  研究成果与主要创新</a:t>
            </a:r>
            <a:endParaRPr lang="zh-CN" altLang="en-US" sz="3600" b="1" spc="300" dirty="0">
              <a:solidFill>
                <a:schemeClr val="accent4">
                  <a:lumMod val="40000"/>
                  <a:lumOff val="60000"/>
                </a:schemeClr>
              </a:solidFill>
              <a:latin typeface="微软雅黑" panose="020B0503020204020204" pitchFamily="34" charset="-122"/>
              <a:ea typeface="微软雅黑" panose="020B0503020204020204" pitchFamily="34" charset="-122"/>
            </a:endParaRPr>
          </a:p>
        </p:txBody>
      </p:sp>
      <p:sp>
        <p:nvSpPr>
          <p:cNvPr id="6" name="矩形 7"/>
          <p:cNvSpPr/>
          <p:nvPr userDrawn="1"/>
        </p:nvSpPr>
        <p:spPr>
          <a:xfrm>
            <a:off x="0" y="6713999"/>
            <a:ext cx="12192000" cy="14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350">
              <a:solidFill>
                <a:prstClr val="white"/>
              </a:solidFill>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p:cNvSpPr/>
          <p:nvPr userDrawn="1"/>
        </p:nvSpPr>
        <p:spPr bwMode="auto">
          <a:xfrm>
            <a:off x="565685" y="202986"/>
            <a:ext cx="10036507" cy="422455"/>
          </a:xfrm>
          <a:prstGeom prst="rect">
            <a:avLst/>
          </a:prstGeom>
          <a:ln w="9525" cap="flat" cmpd="sng" algn="ctr">
            <a:solidFill>
              <a:schemeClr val="tx1"/>
            </a:solidFill>
            <a:prstDash val="solid"/>
            <a:round/>
            <a:headEnd type="none" w="med" len="med"/>
            <a:tailEnd type="none" w="med" len="med"/>
          </a:ln>
          <a:effectLst/>
        </p:spPr>
        <p:txBody>
          <a:bodyPr vert="horz" wrap="square" lIns="91435" tIns="45717" rIns="91435" bIns="45717"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2" y="87767"/>
            <a:ext cx="833913" cy="62543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2734931"/>
          </a:xfrm>
          <a:prstGeom prst="rect">
            <a:avLst/>
          </a:prstGeom>
          <a:effectLst>
            <a:outerShdw blurRad="38100" dist="25400" dir="5400000" algn="t" rotWithShape="0">
              <a:prstClr val="black">
                <a:alpha val="58000"/>
              </a:prstClr>
            </a:outerShdw>
          </a:effec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9" y="3807211"/>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3"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5" y="4430622"/>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6"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9" y="4776425"/>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9" y="5745643"/>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9" y="3807211"/>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3"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5" y="4430622"/>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6"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9" y="4776425"/>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9" y="5745643"/>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2" name="Rectangle 1"/>
          <p:cNvSpPr/>
          <p:nvPr userDrawn="1"/>
        </p:nvSpPr>
        <p:spPr bwMode="auto">
          <a:xfrm>
            <a:off x="514479"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5" tIns="45717" rIns="91435" bIns="45717"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63" y="124415"/>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7" y="124415"/>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0" y="124415"/>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0" y="124415"/>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7132" y="124411"/>
            <a:ext cx="4516621" cy="369332"/>
          </a:xfrm>
          <a:prstGeom prst="rect">
            <a:avLst/>
          </a:prstGeom>
        </p:spPr>
        <p:txBody>
          <a:bodyPr wrap="none">
            <a:spAutoFit/>
          </a:bodyPr>
          <a:lstStyle/>
          <a:p>
            <a:pPr algn="r" eaLnBrk="1" fontAlgn="base" hangingPunct="1">
              <a:spcBef>
                <a:spcPct val="0"/>
              </a:spcBef>
              <a:spcAft>
                <a:spcPct val="0"/>
              </a:spcAft>
            </a:pPr>
            <a:r>
              <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p:cNvSpPr/>
          <p:nvPr userDrawn="1"/>
        </p:nvSpPr>
        <p:spPr bwMode="auto">
          <a:xfrm>
            <a:off x="565684" y="202986"/>
            <a:ext cx="10036507" cy="422454"/>
          </a:xfrm>
          <a:prstGeom prst="rect">
            <a:avLst/>
          </a:prstGeom>
          <a:ln w="9525" cap="flat" cmpd="sng" algn="ctr">
            <a:solidFill>
              <a:schemeClr val="tx1"/>
            </a:solidFill>
            <a:prstDash val="solid"/>
            <a:round/>
            <a:headEnd type="none" w="med" len="med"/>
            <a:tailEnd type="none" w="med" len="med"/>
          </a:ln>
          <a:effectLst/>
        </p:spPr>
        <p:txBody>
          <a:bodyPr vert="horz" wrap="square" lIns="91434" tIns="45717" rIns="91434" bIns="45717"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0" y="87766"/>
            <a:ext cx="833913" cy="62543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7"/>
            <a:ext cx="12192000" cy="2734931"/>
          </a:xfrm>
          <a:prstGeom prst="rect">
            <a:avLst/>
          </a:prstGeom>
          <a:effectLst>
            <a:outerShdw blurRad="38100" dist="25400" dir="5400000" algn="t" rotWithShape="0">
              <a:prstClr val="black">
                <a:alpha val="58000"/>
              </a:prstClr>
            </a:outerShdw>
          </a:effec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8" y="3807210"/>
            <a:ext cx="1048862"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2"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4" y="4430620"/>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5" y="4863385"/>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8" y="4776425"/>
            <a:ext cx="1048862"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5"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8" y="5745642"/>
            <a:ext cx="1048862"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8" y="3807210"/>
            <a:ext cx="1048862"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2"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4" y="4430620"/>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5" y="4863385"/>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8" y="4776425"/>
            <a:ext cx="1048862"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5"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8" y="5745642"/>
            <a:ext cx="1048862"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2" name="Rectangle 1"/>
          <p:cNvSpPr/>
          <p:nvPr userDrawn="1"/>
        </p:nvSpPr>
        <p:spPr bwMode="auto">
          <a:xfrm>
            <a:off x="514479" y="1316727"/>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4" tIns="45717" rIns="91434" bIns="45717"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61" y="124414"/>
            <a:ext cx="5044972"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5" y="124414"/>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597" y="124414"/>
            <a:ext cx="2569935"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597" y="124414"/>
            <a:ext cx="2569935"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4565" y="124411"/>
            <a:ext cx="4519186" cy="369332"/>
          </a:xfrm>
          <a:prstGeom prst="rect">
            <a:avLst/>
          </a:prstGeom>
        </p:spPr>
        <p:txBody>
          <a:bodyPr wrap="none">
            <a:spAutoFit/>
          </a:bodyPr>
          <a:lstStyle/>
          <a:p>
            <a:pPr algn="r" eaLnBrk="1" fontAlgn="base" hangingPunct="1">
              <a:spcBef>
                <a:spcPct val="0"/>
              </a:spcBef>
              <a:spcAft>
                <a:spcPct val="0"/>
              </a:spcAft>
            </a:pPr>
            <a:r>
              <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967A5"/>
        </a:solidFill>
        <a:effectLst/>
      </p:bgPr>
    </p:bg>
    <p:spTree>
      <p:nvGrpSpPr>
        <p:cNvPr id="1" name=""/>
        <p:cNvGrpSpPr/>
        <p:nvPr/>
      </p:nvGrpSpPr>
      <p:grpSpPr>
        <a:xfrm>
          <a:off x="0" y="0"/>
          <a:ext cx="0" cy="0"/>
          <a:chOff x="0" y="0"/>
          <a:chExt cx="0" cy="0"/>
        </a:xfrm>
      </p:grpSpPr>
      <p:sp>
        <p:nvSpPr>
          <p:cNvPr id="13" name="矩形 12"/>
          <p:cNvSpPr/>
          <p:nvPr userDrawn="1"/>
        </p:nvSpPr>
        <p:spPr bwMode="auto">
          <a:xfrm flipV="1">
            <a:off x="0" y="3648210"/>
            <a:ext cx="12192000" cy="45719"/>
          </a:xfrm>
          <a:prstGeom prst="rect">
            <a:avLst/>
          </a:prstGeom>
          <a:gradFill>
            <a:gsLst>
              <a:gs pos="0">
                <a:schemeClr val="bg1">
                  <a:alpha val="0"/>
                </a:schemeClr>
              </a:gs>
              <a:gs pos="69000">
                <a:srgbClr val="FFFFFF"/>
              </a:gs>
              <a:gs pos="29000">
                <a:schemeClr val="bg1"/>
              </a:gs>
              <a:gs pos="100000">
                <a:schemeClr val="bg1">
                  <a:alpha val="0"/>
                </a:schemeClr>
              </a:gs>
            </a:gsLst>
            <a:lin ang="0" scaled="0"/>
          </a:gra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3658257"/>
          </a:xfrm>
          <a:prstGeom prst="rect">
            <a:avLst/>
          </a:prstGeom>
        </p:spPr>
      </p:pic>
      <p:sp>
        <p:nvSpPr>
          <p:cNvPr id="15" name="Rectangle: Rounded Corners 19"/>
          <p:cNvSpPr/>
          <p:nvPr userDrawn="1"/>
        </p:nvSpPr>
        <p:spPr>
          <a:xfrm>
            <a:off x="4003118" y="5517233"/>
            <a:ext cx="4185761"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系统工程学院装备管理工程系</a:t>
            </a:r>
            <a:endPar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16" name="TextBox 9"/>
          <p:cNvSpPr txBox="1"/>
          <p:nvPr userDrawn="1"/>
        </p:nvSpPr>
        <p:spPr>
          <a:xfrm>
            <a:off x="216536" y="546389"/>
            <a:ext cx="7172129"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300" normalizeH="0" baseline="0" noProof="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pitchFamily="34" charset="-122"/>
                <a:cs typeface="Liberation Sans" panose="020B0604020202020204" pitchFamily="34" charset="0"/>
                <a:sym typeface="Times New Roman" panose="02020603050405020304" pitchFamily="18" charset="0"/>
              </a:rPr>
              <a:t>应用统计学</a:t>
            </a:r>
            <a:endParaRPr kumimoji="0" lang="zh-CN" altLang="en-US" sz="7200" b="1" i="0" u="none" strike="noStrike" kern="1200" cap="none" spc="300" normalizeH="0" baseline="0" noProof="0" dirty="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pitchFamily="34" charset="-122"/>
              <a:cs typeface="Liberation Sans" panose="020B0604020202020204" pitchFamily="34" charset="0"/>
              <a:sym typeface="Times New Roman" panose="02020603050405020304" pitchFamily="18" charset="0"/>
            </a:endParaRPr>
          </a:p>
        </p:txBody>
      </p:sp>
      <p:sp>
        <p:nvSpPr>
          <p:cNvPr id="17" name="矩形 16"/>
          <p:cNvSpPr/>
          <p:nvPr userDrawn="1"/>
        </p:nvSpPr>
        <p:spPr>
          <a:xfrm>
            <a:off x="4964919" y="4878034"/>
            <a:ext cx="2262158"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黄生俊   副教授</a:t>
            </a:r>
            <a:endParaRPr kumimoji="0" lang="en-US" altLang="zh-CN"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18" name="Rectangle: Rounded Corners 18"/>
          <p:cNvSpPr/>
          <p:nvPr userDrawn="1"/>
        </p:nvSpPr>
        <p:spPr>
          <a:xfrm>
            <a:off x="2509937" y="3182187"/>
            <a:ext cx="7172129" cy="952143"/>
          </a:xfrm>
          <a:prstGeom prst="roundRect">
            <a:avLst>
              <a:gd name="adj" fmla="val 50000"/>
            </a:avLst>
          </a:prstGeom>
          <a:solidFill>
            <a:schemeClr val="bg1"/>
          </a:solidFill>
          <a:ln>
            <a:no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第四讲 统计调查</a:t>
            </a:r>
            <a:endPar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sp>
        <p:nvSpPr>
          <p:cNvPr id="22" name="矩形 21"/>
          <p:cNvSpPr/>
          <p:nvPr userDrawn="1"/>
        </p:nvSpPr>
        <p:spPr>
          <a:xfrm>
            <a:off x="2598854" y="2846974"/>
            <a:ext cx="1585690" cy="76944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1">
                <a:ln>
                  <a:noFill/>
                </a:ln>
                <a:solidFill>
                  <a:prstClr val="white"/>
                </a:solidFill>
                <a:effectLst/>
                <a:uLnTx/>
                <a:uFillTx/>
                <a:latin typeface="微软雅黑" panose="020B0503020204020204" pitchFamily="34" charset="-122"/>
                <a:ea typeface="微软雅黑" panose="020B0503020204020204" pitchFamily="34" charset="-122"/>
                <a:cs typeface="+mn-cs"/>
              </a:rPr>
              <a:t>Q&amp;A</a:t>
            </a:r>
            <a:endParaRPr kumimoji="0" lang="zh-CN" altLang="en-US" sz="4400" b="1" i="0" u="none" strike="noStrike" kern="1200" cap="none" spc="0" normalizeH="0" baseline="0" noProof="1">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pic>
        <p:nvPicPr>
          <p:cNvPr id="16" name="Picture 3"/>
          <p:cNvPicPr>
            <a:picLocks noChangeAspect="1"/>
          </p:cNvPicPr>
          <p:nvPr userDrawn="1"/>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86" b="99414" l="10938" r="97656">
                        <a14:foregroundMark x1="41016" y1="6250" x2="41016" y2="6250"/>
                        <a14:foregroundMark x1="39063" y1="4883" x2="39063" y2="4883"/>
                        <a14:foregroundMark x1="31250" y1="5859" x2="31250" y2="5859"/>
                        <a14:foregroundMark x1="33594" y1="5859" x2="33594" y2="5859"/>
                        <a14:foregroundMark x1="29492" y1="6641" x2="29492" y2="6641"/>
                        <a14:foregroundMark x1="46289" y1="6250" x2="46289" y2="6250"/>
                        <a14:foregroundMark x1="43750" y1="4297" x2="43750" y2="4297"/>
                        <a14:foregroundMark x1="41016" y1="4297" x2="41016" y2="4297"/>
                        <a14:foregroundMark x1="37695" y1="4492" x2="37695" y2="4492"/>
                        <a14:foregroundMark x1="35547" y1="5273" x2="35547" y2="5273"/>
                      </a14:backgroundRemoval>
                    </a14:imgEffect>
                    <a14:imgEffect>
                      <a14:brightnessContrast contrast="20000"/>
                    </a14:imgEffect>
                  </a14:imgLayer>
                </a14:imgProps>
              </a:ext>
            </a:extLst>
          </a:blip>
          <a:stretch>
            <a:fillRect/>
          </a:stretch>
        </p:blipFill>
        <p:spPr>
          <a:xfrm>
            <a:off x="7315851" y="1357117"/>
            <a:ext cx="5103488" cy="3827617"/>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pic>
        <p:nvPicPr>
          <p:cNvPr id="3" name="图片 2"/>
          <p:cNvPicPr>
            <a:picLocks noChangeAspect="1"/>
          </p:cNvPicPr>
          <p:nvPr userDrawn="1"/>
        </p:nvPicPr>
        <p:blipFill>
          <a:blip r:embed="rId3"/>
          <a:stretch>
            <a:fillRect/>
          </a:stretch>
        </p:blipFill>
        <p:spPr>
          <a:xfrm>
            <a:off x="7815497" y="978875"/>
            <a:ext cx="4869095" cy="4474852"/>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218504" cy="6858001"/>
          </a:xfrm>
          <a:prstGeom prst="rect">
            <a:avLst/>
          </a:prstGeom>
        </p:spPr>
      </p:pic>
      <p:sp>
        <p:nvSpPr>
          <p:cNvPr id="29" name="矩形: 圆角 28"/>
          <p:cNvSpPr/>
          <p:nvPr userDrawn="1"/>
        </p:nvSpPr>
        <p:spPr bwMode="auto">
          <a:xfrm>
            <a:off x="336000" y="483688"/>
            <a:ext cx="11520000" cy="6149312"/>
          </a:xfrm>
          <a:prstGeom prst="roundRect">
            <a:avLst>
              <a:gd name="adj" fmla="val 4879"/>
            </a:avLst>
          </a:prstGeom>
          <a:solidFill>
            <a:schemeClr val="bg1">
              <a:alpha val="75000"/>
            </a:schemeClr>
          </a:soli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9" name="椭圆 18"/>
          <p:cNvSpPr/>
          <p:nvPr userDrawn="1"/>
        </p:nvSpPr>
        <p:spPr>
          <a:xfrm>
            <a:off x="2749563" y="2348880"/>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一</a:t>
            </a:r>
            <a:endParaRPr kumimoji="0" lang="zh-CN" altLang="en-US" sz="24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0" name="矩形 19"/>
          <p:cNvSpPr/>
          <p:nvPr userDrawn="1"/>
        </p:nvSpPr>
        <p:spPr>
          <a:xfrm>
            <a:off x="3791744" y="2380494"/>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pitchFamily="34" charset="-122"/>
                <a:cs typeface="+mn-cs"/>
              </a:rPr>
              <a:t>统计调查概述</a:t>
            </a:r>
            <a:endPar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pitchFamily="34" charset="-122"/>
              <a:cs typeface="+mn-cs"/>
            </a:endParaRPr>
          </a:p>
        </p:txBody>
      </p:sp>
      <p:sp>
        <p:nvSpPr>
          <p:cNvPr id="23" name="椭圆 22"/>
          <p:cNvSpPr/>
          <p:nvPr userDrawn="1"/>
        </p:nvSpPr>
        <p:spPr>
          <a:xfrm>
            <a:off x="2749563" y="3388677"/>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二</a:t>
            </a:r>
            <a:endPar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4" name="矩形 23"/>
          <p:cNvSpPr/>
          <p:nvPr userDrawn="1"/>
        </p:nvSpPr>
        <p:spPr>
          <a:xfrm>
            <a:off x="3791744" y="3420291"/>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pitchFamily="34" charset="-122"/>
                <a:cs typeface="+mn-cs"/>
              </a:rPr>
              <a:t>统计调查的实施</a:t>
            </a:r>
            <a:endPar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pitchFamily="34" charset="-122"/>
              <a:cs typeface="+mn-cs"/>
            </a:endParaRPr>
          </a:p>
        </p:txBody>
      </p:sp>
      <p:sp>
        <p:nvSpPr>
          <p:cNvPr id="28" name="任意多边形: 形状 27"/>
          <p:cNvSpPr/>
          <p:nvPr userDrawn="1"/>
        </p:nvSpPr>
        <p:spPr>
          <a:xfrm rot="5400000">
            <a:off x="5222531" y="-453329"/>
            <a:ext cx="1746938" cy="2653596"/>
          </a:xfrm>
          <a:custGeom>
            <a:avLst/>
            <a:gdLst>
              <a:gd name="connsiteX0" fmla="*/ 0 w 2026508"/>
              <a:gd name="connsiteY0" fmla="*/ 2308696 h 2308696"/>
              <a:gd name="connsiteX1" fmla="*/ 0 w 2026508"/>
              <a:gd name="connsiteY1" fmla="*/ 0 h 2308696"/>
              <a:gd name="connsiteX2" fmla="*/ 872160 w 2026508"/>
              <a:gd name="connsiteY2" fmla="*/ 0 h 2308696"/>
              <a:gd name="connsiteX3" fmla="*/ 2026508 w 2026508"/>
              <a:gd name="connsiteY3" fmla="*/ 1154348 h 2308696"/>
              <a:gd name="connsiteX4" fmla="*/ 2026507 w 2026508"/>
              <a:gd name="connsiteY4" fmla="*/ 1154348 h 2308696"/>
              <a:gd name="connsiteX5" fmla="*/ 872159 w 2026508"/>
              <a:gd name="connsiteY5" fmla="*/ 2308696 h 230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508" h="2308696">
                <a:moveTo>
                  <a:pt x="0" y="2308696"/>
                </a:moveTo>
                <a:lnTo>
                  <a:pt x="0" y="0"/>
                </a:lnTo>
                <a:lnTo>
                  <a:pt x="872160" y="0"/>
                </a:lnTo>
                <a:cubicBezTo>
                  <a:pt x="1509689" y="0"/>
                  <a:pt x="2026508" y="516819"/>
                  <a:pt x="2026508" y="1154348"/>
                </a:cubicBezTo>
                <a:lnTo>
                  <a:pt x="2026507" y="1154348"/>
                </a:lnTo>
                <a:cubicBezTo>
                  <a:pt x="2026507" y="1791877"/>
                  <a:pt x="1509688" y="2308696"/>
                  <a:pt x="872159" y="2308696"/>
                </a:cubicBezTo>
                <a:close/>
              </a:path>
            </a:pathLst>
          </a:custGeom>
          <a:solidFill>
            <a:srgbClr val="1967A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panose="020B0400000000000000" pitchFamily="34" charset="-122"/>
              <a:ea typeface="思源黑体" panose="020B0400000000000000" pitchFamily="34" charset="-122"/>
              <a:cs typeface="+mn-cs"/>
              <a:sym typeface="思源黑体" panose="020B0400000000000000" pitchFamily="34" charset="-122"/>
            </a:endParaRPr>
          </a:p>
        </p:txBody>
      </p:sp>
      <p:sp>
        <p:nvSpPr>
          <p:cNvPr id="26" name="文本框 41"/>
          <p:cNvSpPr txBox="1"/>
          <p:nvPr userDrawn="1"/>
        </p:nvSpPr>
        <p:spPr>
          <a:xfrm>
            <a:off x="5355252" y="146761"/>
            <a:ext cx="1481496"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rPr>
              <a:t>目 录</a:t>
            </a:r>
            <a:endParaRPr kumimoji="0" lang="zh-CN" altLang="en-US" sz="4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endParaRPr>
          </a:p>
        </p:txBody>
      </p:sp>
      <p:sp>
        <p:nvSpPr>
          <p:cNvPr id="27" name="文本框 42"/>
          <p:cNvSpPr txBox="1"/>
          <p:nvPr userDrawn="1"/>
        </p:nvSpPr>
        <p:spPr>
          <a:xfrm>
            <a:off x="4911477" y="901341"/>
            <a:ext cx="23690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rPr>
              <a:t>CONTENTS</a:t>
            </a:r>
            <a:endPar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endParaRPr>
          </a:p>
        </p:txBody>
      </p:sp>
      <p:sp>
        <p:nvSpPr>
          <p:cNvPr id="11" name="椭圆 10"/>
          <p:cNvSpPr/>
          <p:nvPr userDrawn="1"/>
        </p:nvSpPr>
        <p:spPr>
          <a:xfrm>
            <a:off x="2735627" y="4437112"/>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三</a:t>
            </a:r>
            <a:endPar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2" name="矩形 11"/>
          <p:cNvSpPr/>
          <p:nvPr userDrawn="1"/>
        </p:nvSpPr>
        <p:spPr>
          <a:xfrm>
            <a:off x="3777808" y="4468726"/>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pitchFamily="34" charset="-122"/>
                <a:cs typeface="+mn-cs"/>
              </a:rPr>
              <a:t>调查问卷</a:t>
            </a:r>
            <a:endPar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944371"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复习回顾</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sym typeface="Impact" panose="020B080603090205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3" name="矩形 2"/>
          <p:cNvSpPr/>
          <p:nvPr userDrawn="1"/>
        </p:nvSpPr>
        <p:spPr>
          <a:xfrm>
            <a:off x="944372" y="78012"/>
            <a:ext cx="984565"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引 言</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sym typeface="Impact" panose="020B080603090205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8"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第一部分 </a:t>
            </a: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TextBox 11"/>
          <p:cNvSpPr txBox="1"/>
          <p:nvPr userDrawn="1"/>
        </p:nvSpPr>
        <p:spPr>
          <a:xfrm>
            <a:off x="503718" y="2852936"/>
            <a:ext cx="11184565" cy="1428214"/>
          </a:xfrm>
          <a:prstGeom prst="roundRect">
            <a:avLst>
              <a:gd name="adj" fmla="val 50000"/>
            </a:avLst>
          </a:prstGeom>
          <a:solidFill>
            <a:srgbClr val="1967A5"/>
          </a:solidFill>
        </p:spPr>
        <p:txBody>
          <a:bodyPr wrap="square" lIns="360000" tIns="45720" rIns="360000" bIns="4572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统计调查概述</a:t>
            </a:r>
            <a:endParaRPr kumimoji="0" lang="zh-CN" altLang="en-US" sz="6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
        <p:nvSpPr>
          <p:cNvPr id="2" name="矩形 1"/>
          <p:cNvSpPr/>
          <p:nvPr userDrawn="1"/>
        </p:nvSpPr>
        <p:spPr>
          <a:xfrm>
            <a:off x="944371" y="78012"/>
            <a:ext cx="3005951"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一、统计调查概述</a:t>
            </a:r>
            <a:endPar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
        <p:nvSpPr>
          <p:cNvPr id="3" name="标题 2"/>
          <p:cNvSpPr>
            <a:spLocks noGrp="1"/>
          </p:cNvSpPr>
          <p:nvPr>
            <p:ph type="title"/>
          </p:nvPr>
        </p:nvSpPr>
        <p:spPr>
          <a:xfrm>
            <a:off x="838200" y="365126"/>
            <a:ext cx="10515600" cy="1325563"/>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第二部分 </a:t>
            </a:r>
            <a:r>
              <a:rPr kumimoji="0" lang="en-US" altLang="zh-CN"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TextBox 11"/>
          <p:cNvSpPr txBox="1"/>
          <p:nvPr userDrawn="1"/>
        </p:nvSpPr>
        <p:spPr>
          <a:xfrm>
            <a:off x="503718" y="2852936"/>
            <a:ext cx="11184565" cy="1428214"/>
          </a:xfrm>
          <a:prstGeom prst="roundRect">
            <a:avLst>
              <a:gd name="adj" fmla="val 50000"/>
            </a:avLst>
          </a:prstGeom>
          <a:solidFill>
            <a:srgbClr val="1967A5"/>
          </a:solidFill>
        </p:spPr>
        <p:txBody>
          <a:bodyPr wrap="square" lIns="360000" tIns="45720" rIns="360000" bIns="4572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统计调查的实施</a:t>
            </a:r>
            <a:endParaRPr kumimoji="0" lang="zh-CN" altLang="en-US" sz="6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userDrawn="1"/>
        </p:nvSpPr>
        <p:spPr>
          <a:xfrm>
            <a:off x="944371" y="78012"/>
            <a:ext cx="3358612"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二、统计调查的实施</a:t>
            </a:r>
            <a:endPar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第三部分 </a:t>
            </a:r>
            <a:r>
              <a:rPr kumimoji="0" lang="en-US" altLang="zh-CN"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调查问卷</a:t>
            </a:r>
            <a:endPar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三、调查问卷</a:t>
            </a:r>
            <a:endPar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课堂总结</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1_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课后作业</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967A5"/>
        </a:solidFill>
        <a:effectLst/>
      </p:bgPr>
    </p:bg>
    <p:spTree>
      <p:nvGrpSpPr>
        <p:cNvPr id="1" name=""/>
        <p:cNvGrpSpPr/>
        <p:nvPr/>
      </p:nvGrpSpPr>
      <p:grpSpPr>
        <a:xfrm>
          <a:off x="0" y="0"/>
          <a:ext cx="0" cy="0"/>
          <a:chOff x="0" y="0"/>
          <a:chExt cx="0" cy="0"/>
        </a:xfrm>
      </p:grpSpPr>
      <p:sp>
        <p:nvSpPr>
          <p:cNvPr id="13" name="矩形 12"/>
          <p:cNvSpPr/>
          <p:nvPr userDrawn="1"/>
        </p:nvSpPr>
        <p:spPr bwMode="auto">
          <a:xfrm flipV="1">
            <a:off x="0" y="3648210"/>
            <a:ext cx="12192000" cy="45719"/>
          </a:xfrm>
          <a:prstGeom prst="rect">
            <a:avLst/>
          </a:prstGeom>
          <a:gradFill>
            <a:gsLst>
              <a:gs pos="0">
                <a:schemeClr val="bg1">
                  <a:alpha val="0"/>
                </a:schemeClr>
              </a:gs>
              <a:gs pos="69000">
                <a:srgbClr val="FFFFFF"/>
              </a:gs>
              <a:gs pos="29000">
                <a:schemeClr val="bg1"/>
              </a:gs>
              <a:gs pos="100000">
                <a:schemeClr val="bg1">
                  <a:alpha val="0"/>
                </a:schemeClr>
              </a:gs>
            </a:gsLst>
            <a:lin ang="0" scaled="0"/>
          </a:gra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3658257"/>
          </a:xfrm>
          <a:prstGeom prst="rect">
            <a:avLst/>
          </a:prstGeom>
        </p:spPr>
      </p:pic>
      <p:sp>
        <p:nvSpPr>
          <p:cNvPr id="15" name="Rectangle: Rounded Corners 19"/>
          <p:cNvSpPr/>
          <p:nvPr userDrawn="1"/>
        </p:nvSpPr>
        <p:spPr>
          <a:xfrm>
            <a:off x="4003118" y="5517233"/>
            <a:ext cx="4185761"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系统工程学院装备管理工程系</a:t>
            </a:r>
            <a:endPar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16" name="TextBox 9"/>
          <p:cNvSpPr txBox="1"/>
          <p:nvPr userDrawn="1"/>
        </p:nvSpPr>
        <p:spPr>
          <a:xfrm>
            <a:off x="216536" y="546389"/>
            <a:ext cx="7172129"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300" normalizeH="0" baseline="0" noProof="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pitchFamily="34" charset="-122"/>
                <a:cs typeface="Liberation Sans" panose="020B0604020202020204" pitchFamily="34" charset="0"/>
                <a:sym typeface="Times New Roman" panose="02020603050405020304" pitchFamily="18" charset="0"/>
              </a:rPr>
              <a:t>应用统计学</a:t>
            </a:r>
            <a:endParaRPr kumimoji="0" lang="zh-CN" altLang="en-US" sz="7200" b="1" i="0" u="none" strike="noStrike" kern="1200" cap="none" spc="300" normalizeH="0" baseline="0" noProof="0" dirty="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pitchFamily="34" charset="-122"/>
              <a:cs typeface="Liberation Sans" panose="020B0604020202020204" pitchFamily="34" charset="0"/>
              <a:sym typeface="Times New Roman" panose="02020603050405020304" pitchFamily="18" charset="0"/>
            </a:endParaRPr>
          </a:p>
        </p:txBody>
      </p:sp>
      <p:sp>
        <p:nvSpPr>
          <p:cNvPr id="17" name="矩形 16"/>
          <p:cNvSpPr/>
          <p:nvPr userDrawn="1"/>
        </p:nvSpPr>
        <p:spPr>
          <a:xfrm>
            <a:off x="4964918" y="4878034"/>
            <a:ext cx="2262158"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刘亚杰   研究员</a:t>
            </a:r>
            <a:endParaRPr kumimoji="0" lang="en-US" altLang="zh-CN"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18" name="Rectangle: Rounded Corners 18"/>
          <p:cNvSpPr/>
          <p:nvPr userDrawn="1"/>
        </p:nvSpPr>
        <p:spPr>
          <a:xfrm>
            <a:off x="1902991" y="3182187"/>
            <a:ext cx="8386019" cy="952143"/>
          </a:xfrm>
          <a:prstGeom prst="roundRect">
            <a:avLst>
              <a:gd name="adj" fmla="val 50000"/>
            </a:avLst>
          </a:prstGeom>
          <a:solidFill>
            <a:schemeClr val="bg1"/>
          </a:solidFill>
          <a:ln>
            <a:no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第四讲  抽样与估计</a:t>
            </a:r>
            <a:r>
              <a:rPr kumimoji="0" lang="en-US" altLang="zh-CN"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1</a:t>
            </a:r>
            <a:endPar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sp>
        <p:nvSpPr>
          <p:cNvPr id="22" name="矩形 21"/>
          <p:cNvSpPr/>
          <p:nvPr userDrawn="1"/>
        </p:nvSpPr>
        <p:spPr>
          <a:xfrm>
            <a:off x="2598854" y="2846974"/>
            <a:ext cx="1585690" cy="76944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1">
                <a:ln>
                  <a:noFill/>
                </a:ln>
                <a:solidFill>
                  <a:prstClr val="white"/>
                </a:solidFill>
                <a:effectLst/>
                <a:uLnTx/>
                <a:uFillTx/>
                <a:latin typeface="微软雅黑" panose="020B0503020204020204" pitchFamily="34" charset="-122"/>
                <a:ea typeface="微软雅黑" panose="020B0503020204020204" pitchFamily="34" charset="-122"/>
                <a:cs typeface="+mn-cs"/>
              </a:rPr>
              <a:t>Q&amp;A</a:t>
            </a:r>
            <a:endParaRPr kumimoji="0" lang="zh-CN" altLang="en-US" sz="4400" b="1" i="0" u="none" strike="noStrike" kern="1200" cap="none" spc="0" normalizeH="0" baseline="0" noProof="1">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pic>
        <p:nvPicPr>
          <p:cNvPr id="16" name="Picture 3"/>
          <p:cNvPicPr>
            <a:picLocks noChangeAspect="1"/>
          </p:cNvPicPr>
          <p:nvPr userDrawn="1"/>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86" b="99414" l="10938" r="97656">
                        <a14:foregroundMark x1="41016" y1="6250" x2="41016" y2="6250"/>
                        <a14:foregroundMark x1="39063" y1="4883" x2="39063" y2="4883"/>
                        <a14:foregroundMark x1="31250" y1="5859" x2="31250" y2="5859"/>
                        <a14:foregroundMark x1="33594" y1="5859" x2="33594" y2="5859"/>
                        <a14:foregroundMark x1="29492" y1="6641" x2="29492" y2="6641"/>
                        <a14:foregroundMark x1="46289" y1="6250" x2="46289" y2="6250"/>
                        <a14:foregroundMark x1="43750" y1="4297" x2="43750" y2="4297"/>
                        <a14:foregroundMark x1="41016" y1="4297" x2="41016" y2="4297"/>
                        <a14:foregroundMark x1="37695" y1="4492" x2="37695" y2="4492"/>
                        <a14:foregroundMark x1="35547" y1="5273" x2="35547" y2="5273"/>
                      </a14:backgroundRemoval>
                    </a14:imgEffect>
                    <a14:imgEffect>
                      <a14:brightnessContrast contrast="20000"/>
                    </a14:imgEffect>
                  </a14:imgLayer>
                </a14:imgProps>
              </a:ext>
            </a:extLst>
          </a:blip>
          <a:stretch>
            <a:fillRect/>
          </a:stretch>
        </p:blipFill>
        <p:spPr>
          <a:xfrm>
            <a:off x="7315851" y="1357117"/>
            <a:ext cx="5103488" cy="3827617"/>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pic>
        <p:nvPicPr>
          <p:cNvPr id="3" name="图片 2"/>
          <p:cNvPicPr>
            <a:picLocks noChangeAspect="1"/>
          </p:cNvPicPr>
          <p:nvPr userDrawn="1"/>
        </p:nvPicPr>
        <p:blipFill>
          <a:blip r:embed="rId3"/>
          <a:stretch>
            <a:fillRect/>
          </a:stretch>
        </p:blipFill>
        <p:spPr>
          <a:xfrm>
            <a:off x="7815497" y="978875"/>
            <a:ext cx="4869095" cy="4474852"/>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218504" cy="6858001"/>
          </a:xfrm>
          <a:prstGeom prst="rect">
            <a:avLst/>
          </a:prstGeom>
        </p:spPr>
      </p:pic>
      <p:sp>
        <p:nvSpPr>
          <p:cNvPr id="29" name="矩形: 圆角 28"/>
          <p:cNvSpPr/>
          <p:nvPr userDrawn="1"/>
        </p:nvSpPr>
        <p:spPr bwMode="auto">
          <a:xfrm>
            <a:off x="336000" y="483688"/>
            <a:ext cx="11520000" cy="6149312"/>
          </a:xfrm>
          <a:prstGeom prst="roundRect">
            <a:avLst>
              <a:gd name="adj" fmla="val 4879"/>
            </a:avLst>
          </a:prstGeom>
          <a:solidFill>
            <a:schemeClr val="bg1">
              <a:alpha val="75000"/>
            </a:schemeClr>
          </a:soli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9" name="椭圆 18"/>
          <p:cNvSpPr/>
          <p:nvPr userDrawn="1"/>
        </p:nvSpPr>
        <p:spPr>
          <a:xfrm>
            <a:off x="3387976" y="2204864"/>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一</a:t>
            </a:r>
            <a:endPar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0" name="矩形 19"/>
          <p:cNvSpPr/>
          <p:nvPr userDrawn="1"/>
        </p:nvSpPr>
        <p:spPr>
          <a:xfrm>
            <a:off x="4430158" y="2231254"/>
            <a:ext cx="4279737"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rPr>
              <a:t>抽样的基本概念</a:t>
            </a:r>
            <a:endPar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endParaRPr>
          </a:p>
        </p:txBody>
      </p:sp>
      <p:sp>
        <p:nvSpPr>
          <p:cNvPr id="21" name="椭圆 20"/>
          <p:cNvSpPr/>
          <p:nvPr userDrawn="1"/>
        </p:nvSpPr>
        <p:spPr>
          <a:xfrm>
            <a:off x="3387976" y="3902552"/>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三</a:t>
            </a:r>
            <a:endPar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2" name="矩形 21"/>
          <p:cNvSpPr/>
          <p:nvPr userDrawn="1"/>
        </p:nvSpPr>
        <p:spPr>
          <a:xfrm>
            <a:off x="4430157" y="393155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rPr>
              <a:t>分层抽样</a:t>
            </a:r>
            <a:endPar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endParaRPr>
          </a:p>
        </p:txBody>
      </p:sp>
      <p:sp>
        <p:nvSpPr>
          <p:cNvPr id="23" name="椭圆 22"/>
          <p:cNvSpPr/>
          <p:nvPr userDrawn="1"/>
        </p:nvSpPr>
        <p:spPr>
          <a:xfrm>
            <a:off x="3387976" y="3053708"/>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二</a:t>
            </a:r>
            <a:endPar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4" name="矩形 23"/>
          <p:cNvSpPr/>
          <p:nvPr userDrawn="1"/>
        </p:nvSpPr>
        <p:spPr>
          <a:xfrm>
            <a:off x="4430158" y="3081404"/>
            <a:ext cx="4279737"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rPr>
              <a:t>简单随机抽样</a:t>
            </a:r>
            <a:endPar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endParaRPr>
          </a:p>
        </p:txBody>
      </p:sp>
      <p:sp>
        <p:nvSpPr>
          <p:cNvPr id="28" name="任意多边形: 形状 27"/>
          <p:cNvSpPr/>
          <p:nvPr userDrawn="1"/>
        </p:nvSpPr>
        <p:spPr>
          <a:xfrm rot="5400000">
            <a:off x="5222531" y="-453329"/>
            <a:ext cx="1746938" cy="2653596"/>
          </a:xfrm>
          <a:custGeom>
            <a:avLst/>
            <a:gdLst>
              <a:gd name="connsiteX0" fmla="*/ 0 w 2026508"/>
              <a:gd name="connsiteY0" fmla="*/ 2308696 h 2308696"/>
              <a:gd name="connsiteX1" fmla="*/ 0 w 2026508"/>
              <a:gd name="connsiteY1" fmla="*/ 0 h 2308696"/>
              <a:gd name="connsiteX2" fmla="*/ 872160 w 2026508"/>
              <a:gd name="connsiteY2" fmla="*/ 0 h 2308696"/>
              <a:gd name="connsiteX3" fmla="*/ 2026508 w 2026508"/>
              <a:gd name="connsiteY3" fmla="*/ 1154348 h 2308696"/>
              <a:gd name="connsiteX4" fmla="*/ 2026507 w 2026508"/>
              <a:gd name="connsiteY4" fmla="*/ 1154348 h 2308696"/>
              <a:gd name="connsiteX5" fmla="*/ 872159 w 2026508"/>
              <a:gd name="connsiteY5" fmla="*/ 2308696 h 230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508" h="2308696">
                <a:moveTo>
                  <a:pt x="0" y="2308696"/>
                </a:moveTo>
                <a:lnTo>
                  <a:pt x="0" y="0"/>
                </a:lnTo>
                <a:lnTo>
                  <a:pt x="872160" y="0"/>
                </a:lnTo>
                <a:cubicBezTo>
                  <a:pt x="1509689" y="0"/>
                  <a:pt x="2026508" y="516819"/>
                  <a:pt x="2026508" y="1154348"/>
                </a:cubicBezTo>
                <a:lnTo>
                  <a:pt x="2026507" y="1154348"/>
                </a:lnTo>
                <a:cubicBezTo>
                  <a:pt x="2026507" y="1791877"/>
                  <a:pt x="1509688" y="2308696"/>
                  <a:pt x="872159" y="2308696"/>
                </a:cubicBezTo>
                <a:close/>
              </a:path>
            </a:pathLst>
          </a:custGeom>
          <a:solidFill>
            <a:srgbClr val="1967A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panose="020B0400000000000000" pitchFamily="34" charset="-122"/>
              <a:ea typeface="思源黑体" panose="020B0400000000000000" pitchFamily="34" charset="-122"/>
              <a:cs typeface="+mn-cs"/>
              <a:sym typeface="思源黑体" panose="020B0400000000000000" pitchFamily="34" charset="-122"/>
            </a:endParaRPr>
          </a:p>
        </p:txBody>
      </p:sp>
      <p:sp>
        <p:nvSpPr>
          <p:cNvPr id="26" name="文本框 41"/>
          <p:cNvSpPr txBox="1"/>
          <p:nvPr userDrawn="1"/>
        </p:nvSpPr>
        <p:spPr>
          <a:xfrm>
            <a:off x="5355252" y="146761"/>
            <a:ext cx="1481496"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rPr>
              <a:t>目 录</a:t>
            </a:r>
            <a:endParaRPr kumimoji="0" lang="zh-CN" altLang="en-US" sz="4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endParaRPr>
          </a:p>
        </p:txBody>
      </p:sp>
      <p:sp>
        <p:nvSpPr>
          <p:cNvPr id="27" name="文本框 42"/>
          <p:cNvSpPr txBox="1"/>
          <p:nvPr userDrawn="1"/>
        </p:nvSpPr>
        <p:spPr>
          <a:xfrm>
            <a:off x="4911477" y="901341"/>
            <a:ext cx="23690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rPr>
              <a:t>CONTENTS</a:t>
            </a:r>
            <a:endPar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endParaRPr>
          </a:p>
        </p:txBody>
      </p:sp>
      <p:sp>
        <p:nvSpPr>
          <p:cNvPr id="13" name="椭圆 12"/>
          <p:cNvSpPr/>
          <p:nvPr userDrawn="1"/>
        </p:nvSpPr>
        <p:spPr>
          <a:xfrm>
            <a:off x="3387976" y="4751396"/>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四</a:t>
            </a:r>
            <a:endPar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4" name="矩形 13"/>
          <p:cNvSpPr/>
          <p:nvPr userDrawn="1"/>
        </p:nvSpPr>
        <p:spPr>
          <a:xfrm>
            <a:off x="4430157" y="478170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rPr>
              <a:t>整群抽样</a:t>
            </a:r>
            <a:endPar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endParaRPr>
          </a:p>
        </p:txBody>
      </p:sp>
      <p:sp>
        <p:nvSpPr>
          <p:cNvPr id="15" name="椭圆 14"/>
          <p:cNvSpPr/>
          <p:nvPr userDrawn="1"/>
        </p:nvSpPr>
        <p:spPr>
          <a:xfrm>
            <a:off x="3387976" y="5600241"/>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五</a:t>
            </a:r>
            <a:endPar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6" name="矩形 15"/>
          <p:cNvSpPr/>
          <p:nvPr userDrawn="1"/>
        </p:nvSpPr>
        <p:spPr>
          <a:xfrm>
            <a:off x="4430157" y="563185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rPr>
              <a:t>系统抽样</a:t>
            </a:r>
            <a:endPar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944371"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复习回顾</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sym typeface="Impact" panose="020B080603090205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3" name="矩形 2"/>
          <p:cNvSpPr/>
          <p:nvPr userDrawn="1"/>
        </p:nvSpPr>
        <p:spPr>
          <a:xfrm>
            <a:off x="944372" y="78012"/>
            <a:ext cx="984565"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引 言</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sym typeface="Impact" panose="020B080603090205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8"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第一部分 </a:t>
            </a: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TextBox 11"/>
          <p:cNvSpPr txBox="1"/>
          <p:nvPr userDrawn="1"/>
        </p:nvSpPr>
        <p:spPr>
          <a:xfrm>
            <a:off x="1272000" y="2852936"/>
            <a:ext cx="9648000" cy="1428214"/>
          </a:xfrm>
          <a:prstGeom prst="roundRect">
            <a:avLst>
              <a:gd name="adj" fmla="val 50000"/>
            </a:avLst>
          </a:prstGeom>
          <a:solidFill>
            <a:srgbClr val="1967A5"/>
          </a:solidFill>
        </p:spPr>
        <p:txBody>
          <a:bodyPr wrap="square" lIns="432000" rIns="432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抽样的基本概念</a:t>
            </a:r>
            <a:endPar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矩形 1"/>
          <p:cNvSpPr/>
          <p:nvPr userDrawn="1"/>
        </p:nvSpPr>
        <p:spPr>
          <a:xfrm>
            <a:off x="944371" y="78012"/>
            <a:ext cx="3358612"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一、抽样的基本概念</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第二部分 </a:t>
            </a: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504000" rIns="504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简单随机抽样</a:t>
            </a:r>
            <a:endPar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userDrawn="1"/>
        </p:nvSpPr>
        <p:spPr>
          <a:xfrm>
            <a:off x="944371" y="78012"/>
            <a:ext cx="3005951"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二、简单随机抽样</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第三部分 </a:t>
            </a: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分层抽样</a:t>
            </a:r>
            <a:endPar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三、分层抽样</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4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第四部分 </a:t>
            </a: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整群抽样</a:t>
            </a:r>
            <a:endPar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type="blank" preserve="1">
  <p:cSld name="4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四、整群抽样</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5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第五部分 </a:t>
            </a: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系统抽样</a:t>
            </a:r>
            <a:endPar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type="blank" preserve="1">
  <p:cSld name="6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五、系统抽样</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课堂总结</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1_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课后作业</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533" y="2130441"/>
            <a:ext cx="10362961"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9055" y="3886200"/>
            <a:ext cx="8533924"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9200" indent="0" algn="ctr">
              <a:buNone/>
              <a:defRPr>
                <a:solidFill>
                  <a:schemeClr val="tx1">
                    <a:tint val="75000"/>
                  </a:schemeClr>
                </a:solidFill>
              </a:defRPr>
            </a:lvl3pPr>
            <a:lvl4pPr marL="1828800" indent="0" algn="ctr">
              <a:buNone/>
              <a:defRPr>
                <a:solidFill>
                  <a:schemeClr val="tx1">
                    <a:tint val="75000"/>
                  </a:schemeClr>
                </a:solidFill>
              </a:defRPr>
            </a:lvl4pPr>
            <a:lvl5pPr marL="2437765" indent="0" algn="ctr">
              <a:buNone/>
              <a:defRPr>
                <a:solidFill>
                  <a:schemeClr val="tx1">
                    <a:tint val="75000"/>
                  </a:schemeClr>
                </a:solidFill>
              </a:defRPr>
            </a:lvl5pPr>
            <a:lvl6pPr marL="3047365" indent="0" algn="ctr">
              <a:buNone/>
              <a:defRPr>
                <a:solidFill>
                  <a:schemeClr val="tx1">
                    <a:tint val="75000"/>
                  </a:schemeClr>
                </a:solidFill>
              </a:defRPr>
            </a:lvl6pPr>
            <a:lvl7pPr marL="3656965" indent="0" algn="ctr">
              <a:buNone/>
              <a:defRPr>
                <a:solidFill>
                  <a:schemeClr val="tx1">
                    <a:tint val="75000"/>
                  </a:schemeClr>
                </a:solidFill>
              </a:defRPr>
            </a:lvl7pPr>
            <a:lvl8pPr marL="4266565" indent="0" algn="ctr">
              <a:buNone/>
              <a:defRPr>
                <a:solidFill>
                  <a:schemeClr val="tx1">
                    <a:tint val="75000"/>
                  </a:schemeClr>
                </a:solidFill>
              </a:defRPr>
            </a:lvl8pPr>
            <a:lvl9pPr marL="48761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609697" y="1600205"/>
            <a:ext cx="10972641"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3791747" y="6356356"/>
            <a:ext cx="4234125" cy="365125"/>
          </a:xfrm>
          <a:prstGeom prst="rect">
            <a:avLst/>
          </a:prstGeom>
        </p:spPr>
        <p:txBody>
          <a:bodyPr/>
          <a:lstStyle/>
          <a:p>
            <a:r>
              <a:rPr lang="zh-CN" altLang="en-US" dirty="0"/>
              <a:t>国家重点研发计划项目</a:t>
            </a:r>
            <a:endParaRPr lang="zh-CN" altLang="en-US" dirty="0">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744" y="4406905"/>
            <a:ext cx="10362961" cy="1362075"/>
          </a:xfrm>
          <a:prstGeom prst="rect">
            <a:avLst/>
          </a:prstGeom>
        </p:spPr>
        <p:txBody>
          <a:bodyPr anchor="t"/>
          <a:lstStyle>
            <a:lvl1pPr algn="l">
              <a:defRPr sz="5335"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744" y="2906713"/>
            <a:ext cx="10362961" cy="1500187"/>
          </a:xfrm>
          <a:prstGeom prst="rect">
            <a:avLst/>
          </a:prstGeom>
        </p:spPr>
        <p:txBody>
          <a:bodyPr anchor="b"/>
          <a:lstStyle>
            <a:lvl1pPr marL="0" indent="0">
              <a:buNone/>
              <a:defRPr sz="2665">
                <a:solidFill>
                  <a:schemeClr val="tx1">
                    <a:tint val="75000"/>
                  </a:schemeClr>
                </a:solidFill>
              </a:defRPr>
            </a:lvl1pPr>
            <a:lvl2pPr marL="609600" indent="0">
              <a:buNone/>
              <a:defRPr sz="2400">
                <a:solidFill>
                  <a:schemeClr val="tx1">
                    <a:tint val="75000"/>
                  </a:schemeClr>
                </a:solidFill>
              </a:defRPr>
            </a:lvl2pPr>
            <a:lvl3pPr marL="1219200" indent="0">
              <a:buNone/>
              <a:defRPr sz="2135">
                <a:solidFill>
                  <a:schemeClr val="tx1">
                    <a:tint val="75000"/>
                  </a:schemeClr>
                </a:solidFill>
              </a:defRPr>
            </a:lvl3pPr>
            <a:lvl4pPr marL="1828800" indent="0">
              <a:buNone/>
              <a:defRPr sz="1865">
                <a:solidFill>
                  <a:schemeClr val="tx1">
                    <a:tint val="75000"/>
                  </a:schemeClr>
                </a:solidFill>
              </a:defRPr>
            </a:lvl4pPr>
            <a:lvl5pPr marL="2437765" indent="0">
              <a:buNone/>
              <a:defRPr sz="1865">
                <a:solidFill>
                  <a:schemeClr val="tx1">
                    <a:tint val="75000"/>
                  </a:schemeClr>
                </a:solidFill>
              </a:defRPr>
            </a:lvl5pPr>
            <a:lvl6pPr marL="3047365" indent="0">
              <a:buNone/>
              <a:defRPr sz="1865">
                <a:solidFill>
                  <a:schemeClr val="tx1">
                    <a:tint val="75000"/>
                  </a:schemeClr>
                </a:solidFill>
              </a:defRPr>
            </a:lvl6pPr>
            <a:lvl7pPr marL="3656965" indent="0">
              <a:buNone/>
              <a:defRPr sz="1865">
                <a:solidFill>
                  <a:schemeClr val="tx1">
                    <a:tint val="75000"/>
                  </a:schemeClr>
                </a:solidFill>
              </a:defRPr>
            </a:lvl7pPr>
            <a:lvl8pPr marL="4266565" indent="0">
              <a:buNone/>
              <a:defRPr sz="1865">
                <a:solidFill>
                  <a:schemeClr val="tx1">
                    <a:tint val="75000"/>
                  </a:schemeClr>
                </a:solidFill>
              </a:defRPr>
            </a:lvl8pPr>
            <a:lvl9pPr marL="4876165" indent="0">
              <a:buNone/>
              <a:defRPr sz="1865">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dirty="0">
              <a:solidFill>
                <a:prstClr val="black"/>
              </a:solidFill>
            </a:endParaRPr>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83" y="1600205"/>
            <a:ext cx="5409317" cy="4525963"/>
          </a:xfrm>
          <a:prstGeom prst="rect">
            <a:avLst/>
          </a:prstGeom>
        </p:spPr>
        <p:txBody>
          <a:bodyPr/>
          <a:lstStyle>
            <a:lvl1pPr>
              <a:defRPr sz="3735"/>
            </a:lvl1pPr>
            <a:lvl2pPr>
              <a:defRPr sz="3200"/>
            </a:lvl2pPr>
            <a:lvl3pPr>
              <a:defRPr sz="2665"/>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1416" y="1600205"/>
            <a:ext cx="5410904" cy="4525963"/>
          </a:xfrm>
          <a:prstGeom prst="rect">
            <a:avLst/>
          </a:prstGeom>
        </p:spPr>
        <p:txBody>
          <a:bodyPr/>
          <a:lstStyle>
            <a:lvl1pPr>
              <a:defRPr sz="3735"/>
            </a:lvl1pPr>
            <a:lvl2pPr>
              <a:defRPr sz="3200"/>
            </a:lvl2pPr>
            <a:lvl3pPr>
              <a:defRPr sz="2665"/>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89" y="1535113"/>
            <a:ext cx="5387089" cy="639763"/>
          </a:xfrm>
          <a:prstGeom prst="rect">
            <a:avLst/>
          </a:prstGeom>
        </p:spPr>
        <p:txBody>
          <a:bodyPr anchor="b"/>
          <a:lstStyle>
            <a:lvl1pPr marL="0" indent="0">
              <a:buNone/>
              <a:defRPr sz="3200" b="1"/>
            </a:lvl1pPr>
            <a:lvl2pPr marL="609600" indent="0">
              <a:buNone/>
              <a:defRPr sz="2665" b="1"/>
            </a:lvl2pPr>
            <a:lvl3pPr marL="1219200" indent="0">
              <a:buNone/>
              <a:defRPr sz="2400" b="1"/>
            </a:lvl3pPr>
            <a:lvl4pPr marL="1828800" indent="0">
              <a:buNone/>
              <a:defRPr sz="2135" b="1"/>
            </a:lvl4pPr>
            <a:lvl5pPr marL="2437765" indent="0">
              <a:buNone/>
              <a:defRPr sz="2135" b="1"/>
            </a:lvl5pPr>
            <a:lvl6pPr marL="3047365" indent="0">
              <a:buNone/>
              <a:defRPr sz="2135" b="1"/>
            </a:lvl6pPr>
            <a:lvl7pPr marL="3656965" indent="0">
              <a:buNone/>
              <a:defRPr sz="2135" b="1"/>
            </a:lvl7pPr>
            <a:lvl8pPr marL="4266565" indent="0">
              <a:buNone/>
              <a:defRPr sz="2135" b="1"/>
            </a:lvl8pPr>
            <a:lvl9pPr marL="4876165" indent="0">
              <a:buNone/>
              <a:defRPr sz="2135"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89" y="2174875"/>
            <a:ext cx="5387089" cy="3951288"/>
          </a:xfrm>
          <a:prstGeom prst="rect">
            <a:avLst/>
          </a:prstGeom>
        </p:spPr>
        <p:txBody>
          <a:bodyPr/>
          <a:lstStyle>
            <a:lvl1pPr>
              <a:defRPr sz="3200"/>
            </a:lvl1pPr>
            <a:lvl2pPr>
              <a:defRPr sz="2665"/>
            </a:lvl2pPr>
            <a:lvl3pPr>
              <a:defRPr sz="2400"/>
            </a:lvl3pPr>
            <a:lvl4pPr>
              <a:defRPr sz="2135"/>
            </a:lvl4pPr>
            <a:lvl5pPr>
              <a:defRPr sz="2135"/>
            </a:lvl5pPr>
            <a:lvl6pPr>
              <a:defRPr sz="2135"/>
            </a:lvl6pPr>
            <a:lvl7pPr>
              <a:defRPr sz="2135"/>
            </a:lvl7pPr>
            <a:lvl8pPr>
              <a:defRPr sz="2135"/>
            </a:lvl8pPr>
            <a:lvl9pPr>
              <a:defRPr sz="213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665" y="1535113"/>
            <a:ext cx="5388676" cy="639763"/>
          </a:xfrm>
          <a:prstGeom prst="rect">
            <a:avLst/>
          </a:prstGeom>
        </p:spPr>
        <p:txBody>
          <a:bodyPr anchor="b"/>
          <a:lstStyle>
            <a:lvl1pPr marL="0" indent="0">
              <a:buNone/>
              <a:defRPr sz="3200" b="1"/>
            </a:lvl1pPr>
            <a:lvl2pPr marL="609600" indent="0">
              <a:buNone/>
              <a:defRPr sz="2665" b="1"/>
            </a:lvl2pPr>
            <a:lvl3pPr marL="1219200" indent="0">
              <a:buNone/>
              <a:defRPr sz="2400" b="1"/>
            </a:lvl3pPr>
            <a:lvl4pPr marL="1828800" indent="0">
              <a:buNone/>
              <a:defRPr sz="2135" b="1"/>
            </a:lvl4pPr>
            <a:lvl5pPr marL="2437765" indent="0">
              <a:buNone/>
              <a:defRPr sz="2135" b="1"/>
            </a:lvl5pPr>
            <a:lvl6pPr marL="3047365" indent="0">
              <a:buNone/>
              <a:defRPr sz="2135" b="1"/>
            </a:lvl6pPr>
            <a:lvl7pPr marL="3656965" indent="0">
              <a:buNone/>
              <a:defRPr sz="2135" b="1"/>
            </a:lvl7pPr>
            <a:lvl8pPr marL="4266565" indent="0">
              <a:buNone/>
              <a:defRPr sz="2135" b="1"/>
            </a:lvl8pPr>
            <a:lvl9pPr marL="4876165" indent="0">
              <a:buNone/>
              <a:defRPr sz="2135"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665" y="2174875"/>
            <a:ext cx="5388676" cy="3951288"/>
          </a:xfrm>
          <a:prstGeom prst="rect">
            <a:avLst/>
          </a:prstGeom>
        </p:spPr>
        <p:txBody>
          <a:bodyPr/>
          <a:lstStyle>
            <a:lvl1pPr>
              <a:defRPr sz="3200"/>
            </a:lvl1pPr>
            <a:lvl2pPr>
              <a:defRPr sz="2665"/>
            </a:lvl2pPr>
            <a:lvl3pPr>
              <a:defRPr sz="2400"/>
            </a:lvl3pPr>
            <a:lvl4pPr>
              <a:defRPr sz="2135"/>
            </a:lvl4pPr>
            <a:lvl5pPr>
              <a:defRPr sz="2135"/>
            </a:lvl5pPr>
            <a:lvl6pPr>
              <a:defRPr sz="2135"/>
            </a:lvl6pPr>
            <a:lvl7pPr>
              <a:defRPr sz="2135"/>
            </a:lvl7pPr>
            <a:lvl8pPr>
              <a:defRPr sz="2135"/>
            </a:lvl8pPr>
            <a:lvl9pPr>
              <a:defRPr sz="213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8" name="页脚占位符 7"/>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4" name="页脚占位符 3"/>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3" name="页脚占位符 2"/>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1" y="273049"/>
            <a:ext cx="4010547" cy="1162051"/>
          </a:xfrm>
          <a:prstGeom prst="rect">
            <a:avLst/>
          </a:prstGeom>
        </p:spPr>
        <p:txBody>
          <a:bodyPr anchor="b"/>
          <a:lstStyle>
            <a:lvl1pPr algn="l">
              <a:defRPr sz="2665" b="1"/>
            </a:lvl1pPr>
          </a:lstStyle>
          <a:p>
            <a:r>
              <a:rPr lang="zh-CN" altLang="en-US"/>
              <a:t>单击此处编辑母版标题样式</a:t>
            </a:r>
            <a:endParaRPr lang="zh-CN" altLang="en-US"/>
          </a:p>
        </p:txBody>
      </p:sp>
      <p:sp>
        <p:nvSpPr>
          <p:cNvPr id="3" name="内容占位符 2"/>
          <p:cNvSpPr>
            <a:spLocks noGrp="1"/>
          </p:cNvSpPr>
          <p:nvPr>
            <p:ph idx="1"/>
          </p:nvPr>
        </p:nvSpPr>
        <p:spPr>
          <a:xfrm>
            <a:off x="4766304" y="273066"/>
            <a:ext cx="6816025" cy="5853113"/>
          </a:xfrm>
          <a:prstGeom prst="rect">
            <a:avLst/>
          </a:prstGeom>
        </p:spPr>
        <p:txBody>
          <a:bodyPr/>
          <a:lstStyle>
            <a:lvl1pPr>
              <a:defRPr sz="4265"/>
            </a:lvl1pPr>
            <a:lvl2pPr>
              <a:defRPr sz="3735"/>
            </a:lvl2pPr>
            <a:lvl3pPr>
              <a:defRPr sz="3200"/>
            </a:lvl3pPr>
            <a:lvl4pPr>
              <a:defRPr sz="2665"/>
            </a:lvl4pPr>
            <a:lvl5pPr>
              <a:defRPr sz="2665"/>
            </a:lvl5pPr>
            <a:lvl6pPr>
              <a:defRPr sz="2665"/>
            </a:lvl6pPr>
            <a:lvl7pPr>
              <a:defRPr sz="2665"/>
            </a:lvl7pPr>
            <a:lvl8pPr>
              <a:defRPr sz="2665"/>
            </a:lvl8pPr>
            <a:lvl9pPr>
              <a:defRPr sz="266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81" y="1435106"/>
            <a:ext cx="4010547" cy="4691063"/>
          </a:xfrm>
          <a:prstGeom prst="rect">
            <a:avLst/>
          </a:prstGeom>
        </p:spPr>
        <p:txBody>
          <a:bodyPr/>
          <a:lstStyle>
            <a:lvl1pPr marL="0" indent="0">
              <a:buNone/>
              <a:defRPr sz="1865"/>
            </a:lvl1pPr>
            <a:lvl2pPr marL="609600" indent="0">
              <a:buNone/>
              <a:defRPr sz="1600"/>
            </a:lvl2pPr>
            <a:lvl3pPr marL="1219200" indent="0">
              <a:buNone/>
              <a:defRPr sz="1335"/>
            </a:lvl3pPr>
            <a:lvl4pPr marL="1828800" indent="0">
              <a:buNone/>
              <a:defRPr sz="1200"/>
            </a:lvl4pPr>
            <a:lvl5pPr marL="2437765" indent="0">
              <a:buNone/>
              <a:defRPr sz="1200"/>
            </a:lvl5pPr>
            <a:lvl6pPr marL="3047365" indent="0">
              <a:buNone/>
              <a:defRPr sz="1200"/>
            </a:lvl6pPr>
            <a:lvl7pPr marL="3656965" indent="0">
              <a:buNone/>
              <a:defRPr sz="1200"/>
            </a:lvl7pPr>
            <a:lvl8pPr marL="4266565" indent="0">
              <a:buNone/>
              <a:defRPr sz="1200"/>
            </a:lvl8pPr>
            <a:lvl9pPr marL="4876165" indent="0">
              <a:buNone/>
              <a:defRPr sz="12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99" y="4800601"/>
            <a:ext cx="7316152" cy="566739"/>
          </a:xfrm>
          <a:prstGeom prst="rect">
            <a:avLst/>
          </a:prstGeom>
        </p:spPr>
        <p:txBody>
          <a:bodyPr anchor="b"/>
          <a:lstStyle>
            <a:lvl1pPr algn="l">
              <a:defRPr sz="2665"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499" y="612775"/>
            <a:ext cx="7316152" cy="4114800"/>
          </a:xfrm>
          <a:prstGeom prst="rect">
            <a:avLst/>
          </a:prstGeom>
        </p:spPr>
        <p:txBody>
          <a:bodyPr/>
          <a:lstStyle>
            <a:lvl1pPr marL="0" indent="0">
              <a:buNone/>
              <a:defRPr sz="4265"/>
            </a:lvl1pPr>
            <a:lvl2pPr marL="609600" indent="0">
              <a:buNone/>
              <a:defRPr sz="3735"/>
            </a:lvl2pPr>
            <a:lvl3pPr marL="1219200" indent="0">
              <a:buNone/>
              <a:defRPr sz="3200"/>
            </a:lvl3pPr>
            <a:lvl4pPr marL="1828800" indent="0">
              <a:buNone/>
              <a:defRPr sz="2665"/>
            </a:lvl4pPr>
            <a:lvl5pPr marL="2437765" indent="0">
              <a:buNone/>
              <a:defRPr sz="2665"/>
            </a:lvl5pPr>
            <a:lvl6pPr marL="3047365" indent="0">
              <a:buNone/>
              <a:defRPr sz="2665"/>
            </a:lvl6pPr>
            <a:lvl7pPr marL="3656965" indent="0">
              <a:buNone/>
              <a:defRPr sz="2665"/>
            </a:lvl7pPr>
            <a:lvl8pPr marL="4266565" indent="0">
              <a:buNone/>
              <a:defRPr sz="2665"/>
            </a:lvl8pPr>
            <a:lvl9pPr marL="4876165" indent="0">
              <a:buNone/>
              <a:defRPr sz="2665"/>
            </a:lvl9pPr>
          </a:lstStyle>
          <a:p>
            <a:r>
              <a:rPr lang="zh-CN" altLang="en-US"/>
              <a:t>单击图标添加图片</a:t>
            </a:r>
            <a:endParaRPr lang="zh-CN" altLang="en-US"/>
          </a:p>
        </p:txBody>
      </p:sp>
      <p:sp>
        <p:nvSpPr>
          <p:cNvPr id="4" name="文本占位符 3"/>
          <p:cNvSpPr>
            <a:spLocks noGrp="1"/>
          </p:cNvSpPr>
          <p:nvPr>
            <p:ph type="body" sz="half" idx="2"/>
          </p:nvPr>
        </p:nvSpPr>
        <p:spPr>
          <a:xfrm>
            <a:off x="2389499" y="5367347"/>
            <a:ext cx="7316152" cy="804863"/>
          </a:xfrm>
          <a:prstGeom prst="rect">
            <a:avLst/>
          </a:prstGeom>
        </p:spPr>
        <p:txBody>
          <a:bodyPr/>
          <a:lstStyle>
            <a:lvl1pPr marL="0" indent="0">
              <a:buNone/>
              <a:defRPr sz="1865"/>
            </a:lvl1pPr>
            <a:lvl2pPr marL="609600" indent="0">
              <a:buNone/>
              <a:defRPr sz="1600"/>
            </a:lvl2pPr>
            <a:lvl3pPr marL="1219200" indent="0">
              <a:buNone/>
              <a:defRPr sz="1335"/>
            </a:lvl3pPr>
            <a:lvl4pPr marL="1828800" indent="0">
              <a:buNone/>
              <a:defRPr sz="1200"/>
            </a:lvl4pPr>
            <a:lvl5pPr marL="2437765" indent="0">
              <a:buNone/>
              <a:defRPr sz="1200"/>
            </a:lvl5pPr>
            <a:lvl6pPr marL="3047365" indent="0">
              <a:buNone/>
              <a:defRPr sz="1200"/>
            </a:lvl6pPr>
            <a:lvl7pPr marL="3656965" indent="0">
              <a:buNone/>
              <a:defRPr sz="1200"/>
            </a:lvl7pPr>
            <a:lvl8pPr marL="4266565" indent="0">
              <a:buNone/>
              <a:defRPr sz="1200"/>
            </a:lvl8pPr>
            <a:lvl9pPr marL="4876165" indent="0">
              <a:buNone/>
              <a:defRPr sz="12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97" y="1600205"/>
            <a:ext cx="10972641"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364" y="274644"/>
            <a:ext cx="2741969"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94" y="274644"/>
            <a:ext cx="8078252"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7" tIns="60953" rIns="121907" bIns="60953" anchor="ctr"/>
          <a:lstStyle/>
          <a:p>
            <a:pPr>
              <a:defRPr/>
            </a:pPr>
            <a:endParaRPr lang="zh-CN" altLang="en-US" sz="2535">
              <a:solidFill>
                <a:srgbClr val="093575"/>
              </a:solidFill>
              <a:latin typeface="Arial" panose="020B0604020202020204" pitchFamily="34" charset="0"/>
              <a:ea typeface="宋体" panose="02010600030101010101" pitchFamily="2" charset="-122"/>
            </a:endParaRPr>
          </a:p>
        </p:txBody>
      </p:sp>
      <p:pic>
        <p:nvPicPr>
          <p:cNvPr id="5" name="Picture 118" descr="building剪裁"/>
          <p:cNvPicPr>
            <a:picLocks noChangeAspect="1" noChangeArrowheads="1"/>
          </p:cNvPicPr>
          <p:nvPr userDrawn="1"/>
        </p:nvPicPr>
        <p:blipFill>
          <a:blip r:embed="rId2" cstate="print"/>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p:nvPr userDrawn="1"/>
        </p:nvGrpSpPr>
        <p:grpSpPr bwMode="auto">
          <a:xfrm>
            <a:off x="3623736" y="304810"/>
            <a:ext cx="9076267" cy="3424239"/>
            <a:chOff x="664" y="1951"/>
            <a:chExt cx="4308" cy="2120"/>
          </a:xfrm>
        </p:grpSpPr>
        <p:sp>
          <p:nvSpPr>
            <p:cNvPr id="7" name="Freeform 19"/>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 name="Freeform 20"/>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 name="Freeform 21"/>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 name="Freeform 22"/>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 name="Freeform 23"/>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2" name="Freeform 24"/>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3" name="Freeform 25"/>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4" name="Freeform 26"/>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5" name="Freeform 27"/>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6" name="Freeform 28"/>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7" name="Freeform 29"/>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8" name="Freeform 30"/>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9" name="Freeform 31"/>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0" name="Freeform 32"/>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1" name="Freeform 33"/>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2" name="Freeform 34"/>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3" name="Freeform 35"/>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4" name="Freeform 36"/>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5" name="Freeform 37"/>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6" name="Freeform 38"/>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7" name="Freeform 39"/>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8" name="Freeform 40"/>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9" name="Freeform 41"/>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0" name="Freeform 42"/>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1" name="Freeform 43"/>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2" name="Freeform 44"/>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3" name="Freeform 45"/>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4" name="Freeform 46"/>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5" name="Freeform 47"/>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6" name="Freeform 48"/>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7" name="Freeform 49"/>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8" name="Freeform 50"/>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9" name="Freeform 51"/>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0" name="Freeform 52"/>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1" name="Freeform 53"/>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2" name="Freeform 54"/>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3" name="Freeform 55"/>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4" name="Freeform 56"/>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5" name="Freeform 57"/>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6" name="Freeform 58"/>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7" name="Freeform 59"/>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8" name="Freeform 60"/>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9" name="Freeform 61"/>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0" name="Freeform 62"/>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1" name="Freeform 63"/>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2" name="Freeform 64"/>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3" name="Freeform 65"/>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4" name="Freeform 66"/>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5" name="Freeform 67"/>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6" name="Freeform 68"/>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7" name="Freeform 69"/>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8" name="Freeform 70"/>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9" name="Freeform 71"/>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0" name="Freeform 72"/>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1" name="Freeform 73"/>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2" name="Freeform 74"/>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3" name="Freeform 75"/>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4" name="Freeform 76"/>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5" name="Freeform 77"/>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6" name="Freeform 78"/>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7" name="Freeform 79"/>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8" name="Freeform 80"/>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9" name="Freeform 81"/>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0" name="Freeform 82"/>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1" name="Freeform 83"/>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2" name="Freeform 84"/>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3" name="Freeform 85"/>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4" name="Freeform 86"/>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5" name="Freeform 87"/>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6" name="Freeform 88"/>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7" name="Freeform 89"/>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8" name="Freeform 90"/>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9" name="Freeform 91"/>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0" name="Freeform 92"/>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1" name="Freeform 93"/>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2" name="Freeform 94"/>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3" name="Freeform 95"/>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4" name="Freeform 96"/>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5" name="Freeform 97"/>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6" name="Freeform 98"/>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7" name="Freeform 99"/>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8" name="Freeform 100"/>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9" name="Freeform 101"/>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0" name="Freeform 102"/>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1" name="Freeform 103"/>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2" name="Freeform 104"/>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3" name="Freeform 105"/>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4" name="Freeform 106"/>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5" name="Freeform 107"/>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6" name="Freeform 108"/>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7" name="Freeform 109"/>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8" name="Freeform 110"/>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9" name="Freeform 111"/>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0" name="Freeform 112"/>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1" name="Freeform 113"/>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2" name="Freeform 114"/>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3" name="Freeform 115"/>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4" name="Freeform 116"/>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5" name="Freeform 117"/>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6" name="Freeform 118"/>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7" name="Freeform 119"/>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8" name="Freeform 120"/>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9" name="Freeform 121"/>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0" name="Freeform 122"/>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1" name="Freeform 123"/>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2" name="Freeform 124"/>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3" name="Freeform 125"/>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4" name="Freeform 126"/>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grpSp>
      <p:sp>
        <p:nvSpPr>
          <p:cNvPr id="115" name="Rectangle 17"/>
          <p:cNvSpPr>
            <a:spLocks noChangeArrowheads="1"/>
          </p:cNvSpPr>
          <p:nvPr userDrawn="1"/>
        </p:nvSpPr>
        <p:spPr bwMode="gray">
          <a:xfrm>
            <a:off x="0"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7" tIns="60953" rIns="121907" bIns="60953" anchor="ctr"/>
          <a:lstStyle/>
          <a:p>
            <a:pPr>
              <a:defRPr/>
            </a:pPr>
            <a:endParaRPr lang="zh-CN" altLang="en-US" sz="2535">
              <a:solidFill>
                <a:srgbClr val="093575"/>
              </a:solidFill>
              <a:latin typeface="Arial" panose="020B0604020202020204" pitchFamily="34" charset="0"/>
              <a:ea typeface="宋体" panose="02010600030101010101" pitchFamily="2" charset="-122"/>
            </a:endParaRPr>
          </a:p>
        </p:txBody>
      </p:sp>
      <p:sp>
        <p:nvSpPr>
          <p:cNvPr id="116" name="Rectangle 127"/>
          <p:cNvSpPr>
            <a:spLocks noChangeArrowheads="1"/>
          </p:cNvSpPr>
          <p:nvPr userDrawn="1"/>
        </p:nvSpPr>
        <p:spPr bwMode="invGray">
          <a:xfrm>
            <a:off x="0" y="2470793"/>
            <a:ext cx="12192000" cy="19122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0" algn="ctr">
            <a:noFill/>
            <a:miter lim="800000"/>
          </a:ln>
          <a:effectLst/>
        </p:spPr>
        <p:txBody>
          <a:bodyPr wrap="none" lIns="121907" tIns="60953" rIns="121907" bIns="60953" anchor="ctr"/>
          <a:lstStyle/>
          <a:p>
            <a:pPr>
              <a:spcBef>
                <a:spcPct val="20000"/>
              </a:spcBef>
              <a:buClr>
                <a:srgbClr val="0066CC"/>
              </a:buClr>
              <a:buFont typeface="Wingdings" panose="05000000000000000000" pitchFamily="2" charset="2"/>
              <a:buChar char="v"/>
              <a:defRPr/>
            </a:pPr>
            <a:endParaRPr lang="zh-CN" altLang="en-US" sz="1865" b="1">
              <a:solidFill>
                <a:srgbClr val="093575"/>
              </a:solidFill>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anose="020B0604020202020204" pitchFamily="34" charset="0"/>
                <a:ea typeface="宋体" panose="02010600030101010101" pitchFamily="2" charset="-122"/>
              </a:defRPr>
            </a:lvl1pPr>
            <a:lvl2pPr marL="742950" indent="-285750" eaLnBrk="0" hangingPunct="0">
              <a:defRPr sz="2200">
                <a:solidFill>
                  <a:schemeClr val="tx1"/>
                </a:solidFill>
                <a:latin typeface="Arial" panose="020B0604020202020204" pitchFamily="34" charset="0"/>
                <a:ea typeface="宋体" panose="02010600030101010101" pitchFamily="2" charset="-122"/>
              </a:defRPr>
            </a:lvl2pPr>
            <a:lvl3pPr marL="1143000" indent="-228600" eaLnBrk="0" hangingPunct="0">
              <a:defRPr sz="2200">
                <a:solidFill>
                  <a:schemeClr val="tx1"/>
                </a:solidFill>
                <a:latin typeface="Arial" panose="020B0604020202020204" pitchFamily="34" charset="0"/>
                <a:ea typeface="宋体" panose="02010600030101010101" pitchFamily="2" charset="-122"/>
              </a:defRPr>
            </a:lvl3pPr>
            <a:lvl4pPr marL="1600200" indent="-228600" eaLnBrk="0" hangingPunct="0">
              <a:defRPr sz="2200">
                <a:solidFill>
                  <a:schemeClr val="tx1"/>
                </a:solidFill>
                <a:latin typeface="Arial" panose="020B0604020202020204" pitchFamily="34" charset="0"/>
                <a:ea typeface="宋体" panose="02010600030101010101" pitchFamily="2" charset="-122"/>
              </a:defRPr>
            </a:lvl4pPr>
            <a:lvl5pPr marL="2057400" indent="-228600" eaLnBrk="0" hangingPunct="0">
              <a:defRPr sz="2200">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935">
              <a:solidFill>
                <a:prstClr val="black"/>
              </a:solidFill>
            </a:endParaRPr>
          </a:p>
        </p:txBody>
      </p:sp>
      <p:graphicFrame>
        <p:nvGraphicFramePr>
          <p:cNvPr id="118" name="Object 15"/>
          <p:cNvGraphicFramePr>
            <a:graphicFrameLocks noChangeAspect="1"/>
          </p:cNvGraphicFramePr>
          <p:nvPr userDrawn="1"/>
        </p:nvGraphicFramePr>
        <p:xfrm>
          <a:off x="2370668" y="1646193"/>
          <a:ext cx="3115733" cy="774700"/>
        </p:xfrm>
        <a:graphic>
          <a:graphicData uri="http://schemas.openxmlformats.org/presentationml/2006/ole">
            <mc:AlternateContent xmlns:mc="http://schemas.openxmlformats.org/markup-compatibility/2006">
              <mc:Choice xmlns:v="urn:schemas-microsoft-com:vml" Requires="v">
                <p:oleObj spid="_x0000_s0" name="Photo Editor 照片" r:id="rId3" imgW="4324350" imgH="1343025" progId="">
                  <p:embed/>
                </p:oleObj>
              </mc:Choice>
              <mc:Fallback>
                <p:oleObj name="Photo Editor 照片" r:id="rId3" imgW="4324350" imgH="1343025" progId="">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68" y="1646193"/>
                        <a:ext cx="311573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8" name="Rectangle 2"/>
          <p:cNvSpPr>
            <a:spLocks noGrp="1" noChangeArrowheads="1"/>
          </p:cNvSpPr>
          <p:nvPr>
            <p:ph type="ctrTitle"/>
          </p:nvPr>
        </p:nvSpPr>
        <p:spPr>
          <a:xfrm>
            <a:off x="0" y="2568592"/>
            <a:ext cx="12192000" cy="1317625"/>
          </a:xfrm>
          <a:prstGeom prst="rect">
            <a:avLst/>
          </a:prstGeom>
        </p:spPr>
        <p:txBody>
          <a:bodyPr/>
          <a:lstStyle>
            <a:lvl1pPr algn="r">
              <a:defRPr sz="6400" b="1">
                <a:solidFill>
                  <a:schemeClr val="bg1"/>
                </a:solidFill>
              </a:defRPr>
            </a:lvl1pPr>
          </a:lstStyle>
          <a:p>
            <a:pPr lvl="0"/>
            <a:r>
              <a:rPr lang="zh-CN" altLang="en-US" noProof="0"/>
              <a:t>单击此处编辑母版标题样式</a:t>
            </a:r>
            <a:endParaRPr lang="zh-CN" altLang="en-US" noProof="0"/>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7" tIns="60953" rIns="121907" bIns="60953" anchor="ctr"/>
          <a:lstStyle/>
          <a:p>
            <a:pPr>
              <a:defRPr/>
            </a:pPr>
            <a:endParaRPr lang="zh-CN" altLang="en-US" sz="2535">
              <a:solidFill>
                <a:srgbClr val="093575"/>
              </a:solidFill>
              <a:latin typeface="Arial" panose="020B0604020202020204" pitchFamily="34" charset="0"/>
              <a:ea typeface="宋体" panose="02010600030101010101" pitchFamily="2" charset="-122"/>
            </a:endParaRPr>
          </a:p>
        </p:txBody>
      </p:sp>
      <p:pic>
        <p:nvPicPr>
          <p:cNvPr id="5" name="Picture 118" descr="building剪裁"/>
          <p:cNvPicPr>
            <a:picLocks noChangeAspect="1" noChangeArrowheads="1"/>
          </p:cNvPicPr>
          <p:nvPr userDrawn="1"/>
        </p:nvPicPr>
        <p:blipFill>
          <a:blip r:embed="rId2" cstate="print"/>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p:nvPr userDrawn="1"/>
        </p:nvGrpSpPr>
        <p:grpSpPr bwMode="auto">
          <a:xfrm>
            <a:off x="3623736" y="304810"/>
            <a:ext cx="9076267" cy="3424239"/>
            <a:chOff x="664" y="1951"/>
            <a:chExt cx="4308" cy="2120"/>
          </a:xfrm>
        </p:grpSpPr>
        <p:sp>
          <p:nvSpPr>
            <p:cNvPr id="7" name="Freeform 19"/>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 name="Freeform 20"/>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 name="Freeform 21"/>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 name="Freeform 22"/>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 name="Freeform 23"/>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2" name="Freeform 24"/>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3" name="Freeform 25"/>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4" name="Freeform 26"/>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5" name="Freeform 27"/>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6" name="Freeform 28"/>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7" name="Freeform 29"/>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8" name="Freeform 30"/>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9" name="Freeform 31"/>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0" name="Freeform 32"/>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1" name="Freeform 33"/>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2" name="Freeform 34"/>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3" name="Freeform 35"/>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4" name="Freeform 36"/>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5" name="Freeform 37"/>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6" name="Freeform 38"/>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7" name="Freeform 39"/>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8" name="Freeform 40"/>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9" name="Freeform 41"/>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0" name="Freeform 42"/>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1" name="Freeform 43"/>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2" name="Freeform 44"/>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3" name="Freeform 45"/>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4" name="Freeform 46"/>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5" name="Freeform 47"/>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6" name="Freeform 48"/>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7" name="Freeform 49"/>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8" name="Freeform 50"/>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9" name="Freeform 51"/>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0" name="Freeform 52"/>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1" name="Freeform 53"/>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2" name="Freeform 54"/>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3" name="Freeform 55"/>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4" name="Freeform 56"/>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5" name="Freeform 57"/>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6" name="Freeform 58"/>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7" name="Freeform 59"/>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8" name="Freeform 60"/>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9" name="Freeform 61"/>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0" name="Freeform 62"/>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1" name="Freeform 63"/>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2" name="Freeform 64"/>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3" name="Freeform 65"/>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4" name="Freeform 66"/>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5" name="Freeform 67"/>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6" name="Freeform 68"/>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7" name="Freeform 69"/>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8" name="Freeform 70"/>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9" name="Freeform 71"/>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0" name="Freeform 72"/>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1" name="Freeform 73"/>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2" name="Freeform 74"/>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3" name="Freeform 75"/>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4" name="Freeform 76"/>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5" name="Freeform 77"/>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6" name="Freeform 78"/>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7" name="Freeform 79"/>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8" name="Freeform 80"/>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9" name="Freeform 81"/>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0" name="Freeform 82"/>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1" name="Freeform 83"/>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2" name="Freeform 84"/>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3" name="Freeform 85"/>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4" name="Freeform 86"/>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5" name="Freeform 87"/>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6" name="Freeform 88"/>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7" name="Freeform 89"/>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8" name="Freeform 90"/>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9" name="Freeform 91"/>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0" name="Freeform 92"/>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1" name="Freeform 93"/>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2" name="Freeform 94"/>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3" name="Freeform 95"/>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4" name="Freeform 96"/>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5" name="Freeform 97"/>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6" name="Freeform 98"/>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7" name="Freeform 99"/>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8" name="Freeform 100"/>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9" name="Freeform 101"/>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0" name="Freeform 102"/>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1" name="Freeform 103"/>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2" name="Freeform 104"/>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3" name="Freeform 105"/>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4" name="Freeform 106"/>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5" name="Freeform 107"/>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6" name="Freeform 108"/>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7" name="Freeform 109"/>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8" name="Freeform 110"/>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9" name="Freeform 111"/>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0" name="Freeform 112"/>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1" name="Freeform 113"/>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2" name="Freeform 114"/>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3" name="Freeform 115"/>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4" name="Freeform 116"/>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5" name="Freeform 117"/>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6" name="Freeform 118"/>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7" name="Freeform 119"/>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8" name="Freeform 120"/>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9" name="Freeform 121"/>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0" name="Freeform 122"/>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1" name="Freeform 123"/>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2" name="Freeform 124"/>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3" name="Freeform 125"/>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4" name="Freeform 126"/>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grpSp>
      <p:sp>
        <p:nvSpPr>
          <p:cNvPr id="115" name="Rectangle 17"/>
          <p:cNvSpPr>
            <a:spLocks noChangeArrowheads="1"/>
          </p:cNvSpPr>
          <p:nvPr userDrawn="1"/>
        </p:nvSpPr>
        <p:spPr bwMode="gray">
          <a:xfrm>
            <a:off x="0"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7" tIns="60953" rIns="121907" bIns="60953" anchor="ctr"/>
          <a:lstStyle/>
          <a:p>
            <a:pPr>
              <a:defRPr/>
            </a:pPr>
            <a:endParaRPr lang="zh-CN" altLang="en-US" sz="2535">
              <a:solidFill>
                <a:srgbClr val="093575"/>
              </a:solidFill>
              <a:latin typeface="Arial" panose="020B0604020202020204" pitchFamily="34" charset="0"/>
              <a:ea typeface="宋体" panose="02010600030101010101" pitchFamily="2" charset="-122"/>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anose="020B0604020202020204" pitchFamily="34" charset="0"/>
                <a:ea typeface="宋体" panose="02010600030101010101" pitchFamily="2" charset="-122"/>
              </a:defRPr>
            </a:lvl1pPr>
            <a:lvl2pPr marL="742950" indent="-285750" eaLnBrk="0" hangingPunct="0">
              <a:defRPr sz="2200">
                <a:solidFill>
                  <a:schemeClr val="tx1"/>
                </a:solidFill>
                <a:latin typeface="Arial" panose="020B0604020202020204" pitchFamily="34" charset="0"/>
                <a:ea typeface="宋体" panose="02010600030101010101" pitchFamily="2" charset="-122"/>
              </a:defRPr>
            </a:lvl2pPr>
            <a:lvl3pPr marL="1143000" indent="-228600" eaLnBrk="0" hangingPunct="0">
              <a:defRPr sz="2200">
                <a:solidFill>
                  <a:schemeClr val="tx1"/>
                </a:solidFill>
                <a:latin typeface="Arial" panose="020B0604020202020204" pitchFamily="34" charset="0"/>
                <a:ea typeface="宋体" panose="02010600030101010101" pitchFamily="2" charset="-122"/>
              </a:defRPr>
            </a:lvl3pPr>
            <a:lvl4pPr marL="1600200" indent="-228600" eaLnBrk="0" hangingPunct="0">
              <a:defRPr sz="2200">
                <a:solidFill>
                  <a:schemeClr val="tx1"/>
                </a:solidFill>
                <a:latin typeface="Arial" panose="020B0604020202020204" pitchFamily="34" charset="0"/>
                <a:ea typeface="宋体" panose="02010600030101010101" pitchFamily="2" charset="-122"/>
              </a:defRPr>
            </a:lvl4pPr>
            <a:lvl5pPr marL="2057400" indent="-228600" eaLnBrk="0" hangingPunct="0">
              <a:defRPr sz="2200">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935">
              <a:solidFill>
                <a:prstClr val="black"/>
              </a:solidFill>
            </a:endParaRPr>
          </a:p>
        </p:txBody>
      </p:sp>
      <p:graphicFrame>
        <p:nvGraphicFramePr>
          <p:cNvPr id="2" name="对象 1"/>
          <p:cNvGraphicFramePr>
            <a:graphicFrameLocks noChangeAspect="1"/>
          </p:cNvGraphicFramePr>
          <p:nvPr userDrawn="1"/>
        </p:nvGraphicFramePr>
        <p:xfrm>
          <a:off x="8974469" y="103199"/>
          <a:ext cx="3116668" cy="774700"/>
        </p:xfrm>
        <a:graphic>
          <a:graphicData uri="http://schemas.openxmlformats.org/presentationml/2006/ole">
            <mc:AlternateContent xmlns:mc="http://schemas.openxmlformats.org/markup-compatibility/2006">
              <mc:Choice xmlns:v="urn:schemas-microsoft-com:vml" Requires="v">
                <p:oleObj spid="_x0000_s0" name="Photo Editor 照片" r:id="rId3" imgW="4324350" imgH="1343025" progId="">
                  <p:embed/>
                </p:oleObj>
              </mc:Choice>
              <mc:Fallback>
                <p:oleObj name="Photo Editor 照片" r:id="rId3" imgW="4324350" imgH="1343025" progId="">
                  <p:embed/>
                  <p:pic>
                    <p:nvPicPr>
                      <p:cNvPr id="0"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69" y="103199"/>
                        <a:ext cx="311666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dirty="0"/>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5"/>
          <p:cNvSpPr txBox="1"/>
          <p:nvPr userDrawn="1"/>
        </p:nvSpPr>
        <p:spPr>
          <a:xfrm>
            <a:off x="9168341" y="6381336"/>
            <a:ext cx="2844800" cy="365125"/>
          </a:xfrm>
          <a:prstGeom prst="rect">
            <a:avLst/>
          </a:prstGeom>
        </p:spPr>
        <p:txBody>
          <a:bodyPr vert="horz" lIns="121916" tIns="60959" rIns="121916" bIns="60959" rtlCol="0" anchor="ctr"/>
          <a:lstStyle>
            <a:defPPr>
              <a:defRPr lang="zh-CN"/>
            </a:defPPr>
            <a:lvl1pPr algn="r" rtl="0" fontAlgn="auto">
              <a:spcBef>
                <a:spcPts val="0"/>
              </a:spcBef>
              <a:spcAft>
                <a:spcPts val="0"/>
              </a:spcAft>
              <a:defRPr sz="1400" kern="1200">
                <a:solidFill>
                  <a:schemeClr val="tx1"/>
                </a:solidFill>
                <a:latin typeface="Times New Roman" panose="02020603050405020304" pitchFamily="18" charset="0"/>
                <a:ea typeface="华文隶书" panose="02010800040101010101" pitchFamily="2" charset="-122"/>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sz="1865" dirty="0">
              <a:solidFill>
                <a:prstClr val="black"/>
              </a:solidFill>
            </a:endParaRPr>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p:cNvSpPr/>
          <p:nvPr userDrawn="1"/>
        </p:nvSpPr>
        <p:spPr bwMode="auto">
          <a:xfrm>
            <a:off x="565685" y="202987"/>
            <a:ext cx="10036507" cy="422453"/>
          </a:xfrm>
          <a:prstGeom prst="rect">
            <a:avLst/>
          </a:prstGeom>
          <a:ln w="9525" cap="flat" cmpd="sng" algn="ctr">
            <a:solidFill>
              <a:schemeClr val="tx1"/>
            </a:solidFill>
            <a:prstDash val="solid"/>
            <a:round/>
            <a:headEnd type="none" w="med" len="med"/>
            <a:tailEnd type="none" w="med" len="med"/>
          </a:ln>
          <a:effectLst/>
        </p:spPr>
        <p:txBody>
          <a:bodyPr vert="horz" wrap="square" lIns="91428" tIns="45715" rIns="91428" bIns="45715"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3" y="87768"/>
            <a:ext cx="833913" cy="625435"/>
          </a:xfrm>
          <a:prstGeom prst="rect">
            <a:avLst/>
          </a:prstGeom>
        </p:spPr>
      </p:pic>
    </p:spTree>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5"/>
            <a:ext cx="12192000" cy="2734931"/>
          </a:xfrm>
          <a:prstGeom prst="rect">
            <a:avLst/>
          </a:prstGeom>
          <a:effectLst>
            <a:outerShdw blurRad="38100" dist="25400" dir="5400000" algn="t" rotWithShape="0">
              <a:prstClr val="black">
                <a:alpha val="58000"/>
              </a:prstClr>
            </a:outerShdw>
          </a:effectLst>
        </p:spPr>
      </p:pic>
    </p:spTree>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70" y="3807213"/>
            <a:ext cx="1048861"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7" y="4430622"/>
            <a:ext cx="1627343" cy="1200296"/>
          </a:xfrm>
          <a:prstGeom prst="rect">
            <a:avLst/>
          </a:prstGeom>
          <a:effectLst>
            <a:innerShdw blurRad="63500" dist="50800" dir="13500000">
              <a:prstClr val="black">
                <a:alpha val="50000"/>
              </a:prstClr>
            </a:innerShdw>
          </a:effectLst>
        </p:spPr>
        <p:txBody>
          <a:bodyPr wrap="square" lIns="91408" tIns="45704" rIns="91408"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2815"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7"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70" y="4776428"/>
            <a:ext cx="1048861"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9" y="5832602"/>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70" y="5745645"/>
            <a:ext cx="1048861"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70" y="3807213"/>
            <a:ext cx="1048861"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7" y="4430622"/>
            <a:ext cx="1627343" cy="1200296"/>
          </a:xfrm>
          <a:prstGeom prst="rect">
            <a:avLst/>
          </a:prstGeom>
          <a:effectLst>
            <a:innerShdw blurRad="63500" dist="50800" dir="13500000">
              <a:prstClr val="black">
                <a:alpha val="50000"/>
              </a:prstClr>
            </a:innerShdw>
          </a:effectLst>
        </p:spPr>
        <p:txBody>
          <a:bodyPr wrap="square" lIns="91408" tIns="45704" rIns="91408"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2815"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7"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70" y="4776428"/>
            <a:ext cx="1048861"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9" y="5832602"/>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70" y="5745645"/>
            <a:ext cx="1048861"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2" name="Rectangle 1"/>
          <p:cNvSpPr/>
          <p:nvPr userDrawn="1"/>
        </p:nvSpPr>
        <p:spPr bwMode="auto">
          <a:xfrm>
            <a:off x="514481"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28" tIns="45715" rIns="91428" bIns="45715"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66" y="124416"/>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8" y="124416"/>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2"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2"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2004" y="124412"/>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fld>
            <a:endParaRPr lang="en-US"/>
          </a:p>
        </p:txBody>
      </p:sp>
    </p:spTree>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userDrawn="1">
  <p:cSld name="13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533" y="2130437"/>
            <a:ext cx="10362961" cy="1470027"/>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9054" y="3886200"/>
            <a:ext cx="8533924"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9200" indent="0" algn="ctr">
              <a:buNone/>
              <a:defRPr>
                <a:solidFill>
                  <a:schemeClr val="tx1">
                    <a:tint val="75000"/>
                  </a:schemeClr>
                </a:solidFill>
              </a:defRPr>
            </a:lvl3pPr>
            <a:lvl4pPr marL="1828800" indent="0" algn="ctr">
              <a:buNone/>
              <a:defRPr>
                <a:solidFill>
                  <a:schemeClr val="tx1">
                    <a:tint val="75000"/>
                  </a:schemeClr>
                </a:solidFill>
              </a:defRPr>
            </a:lvl4pPr>
            <a:lvl5pPr marL="2437765" indent="0" algn="ctr">
              <a:buNone/>
              <a:defRPr>
                <a:solidFill>
                  <a:schemeClr val="tx1">
                    <a:tint val="75000"/>
                  </a:schemeClr>
                </a:solidFill>
              </a:defRPr>
            </a:lvl5pPr>
            <a:lvl6pPr marL="3047365" indent="0" algn="ctr">
              <a:buNone/>
              <a:defRPr>
                <a:solidFill>
                  <a:schemeClr val="tx1">
                    <a:tint val="75000"/>
                  </a:schemeClr>
                </a:solidFill>
              </a:defRPr>
            </a:lvl6pPr>
            <a:lvl7pPr marL="3656965" indent="0" algn="ctr">
              <a:buNone/>
              <a:defRPr>
                <a:solidFill>
                  <a:schemeClr val="tx1">
                    <a:tint val="75000"/>
                  </a:schemeClr>
                </a:solidFill>
              </a:defRPr>
            </a:lvl7pPr>
            <a:lvl8pPr marL="4266565" indent="0" algn="ctr">
              <a:buNone/>
              <a:defRPr>
                <a:solidFill>
                  <a:schemeClr val="tx1">
                    <a:tint val="75000"/>
                  </a:schemeClr>
                </a:solidFill>
              </a:defRPr>
            </a:lvl8pPr>
            <a:lvl9pPr marL="48761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609697" y="1600206"/>
            <a:ext cx="10972641"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3791747" y="6356358"/>
            <a:ext cx="4234125" cy="365125"/>
          </a:xfrm>
          <a:prstGeom prst="rect">
            <a:avLst/>
          </a:prstGeom>
        </p:spPr>
        <p:txBody>
          <a:bodyPr/>
          <a:lstStyle/>
          <a:p>
            <a:r>
              <a:rPr lang="zh-CN" altLang="en-US" dirty="0"/>
              <a:t>国家重点研发计划项目</a:t>
            </a:r>
            <a:endParaRPr lang="zh-CN" altLang="en-US" dirty="0">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744" y="4406908"/>
            <a:ext cx="10362961" cy="1362075"/>
          </a:xfrm>
          <a:prstGeom prst="rect">
            <a:avLst/>
          </a:prstGeom>
        </p:spPr>
        <p:txBody>
          <a:bodyPr anchor="t"/>
          <a:lstStyle>
            <a:lvl1pPr algn="l">
              <a:defRPr sz="5335"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744" y="2906715"/>
            <a:ext cx="10362961" cy="1500187"/>
          </a:xfrm>
          <a:prstGeom prst="rect">
            <a:avLst/>
          </a:prstGeom>
        </p:spPr>
        <p:txBody>
          <a:bodyPr anchor="b"/>
          <a:lstStyle>
            <a:lvl1pPr marL="0" indent="0">
              <a:buNone/>
              <a:defRPr sz="2665">
                <a:solidFill>
                  <a:schemeClr val="tx1">
                    <a:tint val="75000"/>
                  </a:schemeClr>
                </a:solidFill>
              </a:defRPr>
            </a:lvl1pPr>
            <a:lvl2pPr marL="609600" indent="0">
              <a:buNone/>
              <a:defRPr sz="2400">
                <a:solidFill>
                  <a:schemeClr val="tx1">
                    <a:tint val="75000"/>
                  </a:schemeClr>
                </a:solidFill>
              </a:defRPr>
            </a:lvl2pPr>
            <a:lvl3pPr marL="1219200" indent="0">
              <a:buNone/>
              <a:defRPr sz="2135">
                <a:solidFill>
                  <a:schemeClr val="tx1">
                    <a:tint val="75000"/>
                  </a:schemeClr>
                </a:solidFill>
              </a:defRPr>
            </a:lvl3pPr>
            <a:lvl4pPr marL="1828800" indent="0">
              <a:buNone/>
              <a:defRPr sz="1865">
                <a:solidFill>
                  <a:schemeClr val="tx1">
                    <a:tint val="75000"/>
                  </a:schemeClr>
                </a:solidFill>
              </a:defRPr>
            </a:lvl4pPr>
            <a:lvl5pPr marL="2437765" indent="0">
              <a:buNone/>
              <a:defRPr sz="1865">
                <a:solidFill>
                  <a:schemeClr val="tx1">
                    <a:tint val="75000"/>
                  </a:schemeClr>
                </a:solidFill>
              </a:defRPr>
            </a:lvl5pPr>
            <a:lvl6pPr marL="3047365" indent="0">
              <a:buNone/>
              <a:defRPr sz="1865">
                <a:solidFill>
                  <a:schemeClr val="tx1">
                    <a:tint val="75000"/>
                  </a:schemeClr>
                </a:solidFill>
              </a:defRPr>
            </a:lvl6pPr>
            <a:lvl7pPr marL="3656965" indent="0">
              <a:buNone/>
              <a:defRPr sz="1865">
                <a:solidFill>
                  <a:schemeClr val="tx1">
                    <a:tint val="75000"/>
                  </a:schemeClr>
                </a:solidFill>
              </a:defRPr>
            </a:lvl7pPr>
            <a:lvl8pPr marL="4266565" indent="0">
              <a:buNone/>
              <a:defRPr sz="1865">
                <a:solidFill>
                  <a:schemeClr val="tx1">
                    <a:tint val="75000"/>
                  </a:schemeClr>
                </a:solidFill>
              </a:defRPr>
            </a:lvl8pPr>
            <a:lvl9pPr marL="4876165" indent="0">
              <a:buNone/>
              <a:defRPr sz="1865">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dirty="0">
              <a:solidFill>
                <a:prstClr val="black"/>
              </a:solidFill>
            </a:endParaRPr>
          </a:p>
        </p:txBody>
      </p:sp>
    </p:spTree>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83" y="1600206"/>
            <a:ext cx="5409317" cy="4525963"/>
          </a:xfrm>
          <a:prstGeom prst="rect">
            <a:avLst/>
          </a:prstGeom>
        </p:spPr>
        <p:txBody>
          <a:bodyPr/>
          <a:lstStyle>
            <a:lvl1pPr>
              <a:defRPr sz="3730"/>
            </a:lvl1pPr>
            <a:lvl2pPr>
              <a:defRPr sz="3200"/>
            </a:lvl2pPr>
            <a:lvl3pPr>
              <a:defRPr sz="2665"/>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1416" y="1600206"/>
            <a:ext cx="5410904" cy="4525963"/>
          </a:xfrm>
          <a:prstGeom prst="rect">
            <a:avLst/>
          </a:prstGeom>
        </p:spPr>
        <p:txBody>
          <a:bodyPr/>
          <a:lstStyle>
            <a:lvl1pPr>
              <a:defRPr sz="3730"/>
            </a:lvl1pPr>
            <a:lvl2pPr>
              <a:defRPr sz="3200"/>
            </a:lvl2pPr>
            <a:lvl3pPr>
              <a:defRPr sz="2665"/>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88" y="1535115"/>
            <a:ext cx="5387089" cy="639763"/>
          </a:xfrm>
          <a:prstGeom prst="rect">
            <a:avLst/>
          </a:prstGeom>
        </p:spPr>
        <p:txBody>
          <a:bodyPr anchor="b"/>
          <a:lstStyle>
            <a:lvl1pPr marL="0" indent="0">
              <a:buNone/>
              <a:defRPr sz="3200" b="1"/>
            </a:lvl1pPr>
            <a:lvl2pPr marL="609600" indent="0">
              <a:buNone/>
              <a:defRPr sz="2665" b="1"/>
            </a:lvl2pPr>
            <a:lvl3pPr marL="1219200" indent="0">
              <a:buNone/>
              <a:defRPr sz="2400" b="1"/>
            </a:lvl3pPr>
            <a:lvl4pPr marL="1828800" indent="0">
              <a:buNone/>
              <a:defRPr sz="2135" b="1"/>
            </a:lvl4pPr>
            <a:lvl5pPr marL="2437765" indent="0">
              <a:buNone/>
              <a:defRPr sz="2135" b="1"/>
            </a:lvl5pPr>
            <a:lvl6pPr marL="3047365" indent="0">
              <a:buNone/>
              <a:defRPr sz="2135" b="1"/>
            </a:lvl6pPr>
            <a:lvl7pPr marL="3656965" indent="0">
              <a:buNone/>
              <a:defRPr sz="2135" b="1"/>
            </a:lvl7pPr>
            <a:lvl8pPr marL="4266565" indent="0">
              <a:buNone/>
              <a:defRPr sz="2135" b="1"/>
            </a:lvl8pPr>
            <a:lvl9pPr marL="4876165" indent="0">
              <a:buNone/>
              <a:defRPr sz="2135"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88" y="2174875"/>
            <a:ext cx="5387089" cy="3951288"/>
          </a:xfrm>
          <a:prstGeom prst="rect">
            <a:avLst/>
          </a:prstGeom>
        </p:spPr>
        <p:txBody>
          <a:bodyPr/>
          <a:lstStyle>
            <a:lvl1pPr>
              <a:defRPr sz="3200"/>
            </a:lvl1pPr>
            <a:lvl2pPr>
              <a:defRPr sz="2665"/>
            </a:lvl2pPr>
            <a:lvl3pPr>
              <a:defRPr sz="2400"/>
            </a:lvl3pPr>
            <a:lvl4pPr>
              <a:defRPr sz="2135"/>
            </a:lvl4pPr>
            <a:lvl5pPr>
              <a:defRPr sz="2135"/>
            </a:lvl5pPr>
            <a:lvl6pPr>
              <a:defRPr sz="2135"/>
            </a:lvl6pPr>
            <a:lvl7pPr>
              <a:defRPr sz="2135"/>
            </a:lvl7pPr>
            <a:lvl8pPr>
              <a:defRPr sz="2135"/>
            </a:lvl8pPr>
            <a:lvl9pPr>
              <a:defRPr sz="213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665" y="1535115"/>
            <a:ext cx="5388676" cy="639763"/>
          </a:xfrm>
          <a:prstGeom prst="rect">
            <a:avLst/>
          </a:prstGeom>
        </p:spPr>
        <p:txBody>
          <a:bodyPr anchor="b"/>
          <a:lstStyle>
            <a:lvl1pPr marL="0" indent="0">
              <a:buNone/>
              <a:defRPr sz="3200" b="1"/>
            </a:lvl1pPr>
            <a:lvl2pPr marL="609600" indent="0">
              <a:buNone/>
              <a:defRPr sz="2665" b="1"/>
            </a:lvl2pPr>
            <a:lvl3pPr marL="1219200" indent="0">
              <a:buNone/>
              <a:defRPr sz="2400" b="1"/>
            </a:lvl3pPr>
            <a:lvl4pPr marL="1828800" indent="0">
              <a:buNone/>
              <a:defRPr sz="2135" b="1"/>
            </a:lvl4pPr>
            <a:lvl5pPr marL="2437765" indent="0">
              <a:buNone/>
              <a:defRPr sz="2135" b="1"/>
            </a:lvl5pPr>
            <a:lvl6pPr marL="3047365" indent="0">
              <a:buNone/>
              <a:defRPr sz="2135" b="1"/>
            </a:lvl6pPr>
            <a:lvl7pPr marL="3656965" indent="0">
              <a:buNone/>
              <a:defRPr sz="2135" b="1"/>
            </a:lvl7pPr>
            <a:lvl8pPr marL="4266565" indent="0">
              <a:buNone/>
              <a:defRPr sz="2135" b="1"/>
            </a:lvl8pPr>
            <a:lvl9pPr marL="4876165" indent="0">
              <a:buNone/>
              <a:defRPr sz="2135"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665" y="2174875"/>
            <a:ext cx="5388676" cy="3951288"/>
          </a:xfrm>
          <a:prstGeom prst="rect">
            <a:avLst/>
          </a:prstGeom>
        </p:spPr>
        <p:txBody>
          <a:bodyPr/>
          <a:lstStyle>
            <a:lvl1pPr>
              <a:defRPr sz="3200"/>
            </a:lvl1pPr>
            <a:lvl2pPr>
              <a:defRPr sz="2665"/>
            </a:lvl2pPr>
            <a:lvl3pPr>
              <a:defRPr sz="2400"/>
            </a:lvl3pPr>
            <a:lvl4pPr>
              <a:defRPr sz="2135"/>
            </a:lvl4pPr>
            <a:lvl5pPr>
              <a:defRPr sz="2135"/>
            </a:lvl5pPr>
            <a:lvl6pPr>
              <a:defRPr sz="2135"/>
            </a:lvl6pPr>
            <a:lvl7pPr>
              <a:defRPr sz="2135"/>
            </a:lvl7pPr>
            <a:lvl8pPr>
              <a:defRPr sz="2135"/>
            </a:lvl8pPr>
            <a:lvl9pPr>
              <a:defRPr sz="213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8" name="页脚占位符 7"/>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4" name="页脚占位符 3"/>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3" name="页脚占位符 2"/>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1" y="273052"/>
            <a:ext cx="4010547" cy="1162049"/>
          </a:xfrm>
          <a:prstGeom prst="rect">
            <a:avLst/>
          </a:prstGeom>
        </p:spPr>
        <p:txBody>
          <a:bodyPr anchor="b"/>
          <a:lstStyle>
            <a:lvl1pPr algn="l">
              <a:defRPr sz="2665" b="1"/>
            </a:lvl1pPr>
          </a:lstStyle>
          <a:p>
            <a:r>
              <a:rPr lang="zh-CN" altLang="en-US"/>
              <a:t>单击此处编辑母版标题样式</a:t>
            </a:r>
            <a:endParaRPr lang="zh-CN" altLang="en-US"/>
          </a:p>
        </p:txBody>
      </p:sp>
      <p:sp>
        <p:nvSpPr>
          <p:cNvPr id="3" name="内容占位符 2"/>
          <p:cNvSpPr>
            <a:spLocks noGrp="1"/>
          </p:cNvSpPr>
          <p:nvPr>
            <p:ph idx="1"/>
          </p:nvPr>
        </p:nvSpPr>
        <p:spPr>
          <a:xfrm>
            <a:off x="4766302" y="273066"/>
            <a:ext cx="6816025" cy="5853113"/>
          </a:xfrm>
          <a:prstGeom prst="rect">
            <a:avLst/>
          </a:prstGeom>
        </p:spPr>
        <p:txBody>
          <a:bodyPr/>
          <a:lstStyle>
            <a:lvl1pPr>
              <a:defRPr sz="4265"/>
            </a:lvl1pPr>
            <a:lvl2pPr>
              <a:defRPr sz="3730"/>
            </a:lvl2pPr>
            <a:lvl3pPr>
              <a:defRPr sz="3200"/>
            </a:lvl3pPr>
            <a:lvl4pPr>
              <a:defRPr sz="2665"/>
            </a:lvl4pPr>
            <a:lvl5pPr>
              <a:defRPr sz="2665"/>
            </a:lvl5pPr>
            <a:lvl6pPr>
              <a:defRPr sz="2665"/>
            </a:lvl6pPr>
            <a:lvl7pPr>
              <a:defRPr sz="2665"/>
            </a:lvl7pPr>
            <a:lvl8pPr>
              <a:defRPr sz="2665"/>
            </a:lvl8pPr>
            <a:lvl9pPr>
              <a:defRPr sz="266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81" y="1435106"/>
            <a:ext cx="4010547" cy="4691063"/>
          </a:xfrm>
          <a:prstGeom prst="rect">
            <a:avLst/>
          </a:prstGeom>
        </p:spPr>
        <p:txBody>
          <a:bodyPr/>
          <a:lstStyle>
            <a:lvl1pPr marL="0" indent="0">
              <a:buNone/>
              <a:defRPr sz="1865"/>
            </a:lvl1pPr>
            <a:lvl2pPr marL="609600" indent="0">
              <a:buNone/>
              <a:defRPr sz="1600"/>
            </a:lvl2pPr>
            <a:lvl3pPr marL="1219200" indent="0">
              <a:buNone/>
              <a:defRPr sz="1335"/>
            </a:lvl3pPr>
            <a:lvl4pPr marL="1828800" indent="0">
              <a:buNone/>
              <a:defRPr sz="1200"/>
            </a:lvl4pPr>
            <a:lvl5pPr marL="2437765" indent="0">
              <a:buNone/>
              <a:defRPr sz="1200"/>
            </a:lvl5pPr>
            <a:lvl6pPr marL="3047365" indent="0">
              <a:buNone/>
              <a:defRPr sz="1200"/>
            </a:lvl6pPr>
            <a:lvl7pPr marL="3656965" indent="0">
              <a:buNone/>
              <a:defRPr sz="1200"/>
            </a:lvl7pPr>
            <a:lvl8pPr marL="4266565" indent="0">
              <a:buNone/>
              <a:defRPr sz="1200"/>
            </a:lvl8pPr>
            <a:lvl9pPr marL="4876165" indent="0">
              <a:buNone/>
              <a:defRPr sz="12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99" y="4800604"/>
            <a:ext cx="7316152" cy="566737"/>
          </a:xfrm>
          <a:prstGeom prst="rect">
            <a:avLst/>
          </a:prstGeom>
        </p:spPr>
        <p:txBody>
          <a:bodyPr anchor="b"/>
          <a:lstStyle>
            <a:lvl1pPr algn="l">
              <a:defRPr sz="2665"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499" y="612775"/>
            <a:ext cx="7316152" cy="4114800"/>
          </a:xfrm>
          <a:prstGeom prst="rect">
            <a:avLst/>
          </a:prstGeom>
        </p:spPr>
        <p:txBody>
          <a:bodyPr/>
          <a:lstStyle>
            <a:lvl1pPr marL="0" indent="0">
              <a:buNone/>
              <a:defRPr sz="4265"/>
            </a:lvl1pPr>
            <a:lvl2pPr marL="609600" indent="0">
              <a:buNone/>
              <a:defRPr sz="3730"/>
            </a:lvl2pPr>
            <a:lvl3pPr marL="1219200" indent="0">
              <a:buNone/>
              <a:defRPr sz="3200"/>
            </a:lvl3pPr>
            <a:lvl4pPr marL="1828800" indent="0">
              <a:buNone/>
              <a:defRPr sz="2665"/>
            </a:lvl4pPr>
            <a:lvl5pPr marL="2437765" indent="0">
              <a:buNone/>
              <a:defRPr sz="2665"/>
            </a:lvl5pPr>
            <a:lvl6pPr marL="3047365" indent="0">
              <a:buNone/>
              <a:defRPr sz="2665"/>
            </a:lvl6pPr>
            <a:lvl7pPr marL="3656965" indent="0">
              <a:buNone/>
              <a:defRPr sz="2665"/>
            </a:lvl7pPr>
            <a:lvl8pPr marL="4266565" indent="0">
              <a:buNone/>
              <a:defRPr sz="2665"/>
            </a:lvl8pPr>
            <a:lvl9pPr marL="4876165" indent="0">
              <a:buNone/>
              <a:defRPr sz="2665"/>
            </a:lvl9pPr>
          </a:lstStyle>
          <a:p>
            <a:r>
              <a:rPr lang="zh-CN" altLang="en-US"/>
              <a:t>单击图标添加图片</a:t>
            </a:r>
            <a:endParaRPr lang="zh-CN" altLang="en-US"/>
          </a:p>
        </p:txBody>
      </p:sp>
      <p:sp>
        <p:nvSpPr>
          <p:cNvPr id="4" name="文本占位符 3"/>
          <p:cNvSpPr>
            <a:spLocks noGrp="1"/>
          </p:cNvSpPr>
          <p:nvPr>
            <p:ph type="body" sz="half" idx="2"/>
          </p:nvPr>
        </p:nvSpPr>
        <p:spPr>
          <a:xfrm>
            <a:off x="2389499" y="5367346"/>
            <a:ext cx="7316152" cy="804863"/>
          </a:xfrm>
          <a:prstGeom prst="rect">
            <a:avLst/>
          </a:prstGeom>
        </p:spPr>
        <p:txBody>
          <a:bodyPr/>
          <a:lstStyle>
            <a:lvl1pPr marL="0" indent="0">
              <a:buNone/>
              <a:defRPr sz="1865"/>
            </a:lvl1pPr>
            <a:lvl2pPr marL="609600" indent="0">
              <a:buNone/>
              <a:defRPr sz="1600"/>
            </a:lvl2pPr>
            <a:lvl3pPr marL="1219200" indent="0">
              <a:buNone/>
              <a:defRPr sz="1335"/>
            </a:lvl3pPr>
            <a:lvl4pPr marL="1828800" indent="0">
              <a:buNone/>
              <a:defRPr sz="1200"/>
            </a:lvl4pPr>
            <a:lvl5pPr marL="2437765" indent="0">
              <a:buNone/>
              <a:defRPr sz="1200"/>
            </a:lvl5pPr>
            <a:lvl6pPr marL="3047365" indent="0">
              <a:buNone/>
              <a:defRPr sz="1200"/>
            </a:lvl6pPr>
            <a:lvl7pPr marL="3656965" indent="0">
              <a:buNone/>
              <a:defRPr sz="1200"/>
            </a:lvl7pPr>
            <a:lvl8pPr marL="4266565" indent="0">
              <a:buNone/>
              <a:defRPr sz="1200"/>
            </a:lvl8pPr>
            <a:lvl9pPr marL="4876165" indent="0">
              <a:buNone/>
              <a:defRPr sz="12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97" y="1600206"/>
            <a:ext cx="10972641"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362" y="274646"/>
            <a:ext cx="2741969"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94" y="274646"/>
            <a:ext cx="8078252"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4" tIns="60952" rIns="121904" bIns="60952" anchor="ctr"/>
          <a:lstStyle/>
          <a:p>
            <a:pPr>
              <a:defRPr/>
            </a:pPr>
            <a:endParaRPr lang="zh-CN" altLang="en-US" sz="2530">
              <a:solidFill>
                <a:srgbClr val="093575"/>
              </a:solidFill>
              <a:latin typeface="Arial" panose="020B0604020202020204" pitchFamily="34" charset="0"/>
              <a:ea typeface="宋体" panose="02010600030101010101" pitchFamily="2" charset="-122"/>
            </a:endParaRPr>
          </a:p>
        </p:txBody>
      </p:sp>
      <p:pic>
        <p:nvPicPr>
          <p:cNvPr id="5" name="Picture 118" descr="building剪裁"/>
          <p:cNvPicPr>
            <a:picLocks noChangeAspect="1" noChangeArrowheads="1"/>
          </p:cNvPicPr>
          <p:nvPr userDrawn="1"/>
        </p:nvPicPr>
        <p:blipFill>
          <a:blip r:embed="rId2" cstate="print"/>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p:nvPr userDrawn="1"/>
        </p:nvGrpSpPr>
        <p:grpSpPr bwMode="auto">
          <a:xfrm>
            <a:off x="3623735" y="304810"/>
            <a:ext cx="9076267" cy="3424237"/>
            <a:chOff x="664" y="1951"/>
            <a:chExt cx="4308" cy="2120"/>
          </a:xfrm>
        </p:grpSpPr>
        <p:sp>
          <p:nvSpPr>
            <p:cNvPr id="7" name="Freeform 19"/>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 name="Freeform 20"/>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 name="Freeform 21"/>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 name="Freeform 22"/>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 name="Freeform 23"/>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2" name="Freeform 24"/>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3" name="Freeform 25"/>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4" name="Freeform 26"/>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5" name="Freeform 27"/>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6" name="Freeform 28"/>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7" name="Freeform 29"/>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8" name="Freeform 30"/>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9" name="Freeform 31"/>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0" name="Freeform 32"/>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1" name="Freeform 33"/>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2" name="Freeform 34"/>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3" name="Freeform 35"/>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4" name="Freeform 36"/>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5" name="Freeform 37"/>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6" name="Freeform 38"/>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7" name="Freeform 39"/>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8" name="Freeform 40"/>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9" name="Freeform 41"/>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0" name="Freeform 42"/>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1" name="Freeform 43"/>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2" name="Freeform 44"/>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3" name="Freeform 45"/>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4" name="Freeform 46"/>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5" name="Freeform 47"/>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6" name="Freeform 48"/>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7" name="Freeform 49"/>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8" name="Freeform 50"/>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9" name="Freeform 51"/>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0" name="Freeform 52"/>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1" name="Freeform 53"/>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2" name="Freeform 54"/>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3" name="Freeform 55"/>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4" name="Freeform 56"/>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5" name="Freeform 57"/>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6" name="Freeform 58"/>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7" name="Freeform 59"/>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8" name="Freeform 60"/>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9" name="Freeform 61"/>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0" name="Freeform 62"/>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1" name="Freeform 63"/>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2" name="Freeform 64"/>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3" name="Freeform 65"/>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4" name="Freeform 66"/>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5" name="Freeform 67"/>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6" name="Freeform 68"/>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7" name="Freeform 69"/>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8" name="Freeform 70"/>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9" name="Freeform 71"/>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0" name="Freeform 72"/>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1" name="Freeform 73"/>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2" name="Freeform 74"/>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3" name="Freeform 75"/>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4" name="Freeform 76"/>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5" name="Freeform 77"/>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6" name="Freeform 78"/>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7" name="Freeform 79"/>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8" name="Freeform 80"/>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9" name="Freeform 81"/>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0" name="Freeform 82"/>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1" name="Freeform 83"/>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2" name="Freeform 84"/>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3" name="Freeform 85"/>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4" name="Freeform 86"/>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5" name="Freeform 87"/>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6" name="Freeform 88"/>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7" name="Freeform 89"/>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8" name="Freeform 90"/>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9" name="Freeform 91"/>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0" name="Freeform 92"/>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1" name="Freeform 93"/>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2" name="Freeform 94"/>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3" name="Freeform 95"/>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4" name="Freeform 96"/>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5" name="Freeform 97"/>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6" name="Freeform 98"/>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7" name="Freeform 99"/>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8" name="Freeform 100"/>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9" name="Freeform 101"/>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0" name="Freeform 102"/>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1" name="Freeform 103"/>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2" name="Freeform 104"/>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3" name="Freeform 105"/>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4" name="Freeform 106"/>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5" name="Freeform 107"/>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6" name="Freeform 108"/>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7" name="Freeform 109"/>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8" name="Freeform 110"/>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9" name="Freeform 111"/>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0" name="Freeform 112"/>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1" name="Freeform 113"/>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2" name="Freeform 114"/>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3" name="Freeform 115"/>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4" name="Freeform 116"/>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5" name="Freeform 117"/>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6" name="Freeform 118"/>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7" name="Freeform 119"/>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8" name="Freeform 120"/>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9" name="Freeform 121"/>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0" name="Freeform 122"/>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1" name="Freeform 123"/>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2" name="Freeform 124"/>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3" name="Freeform 125"/>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4" name="Freeform 126"/>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grpSp>
      <p:sp>
        <p:nvSpPr>
          <p:cNvPr id="115" name="Rectangle 17"/>
          <p:cNvSpPr>
            <a:spLocks noChangeArrowheads="1"/>
          </p:cNvSpPr>
          <p:nvPr userDrawn="1"/>
        </p:nvSpPr>
        <p:spPr bwMode="gray">
          <a:xfrm>
            <a:off x="1"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4" tIns="60952" rIns="121904" bIns="60952" anchor="ctr"/>
          <a:lstStyle/>
          <a:p>
            <a:pPr>
              <a:defRPr/>
            </a:pPr>
            <a:endParaRPr lang="zh-CN" altLang="en-US" sz="2530">
              <a:solidFill>
                <a:srgbClr val="093575"/>
              </a:solidFill>
              <a:latin typeface="Arial" panose="020B0604020202020204" pitchFamily="34" charset="0"/>
              <a:ea typeface="宋体" panose="02010600030101010101" pitchFamily="2" charset="-122"/>
            </a:endParaRPr>
          </a:p>
        </p:txBody>
      </p:sp>
      <p:sp>
        <p:nvSpPr>
          <p:cNvPr id="116" name="Rectangle 127"/>
          <p:cNvSpPr>
            <a:spLocks noChangeArrowheads="1"/>
          </p:cNvSpPr>
          <p:nvPr userDrawn="1"/>
        </p:nvSpPr>
        <p:spPr bwMode="invGray">
          <a:xfrm>
            <a:off x="0" y="2470793"/>
            <a:ext cx="12192000" cy="19122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0" algn="ctr">
            <a:noFill/>
            <a:miter lim="800000"/>
          </a:ln>
          <a:effectLst/>
        </p:spPr>
        <p:txBody>
          <a:bodyPr wrap="none" lIns="121904" tIns="60952" rIns="121904" bIns="60952" anchor="ctr"/>
          <a:lstStyle/>
          <a:p>
            <a:pPr>
              <a:spcBef>
                <a:spcPct val="20000"/>
              </a:spcBef>
              <a:buClr>
                <a:srgbClr val="0066CC"/>
              </a:buClr>
              <a:buFont typeface="Wingdings" panose="05000000000000000000" pitchFamily="2" charset="2"/>
              <a:buChar char="v"/>
              <a:defRPr/>
            </a:pPr>
            <a:endParaRPr lang="zh-CN" altLang="en-US" sz="1865" b="1">
              <a:solidFill>
                <a:srgbClr val="093575"/>
              </a:solidFill>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anose="020B0604020202020204" pitchFamily="34" charset="0"/>
                <a:ea typeface="宋体" panose="02010600030101010101" pitchFamily="2" charset="-122"/>
              </a:defRPr>
            </a:lvl1pPr>
            <a:lvl2pPr marL="742950" indent="-285750" eaLnBrk="0" hangingPunct="0">
              <a:defRPr sz="2200">
                <a:solidFill>
                  <a:schemeClr val="tx1"/>
                </a:solidFill>
                <a:latin typeface="Arial" panose="020B0604020202020204" pitchFamily="34" charset="0"/>
                <a:ea typeface="宋体" panose="02010600030101010101" pitchFamily="2" charset="-122"/>
              </a:defRPr>
            </a:lvl2pPr>
            <a:lvl3pPr marL="1143000" indent="-228600" eaLnBrk="0" hangingPunct="0">
              <a:defRPr sz="2200">
                <a:solidFill>
                  <a:schemeClr val="tx1"/>
                </a:solidFill>
                <a:latin typeface="Arial" panose="020B0604020202020204" pitchFamily="34" charset="0"/>
                <a:ea typeface="宋体" panose="02010600030101010101" pitchFamily="2" charset="-122"/>
              </a:defRPr>
            </a:lvl3pPr>
            <a:lvl4pPr marL="1600200" indent="-228600" eaLnBrk="0" hangingPunct="0">
              <a:defRPr sz="2200">
                <a:solidFill>
                  <a:schemeClr val="tx1"/>
                </a:solidFill>
                <a:latin typeface="Arial" panose="020B0604020202020204" pitchFamily="34" charset="0"/>
                <a:ea typeface="宋体" panose="02010600030101010101" pitchFamily="2" charset="-122"/>
              </a:defRPr>
            </a:lvl4pPr>
            <a:lvl5pPr marL="2057400" indent="-228600" eaLnBrk="0" hangingPunct="0">
              <a:defRPr sz="2200">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930">
              <a:solidFill>
                <a:prstClr val="black"/>
              </a:solidFill>
            </a:endParaRPr>
          </a:p>
        </p:txBody>
      </p:sp>
      <p:graphicFrame>
        <p:nvGraphicFramePr>
          <p:cNvPr id="118" name="Object 15"/>
          <p:cNvGraphicFramePr>
            <a:graphicFrameLocks noChangeAspect="1"/>
          </p:cNvGraphicFramePr>
          <p:nvPr userDrawn="1"/>
        </p:nvGraphicFramePr>
        <p:xfrm>
          <a:off x="2370668" y="1646193"/>
          <a:ext cx="3115733" cy="774700"/>
        </p:xfrm>
        <a:graphic>
          <a:graphicData uri="http://schemas.openxmlformats.org/presentationml/2006/ole">
            <mc:AlternateContent xmlns:mc="http://schemas.openxmlformats.org/markup-compatibility/2006">
              <mc:Choice xmlns:v="urn:schemas-microsoft-com:vml" Requires="v">
                <p:oleObj spid="_x0000_s0" name="Photo Editor 照片" r:id="rId3" imgW="4324350" imgH="1343025" progId="">
                  <p:embed/>
                </p:oleObj>
              </mc:Choice>
              <mc:Fallback>
                <p:oleObj name="Photo Editor 照片" r:id="rId3" imgW="4324350" imgH="1343025" progId="">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68" y="1646193"/>
                        <a:ext cx="311573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8" name="Rectangle 2"/>
          <p:cNvSpPr>
            <a:spLocks noGrp="1" noChangeArrowheads="1"/>
          </p:cNvSpPr>
          <p:nvPr>
            <p:ph type="ctrTitle"/>
          </p:nvPr>
        </p:nvSpPr>
        <p:spPr>
          <a:xfrm>
            <a:off x="0" y="2568590"/>
            <a:ext cx="12192000" cy="1317625"/>
          </a:xfrm>
          <a:prstGeom prst="rect">
            <a:avLst/>
          </a:prstGeom>
        </p:spPr>
        <p:txBody>
          <a:bodyPr/>
          <a:lstStyle>
            <a:lvl1pPr algn="r">
              <a:defRPr sz="6400" b="1">
                <a:solidFill>
                  <a:schemeClr val="bg1"/>
                </a:solidFill>
              </a:defRPr>
            </a:lvl1pPr>
          </a:lstStyle>
          <a:p>
            <a:pPr lvl="0"/>
            <a:r>
              <a:rPr lang="zh-CN" altLang="en-US" noProof="0"/>
              <a:t>单击此处编辑母版标题样式</a:t>
            </a:r>
            <a:endParaRPr lang="zh-CN" altLang="en-US" noProof="0"/>
          </a:p>
        </p:txBody>
      </p:sp>
    </p:spTree>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4" tIns="60952" rIns="121904" bIns="60952" anchor="ctr"/>
          <a:lstStyle/>
          <a:p>
            <a:pPr>
              <a:defRPr/>
            </a:pPr>
            <a:endParaRPr lang="zh-CN" altLang="en-US" sz="2530">
              <a:solidFill>
                <a:srgbClr val="093575"/>
              </a:solidFill>
              <a:latin typeface="Arial" panose="020B0604020202020204" pitchFamily="34" charset="0"/>
              <a:ea typeface="宋体" panose="02010600030101010101" pitchFamily="2" charset="-122"/>
            </a:endParaRPr>
          </a:p>
        </p:txBody>
      </p:sp>
      <p:pic>
        <p:nvPicPr>
          <p:cNvPr id="5" name="Picture 118" descr="building剪裁"/>
          <p:cNvPicPr>
            <a:picLocks noChangeAspect="1" noChangeArrowheads="1"/>
          </p:cNvPicPr>
          <p:nvPr userDrawn="1"/>
        </p:nvPicPr>
        <p:blipFill>
          <a:blip r:embed="rId2" cstate="print"/>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p:nvPr userDrawn="1"/>
        </p:nvGrpSpPr>
        <p:grpSpPr bwMode="auto">
          <a:xfrm>
            <a:off x="3623735" y="304810"/>
            <a:ext cx="9076267" cy="3424237"/>
            <a:chOff x="664" y="1951"/>
            <a:chExt cx="4308" cy="2120"/>
          </a:xfrm>
        </p:grpSpPr>
        <p:sp>
          <p:nvSpPr>
            <p:cNvPr id="7" name="Freeform 19"/>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 name="Freeform 20"/>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 name="Freeform 21"/>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 name="Freeform 22"/>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 name="Freeform 23"/>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2" name="Freeform 24"/>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3" name="Freeform 25"/>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4" name="Freeform 26"/>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5" name="Freeform 27"/>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6" name="Freeform 28"/>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7" name="Freeform 29"/>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8" name="Freeform 30"/>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9" name="Freeform 31"/>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0" name="Freeform 32"/>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1" name="Freeform 33"/>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2" name="Freeform 34"/>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3" name="Freeform 35"/>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4" name="Freeform 36"/>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5" name="Freeform 37"/>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6" name="Freeform 38"/>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7" name="Freeform 39"/>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8" name="Freeform 40"/>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9" name="Freeform 41"/>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0" name="Freeform 42"/>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1" name="Freeform 43"/>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2" name="Freeform 44"/>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3" name="Freeform 45"/>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4" name="Freeform 46"/>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5" name="Freeform 47"/>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6" name="Freeform 48"/>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7" name="Freeform 49"/>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8" name="Freeform 50"/>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9" name="Freeform 51"/>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0" name="Freeform 52"/>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1" name="Freeform 53"/>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2" name="Freeform 54"/>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3" name="Freeform 55"/>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4" name="Freeform 56"/>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5" name="Freeform 57"/>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6" name="Freeform 58"/>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7" name="Freeform 59"/>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8" name="Freeform 60"/>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9" name="Freeform 61"/>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0" name="Freeform 62"/>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1" name="Freeform 63"/>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2" name="Freeform 64"/>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3" name="Freeform 65"/>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4" name="Freeform 66"/>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5" name="Freeform 67"/>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6" name="Freeform 68"/>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7" name="Freeform 69"/>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8" name="Freeform 70"/>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9" name="Freeform 71"/>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0" name="Freeform 72"/>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1" name="Freeform 73"/>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2" name="Freeform 74"/>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3" name="Freeform 75"/>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4" name="Freeform 76"/>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5" name="Freeform 77"/>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6" name="Freeform 78"/>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7" name="Freeform 79"/>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8" name="Freeform 80"/>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9" name="Freeform 81"/>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0" name="Freeform 82"/>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1" name="Freeform 83"/>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2" name="Freeform 84"/>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3" name="Freeform 85"/>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4" name="Freeform 86"/>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5" name="Freeform 87"/>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6" name="Freeform 88"/>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7" name="Freeform 89"/>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8" name="Freeform 90"/>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9" name="Freeform 91"/>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0" name="Freeform 92"/>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1" name="Freeform 93"/>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2" name="Freeform 94"/>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3" name="Freeform 95"/>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4" name="Freeform 96"/>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5" name="Freeform 97"/>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6" name="Freeform 98"/>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7" name="Freeform 99"/>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8" name="Freeform 100"/>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9" name="Freeform 101"/>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0" name="Freeform 102"/>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1" name="Freeform 103"/>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2" name="Freeform 104"/>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3" name="Freeform 105"/>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4" name="Freeform 106"/>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5" name="Freeform 107"/>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6" name="Freeform 108"/>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7" name="Freeform 109"/>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8" name="Freeform 110"/>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9" name="Freeform 111"/>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0" name="Freeform 112"/>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1" name="Freeform 113"/>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2" name="Freeform 114"/>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3" name="Freeform 115"/>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4" name="Freeform 116"/>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5" name="Freeform 117"/>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6" name="Freeform 118"/>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7" name="Freeform 119"/>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8" name="Freeform 120"/>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9" name="Freeform 121"/>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0" name="Freeform 122"/>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1" name="Freeform 123"/>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2" name="Freeform 124"/>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3" name="Freeform 125"/>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4" name="Freeform 126"/>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grpSp>
      <p:sp>
        <p:nvSpPr>
          <p:cNvPr id="115" name="Rectangle 17"/>
          <p:cNvSpPr>
            <a:spLocks noChangeArrowheads="1"/>
          </p:cNvSpPr>
          <p:nvPr userDrawn="1"/>
        </p:nvSpPr>
        <p:spPr bwMode="gray">
          <a:xfrm>
            <a:off x="1"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4" tIns="60952" rIns="121904" bIns="60952" anchor="ctr"/>
          <a:lstStyle/>
          <a:p>
            <a:pPr>
              <a:defRPr/>
            </a:pPr>
            <a:endParaRPr lang="zh-CN" altLang="en-US" sz="2530">
              <a:solidFill>
                <a:srgbClr val="093575"/>
              </a:solidFill>
              <a:latin typeface="Arial" panose="020B0604020202020204" pitchFamily="34" charset="0"/>
              <a:ea typeface="宋体" panose="02010600030101010101" pitchFamily="2" charset="-122"/>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anose="020B0604020202020204" pitchFamily="34" charset="0"/>
                <a:ea typeface="宋体" panose="02010600030101010101" pitchFamily="2" charset="-122"/>
              </a:defRPr>
            </a:lvl1pPr>
            <a:lvl2pPr marL="742950" indent="-285750" eaLnBrk="0" hangingPunct="0">
              <a:defRPr sz="2200">
                <a:solidFill>
                  <a:schemeClr val="tx1"/>
                </a:solidFill>
                <a:latin typeface="Arial" panose="020B0604020202020204" pitchFamily="34" charset="0"/>
                <a:ea typeface="宋体" panose="02010600030101010101" pitchFamily="2" charset="-122"/>
              </a:defRPr>
            </a:lvl2pPr>
            <a:lvl3pPr marL="1143000" indent="-228600" eaLnBrk="0" hangingPunct="0">
              <a:defRPr sz="2200">
                <a:solidFill>
                  <a:schemeClr val="tx1"/>
                </a:solidFill>
                <a:latin typeface="Arial" panose="020B0604020202020204" pitchFamily="34" charset="0"/>
                <a:ea typeface="宋体" panose="02010600030101010101" pitchFamily="2" charset="-122"/>
              </a:defRPr>
            </a:lvl3pPr>
            <a:lvl4pPr marL="1600200" indent="-228600" eaLnBrk="0" hangingPunct="0">
              <a:defRPr sz="2200">
                <a:solidFill>
                  <a:schemeClr val="tx1"/>
                </a:solidFill>
                <a:latin typeface="Arial" panose="020B0604020202020204" pitchFamily="34" charset="0"/>
                <a:ea typeface="宋体" panose="02010600030101010101" pitchFamily="2" charset="-122"/>
              </a:defRPr>
            </a:lvl4pPr>
            <a:lvl5pPr marL="2057400" indent="-228600" eaLnBrk="0" hangingPunct="0">
              <a:defRPr sz="2200">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930">
              <a:solidFill>
                <a:prstClr val="black"/>
              </a:solidFill>
            </a:endParaRPr>
          </a:p>
        </p:txBody>
      </p:sp>
      <p:graphicFrame>
        <p:nvGraphicFramePr>
          <p:cNvPr id="2" name="对象 1"/>
          <p:cNvGraphicFramePr>
            <a:graphicFrameLocks noChangeAspect="1"/>
          </p:cNvGraphicFramePr>
          <p:nvPr userDrawn="1"/>
        </p:nvGraphicFramePr>
        <p:xfrm>
          <a:off x="8974469" y="103199"/>
          <a:ext cx="3116668" cy="774700"/>
        </p:xfrm>
        <a:graphic>
          <a:graphicData uri="http://schemas.openxmlformats.org/presentationml/2006/ole">
            <mc:AlternateContent xmlns:mc="http://schemas.openxmlformats.org/markup-compatibility/2006">
              <mc:Choice xmlns:v="urn:schemas-microsoft-com:vml" Requires="v">
                <p:oleObj spid="_x0000_s0" name="Photo Editor 照片" r:id="rId3" imgW="4324350" imgH="1343025" progId="">
                  <p:embed/>
                </p:oleObj>
              </mc:Choice>
              <mc:Fallback>
                <p:oleObj name="Photo Editor 照片" r:id="rId3" imgW="4324350" imgH="1343025" progId="">
                  <p:embed/>
                  <p:pic>
                    <p:nvPicPr>
                      <p:cNvPr id="0"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69" y="103199"/>
                        <a:ext cx="311666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dirty="0"/>
          </a:p>
        </p:txBody>
      </p:sp>
    </p:spTree>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5"/>
          <p:cNvSpPr txBox="1"/>
          <p:nvPr userDrawn="1"/>
        </p:nvSpPr>
        <p:spPr>
          <a:xfrm>
            <a:off x="9168341" y="6381338"/>
            <a:ext cx="2844800" cy="365125"/>
          </a:xfrm>
          <a:prstGeom prst="rect">
            <a:avLst/>
          </a:prstGeom>
        </p:spPr>
        <p:txBody>
          <a:bodyPr vert="horz" lIns="121912" tIns="60956" rIns="121912" bIns="60956" rtlCol="0" anchor="ctr"/>
          <a:lstStyle>
            <a:defPPr>
              <a:defRPr lang="zh-CN"/>
            </a:defPPr>
            <a:lvl1pPr algn="r" rtl="0" fontAlgn="auto">
              <a:spcBef>
                <a:spcPts val="0"/>
              </a:spcBef>
              <a:spcAft>
                <a:spcPts val="0"/>
              </a:spcAft>
              <a:defRPr sz="1400" kern="1200">
                <a:solidFill>
                  <a:schemeClr val="tx1"/>
                </a:solidFill>
                <a:latin typeface="Times New Roman" panose="02020603050405020304" pitchFamily="18" charset="0"/>
                <a:ea typeface="华文隶书" panose="02010800040101010101" pitchFamily="2" charset="-122"/>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sz="1865" dirty="0">
              <a:solidFill>
                <a:prstClr val="black"/>
              </a:solidFill>
            </a:endParaRPr>
          </a:p>
        </p:txBody>
      </p:sp>
    </p:spTree>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p:cNvSpPr/>
          <p:nvPr userDrawn="1"/>
        </p:nvSpPr>
        <p:spPr bwMode="auto">
          <a:xfrm>
            <a:off x="565687" y="202986"/>
            <a:ext cx="10036507" cy="422453"/>
          </a:xfrm>
          <a:prstGeom prst="rect">
            <a:avLst/>
          </a:prstGeom>
          <a:ln w="9525" cap="flat" cmpd="sng" algn="ctr">
            <a:solidFill>
              <a:schemeClr val="tx1"/>
            </a:solidFill>
            <a:prstDash val="solid"/>
            <a:round/>
            <a:headEnd type="none" w="med" len="med"/>
            <a:tailEnd type="none" w="med" len="med"/>
          </a:ln>
          <a:effectLst/>
        </p:spPr>
        <p:txBody>
          <a:bodyPr vert="horz" wrap="square" lIns="91428" tIns="45715" rIns="91428" bIns="45715"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2" y="87767"/>
            <a:ext cx="833913" cy="625435"/>
          </a:xfrm>
          <a:prstGeom prst="rect">
            <a:avLst/>
          </a:prstGeom>
        </p:spPr>
      </p:pic>
    </p:spTree>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2734931"/>
          </a:xfrm>
          <a:prstGeom prst="rect">
            <a:avLst/>
          </a:prstGeom>
          <a:effectLst>
            <a:outerShdw blurRad="38100" dist="25400" dir="5400000" algn="t" rotWithShape="0">
              <a:prstClr val="black">
                <a:alpha val="58000"/>
              </a:prstClr>
            </a:outerShdw>
          </a:effectLst>
        </p:spPr>
      </p:pic>
    </p:spTree>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8" y="3807213"/>
            <a:ext cx="1048861"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5" y="4430622"/>
            <a:ext cx="1627343" cy="1200296"/>
          </a:xfrm>
          <a:prstGeom prst="rect">
            <a:avLst/>
          </a:prstGeom>
          <a:effectLst>
            <a:innerShdw blurRad="63500" dist="50800" dir="13500000">
              <a:prstClr val="black">
                <a:alpha val="50000"/>
              </a:prstClr>
            </a:innerShdw>
          </a:effectLst>
        </p:spPr>
        <p:txBody>
          <a:bodyPr wrap="square" lIns="91407" tIns="45704" rIns="91407"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8" y="4776428"/>
            <a:ext cx="1048861"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7" y="5832601"/>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8" y="5745645"/>
            <a:ext cx="1048861"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8" y="3807213"/>
            <a:ext cx="1048861"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5" y="4430622"/>
            <a:ext cx="1627343" cy="1200296"/>
          </a:xfrm>
          <a:prstGeom prst="rect">
            <a:avLst/>
          </a:prstGeom>
          <a:effectLst>
            <a:innerShdw blurRad="63500" dist="50800" dir="13500000">
              <a:prstClr val="black">
                <a:alpha val="50000"/>
              </a:prstClr>
            </a:innerShdw>
          </a:effectLst>
        </p:spPr>
        <p:txBody>
          <a:bodyPr wrap="square" lIns="91407" tIns="45704" rIns="91407"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8" y="4776428"/>
            <a:ext cx="1048861"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7" y="5832601"/>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8" y="5745645"/>
            <a:ext cx="1048861"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2" name="Rectangle 1"/>
          <p:cNvSpPr/>
          <p:nvPr userDrawn="1"/>
        </p:nvSpPr>
        <p:spPr bwMode="auto">
          <a:xfrm>
            <a:off x="514479" y="1316729"/>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28" tIns="45715" rIns="91428" bIns="45715"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66" y="124416"/>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8" y="124416"/>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1"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1"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2003" y="124411"/>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fld>
            <a:endParaRPr lang="en-US"/>
          </a:p>
        </p:txBody>
      </p:sp>
    </p:spTree>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3" y="3807209"/>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3" y="4776427"/>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3" y="5745641"/>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3" y="3807209"/>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3" y="4776427"/>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3" y="5745641"/>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3" y="3807209"/>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3" y="4776427"/>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3" y="5745641"/>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（一）个人简历</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8894540"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59" y="124411"/>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0" y="124411"/>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596" y="124411"/>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596" y="124411"/>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1"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1"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1999" y="124411"/>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0"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51.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7.jpeg"/><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8" Type="http://schemas.openxmlformats.org/officeDocument/2006/relationships/theme" Target="../theme/theme2.xml"/><Relationship Id="rId27" Type="http://schemas.openxmlformats.org/officeDocument/2006/relationships/image" Target="../media/image12.GIF"/><Relationship Id="rId26" Type="http://schemas.openxmlformats.org/officeDocument/2006/relationships/image" Target="../media/image11.jpeg"/><Relationship Id="rId25" Type="http://schemas.openxmlformats.org/officeDocument/2006/relationships/slideLayout" Target="../slideLayouts/slideLayout33.xml"/><Relationship Id="rId24" Type="http://schemas.openxmlformats.org/officeDocument/2006/relationships/slideLayout" Target="../slideLayouts/slideLayout32.xml"/><Relationship Id="rId23" Type="http://schemas.openxmlformats.org/officeDocument/2006/relationships/slideLayout" Target="../slideLayouts/slideLayout31.xml"/><Relationship Id="rId22" Type="http://schemas.openxmlformats.org/officeDocument/2006/relationships/slideLayout" Target="../slideLayouts/slideLayout30.xml"/><Relationship Id="rId21" Type="http://schemas.openxmlformats.org/officeDocument/2006/relationships/slideLayout" Target="../slideLayouts/slideLayout29.xml"/><Relationship Id="rId20" Type="http://schemas.openxmlformats.org/officeDocument/2006/relationships/slideLayout" Target="../slideLayouts/slideLayout28.xml"/><Relationship Id="rId2" Type="http://schemas.openxmlformats.org/officeDocument/2006/relationships/slideLayout" Target="../slideLayouts/slideLayout10.xml"/><Relationship Id="rId19" Type="http://schemas.openxmlformats.org/officeDocument/2006/relationships/slideLayout" Target="../slideLayouts/slideLayout27.xml"/><Relationship Id="rId18" Type="http://schemas.openxmlformats.org/officeDocument/2006/relationships/slideLayout" Target="../slideLayouts/slideLayout26.xml"/><Relationship Id="rId17" Type="http://schemas.openxmlformats.org/officeDocument/2006/relationships/slideLayout" Target="../slideLayouts/slideLayout25.xml"/><Relationship Id="rId16" Type="http://schemas.openxmlformats.org/officeDocument/2006/relationships/slideLayout" Target="../slideLayouts/slideLayout24.xml"/><Relationship Id="rId15" Type="http://schemas.openxmlformats.org/officeDocument/2006/relationships/slideLayout" Target="../slideLayouts/slideLayout23.xml"/><Relationship Id="rId14" Type="http://schemas.openxmlformats.org/officeDocument/2006/relationships/slideLayout" Target="../slideLayouts/slideLayout22.xml"/><Relationship Id="rId13" Type="http://schemas.openxmlformats.org/officeDocument/2006/relationships/slideLayout" Target="../slideLayouts/slideLayout21.xml"/><Relationship Id="rId12" Type="http://schemas.openxmlformats.org/officeDocument/2006/relationships/slideLayout" Target="../slideLayouts/slideLayout20.xml"/><Relationship Id="rId11" Type="http://schemas.openxmlformats.org/officeDocument/2006/relationships/slideLayout" Target="../slideLayouts/slideLayout19.xml"/><Relationship Id="rId10" Type="http://schemas.openxmlformats.org/officeDocument/2006/relationships/slideLayout" Target="../slideLayouts/slideLayout18.xml"/><Relationship Id="rId1"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9" Type="http://schemas.openxmlformats.org/officeDocument/2006/relationships/theme" Target="../theme/theme3.xml"/><Relationship Id="rId28" Type="http://schemas.openxmlformats.org/officeDocument/2006/relationships/image" Target="../media/image13.GIF"/><Relationship Id="rId27" Type="http://schemas.openxmlformats.org/officeDocument/2006/relationships/image" Target="../media/image11.jpeg"/><Relationship Id="rId26" Type="http://schemas.openxmlformats.org/officeDocument/2006/relationships/slideLayout" Target="../slideLayouts/slideLayout59.xml"/><Relationship Id="rId25" Type="http://schemas.openxmlformats.org/officeDocument/2006/relationships/slideLayout" Target="../slideLayouts/slideLayout58.xml"/><Relationship Id="rId24" Type="http://schemas.openxmlformats.org/officeDocument/2006/relationships/slideLayout" Target="../slideLayouts/slideLayout57.xml"/><Relationship Id="rId23" Type="http://schemas.openxmlformats.org/officeDocument/2006/relationships/slideLayout" Target="../slideLayouts/slideLayout56.xml"/><Relationship Id="rId22" Type="http://schemas.openxmlformats.org/officeDocument/2006/relationships/slideLayout" Target="../slideLayouts/slideLayout55.xml"/><Relationship Id="rId21" Type="http://schemas.openxmlformats.org/officeDocument/2006/relationships/slideLayout" Target="../slideLayouts/slideLayout54.xml"/><Relationship Id="rId20" Type="http://schemas.openxmlformats.org/officeDocument/2006/relationships/slideLayout" Target="../slideLayouts/slideLayout53.xml"/><Relationship Id="rId2" Type="http://schemas.openxmlformats.org/officeDocument/2006/relationships/slideLayout" Target="../slideLayouts/slideLayout35.xml"/><Relationship Id="rId19" Type="http://schemas.openxmlformats.org/officeDocument/2006/relationships/slideLayout" Target="../slideLayouts/slideLayout52.xml"/><Relationship Id="rId18" Type="http://schemas.openxmlformats.org/officeDocument/2006/relationships/slideLayout" Target="../slideLayouts/slideLayout51.xml"/><Relationship Id="rId17" Type="http://schemas.openxmlformats.org/officeDocument/2006/relationships/slideLayout" Target="../slideLayouts/slideLayout50.xml"/><Relationship Id="rId16" Type="http://schemas.openxmlformats.org/officeDocument/2006/relationships/slideLayout" Target="../slideLayouts/slideLayout49.xml"/><Relationship Id="rId15" Type="http://schemas.openxmlformats.org/officeDocument/2006/relationships/slideLayout" Target="../slideLayouts/slideLayout48.xml"/><Relationship Id="rId14" Type="http://schemas.openxmlformats.org/officeDocument/2006/relationships/slideLayout" Target="../slideLayouts/slideLayout47.xml"/><Relationship Id="rId13" Type="http://schemas.openxmlformats.org/officeDocument/2006/relationships/slideLayout" Target="../slideLayouts/slideLayout46.xml"/><Relationship Id="rId12" Type="http://schemas.openxmlformats.org/officeDocument/2006/relationships/slideLayout" Target="../slideLayouts/slideLayout45.xml"/><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68.xml"/><Relationship Id="rId8" Type="http://schemas.openxmlformats.org/officeDocument/2006/relationships/slideLayout" Target="../slideLayouts/slideLayout67.xml"/><Relationship Id="rId7" Type="http://schemas.openxmlformats.org/officeDocument/2006/relationships/slideLayout" Target="../slideLayouts/slideLayout66.xml"/><Relationship Id="rId6" Type="http://schemas.openxmlformats.org/officeDocument/2006/relationships/slideLayout" Target="../slideLayouts/slideLayout65.xml"/><Relationship Id="rId5" Type="http://schemas.openxmlformats.org/officeDocument/2006/relationships/slideLayout" Target="../slideLayouts/slideLayout64.xml"/><Relationship Id="rId4" Type="http://schemas.openxmlformats.org/officeDocument/2006/relationships/slideLayout" Target="../slideLayouts/slideLayout63.xml"/><Relationship Id="rId3" Type="http://schemas.openxmlformats.org/officeDocument/2006/relationships/slideLayout" Target="../slideLayouts/slideLayout62.xml"/><Relationship Id="rId28" Type="http://schemas.openxmlformats.org/officeDocument/2006/relationships/theme" Target="../theme/theme4.xml"/><Relationship Id="rId27" Type="http://schemas.openxmlformats.org/officeDocument/2006/relationships/image" Target="../media/image14.png"/><Relationship Id="rId26" Type="http://schemas.openxmlformats.org/officeDocument/2006/relationships/image" Target="../media/image11.jpeg"/><Relationship Id="rId25" Type="http://schemas.openxmlformats.org/officeDocument/2006/relationships/slideLayout" Target="../slideLayouts/slideLayout84.xml"/><Relationship Id="rId24" Type="http://schemas.openxmlformats.org/officeDocument/2006/relationships/slideLayout" Target="../slideLayouts/slideLayout83.xml"/><Relationship Id="rId23" Type="http://schemas.openxmlformats.org/officeDocument/2006/relationships/slideLayout" Target="../slideLayouts/slideLayout82.xml"/><Relationship Id="rId22" Type="http://schemas.openxmlformats.org/officeDocument/2006/relationships/slideLayout" Target="../slideLayouts/slideLayout81.xml"/><Relationship Id="rId21" Type="http://schemas.openxmlformats.org/officeDocument/2006/relationships/slideLayout" Target="../slideLayouts/slideLayout80.xml"/><Relationship Id="rId20" Type="http://schemas.openxmlformats.org/officeDocument/2006/relationships/slideLayout" Target="../slideLayouts/slideLayout79.xml"/><Relationship Id="rId2" Type="http://schemas.openxmlformats.org/officeDocument/2006/relationships/slideLayout" Target="../slideLayouts/slideLayout61.xml"/><Relationship Id="rId19" Type="http://schemas.openxmlformats.org/officeDocument/2006/relationships/slideLayout" Target="../slideLayouts/slideLayout78.xml"/><Relationship Id="rId18" Type="http://schemas.openxmlformats.org/officeDocument/2006/relationships/slideLayout" Target="../slideLayouts/slideLayout77.xml"/><Relationship Id="rId17" Type="http://schemas.openxmlformats.org/officeDocument/2006/relationships/slideLayout" Target="../slideLayouts/slideLayout76.xml"/><Relationship Id="rId16" Type="http://schemas.openxmlformats.org/officeDocument/2006/relationships/slideLayout" Target="../slideLayouts/slideLayout75.xml"/><Relationship Id="rId15" Type="http://schemas.openxmlformats.org/officeDocument/2006/relationships/slideLayout" Target="../slideLayouts/slideLayout74.xml"/><Relationship Id="rId14" Type="http://schemas.openxmlformats.org/officeDocument/2006/relationships/slideLayout" Target="../slideLayouts/slideLayout73.xml"/><Relationship Id="rId13" Type="http://schemas.openxmlformats.org/officeDocument/2006/relationships/slideLayout" Target="../slideLayouts/slideLayout72.xml"/><Relationship Id="rId12" Type="http://schemas.openxmlformats.org/officeDocument/2006/relationships/slideLayout" Target="../slideLayouts/slideLayout71.xml"/><Relationship Id="rId11" Type="http://schemas.openxmlformats.org/officeDocument/2006/relationships/slideLayout" Target="../slideLayouts/slideLayout70.xml"/><Relationship Id="rId10" Type="http://schemas.openxmlformats.org/officeDocument/2006/relationships/slideLayout" Target="../slideLayouts/slideLayout69.xml"/><Relationship Id="rId1" Type="http://schemas.openxmlformats.org/officeDocument/2006/relationships/slideLayout" Target="../slideLayouts/slideLayout60.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93.xml"/><Relationship Id="rId8" Type="http://schemas.openxmlformats.org/officeDocument/2006/relationships/slideLayout" Target="../slideLayouts/slideLayout92.xml"/><Relationship Id="rId7" Type="http://schemas.openxmlformats.org/officeDocument/2006/relationships/slideLayout" Target="../slideLayouts/slideLayout91.xml"/><Relationship Id="rId6" Type="http://schemas.openxmlformats.org/officeDocument/2006/relationships/slideLayout" Target="../slideLayouts/slideLayout90.xml"/><Relationship Id="rId5" Type="http://schemas.openxmlformats.org/officeDocument/2006/relationships/slideLayout" Target="../slideLayouts/slideLayout89.xml"/><Relationship Id="rId4" Type="http://schemas.openxmlformats.org/officeDocument/2006/relationships/slideLayout" Target="../slideLayouts/slideLayout88.xml"/><Relationship Id="rId3" Type="http://schemas.openxmlformats.org/officeDocument/2006/relationships/slideLayout" Target="../slideLayouts/slideLayout87.xml"/><Relationship Id="rId28" Type="http://schemas.openxmlformats.org/officeDocument/2006/relationships/theme" Target="../theme/theme5.xml"/><Relationship Id="rId27" Type="http://schemas.openxmlformats.org/officeDocument/2006/relationships/image" Target="../media/image14.png"/><Relationship Id="rId26" Type="http://schemas.openxmlformats.org/officeDocument/2006/relationships/image" Target="../media/image11.jpeg"/><Relationship Id="rId25" Type="http://schemas.openxmlformats.org/officeDocument/2006/relationships/slideLayout" Target="../slideLayouts/slideLayout109.xml"/><Relationship Id="rId24" Type="http://schemas.openxmlformats.org/officeDocument/2006/relationships/slideLayout" Target="../slideLayouts/slideLayout108.xml"/><Relationship Id="rId23" Type="http://schemas.openxmlformats.org/officeDocument/2006/relationships/slideLayout" Target="../slideLayouts/slideLayout107.xml"/><Relationship Id="rId22" Type="http://schemas.openxmlformats.org/officeDocument/2006/relationships/slideLayout" Target="../slideLayouts/slideLayout106.xml"/><Relationship Id="rId21" Type="http://schemas.openxmlformats.org/officeDocument/2006/relationships/slideLayout" Target="../slideLayouts/slideLayout105.xml"/><Relationship Id="rId20" Type="http://schemas.openxmlformats.org/officeDocument/2006/relationships/slideLayout" Target="../slideLayouts/slideLayout104.xml"/><Relationship Id="rId2" Type="http://schemas.openxmlformats.org/officeDocument/2006/relationships/slideLayout" Target="../slideLayouts/slideLayout86.xml"/><Relationship Id="rId19" Type="http://schemas.openxmlformats.org/officeDocument/2006/relationships/slideLayout" Target="../slideLayouts/slideLayout103.xml"/><Relationship Id="rId18" Type="http://schemas.openxmlformats.org/officeDocument/2006/relationships/slideLayout" Target="../slideLayouts/slideLayout102.xml"/><Relationship Id="rId17" Type="http://schemas.openxmlformats.org/officeDocument/2006/relationships/slideLayout" Target="../slideLayouts/slideLayout101.xml"/><Relationship Id="rId16" Type="http://schemas.openxmlformats.org/officeDocument/2006/relationships/slideLayout" Target="../slideLayouts/slideLayout100.xml"/><Relationship Id="rId15" Type="http://schemas.openxmlformats.org/officeDocument/2006/relationships/slideLayout" Target="../slideLayouts/slideLayout99.xml"/><Relationship Id="rId14" Type="http://schemas.openxmlformats.org/officeDocument/2006/relationships/slideLayout" Target="../slideLayouts/slideLayout98.xml"/><Relationship Id="rId13" Type="http://schemas.openxmlformats.org/officeDocument/2006/relationships/slideLayout" Target="../slideLayouts/slideLayout97.xml"/><Relationship Id="rId12" Type="http://schemas.openxmlformats.org/officeDocument/2006/relationships/slideLayout" Target="../slideLayouts/slideLayout96.xml"/><Relationship Id="rId11" Type="http://schemas.openxmlformats.org/officeDocument/2006/relationships/slideLayout" Target="../slideLayouts/slideLayout95.xml"/><Relationship Id="rId10" Type="http://schemas.openxmlformats.org/officeDocument/2006/relationships/slideLayout" Target="../slideLayouts/slideLayout94.xml"/><Relationship Id="rId1" Type="http://schemas.openxmlformats.org/officeDocument/2006/relationships/slideLayout" Target="../slideLayouts/slideLayout8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118.xml"/><Relationship Id="rId8" Type="http://schemas.openxmlformats.org/officeDocument/2006/relationships/slideLayout" Target="../slideLayouts/slideLayout117.xml"/><Relationship Id="rId7" Type="http://schemas.openxmlformats.org/officeDocument/2006/relationships/slideLayout" Target="../slideLayouts/slideLayout116.xml"/><Relationship Id="rId6" Type="http://schemas.openxmlformats.org/officeDocument/2006/relationships/slideLayout" Target="../slideLayouts/slideLayout115.xml"/><Relationship Id="rId5" Type="http://schemas.openxmlformats.org/officeDocument/2006/relationships/slideLayout" Target="../slideLayouts/slideLayout114.xml"/><Relationship Id="rId4" Type="http://schemas.openxmlformats.org/officeDocument/2006/relationships/slideLayout" Target="../slideLayouts/slideLayout113.xml"/><Relationship Id="rId3" Type="http://schemas.openxmlformats.org/officeDocument/2006/relationships/slideLayout" Target="../slideLayouts/slideLayout112.xml"/><Relationship Id="rId2" Type="http://schemas.openxmlformats.org/officeDocument/2006/relationships/slideLayout" Target="../slideLayouts/slideLayout111.xml"/><Relationship Id="rId17" Type="http://schemas.openxmlformats.org/officeDocument/2006/relationships/theme" Target="../theme/theme6.xml"/><Relationship Id="rId16" Type="http://schemas.openxmlformats.org/officeDocument/2006/relationships/image" Target="../media/image23.png"/><Relationship Id="rId15" Type="http://schemas.openxmlformats.org/officeDocument/2006/relationships/slideLayout" Target="../slideLayouts/slideLayout124.xml"/><Relationship Id="rId14" Type="http://schemas.openxmlformats.org/officeDocument/2006/relationships/slideLayout" Target="../slideLayouts/slideLayout123.xml"/><Relationship Id="rId13" Type="http://schemas.openxmlformats.org/officeDocument/2006/relationships/slideLayout" Target="../slideLayouts/slideLayout122.xml"/><Relationship Id="rId12" Type="http://schemas.openxmlformats.org/officeDocument/2006/relationships/slideLayout" Target="../slideLayouts/slideLayout121.xml"/><Relationship Id="rId11" Type="http://schemas.openxmlformats.org/officeDocument/2006/relationships/slideLayout" Target="../slideLayouts/slideLayout120.xml"/><Relationship Id="rId10" Type="http://schemas.openxmlformats.org/officeDocument/2006/relationships/slideLayout" Target="../slideLayouts/slideLayout119.xml"/><Relationship Id="rId1" Type="http://schemas.openxmlformats.org/officeDocument/2006/relationships/slideLayout" Target="../slideLayouts/slideLayout110.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133.xml"/><Relationship Id="rId8" Type="http://schemas.openxmlformats.org/officeDocument/2006/relationships/slideLayout" Target="../slideLayouts/slideLayout132.xml"/><Relationship Id="rId7" Type="http://schemas.openxmlformats.org/officeDocument/2006/relationships/slideLayout" Target="../slideLayouts/slideLayout131.xml"/><Relationship Id="rId6" Type="http://schemas.openxmlformats.org/officeDocument/2006/relationships/slideLayout" Target="../slideLayouts/slideLayout130.xml"/><Relationship Id="rId5" Type="http://schemas.openxmlformats.org/officeDocument/2006/relationships/slideLayout" Target="../slideLayouts/slideLayout129.xml"/><Relationship Id="rId4" Type="http://schemas.openxmlformats.org/officeDocument/2006/relationships/slideLayout" Target="../slideLayouts/slideLayout128.xml"/><Relationship Id="rId3" Type="http://schemas.openxmlformats.org/officeDocument/2006/relationships/slideLayout" Target="../slideLayouts/slideLayout127.xml"/><Relationship Id="rId22" Type="http://schemas.openxmlformats.org/officeDocument/2006/relationships/theme" Target="../theme/theme7.xml"/><Relationship Id="rId21" Type="http://schemas.openxmlformats.org/officeDocument/2006/relationships/image" Target="../media/image23.png"/><Relationship Id="rId20" Type="http://schemas.openxmlformats.org/officeDocument/2006/relationships/slideLayout" Target="../slideLayouts/slideLayout144.xml"/><Relationship Id="rId2" Type="http://schemas.openxmlformats.org/officeDocument/2006/relationships/slideLayout" Target="../slideLayouts/slideLayout126.xml"/><Relationship Id="rId19" Type="http://schemas.openxmlformats.org/officeDocument/2006/relationships/slideLayout" Target="../slideLayouts/slideLayout143.xml"/><Relationship Id="rId18" Type="http://schemas.openxmlformats.org/officeDocument/2006/relationships/slideLayout" Target="../slideLayouts/slideLayout142.xml"/><Relationship Id="rId17" Type="http://schemas.openxmlformats.org/officeDocument/2006/relationships/slideLayout" Target="../slideLayouts/slideLayout141.xml"/><Relationship Id="rId16" Type="http://schemas.openxmlformats.org/officeDocument/2006/relationships/slideLayout" Target="../slideLayouts/slideLayout140.xml"/><Relationship Id="rId15" Type="http://schemas.openxmlformats.org/officeDocument/2006/relationships/slideLayout" Target="../slideLayouts/slideLayout139.xml"/><Relationship Id="rId14" Type="http://schemas.openxmlformats.org/officeDocument/2006/relationships/slideLayout" Target="../slideLayouts/slideLayout138.xml"/><Relationship Id="rId13" Type="http://schemas.openxmlformats.org/officeDocument/2006/relationships/slideLayout" Target="../slideLayouts/slideLayout137.xml"/><Relationship Id="rId12" Type="http://schemas.openxmlformats.org/officeDocument/2006/relationships/slideLayout" Target="../slideLayouts/slideLayout136.xml"/><Relationship Id="rId11" Type="http://schemas.openxmlformats.org/officeDocument/2006/relationships/slideLayout" Target="../slideLayouts/slideLayout135.xml"/><Relationship Id="rId10" Type="http://schemas.openxmlformats.org/officeDocument/2006/relationships/slideLayout" Target="../slideLayouts/slideLayout134.xml"/><Relationship Id="rId1" Type="http://schemas.openxmlformats.org/officeDocument/2006/relationships/slideLayout" Target="../slideLayouts/slideLayout125.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153.xml"/><Relationship Id="rId8" Type="http://schemas.openxmlformats.org/officeDocument/2006/relationships/slideLayout" Target="../slideLayouts/slideLayout152.xml"/><Relationship Id="rId7" Type="http://schemas.openxmlformats.org/officeDocument/2006/relationships/slideLayout" Target="../slideLayouts/slideLayout151.xml"/><Relationship Id="rId6" Type="http://schemas.openxmlformats.org/officeDocument/2006/relationships/slideLayout" Target="../slideLayouts/slideLayout150.xml"/><Relationship Id="rId5" Type="http://schemas.openxmlformats.org/officeDocument/2006/relationships/slideLayout" Target="../slideLayouts/slideLayout149.xml"/><Relationship Id="rId4" Type="http://schemas.openxmlformats.org/officeDocument/2006/relationships/slideLayout" Target="../slideLayouts/slideLayout148.xml"/><Relationship Id="rId3" Type="http://schemas.openxmlformats.org/officeDocument/2006/relationships/slideLayout" Target="../slideLayouts/slideLayout147.xml"/><Relationship Id="rId2" Type="http://schemas.openxmlformats.org/officeDocument/2006/relationships/slideLayout" Target="../slideLayouts/slideLayout146.xml"/><Relationship Id="rId18" Type="http://schemas.openxmlformats.org/officeDocument/2006/relationships/theme" Target="../theme/theme8.xml"/><Relationship Id="rId17" Type="http://schemas.openxmlformats.org/officeDocument/2006/relationships/slideLayout" Target="../slideLayouts/slideLayout161.xml"/><Relationship Id="rId16" Type="http://schemas.openxmlformats.org/officeDocument/2006/relationships/slideLayout" Target="../slideLayouts/slideLayout160.xml"/><Relationship Id="rId15" Type="http://schemas.openxmlformats.org/officeDocument/2006/relationships/slideLayout" Target="../slideLayouts/slideLayout159.xml"/><Relationship Id="rId14" Type="http://schemas.openxmlformats.org/officeDocument/2006/relationships/slideLayout" Target="../slideLayouts/slideLayout158.xml"/><Relationship Id="rId13" Type="http://schemas.openxmlformats.org/officeDocument/2006/relationships/slideLayout" Target="../slideLayouts/slideLayout157.xml"/><Relationship Id="rId12" Type="http://schemas.openxmlformats.org/officeDocument/2006/relationships/slideLayout" Target="../slideLayouts/slideLayout156.xml"/><Relationship Id="rId11" Type="http://schemas.openxmlformats.org/officeDocument/2006/relationships/slideLayout" Target="../slideLayouts/slideLayout155.xml"/><Relationship Id="rId10" Type="http://schemas.openxmlformats.org/officeDocument/2006/relationships/slideLayout" Target="../slideLayouts/slideLayout154.xml"/><Relationship Id="rId1" Type="http://schemas.openxmlformats.org/officeDocument/2006/relationships/slideLayout" Target="../slideLayouts/slideLayout145.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170.xml"/><Relationship Id="rId8" Type="http://schemas.openxmlformats.org/officeDocument/2006/relationships/slideLayout" Target="../slideLayouts/slideLayout169.xml"/><Relationship Id="rId7" Type="http://schemas.openxmlformats.org/officeDocument/2006/relationships/slideLayout" Target="../slideLayouts/slideLayout168.xml"/><Relationship Id="rId6" Type="http://schemas.openxmlformats.org/officeDocument/2006/relationships/slideLayout" Target="../slideLayouts/slideLayout167.xml"/><Relationship Id="rId5" Type="http://schemas.openxmlformats.org/officeDocument/2006/relationships/slideLayout" Target="../slideLayouts/slideLayout166.xml"/><Relationship Id="rId4" Type="http://schemas.openxmlformats.org/officeDocument/2006/relationships/slideLayout" Target="../slideLayouts/slideLayout165.xml"/><Relationship Id="rId3" Type="http://schemas.openxmlformats.org/officeDocument/2006/relationships/slideLayout" Target="../slideLayouts/slideLayout164.xml"/><Relationship Id="rId29" Type="http://schemas.openxmlformats.org/officeDocument/2006/relationships/theme" Target="../theme/theme9.xml"/><Relationship Id="rId28" Type="http://schemas.openxmlformats.org/officeDocument/2006/relationships/image" Target="../media/image14.png"/><Relationship Id="rId27" Type="http://schemas.openxmlformats.org/officeDocument/2006/relationships/image" Target="../media/image11.jpeg"/><Relationship Id="rId26" Type="http://schemas.openxmlformats.org/officeDocument/2006/relationships/slideLayout" Target="../slideLayouts/slideLayout187.xml"/><Relationship Id="rId25" Type="http://schemas.openxmlformats.org/officeDocument/2006/relationships/slideLayout" Target="../slideLayouts/slideLayout186.xml"/><Relationship Id="rId24" Type="http://schemas.openxmlformats.org/officeDocument/2006/relationships/slideLayout" Target="../slideLayouts/slideLayout185.xml"/><Relationship Id="rId23" Type="http://schemas.openxmlformats.org/officeDocument/2006/relationships/slideLayout" Target="../slideLayouts/slideLayout184.xml"/><Relationship Id="rId22" Type="http://schemas.openxmlformats.org/officeDocument/2006/relationships/slideLayout" Target="../slideLayouts/slideLayout183.xml"/><Relationship Id="rId21" Type="http://schemas.openxmlformats.org/officeDocument/2006/relationships/slideLayout" Target="../slideLayouts/slideLayout182.xml"/><Relationship Id="rId20" Type="http://schemas.openxmlformats.org/officeDocument/2006/relationships/slideLayout" Target="../slideLayouts/slideLayout181.xml"/><Relationship Id="rId2" Type="http://schemas.openxmlformats.org/officeDocument/2006/relationships/slideLayout" Target="../slideLayouts/slideLayout163.xml"/><Relationship Id="rId19" Type="http://schemas.openxmlformats.org/officeDocument/2006/relationships/slideLayout" Target="../slideLayouts/slideLayout180.xml"/><Relationship Id="rId18" Type="http://schemas.openxmlformats.org/officeDocument/2006/relationships/slideLayout" Target="../slideLayouts/slideLayout179.xml"/><Relationship Id="rId17" Type="http://schemas.openxmlformats.org/officeDocument/2006/relationships/slideLayout" Target="../slideLayouts/slideLayout178.xml"/><Relationship Id="rId16" Type="http://schemas.openxmlformats.org/officeDocument/2006/relationships/slideLayout" Target="../slideLayouts/slideLayout177.xml"/><Relationship Id="rId15" Type="http://schemas.openxmlformats.org/officeDocument/2006/relationships/slideLayout" Target="../slideLayouts/slideLayout176.xml"/><Relationship Id="rId14" Type="http://schemas.openxmlformats.org/officeDocument/2006/relationships/slideLayout" Target="../slideLayouts/slideLayout175.xml"/><Relationship Id="rId13" Type="http://schemas.openxmlformats.org/officeDocument/2006/relationships/slideLayout" Target="../slideLayouts/slideLayout174.xml"/><Relationship Id="rId12" Type="http://schemas.openxmlformats.org/officeDocument/2006/relationships/slideLayout" Target="../slideLayouts/slideLayout173.xml"/><Relationship Id="rId11" Type="http://schemas.openxmlformats.org/officeDocument/2006/relationships/slideLayout" Target="../slideLayouts/slideLayout172.xml"/><Relationship Id="rId10" Type="http://schemas.openxmlformats.org/officeDocument/2006/relationships/slideLayout" Target="../slideLayouts/slideLayout171.xml"/><Relationship Id="rId1" Type="http://schemas.openxmlformats.org/officeDocument/2006/relationships/slideLayout" Target="../slideLayouts/slideLayout162.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96.xml"/><Relationship Id="rId8" Type="http://schemas.openxmlformats.org/officeDocument/2006/relationships/slideLayout" Target="../slideLayouts/slideLayout195.xml"/><Relationship Id="rId7" Type="http://schemas.openxmlformats.org/officeDocument/2006/relationships/slideLayout" Target="../slideLayouts/slideLayout194.xml"/><Relationship Id="rId6" Type="http://schemas.openxmlformats.org/officeDocument/2006/relationships/slideLayout" Target="../slideLayouts/slideLayout193.xml"/><Relationship Id="rId5" Type="http://schemas.openxmlformats.org/officeDocument/2006/relationships/slideLayout" Target="../slideLayouts/slideLayout192.xml"/><Relationship Id="rId4" Type="http://schemas.openxmlformats.org/officeDocument/2006/relationships/slideLayout" Target="../slideLayouts/slideLayout191.xml"/><Relationship Id="rId3" Type="http://schemas.openxmlformats.org/officeDocument/2006/relationships/slideLayout" Target="../slideLayouts/slideLayout190.xml"/><Relationship Id="rId2" Type="http://schemas.openxmlformats.org/officeDocument/2006/relationships/slideLayout" Target="../slideLayouts/slideLayout189.xml"/><Relationship Id="rId18" Type="http://schemas.openxmlformats.org/officeDocument/2006/relationships/theme" Target="../theme/theme10.xml"/><Relationship Id="rId17" Type="http://schemas.openxmlformats.org/officeDocument/2006/relationships/slideLayout" Target="../slideLayouts/slideLayout204.xml"/><Relationship Id="rId16" Type="http://schemas.openxmlformats.org/officeDocument/2006/relationships/slideLayout" Target="../slideLayouts/slideLayout203.xml"/><Relationship Id="rId15" Type="http://schemas.openxmlformats.org/officeDocument/2006/relationships/slideLayout" Target="../slideLayouts/slideLayout202.xml"/><Relationship Id="rId14" Type="http://schemas.openxmlformats.org/officeDocument/2006/relationships/slideLayout" Target="../slideLayouts/slideLayout201.xml"/><Relationship Id="rId13" Type="http://schemas.openxmlformats.org/officeDocument/2006/relationships/slideLayout" Target="../slideLayouts/slideLayout200.xml"/><Relationship Id="rId12" Type="http://schemas.openxmlformats.org/officeDocument/2006/relationships/slideLayout" Target="../slideLayouts/slideLayout199.xml"/><Relationship Id="rId11" Type="http://schemas.openxmlformats.org/officeDocument/2006/relationships/slideLayout" Target="../slideLayouts/slideLayout198.xml"/><Relationship Id="rId10" Type="http://schemas.openxmlformats.org/officeDocument/2006/relationships/slideLayout" Target="../slideLayouts/slideLayout197.xml"/><Relationship Id="rId1" Type="http://schemas.openxmlformats.org/officeDocument/2006/relationships/slideLayout" Target="../slideLayouts/slideLayout188.xml"/></Relationships>
</file>

<file path=ppt/slideMasters/_rels/slideMaster11.xml.rels><?xml version="1.0" encoding="UTF-8" standalone="yes"?>
<Relationships xmlns="http://schemas.openxmlformats.org/package/2006/relationships"><Relationship Id="rId9" Type="http://schemas.openxmlformats.org/officeDocument/2006/relationships/slideLayout" Target="../slideLayouts/slideLayout213.xml"/><Relationship Id="rId8" Type="http://schemas.openxmlformats.org/officeDocument/2006/relationships/slideLayout" Target="../slideLayouts/slideLayout212.xml"/><Relationship Id="rId7" Type="http://schemas.openxmlformats.org/officeDocument/2006/relationships/slideLayout" Target="../slideLayouts/slideLayout211.xml"/><Relationship Id="rId6" Type="http://schemas.openxmlformats.org/officeDocument/2006/relationships/slideLayout" Target="../slideLayouts/slideLayout210.xml"/><Relationship Id="rId5" Type="http://schemas.openxmlformats.org/officeDocument/2006/relationships/slideLayout" Target="../slideLayouts/slideLayout209.xml"/><Relationship Id="rId4" Type="http://schemas.openxmlformats.org/officeDocument/2006/relationships/slideLayout" Target="../slideLayouts/slideLayout208.xml"/><Relationship Id="rId3" Type="http://schemas.openxmlformats.org/officeDocument/2006/relationships/slideLayout" Target="../slideLayouts/slideLayout207.xml"/><Relationship Id="rId28" Type="http://schemas.openxmlformats.org/officeDocument/2006/relationships/theme" Target="../theme/theme11.xml"/><Relationship Id="rId27" Type="http://schemas.openxmlformats.org/officeDocument/2006/relationships/image" Target="../media/image14.png"/><Relationship Id="rId26" Type="http://schemas.openxmlformats.org/officeDocument/2006/relationships/image" Target="../media/image11.jpeg"/><Relationship Id="rId25" Type="http://schemas.openxmlformats.org/officeDocument/2006/relationships/slideLayout" Target="../slideLayouts/slideLayout229.xml"/><Relationship Id="rId24" Type="http://schemas.openxmlformats.org/officeDocument/2006/relationships/slideLayout" Target="../slideLayouts/slideLayout228.xml"/><Relationship Id="rId23" Type="http://schemas.openxmlformats.org/officeDocument/2006/relationships/slideLayout" Target="../slideLayouts/slideLayout227.xml"/><Relationship Id="rId22" Type="http://schemas.openxmlformats.org/officeDocument/2006/relationships/slideLayout" Target="../slideLayouts/slideLayout226.xml"/><Relationship Id="rId21" Type="http://schemas.openxmlformats.org/officeDocument/2006/relationships/slideLayout" Target="../slideLayouts/slideLayout225.xml"/><Relationship Id="rId20" Type="http://schemas.openxmlformats.org/officeDocument/2006/relationships/slideLayout" Target="../slideLayouts/slideLayout224.xml"/><Relationship Id="rId2" Type="http://schemas.openxmlformats.org/officeDocument/2006/relationships/slideLayout" Target="../slideLayouts/slideLayout206.xml"/><Relationship Id="rId19" Type="http://schemas.openxmlformats.org/officeDocument/2006/relationships/slideLayout" Target="../slideLayouts/slideLayout223.xml"/><Relationship Id="rId18" Type="http://schemas.openxmlformats.org/officeDocument/2006/relationships/slideLayout" Target="../slideLayouts/slideLayout222.xml"/><Relationship Id="rId17" Type="http://schemas.openxmlformats.org/officeDocument/2006/relationships/slideLayout" Target="../slideLayouts/slideLayout221.xml"/><Relationship Id="rId16" Type="http://schemas.openxmlformats.org/officeDocument/2006/relationships/slideLayout" Target="../slideLayouts/slideLayout220.xml"/><Relationship Id="rId15" Type="http://schemas.openxmlformats.org/officeDocument/2006/relationships/slideLayout" Target="../slideLayouts/slideLayout219.xml"/><Relationship Id="rId14" Type="http://schemas.openxmlformats.org/officeDocument/2006/relationships/slideLayout" Target="../slideLayouts/slideLayout218.xml"/><Relationship Id="rId13" Type="http://schemas.openxmlformats.org/officeDocument/2006/relationships/slideLayout" Target="../slideLayouts/slideLayout217.xml"/><Relationship Id="rId12" Type="http://schemas.openxmlformats.org/officeDocument/2006/relationships/slideLayout" Target="../slideLayouts/slideLayout216.xml"/><Relationship Id="rId11" Type="http://schemas.openxmlformats.org/officeDocument/2006/relationships/slideLayout" Target="../slideLayouts/slideLayout215.xml"/><Relationship Id="rId10" Type="http://schemas.openxmlformats.org/officeDocument/2006/relationships/slideLayout" Target="../slideLayouts/slideLayout214.xml"/><Relationship Id="rId1" Type="http://schemas.openxmlformats.org/officeDocument/2006/relationships/slideLayout" Target="../slideLayouts/slideLayout205.xml"/></Relationships>
</file>

<file path=ppt/slideMasters/_rels/slideMaster12.xml.rels><?xml version="1.0" encoding="UTF-8" standalone="yes"?>
<Relationships xmlns="http://schemas.openxmlformats.org/package/2006/relationships"><Relationship Id="rId9" Type="http://schemas.openxmlformats.org/officeDocument/2006/relationships/slideLayout" Target="../slideLayouts/slideLayout238.xml"/><Relationship Id="rId8" Type="http://schemas.openxmlformats.org/officeDocument/2006/relationships/slideLayout" Target="../slideLayouts/slideLayout237.xml"/><Relationship Id="rId7" Type="http://schemas.openxmlformats.org/officeDocument/2006/relationships/slideLayout" Target="../slideLayouts/slideLayout236.xml"/><Relationship Id="rId6" Type="http://schemas.openxmlformats.org/officeDocument/2006/relationships/slideLayout" Target="../slideLayouts/slideLayout235.xml"/><Relationship Id="rId5" Type="http://schemas.openxmlformats.org/officeDocument/2006/relationships/slideLayout" Target="../slideLayouts/slideLayout234.xml"/><Relationship Id="rId4" Type="http://schemas.openxmlformats.org/officeDocument/2006/relationships/slideLayout" Target="../slideLayouts/slideLayout233.xml"/><Relationship Id="rId3" Type="http://schemas.openxmlformats.org/officeDocument/2006/relationships/slideLayout" Target="../slideLayouts/slideLayout232.xml"/><Relationship Id="rId25" Type="http://schemas.openxmlformats.org/officeDocument/2006/relationships/theme" Target="../theme/theme12.xml"/><Relationship Id="rId24" Type="http://schemas.openxmlformats.org/officeDocument/2006/relationships/image" Target="../media/image14.png"/><Relationship Id="rId23" Type="http://schemas.openxmlformats.org/officeDocument/2006/relationships/image" Target="../media/image11.jpeg"/><Relationship Id="rId22" Type="http://schemas.openxmlformats.org/officeDocument/2006/relationships/slideLayout" Target="../slideLayouts/slideLayout251.xml"/><Relationship Id="rId21" Type="http://schemas.openxmlformats.org/officeDocument/2006/relationships/slideLayout" Target="../slideLayouts/slideLayout250.xml"/><Relationship Id="rId20" Type="http://schemas.openxmlformats.org/officeDocument/2006/relationships/slideLayout" Target="../slideLayouts/slideLayout249.xml"/><Relationship Id="rId2" Type="http://schemas.openxmlformats.org/officeDocument/2006/relationships/slideLayout" Target="../slideLayouts/slideLayout231.xml"/><Relationship Id="rId19" Type="http://schemas.openxmlformats.org/officeDocument/2006/relationships/slideLayout" Target="../slideLayouts/slideLayout248.xml"/><Relationship Id="rId18" Type="http://schemas.openxmlformats.org/officeDocument/2006/relationships/slideLayout" Target="../slideLayouts/slideLayout247.xml"/><Relationship Id="rId17" Type="http://schemas.openxmlformats.org/officeDocument/2006/relationships/slideLayout" Target="../slideLayouts/slideLayout246.xml"/><Relationship Id="rId16" Type="http://schemas.openxmlformats.org/officeDocument/2006/relationships/slideLayout" Target="../slideLayouts/slideLayout245.xml"/><Relationship Id="rId15" Type="http://schemas.openxmlformats.org/officeDocument/2006/relationships/slideLayout" Target="../slideLayouts/slideLayout244.xml"/><Relationship Id="rId14" Type="http://schemas.openxmlformats.org/officeDocument/2006/relationships/slideLayout" Target="../slideLayouts/slideLayout243.xml"/><Relationship Id="rId13" Type="http://schemas.openxmlformats.org/officeDocument/2006/relationships/slideLayout" Target="../slideLayouts/slideLayout242.xml"/><Relationship Id="rId12" Type="http://schemas.openxmlformats.org/officeDocument/2006/relationships/slideLayout" Target="../slideLayouts/slideLayout241.xml"/><Relationship Id="rId11" Type="http://schemas.openxmlformats.org/officeDocument/2006/relationships/slideLayout" Target="../slideLayouts/slideLayout240.xml"/><Relationship Id="rId10" Type="http://schemas.openxmlformats.org/officeDocument/2006/relationships/slideLayout" Target="../slideLayouts/slideLayout239.xml"/><Relationship Id="rId1" Type="http://schemas.openxmlformats.org/officeDocument/2006/relationships/slideLayout" Target="../slideLayouts/slideLayout2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9">
            <a:lum/>
          </a:blip>
          <a:srcRect/>
          <a:stretch>
            <a:fillRect/>
          </a:stretch>
        </a:blipFill>
        <a:effectLst/>
      </p:bgPr>
    </p:bg>
    <p:spTree>
      <p:nvGrpSpPr>
        <p:cNvPr id="1" name=""/>
        <p:cNvGrpSpPr/>
        <p:nvPr/>
      </p:nvGrpSpPr>
      <p:grpSpPr>
        <a:xfrm>
          <a:off x="0" y="0"/>
          <a:ext cx="0" cy="0"/>
          <a:chOff x="0" y="0"/>
          <a:chExt cx="0" cy="0"/>
        </a:xfrm>
      </p:grpSpPr>
      <p:sp>
        <p:nvSpPr>
          <p:cNvPr id="3" name="矩形 2"/>
          <p:cNvSpPr/>
          <p:nvPr userDrawn="1"/>
        </p:nvSpPr>
        <p:spPr>
          <a:xfrm>
            <a:off x="11803774" y="6581013"/>
            <a:ext cx="372196" cy="276987"/>
          </a:xfrm>
          <a:prstGeom prst="rect">
            <a:avLst/>
          </a:prstGeom>
        </p:spPr>
        <p:txBody>
          <a:bodyPr wrap="none" lIns="91429" tIns="45714" rIns="91429" bIns="45714">
            <a:spAutoFit/>
          </a:bodyPr>
          <a:lstStyle/>
          <a:p>
            <a:fld id="{5E083074-D3FF-49A6-8E12-2ECAA15AAAA1}" type="slidenum">
              <a:rPr lang="zh-CN" altLang="en-US" sz="120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fld>
            <a:endParaRPr lang="zh-CN" altLang="en-US" sz="12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图片 1"/>
          <p:cNvPicPr>
            <a:picLocks noChangeAspect="1"/>
          </p:cNvPicPr>
          <p:nvPr userDrawn="1"/>
        </p:nvPicPr>
        <p:blipFill rotWithShape="1">
          <a:blip r:embed="rId26">
            <a:extLst>
              <a:ext uri="{28A0092B-C50C-407E-A947-70E740481C1C}">
                <a14:useLocalDpi xmlns:a14="http://schemas.microsoft.com/office/drawing/2010/main" val="0"/>
              </a:ext>
            </a:extLst>
          </a:blip>
          <a:srcRect b="91440"/>
          <a:stretch>
            <a:fillRect/>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3" name="Picture 2" descr="A blue and white logo&#10;&#10;Description automatically generated"/>
          <p:cNvPicPr>
            <a:picLocks noChangeAspect="1"/>
          </p:cNvPicPr>
          <p:nvPr userDrawn="1"/>
        </p:nvPicPr>
        <p:blipFill rotWithShape="1">
          <a:blip r:embed="rId27" cstate="print">
            <a:extLst>
              <a:ext uri="{28A0092B-C50C-407E-A947-70E740481C1C}">
                <a14:useLocalDpi xmlns:a14="http://schemas.microsoft.com/office/drawing/2010/main" val="0"/>
              </a:ext>
            </a:extLst>
          </a:blip>
          <a:srcRect l="40809" t="23955" r="40919" b="37048"/>
          <a:stretch>
            <a:fillRect/>
          </a:stretch>
        </p:blipFill>
        <p:spPr>
          <a:xfrm>
            <a:off x="152401" y="50489"/>
            <a:ext cx="461681" cy="517417"/>
          </a:xfrm>
          <a:prstGeom prst="rect">
            <a:avLst/>
          </a:prstGeom>
        </p:spPr>
      </p:pic>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 id="2147483674" r:id="rId17"/>
    <p:sldLayoutId id="2147483675" r:id="rId18"/>
    <p:sldLayoutId id="2147483676" r:id="rId19"/>
    <p:sldLayoutId id="2147483677" r:id="rId20"/>
    <p:sldLayoutId id="2147483678" r:id="rId21"/>
    <p:sldLayoutId id="2147483679" r:id="rId22"/>
    <p:sldLayoutId id="2147483680" r:id="rId23"/>
    <p:sldLayoutId id="2147483681" r:id="rId24"/>
    <p:sldLayoutId id="2147483682" r:id="rId25"/>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4565"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875"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2605"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5220" indent="-161925" algn="l" rtl="0" eaLnBrk="0" fontAlgn="base" hangingPunct="0">
        <a:spcBef>
          <a:spcPct val="20000"/>
        </a:spcBef>
        <a:spcAft>
          <a:spcPct val="0"/>
        </a:spcAft>
        <a:buChar char="–"/>
        <a:defRPr sz="1400">
          <a:solidFill>
            <a:schemeClr val="tx1"/>
          </a:solidFill>
          <a:latin typeface="+mn-lt"/>
          <a:ea typeface="+mn-ea"/>
        </a:defRPr>
      </a:lvl4pPr>
      <a:lvl5pPr marL="1446530" indent="-160655" algn="l" rtl="0" eaLnBrk="0" fontAlgn="base" hangingPunct="0">
        <a:spcBef>
          <a:spcPct val="20000"/>
        </a:spcBef>
        <a:spcAft>
          <a:spcPct val="0"/>
        </a:spcAft>
        <a:buChar char="»"/>
        <a:defRPr sz="1400">
          <a:solidFill>
            <a:schemeClr val="tx1"/>
          </a:solidFill>
          <a:latin typeface="+mn-lt"/>
          <a:ea typeface="+mn-ea"/>
        </a:defRPr>
      </a:lvl5pPr>
      <a:lvl6pPr marL="1767840" indent="-160655" algn="l" rtl="0" fontAlgn="base">
        <a:spcBef>
          <a:spcPct val="20000"/>
        </a:spcBef>
        <a:spcAft>
          <a:spcPct val="0"/>
        </a:spcAft>
        <a:buChar char="»"/>
        <a:defRPr sz="1400">
          <a:solidFill>
            <a:schemeClr val="tx1"/>
          </a:solidFill>
          <a:latin typeface="+mn-lt"/>
          <a:ea typeface="+mn-ea"/>
        </a:defRPr>
      </a:lvl6pPr>
      <a:lvl7pPr marL="2089150" indent="-160655" algn="l" rtl="0" fontAlgn="base">
        <a:spcBef>
          <a:spcPct val="20000"/>
        </a:spcBef>
        <a:spcAft>
          <a:spcPct val="0"/>
        </a:spcAft>
        <a:buChar char="»"/>
        <a:defRPr sz="1400">
          <a:solidFill>
            <a:schemeClr val="tx1"/>
          </a:solidFill>
          <a:latin typeface="+mn-lt"/>
          <a:ea typeface="+mn-ea"/>
        </a:defRPr>
      </a:lvl7pPr>
      <a:lvl8pPr marL="2410460" indent="-160655" algn="l" rtl="0" fontAlgn="base">
        <a:spcBef>
          <a:spcPct val="20000"/>
        </a:spcBef>
        <a:spcAft>
          <a:spcPct val="0"/>
        </a:spcAft>
        <a:buChar char="»"/>
        <a:defRPr sz="1400">
          <a:solidFill>
            <a:schemeClr val="tx1"/>
          </a:solidFill>
          <a:latin typeface="+mn-lt"/>
          <a:ea typeface="+mn-ea"/>
        </a:defRPr>
      </a:lvl8pPr>
      <a:lvl9pPr marL="2731770"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49805" algn="l" defTabSz="642620" rtl="0" eaLnBrk="1" latinLnBrk="0" hangingPunct="1">
        <a:defRPr sz="1300" kern="1200">
          <a:solidFill>
            <a:schemeClr val="tx1"/>
          </a:solidFill>
          <a:latin typeface="+mn-lt"/>
          <a:ea typeface="+mn-ea"/>
          <a:cs typeface="+mn-cs"/>
        </a:defRPr>
      </a:lvl8pPr>
      <a:lvl9pPr marL="2571115" algn="l" defTabSz="642620" rtl="0" eaLnBrk="1" latinLnBrk="0" hangingPunct="1">
        <a:defRPr sz="13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a:fillRect/>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7" name="Picture 6"/>
          <p:cNvPicPr>
            <a:picLocks noChangeAspect="1"/>
          </p:cNvPicPr>
          <p:nvPr userDrawn="1"/>
        </p:nvPicPr>
        <p:blipFill>
          <a:blip r:embed="rId28" cstate="print">
            <a:extLst>
              <a:ext uri="{28A0092B-C50C-407E-A947-70E740481C1C}">
                <a14:useLocalDpi xmlns:a14="http://schemas.microsoft.com/office/drawing/2010/main" val="0"/>
              </a:ext>
            </a:extLst>
          </a:blip>
          <a:stretch>
            <a:fillRect/>
          </a:stretch>
        </p:blipFill>
        <p:spPr>
          <a:xfrm>
            <a:off x="166735" y="0"/>
            <a:ext cx="612000" cy="612000"/>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 id="2147483700" r:id="rId17"/>
    <p:sldLayoutId id="2147483701" r:id="rId18"/>
    <p:sldLayoutId id="2147483702" r:id="rId19"/>
    <p:sldLayoutId id="2147483703" r:id="rId20"/>
    <p:sldLayoutId id="2147483704" r:id="rId21"/>
    <p:sldLayoutId id="2147483705" r:id="rId22"/>
    <p:sldLayoutId id="2147483706" r:id="rId23"/>
    <p:sldLayoutId id="2147483707" r:id="rId24"/>
    <p:sldLayoutId id="2147483708" r:id="rId25"/>
    <p:sldLayoutId id="2147483709" r:id="rId26"/>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393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875"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2605"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5220" indent="-161925" algn="l" rtl="0" eaLnBrk="0" fontAlgn="base" hangingPunct="0">
        <a:spcBef>
          <a:spcPct val="20000"/>
        </a:spcBef>
        <a:spcAft>
          <a:spcPct val="0"/>
        </a:spcAft>
        <a:buChar char="–"/>
        <a:defRPr sz="1400">
          <a:solidFill>
            <a:schemeClr val="tx1"/>
          </a:solidFill>
          <a:latin typeface="+mn-lt"/>
          <a:ea typeface="+mn-ea"/>
        </a:defRPr>
      </a:lvl4pPr>
      <a:lvl5pPr marL="1446530" indent="-160655" algn="l" rtl="0" eaLnBrk="0" fontAlgn="base" hangingPunct="0">
        <a:spcBef>
          <a:spcPct val="20000"/>
        </a:spcBef>
        <a:spcAft>
          <a:spcPct val="0"/>
        </a:spcAft>
        <a:buChar char="»"/>
        <a:defRPr sz="1400">
          <a:solidFill>
            <a:schemeClr val="tx1"/>
          </a:solidFill>
          <a:latin typeface="+mn-lt"/>
          <a:ea typeface="+mn-ea"/>
        </a:defRPr>
      </a:lvl5pPr>
      <a:lvl6pPr marL="1767840" indent="-160655" algn="l" rtl="0" fontAlgn="base">
        <a:spcBef>
          <a:spcPct val="20000"/>
        </a:spcBef>
        <a:spcAft>
          <a:spcPct val="0"/>
        </a:spcAft>
        <a:buChar char="»"/>
        <a:defRPr sz="1400">
          <a:solidFill>
            <a:schemeClr val="tx1"/>
          </a:solidFill>
          <a:latin typeface="+mn-lt"/>
          <a:ea typeface="+mn-ea"/>
        </a:defRPr>
      </a:lvl6pPr>
      <a:lvl7pPr marL="2089150" indent="-160655" algn="l" rtl="0" fontAlgn="base">
        <a:spcBef>
          <a:spcPct val="20000"/>
        </a:spcBef>
        <a:spcAft>
          <a:spcPct val="0"/>
        </a:spcAft>
        <a:buChar char="»"/>
        <a:defRPr sz="1400">
          <a:solidFill>
            <a:schemeClr val="tx1"/>
          </a:solidFill>
          <a:latin typeface="+mn-lt"/>
          <a:ea typeface="+mn-ea"/>
        </a:defRPr>
      </a:lvl7pPr>
      <a:lvl8pPr marL="2410460" indent="-160655" algn="l" rtl="0" fontAlgn="base">
        <a:spcBef>
          <a:spcPct val="20000"/>
        </a:spcBef>
        <a:spcAft>
          <a:spcPct val="0"/>
        </a:spcAft>
        <a:buChar char="»"/>
        <a:defRPr sz="1400">
          <a:solidFill>
            <a:schemeClr val="tx1"/>
          </a:solidFill>
          <a:latin typeface="+mn-lt"/>
          <a:ea typeface="+mn-ea"/>
        </a:defRPr>
      </a:lvl8pPr>
      <a:lvl9pPr marL="2731770"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3930"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49805" algn="l" defTabSz="642620" rtl="0" eaLnBrk="1" latinLnBrk="0" hangingPunct="1">
        <a:defRPr sz="1300" kern="1200">
          <a:solidFill>
            <a:schemeClr val="tx1"/>
          </a:solidFill>
          <a:latin typeface="+mn-lt"/>
          <a:ea typeface="+mn-ea"/>
          <a:cs typeface="+mn-cs"/>
        </a:defRPr>
      </a:lvl8pPr>
      <a:lvl9pPr marL="2571115" algn="l" defTabSz="642620" rtl="0" eaLnBrk="1" latinLnBrk="0" hangingPunct="1">
        <a:defRPr sz="13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6">
            <a:extLst>
              <a:ext uri="{28A0092B-C50C-407E-A947-70E740481C1C}">
                <a14:useLocalDpi xmlns:a14="http://schemas.microsoft.com/office/drawing/2010/main" val="0"/>
              </a:ext>
            </a:extLst>
          </a:blip>
          <a:srcRect b="91440"/>
          <a:stretch>
            <a:fillRect/>
          </a:stretch>
        </p:blipFill>
        <p:spPr>
          <a:xfrm>
            <a:off x="0" y="6"/>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7"/>
          <a:stretch>
            <a:fillRect/>
          </a:stretch>
        </p:blipFill>
        <p:spPr>
          <a:xfrm>
            <a:off x="104823" y="9965"/>
            <a:ext cx="793019" cy="589809"/>
          </a:xfrm>
          <a:prstGeom prst="rect">
            <a:avLst/>
          </a:prstGeom>
        </p:spPr>
      </p:pic>
      <p:sp>
        <p:nvSpPr>
          <p:cNvPr id="5" name="TextBox 4"/>
          <p:cNvSpPr txBox="1"/>
          <p:nvPr userDrawn="1"/>
        </p:nvSpPr>
        <p:spPr>
          <a:xfrm>
            <a:off x="821908" y="1393536"/>
            <a:ext cx="7879080" cy="1015534"/>
          </a:xfrm>
          <a:prstGeom prst="rect">
            <a:avLst/>
          </a:prstGeom>
          <a:noFill/>
        </p:spPr>
        <p:txBody>
          <a:bodyPr wrap="none" rtlCol="0">
            <a:spAutoFit/>
          </a:bodyPr>
          <a:lstStyle/>
          <a:p>
            <a:r>
              <a:rPr lang="zh-CN" alt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 id="2147483728" r:id="rId18"/>
    <p:sldLayoutId id="2147483729" r:id="rId19"/>
    <p:sldLayoutId id="2147483730" r:id="rId20"/>
    <p:sldLayoutId id="2147483731" r:id="rId21"/>
    <p:sldLayoutId id="2147483732" r:id="rId22"/>
    <p:sldLayoutId id="2147483733" r:id="rId23"/>
    <p:sldLayoutId id="2147483734" r:id="rId24"/>
    <p:sldLayoutId id="2147483735" r:id="rId25"/>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393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24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1970"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4585" indent="-161925" algn="l" rtl="0" eaLnBrk="0" fontAlgn="base" hangingPunct="0">
        <a:spcBef>
          <a:spcPct val="20000"/>
        </a:spcBef>
        <a:spcAft>
          <a:spcPct val="0"/>
        </a:spcAft>
        <a:buChar char="–"/>
        <a:defRPr sz="1400">
          <a:solidFill>
            <a:schemeClr val="tx1"/>
          </a:solidFill>
          <a:latin typeface="+mn-lt"/>
          <a:ea typeface="+mn-ea"/>
        </a:defRPr>
      </a:lvl4pPr>
      <a:lvl5pPr marL="1446530" indent="-160655" algn="l" rtl="0" eaLnBrk="0" fontAlgn="base" hangingPunct="0">
        <a:spcBef>
          <a:spcPct val="20000"/>
        </a:spcBef>
        <a:spcAft>
          <a:spcPct val="0"/>
        </a:spcAft>
        <a:buChar char="»"/>
        <a:defRPr sz="1400">
          <a:solidFill>
            <a:schemeClr val="tx1"/>
          </a:solidFill>
          <a:latin typeface="+mn-lt"/>
          <a:ea typeface="+mn-ea"/>
        </a:defRPr>
      </a:lvl5pPr>
      <a:lvl6pPr marL="1767840" indent="-160655" algn="l" rtl="0" fontAlgn="base">
        <a:spcBef>
          <a:spcPct val="20000"/>
        </a:spcBef>
        <a:spcAft>
          <a:spcPct val="0"/>
        </a:spcAft>
        <a:buChar char="»"/>
        <a:defRPr sz="1400">
          <a:solidFill>
            <a:schemeClr val="tx1"/>
          </a:solidFill>
          <a:latin typeface="+mn-lt"/>
          <a:ea typeface="+mn-ea"/>
        </a:defRPr>
      </a:lvl6pPr>
      <a:lvl7pPr marL="2089150" indent="-160655" algn="l" rtl="0" fontAlgn="base">
        <a:spcBef>
          <a:spcPct val="20000"/>
        </a:spcBef>
        <a:spcAft>
          <a:spcPct val="0"/>
        </a:spcAft>
        <a:buChar char="»"/>
        <a:defRPr sz="1400">
          <a:solidFill>
            <a:schemeClr val="tx1"/>
          </a:solidFill>
          <a:latin typeface="+mn-lt"/>
          <a:ea typeface="+mn-ea"/>
        </a:defRPr>
      </a:lvl7pPr>
      <a:lvl8pPr marL="2410460" indent="-160655" algn="l" rtl="0" fontAlgn="base">
        <a:spcBef>
          <a:spcPct val="20000"/>
        </a:spcBef>
        <a:spcAft>
          <a:spcPct val="0"/>
        </a:spcAft>
        <a:buChar char="»"/>
        <a:defRPr sz="1400">
          <a:solidFill>
            <a:schemeClr val="tx1"/>
          </a:solidFill>
          <a:latin typeface="+mn-lt"/>
          <a:ea typeface="+mn-ea"/>
        </a:defRPr>
      </a:lvl8pPr>
      <a:lvl9pPr marL="2731770"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3930" algn="l" defTabSz="642620" rtl="0" eaLnBrk="1" latinLnBrk="0" hangingPunct="1">
        <a:defRPr sz="1300" kern="1200">
          <a:solidFill>
            <a:schemeClr val="tx1"/>
          </a:solidFill>
          <a:latin typeface="+mn-lt"/>
          <a:ea typeface="+mn-ea"/>
          <a:cs typeface="+mn-cs"/>
        </a:defRPr>
      </a:lvl4pPr>
      <a:lvl5pPr marL="1285240"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49805" algn="l" defTabSz="642620" rtl="0" eaLnBrk="1" latinLnBrk="0" hangingPunct="1">
        <a:defRPr sz="1300" kern="1200">
          <a:solidFill>
            <a:schemeClr val="tx1"/>
          </a:solidFill>
          <a:latin typeface="+mn-lt"/>
          <a:ea typeface="+mn-ea"/>
          <a:cs typeface="+mn-cs"/>
        </a:defRPr>
      </a:lvl8pPr>
      <a:lvl9pPr marL="2571115" algn="l" defTabSz="642620" rtl="0" eaLnBrk="1" latinLnBrk="0" hangingPunct="1">
        <a:defRPr sz="13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6">
            <a:extLst>
              <a:ext uri="{28A0092B-C50C-407E-A947-70E740481C1C}">
                <a14:useLocalDpi xmlns:a14="http://schemas.microsoft.com/office/drawing/2010/main" val="0"/>
              </a:ext>
            </a:extLst>
          </a:blip>
          <a:srcRect b="91440"/>
          <a:stretch>
            <a:fillRect/>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7"/>
          <a:stretch>
            <a:fillRect/>
          </a:stretch>
        </p:blipFill>
        <p:spPr>
          <a:xfrm>
            <a:off x="104822" y="9963"/>
            <a:ext cx="793019" cy="589809"/>
          </a:xfrm>
          <a:prstGeom prst="rect">
            <a:avLst/>
          </a:prstGeom>
        </p:spPr>
      </p:pic>
      <p:sp>
        <p:nvSpPr>
          <p:cNvPr id="5" name="TextBox 4"/>
          <p:cNvSpPr txBox="1"/>
          <p:nvPr userDrawn="1"/>
        </p:nvSpPr>
        <p:spPr>
          <a:xfrm>
            <a:off x="821908" y="1393536"/>
            <a:ext cx="7879080" cy="1015343"/>
          </a:xfrm>
          <a:prstGeom prst="rect">
            <a:avLst/>
          </a:prstGeom>
          <a:noFill/>
        </p:spPr>
        <p:txBody>
          <a:bodyPr wrap="none" rtlCol="0">
            <a:spAutoFit/>
          </a:bodyPr>
          <a:lstStyle/>
          <a:p>
            <a:r>
              <a:rPr lang="zh-CN" alt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 id="2147483753" r:id="rId17"/>
    <p:sldLayoutId id="2147483754" r:id="rId18"/>
    <p:sldLayoutId id="2147483755" r:id="rId19"/>
    <p:sldLayoutId id="2147483756" r:id="rId20"/>
    <p:sldLayoutId id="2147483757" r:id="rId21"/>
    <p:sldLayoutId id="2147483758" r:id="rId22"/>
    <p:sldLayoutId id="2147483759" r:id="rId23"/>
    <p:sldLayoutId id="2147483760" r:id="rId24"/>
    <p:sldLayoutId id="2147483761" r:id="rId25"/>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393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875"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1970"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4585" indent="-161925" algn="l" rtl="0" eaLnBrk="0" fontAlgn="base" hangingPunct="0">
        <a:spcBef>
          <a:spcPct val="20000"/>
        </a:spcBef>
        <a:spcAft>
          <a:spcPct val="0"/>
        </a:spcAft>
        <a:buChar char="–"/>
        <a:defRPr sz="1400">
          <a:solidFill>
            <a:schemeClr val="tx1"/>
          </a:solidFill>
          <a:latin typeface="+mn-lt"/>
          <a:ea typeface="+mn-ea"/>
        </a:defRPr>
      </a:lvl4pPr>
      <a:lvl5pPr marL="1446530" indent="-160655" algn="l" rtl="0" eaLnBrk="0" fontAlgn="base" hangingPunct="0">
        <a:spcBef>
          <a:spcPct val="20000"/>
        </a:spcBef>
        <a:spcAft>
          <a:spcPct val="0"/>
        </a:spcAft>
        <a:buChar char="»"/>
        <a:defRPr sz="1400">
          <a:solidFill>
            <a:schemeClr val="tx1"/>
          </a:solidFill>
          <a:latin typeface="+mn-lt"/>
          <a:ea typeface="+mn-ea"/>
        </a:defRPr>
      </a:lvl5pPr>
      <a:lvl6pPr marL="1767840" indent="-160655" algn="l" rtl="0" fontAlgn="base">
        <a:spcBef>
          <a:spcPct val="20000"/>
        </a:spcBef>
        <a:spcAft>
          <a:spcPct val="0"/>
        </a:spcAft>
        <a:buChar char="»"/>
        <a:defRPr sz="1400">
          <a:solidFill>
            <a:schemeClr val="tx1"/>
          </a:solidFill>
          <a:latin typeface="+mn-lt"/>
          <a:ea typeface="+mn-ea"/>
        </a:defRPr>
      </a:lvl6pPr>
      <a:lvl7pPr marL="2089150" indent="-160655" algn="l" rtl="0" fontAlgn="base">
        <a:spcBef>
          <a:spcPct val="20000"/>
        </a:spcBef>
        <a:spcAft>
          <a:spcPct val="0"/>
        </a:spcAft>
        <a:buChar char="»"/>
        <a:defRPr sz="1400">
          <a:solidFill>
            <a:schemeClr val="tx1"/>
          </a:solidFill>
          <a:latin typeface="+mn-lt"/>
          <a:ea typeface="+mn-ea"/>
        </a:defRPr>
      </a:lvl7pPr>
      <a:lvl8pPr marL="2410460" indent="-160655" algn="l" rtl="0" fontAlgn="base">
        <a:spcBef>
          <a:spcPct val="20000"/>
        </a:spcBef>
        <a:spcAft>
          <a:spcPct val="0"/>
        </a:spcAft>
        <a:buChar char="»"/>
        <a:defRPr sz="1400">
          <a:solidFill>
            <a:schemeClr val="tx1"/>
          </a:solidFill>
          <a:latin typeface="+mn-lt"/>
          <a:ea typeface="+mn-ea"/>
        </a:defRPr>
      </a:lvl8pPr>
      <a:lvl9pPr marL="2731770"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3930"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49805" algn="l" defTabSz="642620" rtl="0" eaLnBrk="1" latinLnBrk="0" hangingPunct="1">
        <a:defRPr sz="1300" kern="1200">
          <a:solidFill>
            <a:schemeClr val="tx1"/>
          </a:solidFill>
          <a:latin typeface="+mn-lt"/>
          <a:ea typeface="+mn-ea"/>
          <a:cs typeface="+mn-cs"/>
        </a:defRPr>
      </a:lvl8pPr>
      <a:lvl9pPr marL="2571115" algn="l" defTabSz="642620" rtl="0" eaLnBrk="1" latinLnBrk="0" hangingPunct="1">
        <a:defRPr sz="13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6">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1648046" y="281227"/>
            <a:ext cx="457176" cy="246221"/>
          </a:xfrm>
          <a:prstGeom prst="rect">
            <a:avLst/>
          </a:prstGeom>
          <a:noFill/>
        </p:spPr>
        <p:txBody>
          <a:bodyPr wrap="none" tIns="0" bIns="0" rtlCol="0" anchor="ctr" anchorCtr="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AAC65BA3-EF8F-408F-A22D-18BBE8C1E8E8}" type="slidenum">
              <a:rPr kumimoji="0" lang="zh-CN" altLang="en-US" sz="1600" b="0" i="0" u="none" strike="noStrike" kern="1200" cap="none" spc="0" normalizeH="0" baseline="0" noProof="0" smtClean="0">
                <a:ln>
                  <a:noFill/>
                </a:ln>
                <a:solidFill>
                  <a:prstClr val="white"/>
                </a:solidFill>
                <a:effectLst/>
                <a:uLnTx/>
                <a:uFillTx/>
                <a:latin typeface="微软雅黑" panose="020B0503020204020204" pitchFamily="34" charset="-122"/>
                <a:ea typeface="微软雅黑" panose="020B0503020204020204" pitchFamily="34" charset="-122"/>
                <a:cs typeface="+mn-cs"/>
              </a:rPr>
            </a:fld>
            <a:endParaRPr kumimoji="0" lang="zh-CN" altLang="en-US"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Tree>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74" r:id="rId12"/>
    <p:sldLayoutId id="2147483775" r:id="rId13"/>
    <p:sldLayoutId id="2147483776" r:id="rId14"/>
    <p:sldLayoutId id="2147483777" r:id="rId15"/>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hdr="0" ftr="0" dt="0"/>
  <p:txStyles>
    <p:titleStyle>
      <a:lvl1pPr algn="ctr" defTabSz="914400" rtl="0" eaLnBrk="0" fontAlgn="base" hangingPunct="0">
        <a:spcBef>
          <a:spcPct val="0"/>
        </a:spcBef>
        <a:spcAft>
          <a:spcPct val="0"/>
        </a:spcAft>
        <a:defRPr sz="4400">
          <a:solidFill>
            <a:schemeClr val="tx2"/>
          </a:solidFill>
          <a:latin typeface="+mj-lt"/>
          <a:ea typeface="+mj-ea"/>
          <a:cs typeface="+mj-cs"/>
        </a:defRPr>
      </a:lvl1pPr>
      <a:lvl2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32131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64262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96456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28587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defTabSz="914400" rtl="0" eaLnBrk="0" fontAlgn="base" hangingPunct="0">
        <a:spcBef>
          <a:spcPct val="20000"/>
        </a:spcBef>
        <a:spcAft>
          <a:spcPct val="0"/>
        </a:spcAft>
        <a:buChar char="•"/>
        <a:defRPr sz="3200">
          <a:solidFill>
            <a:schemeClr val="tx1"/>
          </a:solidFill>
          <a:latin typeface="+mn-lt"/>
          <a:ea typeface="+mn-ea"/>
          <a:cs typeface="+mn-cs"/>
        </a:defRPr>
      </a:lvl1pPr>
      <a:lvl2pPr marL="743585" indent="-285750" algn="l" defTabSz="914400" rtl="0" eaLnBrk="0" fontAlgn="base" hangingPunct="0">
        <a:spcBef>
          <a:spcPct val="20000"/>
        </a:spcBef>
        <a:spcAft>
          <a:spcPct val="0"/>
        </a:spcAft>
        <a:buChar char="–"/>
        <a:defRPr sz="2800">
          <a:solidFill>
            <a:schemeClr val="tx1"/>
          </a:solidFill>
          <a:latin typeface="+mn-lt"/>
          <a:ea typeface="+mn-ea"/>
        </a:defRPr>
      </a:lvl2pPr>
      <a:lvl3pPr marL="1143000" indent="-228600" algn="l" defTabSz="914400" rtl="0" eaLnBrk="0" fontAlgn="base" hangingPunct="0">
        <a:spcBef>
          <a:spcPct val="20000"/>
        </a:spcBef>
        <a:spcAft>
          <a:spcPct val="0"/>
        </a:spcAft>
        <a:buChar char="•"/>
        <a:defRPr sz="2400">
          <a:solidFill>
            <a:schemeClr val="tx1"/>
          </a:solidFill>
          <a:latin typeface="+mn-lt"/>
          <a:ea typeface="+mn-ea"/>
        </a:defRPr>
      </a:lvl3pPr>
      <a:lvl4pPr marL="1600835" indent="-228600" algn="l" defTabSz="914400" rtl="0" eaLnBrk="0" fontAlgn="base" hangingPunct="0">
        <a:spcBef>
          <a:spcPct val="20000"/>
        </a:spcBef>
        <a:spcAft>
          <a:spcPct val="0"/>
        </a:spcAft>
        <a:buChar char="–"/>
        <a:defRPr sz="2000">
          <a:solidFill>
            <a:schemeClr val="tx1"/>
          </a:solidFill>
          <a:latin typeface="+mn-lt"/>
          <a:ea typeface="+mn-ea"/>
        </a:defRPr>
      </a:lvl4pPr>
      <a:lvl5pPr marL="2057400" indent="-228600" algn="l" defTabSz="914400" rtl="0" eaLnBrk="0" fontAlgn="base" hangingPunct="0">
        <a:spcBef>
          <a:spcPct val="20000"/>
        </a:spcBef>
        <a:spcAft>
          <a:spcPct val="0"/>
        </a:spcAft>
        <a:buChar char="»"/>
        <a:defRPr sz="2000">
          <a:solidFill>
            <a:schemeClr val="tx1"/>
          </a:solidFill>
          <a:latin typeface="+mn-lt"/>
          <a:ea typeface="+mn-ea"/>
        </a:defRPr>
      </a:lvl5pPr>
      <a:lvl6pPr marL="2378710" indent="-228600" algn="l" defTabSz="914400" rtl="0" fontAlgn="base">
        <a:spcBef>
          <a:spcPct val="20000"/>
        </a:spcBef>
        <a:spcAft>
          <a:spcPct val="0"/>
        </a:spcAft>
        <a:buChar char="»"/>
        <a:defRPr sz="2000">
          <a:solidFill>
            <a:schemeClr val="tx1"/>
          </a:solidFill>
          <a:latin typeface="+mn-lt"/>
          <a:ea typeface="+mn-ea"/>
        </a:defRPr>
      </a:lvl6pPr>
      <a:lvl7pPr marL="2700020" indent="-228600" algn="l" defTabSz="914400" rtl="0" fontAlgn="base">
        <a:spcBef>
          <a:spcPct val="20000"/>
        </a:spcBef>
        <a:spcAft>
          <a:spcPct val="0"/>
        </a:spcAft>
        <a:buChar char="»"/>
        <a:defRPr sz="2000">
          <a:solidFill>
            <a:schemeClr val="tx1"/>
          </a:solidFill>
          <a:latin typeface="+mn-lt"/>
          <a:ea typeface="+mn-ea"/>
        </a:defRPr>
      </a:lvl7pPr>
      <a:lvl8pPr marL="3021330" indent="-228600" algn="l" defTabSz="914400" rtl="0" fontAlgn="base">
        <a:spcBef>
          <a:spcPct val="20000"/>
        </a:spcBef>
        <a:spcAft>
          <a:spcPct val="0"/>
        </a:spcAft>
        <a:buChar char="»"/>
        <a:defRPr sz="2000">
          <a:solidFill>
            <a:schemeClr val="tx1"/>
          </a:solidFill>
          <a:latin typeface="+mn-lt"/>
          <a:ea typeface="+mn-ea"/>
        </a:defRPr>
      </a:lvl8pPr>
      <a:lvl9pPr marL="3342640" indent="-228600" algn="l" defTabSz="914400"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50440" algn="l" defTabSz="642620" rtl="0" eaLnBrk="1" latinLnBrk="0" hangingPunct="1">
        <a:defRPr sz="1300" kern="1200">
          <a:solidFill>
            <a:schemeClr val="tx1"/>
          </a:solidFill>
          <a:latin typeface="+mn-lt"/>
          <a:ea typeface="+mn-ea"/>
          <a:cs typeface="+mn-cs"/>
        </a:defRPr>
      </a:lvl8pPr>
      <a:lvl9pPr marL="2571750" algn="l" defTabSz="642620" rtl="0" eaLnBrk="1" latinLnBrk="0" hangingPunct="1">
        <a:defRPr sz="13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21">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1648046" y="281227"/>
            <a:ext cx="457176" cy="246221"/>
          </a:xfrm>
          <a:prstGeom prst="rect">
            <a:avLst/>
          </a:prstGeom>
          <a:noFill/>
        </p:spPr>
        <p:txBody>
          <a:bodyPr wrap="none" tIns="0" bIns="0" rtlCol="0" anchor="ctr" anchorCtr="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D203FF89-D6BC-427F-AEEF-1C1BC6695141}" type="slidenum">
              <a:rPr kumimoji="0" lang="zh-CN" altLang="en-US" sz="1600" b="0" i="0" u="none" strike="noStrike" kern="1200" cap="none" spc="0" normalizeH="0" baseline="0" noProof="0" smtClean="0">
                <a:ln>
                  <a:noFill/>
                </a:ln>
                <a:solidFill>
                  <a:prstClr val="white"/>
                </a:solidFill>
                <a:effectLst/>
                <a:uLnTx/>
                <a:uFillTx/>
                <a:latin typeface="微软雅黑" panose="020B0503020204020204" pitchFamily="34" charset="-122"/>
                <a:ea typeface="微软雅黑" panose="020B0503020204020204" pitchFamily="34" charset="-122"/>
                <a:cs typeface="+mn-cs"/>
              </a:rPr>
            </a:fld>
            <a:endParaRPr kumimoji="0" lang="zh-CN" altLang="en-US"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Tree>
  </p:cSld>
  <p:clrMap bg1="lt1" tx1="dk1" bg2="lt2" tx2="dk2" accent1="accent1" accent2="accent2" accent3="accent3" accent4="accent4" accent5="accent5" accent6="accent6" hlink="hlink" folHlink="folHlink"/>
  <p:sldLayoutIdLst>
    <p:sldLayoutId id="2147483779"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 id="2147483790" r:id="rId12"/>
    <p:sldLayoutId id="2147483791" r:id="rId13"/>
    <p:sldLayoutId id="2147483792" r:id="rId14"/>
    <p:sldLayoutId id="2147483793" r:id="rId15"/>
    <p:sldLayoutId id="2147483794" r:id="rId16"/>
    <p:sldLayoutId id="2147483795" r:id="rId17"/>
    <p:sldLayoutId id="2147483796" r:id="rId18"/>
    <p:sldLayoutId id="2147483797" r:id="rId19"/>
    <p:sldLayoutId id="2147483798" r:id="rId20"/>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hdr="0" ftr="0" dt="0"/>
  <p:txStyles>
    <p:titleStyle>
      <a:lvl1pPr algn="ctr" defTabSz="914400" rtl="0" eaLnBrk="0" fontAlgn="base" hangingPunct="0">
        <a:spcBef>
          <a:spcPct val="0"/>
        </a:spcBef>
        <a:spcAft>
          <a:spcPct val="0"/>
        </a:spcAft>
        <a:defRPr sz="4400">
          <a:solidFill>
            <a:schemeClr val="tx2"/>
          </a:solidFill>
          <a:latin typeface="+mj-lt"/>
          <a:ea typeface="+mj-ea"/>
          <a:cs typeface="+mj-cs"/>
        </a:defRPr>
      </a:lvl1pPr>
      <a:lvl2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32131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64262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96456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28587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defTabSz="914400" rtl="0" eaLnBrk="0" fontAlgn="base" hangingPunct="0">
        <a:spcBef>
          <a:spcPct val="20000"/>
        </a:spcBef>
        <a:spcAft>
          <a:spcPct val="0"/>
        </a:spcAft>
        <a:buChar char="•"/>
        <a:defRPr sz="3200">
          <a:solidFill>
            <a:schemeClr val="tx1"/>
          </a:solidFill>
          <a:latin typeface="+mn-lt"/>
          <a:ea typeface="+mn-ea"/>
          <a:cs typeface="+mn-cs"/>
        </a:defRPr>
      </a:lvl1pPr>
      <a:lvl2pPr marL="743585" indent="-285750" algn="l" defTabSz="914400" rtl="0" eaLnBrk="0" fontAlgn="base" hangingPunct="0">
        <a:spcBef>
          <a:spcPct val="20000"/>
        </a:spcBef>
        <a:spcAft>
          <a:spcPct val="0"/>
        </a:spcAft>
        <a:buChar char="–"/>
        <a:defRPr sz="2800">
          <a:solidFill>
            <a:schemeClr val="tx1"/>
          </a:solidFill>
          <a:latin typeface="+mn-lt"/>
          <a:ea typeface="+mn-ea"/>
        </a:defRPr>
      </a:lvl2pPr>
      <a:lvl3pPr marL="1143000" indent="-228600" algn="l" defTabSz="914400" rtl="0" eaLnBrk="0" fontAlgn="base" hangingPunct="0">
        <a:spcBef>
          <a:spcPct val="20000"/>
        </a:spcBef>
        <a:spcAft>
          <a:spcPct val="0"/>
        </a:spcAft>
        <a:buChar char="•"/>
        <a:defRPr sz="2400">
          <a:solidFill>
            <a:schemeClr val="tx1"/>
          </a:solidFill>
          <a:latin typeface="+mn-lt"/>
          <a:ea typeface="+mn-ea"/>
        </a:defRPr>
      </a:lvl3pPr>
      <a:lvl4pPr marL="1600835" indent="-228600" algn="l" defTabSz="914400" rtl="0" eaLnBrk="0" fontAlgn="base" hangingPunct="0">
        <a:spcBef>
          <a:spcPct val="20000"/>
        </a:spcBef>
        <a:spcAft>
          <a:spcPct val="0"/>
        </a:spcAft>
        <a:buChar char="–"/>
        <a:defRPr sz="2000">
          <a:solidFill>
            <a:schemeClr val="tx1"/>
          </a:solidFill>
          <a:latin typeface="+mn-lt"/>
          <a:ea typeface="+mn-ea"/>
        </a:defRPr>
      </a:lvl4pPr>
      <a:lvl5pPr marL="2057400" indent="-228600" algn="l" defTabSz="914400" rtl="0" eaLnBrk="0" fontAlgn="base" hangingPunct="0">
        <a:spcBef>
          <a:spcPct val="20000"/>
        </a:spcBef>
        <a:spcAft>
          <a:spcPct val="0"/>
        </a:spcAft>
        <a:buChar char="»"/>
        <a:defRPr sz="2000">
          <a:solidFill>
            <a:schemeClr val="tx1"/>
          </a:solidFill>
          <a:latin typeface="+mn-lt"/>
          <a:ea typeface="+mn-ea"/>
        </a:defRPr>
      </a:lvl5pPr>
      <a:lvl6pPr marL="2378710" indent="-228600" algn="l" defTabSz="914400" rtl="0" fontAlgn="base">
        <a:spcBef>
          <a:spcPct val="20000"/>
        </a:spcBef>
        <a:spcAft>
          <a:spcPct val="0"/>
        </a:spcAft>
        <a:buChar char="»"/>
        <a:defRPr sz="2000">
          <a:solidFill>
            <a:schemeClr val="tx1"/>
          </a:solidFill>
          <a:latin typeface="+mn-lt"/>
          <a:ea typeface="+mn-ea"/>
        </a:defRPr>
      </a:lvl6pPr>
      <a:lvl7pPr marL="2700020" indent="-228600" algn="l" defTabSz="914400" rtl="0" fontAlgn="base">
        <a:spcBef>
          <a:spcPct val="20000"/>
        </a:spcBef>
        <a:spcAft>
          <a:spcPct val="0"/>
        </a:spcAft>
        <a:buChar char="»"/>
        <a:defRPr sz="2000">
          <a:solidFill>
            <a:schemeClr val="tx1"/>
          </a:solidFill>
          <a:latin typeface="+mn-lt"/>
          <a:ea typeface="+mn-ea"/>
        </a:defRPr>
      </a:lvl7pPr>
      <a:lvl8pPr marL="3021330" indent="-228600" algn="l" defTabSz="914400" rtl="0" fontAlgn="base">
        <a:spcBef>
          <a:spcPct val="20000"/>
        </a:spcBef>
        <a:spcAft>
          <a:spcPct val="0"/>
        </a:spcAft>
        <a:buChar char="»"/>
        <a:defRPr sz="2000">
          <a:solidFill>
            <a:schemeClr val="tx1"/>
          </a:solidFill>
          <a:latin typeface="+mn-lt"/>
          <a:ea typeface="+mn-ea"/>
        </a:defRPr>
      </a:lvl8pPr>
      <a:lvl9pPr marL="3342640" indent="-228600" algn="l" defTabSz="914400"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50440" algn="l" defTabSz="642620" rtl="0" eaLnBrk="1" latinLnBrk="0" hangingPunct="1">
        <a:defRPr sz="1300" kern="1200">
          <a:solidFill>
            <a:schemeClr val="tx1"/>
          </a:solidFill>
          <a:latin typeface="+mn-lt"/>
          <a:ea typeface="+mn-ea"/>
          <a:cs typeface="+mn-cs"/>
        </a:defRPr>
      </a:lvl8pPr>
      <a:lvl9pPr marL="2571750" algn="l" defTabSz="642620" rtl="0" eaLnBrk="1" latinLnBrk="0" hangingPunct="1">
        <a:defRPr sz="13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17"/>
          <p:cNvSpPr>
            <a:spLocks noChangeArrowheads="1"/>
          </p:cNvSpPr>
          <p:nvPr/>
        </p:nvSpPr>
        <p:spPr bwMode="gray">
          <a:xfrm>
            <a:off x="1595" y="10"/>
            <a:ext cx="12190412" cy="2557463"/>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anchor="ctr"/>
          <a:lstStyle/>
          <a:p>
            <a:pPr algn="ctr">
              <a:defRPr/>
            </a:pPr>
            <a:endParaRPr lang="zh-CN" altLang="en-US" sz="2400">
              <a:solidFill>
                <a:srgbClr val="093575"/>
              </a:solidFill>
              <a:latin typeface="Arial" panose="020B0604020202020204" pitchFamily="34" charset="0"/>
              <a:ea typeface="宋体" panose="02010600030101010101" pitchFamily="2" charset="-122"/>
            </a:endParaRPr>
          </a:p>
        </p:txBody>
      </p:sp>
      <p:grpSp>
        <p:nvGrpSpPr>
          <p:cNvPr id="8" name="Group 18"/>
          <p:cNvGrpSpPr/>
          <p:nvPr/>
        </p:nvGrpSpPr>
        <p:grpSpPr bwMode="auto">
          <a:xfrm>
            <a:off x="827198" y="317504"/>
            <a:ext cx="10742124" cy="2600325"/>
            <a:chOff x="664" y="1951"/>
            <a:chExt cx="4308" cy="2120"/>
          </a:xfrm>
        </p:grpSpPr>
        <p:sp>
          <p:nvSpPr>
            <p:cNvPr id="9" name="Freeform 19"/>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 name="Freeform 20"/>
            <p:cNvSpPr/>
            <p:nvPr/>
          </p:nvSpPr>
          <p:spPr bwMode="invGray">
            <a:xfrm>
              <a:off x="703" y="2231"/>
              <a:ext cx="33" cy="27"/>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 name="Freeform 21"/>
            <p:cNvSpPr/>
            <p:nvPr/>
          </p:nvSpPr>
          <p:spPr bwMode="invGray">
            <a:xfrm>
              <a:off x="1010" y="2354"/>
              <a:ext cx="39" cy="31"/>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2" name="Freeform 22"/>
            <p:cNvSpPr/>
            <p:nvPr/>
          </p:nvSpPr>
          <p:spPr bwMode="invGray">
            <a:xfrm>
              <a:off x="1792" y="2410"/>
              <a:ext cx="98" cy="71"/>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3" name="Freeform 23"/>
            <p:cNvSpPr/>
            <p:nvPr/>
          </p:nvSpPr>
          <p:spPr bwMode="invGray">
            <a:xfrm>
              <a:off x="1318" y="2794"/>
              <a:ext cx="158" cy="83"/>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4" name="Freeform 24"/>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5" name="Freeform 25"/>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6" name="Freeform 26"/>
            <p:cNvSpPr/>
            <p:nvPr/>
          </p:nvSpPr>
          <p:spPr bwMode="invGray">
            <a:xfrm>
              <a:off x="1609" y="2885"/>
              <a:ext cx="12" cy="26"/>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7" name="Freeform 27"/>
            <p:cNvSpPr/>
            <p:nvPr/>
          </p:nvSpPr>
          <p:spPr bwMode="invGray">
            <a:xfrm>
              <a:off x="1426" y="2039"/>
              <a:ext cx="180" cy="87"/>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8" name="Freeform 28"/>
            <p:cNvSpPr/>
            <p:nvPr/>
          </p:nvSpPr>
          <p:spPr bwMode="invGray">
            <a:xfrm>
              <a:off x="1506" y="1998"/>
              <a:ext cx="146" cy="61"/>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9" name="Freeform 29"/>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0" name="Freeform 30"/>
            <p:cNvSpPr/>
            <p:nvPr/>
          </p:nvSpPr>
          <p:spPr bwMode="invGray">
            <a:xfrm>
              <a:off x="1709" y="1987"/>
              <a:ext cx="44" cy="39"/>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1" name="Freeform 31"/>
            <p:cNvSpPr/>
            <p:nvPr/>
          </p:nvSpPr>
          <p:spPr bwMode="invGray">
            <a:xfrm>
              <a:off x="1625" y="2057"/>
              <a:ext cx="65" cy="41"/>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2" name="Freeform 32"/>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3" name="Freeform 33"/>
            <p:cNvSpPr/>
            <p:nvPr/>
          </p:nvSpPr>
          <p:spPr bwMode="invGray">
            <a:xfrm>
              <a:off x="1664" y="2029"/>
              <a:ext cx="64" cy="36"/>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4" name="Freeform 34"/>
            <p:cNvSpPr/>
            <p:nvPr/>
          </p:nvSpPr>
          <p:spPr bwMode="invGray">
            <a:xfrm>
              <a:off x="1637" y="1998"/>
              <a:ext cx="44" cy="23"/>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5" name="Freeform 35"/>
            <p:cNvSpPr/>
            <p:nvPr/>
          </p:nvSpPr>
          <p:spPr bwMode="invGray">
            <a:xfrm>
              <a:off x="1751" y="2000"/>
              <a:ext cx="116" cy="79"/>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6" name="Freeform 36"/>
            <p:cNvSpPr/>
            <p:nvPr/>
          </p:nvSpPr>
          <p:spPr bwMode="invGray">
            <a:xfrm>
              <a:off x="664" y="2246"/>
              <a:ext cx="25" cy="14"/>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7" name="Freeform 37"/>
            <p:cNvSpPr/>
            <p:nvPr/>
          </p:nvSpPr>
          <p:spPr bwMode="invGray">
            <a:xfrm>
              <a:off x="1421" y="2756"/>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8" name="Freeform 38"/>
            <p:cNvSpPr/>
            <p:nvPr/>
          </p:nvSpPr>
          <p:spPr bwMode="invGray">
            <a:xfrm>
              <a:off x="1424" y="2781"/>
              <a:ext cx="16"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9" name="Freeform 39"/>
            <p:cNvSpPr/>
            <p:nvPr/>
          </p:nvSpPr>
          <p:spPr bwMode="invGray">
            <a:xfrm>
              <a:off x="1628" y="2913"/>
              <a:ext cx="15"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0" name="Freeform 40"/>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1" name="Freeform 41"/>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2" name="Freeform 42"/>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3" name="Freeform 43"/>
            <p:cNvSpPr/>
            <p:nvPr/>
          </p:nvSpPr>
          <p:spPr bwMode="invGray">
            <a:xfrm>
              <a:off x="1780" y="2153"/>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4" name="Freeform 44"/>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5" name="Freeform 45"/>
            <p:cNvSpPr/>
            <p:nvPr/>
          </p:nvSpPr>
          <p:spPr bwMode="invGray">
            <a:xfrm>
              <a:off x="2009" y="2135"/>
              <a:ext cx="39" cy="25"/>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6" name="Freeform 46"/>
            <p:cNvSpPr/>
            <p:nvPr/>
          </p:nvSpPr>
          <p:spPr bwMode="invGray">
            <a:xfrm>
              <a:off x="2292" y="2201"/>
              <a:ext cx="127"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7" name="Freeform 47"/>
            <p:cNvSpPr/>
            <p:nvPr/>
          </p:nvSpPr>
          <p:spPr bwMode="invGray">
            <a:xfrm>
              <a:off x="2393" y="2038"/>
              <a:ext cx="39" cy="26"/>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8" name="Freeform 48"/>
            <p:cNvSpPr/>
            <p:nvPr/>
          </p:nvSpPr>
          <p:spPr bwMode="invGray">
            <a:xfrm>
              <a:off x="2662" y="2005"/>
              <a:ext cx="155" cy="62"/>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9" name="Freeform 49"/>
            <p:cNvSpPr/>
            <p:nvPr/>
          </p:nvSpPr>
          <p:spPr bwMode="invGray">
            <a:xfrm>
              <a:off x="2759" y="2039"/>
              <a:ext cx="48" cy="19"/>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0" name="Freeform 50"/>
            <p:cNvSpPr/>
            <p:nvPr/>
          </p:nvSpPr>
          <p:spPr bwMode="invGray">
            <a:xfrm>
              <a:off x="2467" y="2311"/>
              <a:ext cx="110"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1" name="Freeform 51"/>
            <p:cNvSpPr/>
            <p:nvPr/>
          </p:nvSpPr>
          <p:spPr bwMode="invGray">
            <a:xfrm>
              <a:off x="2413" y="2359"/>
              <a:ext cx="69" cy="70"/>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2" name="Freeform 52"/>
            <p:cNvSpPr/>
            <p:nvPr/>
          </p:nvSpPr>
          <p:spPr bwMode="invGray">
            <a:xfrm>
              <a:off x="4099" y="3502"/>
              <a:ext cx="474" cy="493"/>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3" name="Freeform 53"/>
            <p:cNvSpPr/>
            <p:nvPr/>
          </p:nvSpPr>
          <p:spPr bwMode="invGray">
            <a:xfrm>
              <a:off x="4246" y="3241"/>
              <a:ext cx="319" cy="207"/>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4" name="Freeform 54"/>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5" name="Freeform 55"/>
            <p:cNvSpPr/>
            <p:nvPr/>
          </p:nvSpPr>
          <p:spPr bwMode="invGray">
            <a:xfrm>
              <a:off x="4485" y="4013"/>
              <a:ext cx="44"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6" name="Freeform 56"/>
            <p:cNvSpPr/>
            <p:nvPr/>
          </p:nvSpPr>
          <p:spPr bwMode="invGray">
            <a:xfrm>
              <a:off x="4621" y="3923"/>
              <a:ext cx="163" cy="84"/>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7" name="Freeform 57"/>
            <p:cNvSpPr/>
            <p:nvPr/>
          </p:nvSpPr>
          <p:spPr bwMode="invGray">
            <a:xfrm>
              <a:off x="4791" y="3872"/>
              <a:ext cx="104" cy="93"/>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8" name="Freeform 58"/>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9" name="Freeform 59"/>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0" name="Freeform 60"/>
            <p:cNvSpPr/>
            <p:nvPr/>
          </p:nvSpPr>
          <p:spPr bwMode="invGray">
            <a:xfrm>
              <a:off x="3655" y="3034"/>
              <a:ext cx="49" cy="58"/>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1" name="Freeform 61"/>
            <p:cNvSpPr/>
            <p:nvPr/>
          </p:nvSpPr>
          <p:spPr bwMode="invGray">
            <a:xfrm>
              <a:off x="3988" y="3100"/>
              <a:ext cx="111" cy="181"/>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2" name="Freeform 62"/>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3" name="Freeform 63"/>
            <p:cNvSpPr/>
            <p:nvPr/>
          </p:nvSpPr>
          <p:spPr bwMode="invGray">
            <a:xfrm>
              <a:off x="3943" y="3153"/>
              <a:ext cx="40" cy="132"/>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4" name="Freeform 64"/>
            <p:cNvSpPr/>
            <p:nvPr/>
          </p:nvSpPr>
          <p:spPr bwMode="invGray">
            <a:xfrm>
              <a:off x="3988" y="3291"/>
              <a:ext cx="65" cy="53"/>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5" name="Freeform 65"/>
            <p:cNvSpPr/>
            <p:nvPr/>
          </p:nvSpPr>
          <p:spPr bwMode="invGray">
            <a:xfrm>
              <a:off x="4092" y="3195"/>
              <a:ext cx="86" cy="118"/>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6" name="Freeform 66"/>
            <p:cNvSpPr/>
            <p:nvPr/>
          </p:nvSpPr>
          <p:spPr bwMode="invGray">
            <a:xfrm>
              <a:off x="4064" y="2777"/>
              <a:ext cx="21" cy="70"/>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7" name="Freeform 67"/>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8" name="Freeform 68"/>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9" name="Freeform 69"/>
            <p:cNvSpPr/>
            <p:nvPr/>
          </p:nvSpPr>
          <p:spPr bwMode="invGray">
            <a:xfrm>
              <a:off x="4197" y="3193"/>
              <a:ext cx="29" cy="48"/>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0" name="Freeform 70"/>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1" name="Freeform 71"/>
            <p:cNvSpPr/>
            <p:nvPr/>
          </p:nvSpPr>
          <p:spPr bwMode="invGray">
            <a:xfrm>
              <a:off x="4208" y="3265"/>
              <a:ext cx="45" cy="39"/>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2" name="Freeform 72"/>
            <p:cNvSpPr/>
            <p:nvPr/>
          </p:nvSpPr>
          <p:spPr bwMode="invGray">
            <a:xfrm>
              <a:off x="4277" y="3335"/>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3" name="Freeform 73"/>
            <p:cNvSpPr/>
            <p:nvPr/>
          </p:nvSpPr>
          <p:spPr bwMode="invGray">
            <a:xfrm>
              <a:off x="4544" y="3293"/>
              <a:ext cx="46" cy="45"/>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4" name="Freeform 74"/>
            <p:cNvSpPr/>
            <p:nvPr/>
          </p:nvSpPr>
          <p:spPr bwMode="invGray">
            <a:xfrm>
              <a:off x="4147" y="3351"/>
              <a:ext cx="46" cy="49"/>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5" name="Freeform 75"/>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6" name="Freeform 76"/>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7" name="Freeform 77"/>
            <p:cNvSpPr/>
            <p:nvPr/>
          </p:nvSpPr>
          <p:spPr bwMode="invGray">
            <a:xfrm>
              <a:off x="4111" y="3351"/>
              <a:ext cx="33" cy="26"/>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8" name="Freeform 78"/>
            <p:cNvSpPr/>
            <p:nvPr/>
          </p:nvSpPr>
          <p:spPr bwMode="invGray">
            <a:xfrm>
              <a:off x="4062" y="3021"/>
              <a:ext cx="27" cy="53"/>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9" name="Freeform 79"/>
            <p:cNvSpPr/>
            <p:nvPr/>
          </p:nvSpPr>
          <p:spPr bwMode="invGray">
            <a:xfrm>
              <a:off x="4113" y="3012"/>
              <a:ext cx="19" cy="53"/>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0" name="Freeform 80"/>
            <p:cNvSpPr/>
            <p:nvPr/>
          </p:nvSpPr>
          <p:spPr bwMode="invGray">
            <a:xfrm>
              <a:off x="4135" y="2995"/>
              <a:ext cx="9"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1" name="Freeform 81"/>
            <p:cNvSpPr/>
            <p:nvPr/>
          </p:nvSpPr>
          <p:spPr bwMode="invGray">
            <a:xfrm>
              <a:off x="4145" y="3007"/>
              <a:ext cx="21" cy="45"/>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2" name="Freeform 82"/>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3" name="Freeform 83"/>
            <p:cNvSpPr/>
            <p:nvPr/>
          </p:nvSpPr>
          <p:spPr bwMode="invGray">
            <a:xfrm>
              <a:off x="3866" y="3052"/>
              <a:ext cx="10"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4" name="Freeform 84"/>
            <p:cNvSpPr/>
            <p:nvPr/>
          </p:nvSpPr>
          <p:spPr bwMode="invGray">
            <a:xfrm>
              <a:off x="3862" y="3036"/>
              <a:ext cx="12" cy="13"/>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5" name="Freeform 85"/>
            <p:cNvSpPr/>
            <p:nvPr/>
          </p:nvSpPr>
          <p:spPr bwMode="invGray">
            <a:xfrm>
              <a:off x="3850" y="2995"/>
              <a:ext cx="11" cy="17"/>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6" name="Freeform 86"/>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7" name="Freeform 87"/>
            <p:cNvSpPr/>
            <p:nvPr/>
          </p:nvSpPr>
          <p:spPr bwMode="invGray">
            <a:xfrm>
              <a:off x="4688" y="3643"/>
              <a:ext cx="45" cy="61"/>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8" name="Freeform 88"/>
            <p:cNvSpPr/>
            <p:nvPr/>
          </p:nvSpPr>
          <p:spPr bwMode="invGray">
            <a:xfrm>
              <a:off x="4919" y="3593"/>
              <a:ext cx="53" cy="47"/>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9" name="Freeform 89"/>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0" name="Freeform 90"/>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1" name="Freeform 91"/>
            <p:cNvSpPr/>
            <p:nvPr/>
          </p:nvSpPr>
          <p:spPr bwMode="invGray">
            <a:xfrm>
              <a:off x="4598" y="3351"/>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2" name="Freeform 92"/>
            <p:cNvSpPr/>
            <p:nvPr/>
          </p:nvSpPr>
          <p:spPr bwMode="invGray">
            <a:xfrm>
              <a:off x="4632" y="3395"/>
              <a:ext cx="26" cy="34"/>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3" name="Freeform 93"/>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4" name="Freeform 94"/>
            <p:cNvSpPr/>
            <p:nvPr/>
          </p:nvSpPr>
          <p:spPr bwMode="invGray">
            <a:xfrm>
              <a:off x="4693" y="3448"/>
              <a:ext cx="28" cy="27"/>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5" name="Freeform 95"/>
            <p:cNvSpPr/>
            <p:nvPr/>
          </p:nvSpPr>
          <p:spPr bwMode="invGray">
            <a:xfrm>
              <a:off x="4683" y="3414"/>
              <a:ext cx="27" cy="19"/>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6" name="Freeform 96"/>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7" name="Freeform 97"/>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8" name="Freeform 98"/>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9" name="Freeform 99"/>
            <p:cNvSpPr/>
            <p:nvPr/>
          </p:nvSpPr>
          <p:spPr bwMode="invGray">
            <a:xfrm>
              <a:off x="3055" y="2051"/>
              <a:ext cx="141" cy="109"/>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0" name="Freeform 100"/>
            <p:cNvSpPr/>
            <p:nvPr/>
          </p:nvSpPr>
          <p:spPr bwMode="invGray">
            <a:xfrm>
              <a:off x="3139" y="2155"/>
              <a:ext cx="39"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1" name="Freeform 101"/>
            <p:cNvSpPr/>
            <p:nvPr/>
          </p:nvSpPr>
          <p:spPr bwMode="invGray">
            <a:xfrm>
              <a:off x="3344" y="1998"/>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2" name="Freeform 102"/>
            <p:cNvSpPr/>
            <p:nvPr/>
          </p:nvSpPr>
          <p:spPr bwMode="invGray">
            <a:xfrm>
              <a:off x="3374" y="2012"/>
              <a:ext cx="50" cy="18"/>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3" name="Freeform 103"/>
            <p:cNvSpPr/>
            <p:nvPr/>
          </p:nvSpPr>
          <p:spPr bwMode="invGray">
            <a:xfrm>
              <a:off x="3428" y="2014"/>
              <a:ext cx="50" cy="31"/>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4" name="Freeform 104"/>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5" name="Freeform 105"/>
            <p:cNvSpPr/>
            <p:nvPr/>
          </p:nvSpPr>
          <p:spPr bwMode="invGray">
            <a:xfrm>
              <a:off x="3867" y="2042"/>
              <a:ext cx="44" cy="26"/>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6" name="Freeform 106"/>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7" name="Freeform 107"/>
            <p:cNvSpPr/>
            <p:nvPr/>
          </p:nvSpPr>
          <p:spPr bwMode="invGray">
            <a:xfrm>
              <a:off x="4098" y="2294"/>
              <a:ext cx="74"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8" name="Freeform 108"/>
            <p:cNvSpPr/>
            <p:nvPr/>
          </p:nvSpPr>
          <p:spPr bwMode="invGray">
            <a:xfrm>
              <a:off x="4159" y="2412"/>
              <a:ext cx="55" cy="80"/>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9" name="Freeform 109"/>
            <p:cNvSpPr/>
            <p:nvPr/>
          </p:nvSpPr>
          <p:spPr bwMode="invGray">
            <a:xfrm>
              <a:off x="4123" y="2492"/>
              <a:ext cx="109" cy="192"/>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0" name="Freeform 110"/>
            <p:cNvSpPr/>
            <p:nvPr/>
          </p:nvSpPr>
          <p:spPr bwMode="invGray">
            <a:xfrm>
              <a:off x="3062" y="1989"/>
              <a:ext cx="50" cy="31"/>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1" name="Freeform 111"/>
            <p:cNvSpPr/>
            <p:nvPr/>
          </p:nvSpPr>
          <p:spPr bwMode="invGray">
            <a:xfrm>
              <a:off x="2955" y="1998"/>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2" name="Freeform 112"/>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3" name="Freeform 113"/>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4" name="Freeform 114"/>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5" name="Freeform 115"/>
            <p:cNvSpPr/>
            <p:nvPr/>
          </p:nvSpPr>
          <p:spPr bwMode="invGray">
            <a:xfrm>
              <a:off x="4162" y="2021"/>
              <a:ext cx="18" cy="32"/>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6" name="Freeform 116"/>
            <p:cNvSpPr/>
            <p:nvPr/>
          </p:nvSpPr>
          <p:spPr bwMode="invGray">
            <a:xfrm>
              <a:off x="3278" y="3473"/>
              <a:ext cx="31" cy="16"/>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7" name="Freeform 117"/>
            <p:cNvSpPr/>
            <p:nvPr/>
          </p:nvSpPr>
          <p:spPr bwMode="invGray">
            <a:xfrm>
              <a:off x="3318" y="3467"/>
              <a:ext cx="10"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8" name="Freeform 118"/>
            <p:cNvSpPr/>
            <p:nvPr/>
          </p:nvSpPr>
          <p:spPr bwMode="invGray">
            <a:xfrm>
              <a:off x="3251" y="3311"/>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9" name="Freeform 119"/>
            <p:cNvSpPr/>
            <p:nvPr/>
          </p:nvSpPr>
          <p:spPr bwMode="invGray">
            <a:xfrm>
              <a:off x="3311" y="3239"/>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0" name="Freeform 120"/>
            <p:cNvSpPr/>
            <p:nvPr/>
          </p:nvSpPr>
          <p:spPr bwMode="invGray">
            <a:xfrm>
              <a:off x="3287" y="3237"/>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1" name="Freeform 121"/>
            <p:cNvSpPr/>
            <p:nvPr/>
          </p:nvSpPr>
          <p:spPr bwMode="invGray">
            <a:xfrm>
              <a:off x="3276" y="3259"/>
              <a:ext cx="9"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2" name="Freeform 122"/>
            <p:cNvSpPr/>
            <p:nvPr/>
          </p:nvSpPr>
          <p:spPr bwMode="invGray">
            <a:xfrm>
              <a:off x="3251" y="3294"/>
              <a:ext cx="9" cy="13"/>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3" name="Freeform 123"/>
            <p:cNvSpPr/>
            <p:nvPr/>
          </p:nvSpPr>
          <p:spPr bwMode="invGray">
            <a:xfrm>
              <a:off x="3270" y="3282"/>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4" name="Freeform 124"/>
            <p:cNvSpPr/>
            <p:nvPr/>
          </p:nvSpPr>
          <p:spPr bwMode="invGray">
            <a:xfrm>
              <a:off x="2537" y="2293"/>
              <a:ext cx="10" cy="17"/>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5" name="Freeform 125"/>
            <p:cNvSpPr/>
            <p:nvPr/>
          </p:nvSpPr>
          <p:spPr bwMode="invGray">
            <a:xfrm>
              <a:off x="2476" y="2258"/>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6" name="Freeform 126"/>
            <p:cNvSpPr/>
            <p:nvPr/>
          </p:nvSpPr>
          <p:spPr bwMode="invGray">
            <a:xfrm>
              <a:off x="2238" y="2042"/>
              <a:ext cx="2059" cy="1645"/>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grpSp>
      <p:sp>
        <p:nvSpPr>
          <p:cNvPr id="120" name="Line 136"/>
          <p:cNvSpPr>
            <a:spLocks noChangeShapeType="1"/>
          </p:cNvSpPr>
          <p:nvPr/>
        </p:nvSpPr>
        <p:spPr bwMode="auto">
          <a:xfrm>
            <a:off x="46553" y="688504"/>
            <a:ext cx="8919343" cy="0"/>
          </a:xfrm>
          <a:prstGeom prst="line">
            <a:avLst/>
          </a:prstGeom>
          <a:noFill/>
          <a:ln w="44450">
            <a:solidFill>
              <a:schemeClr val="accent1">
                <a:lumMod val="75000"/>
              </a:scheme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solidFill>
                <a:prstClr val="black"/>
              </a:solidFill>
            </a:endParaRPr>
          </a:p>
        </p:txBody>
      </p:sp>
      <p:sp>
        <p:nvSpPr>
          <p:cNvPr id="121" name="Rectangle 135"/>
          <p:cNvSpPr>
            <a:spLocks noChangeArrowheads="1"/>
          </p:cNvSpPr>
          <p:nvPr/>
        </p:nvSpPr>
        <p:spPr bwMode="auto">
          <a:xfrm>
            <a:off x="8892127" y="609141"/>
            <a:ext cx="1763941" cy="155575"/>
          </a:xfrm>
          <a:prstGeom prst="rect">
            <a:avLst/>
          </a:prstGeom>
          <a:solidFill>
            <a:schemeClr val="accent1">
              <a:lumMod val="75000"/>
            </a:schemeClr>
          </a:solidFill>
          <a:ln>
            <a:noFill/>
          </a:ln>
          <a:effectLst/>
        </p:spPr>
        <p:txBody>
          <a:bodyPr wrap="none" anchor="ctr"/>
          <a:lstStyle/>
          <a:p>
            <a:pPr algn="ctr"/>
            <a:endParaRPr lang="zh-CN" altLang="en-US" sz="3200">
              <a:solidFill>
                <a:prstClr val="black"/>
              </a:solidFill>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 id="2147483811" r:id="rId12"/>
    <p:sldLayoutId id="2147483812" r:id="rId13"/>
    <p:sldLayoutId id="2147483813" r:id="rId14"/>
    <p:sldLayoutId id="2147483814" r:id="rId15"/>
    <p:sldLayoutId id="2147483815" r:id="rId16"/>
    <p:sldLayoutId id="2147483816" r:id="rId17"/>
  </p:sldLayoutIdLst>
  <p:txStyles>
    <p:titleStyle>
      <a:lvl1pPr algn="ctr" defTabSz="1219200"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35"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21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7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13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09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7765" algn="l" defTabSz="1219200" rtl="0" eaLnBrk="1" latinLnBrk="0" hangingPunct="1">
        <a:defRPr sz="2400" kern="1200">
          <a:solidFill>
            <a:schemeClr val="tx1"/>
          </a:solidFill>
          <a:latin typeface="+mn-lt"/>
          <a:ea typeface="+mn-ea"/>
          <a:cs typeface="+mn-cs"/>
        </a:defRPr>
      </a:lvl5pPr>
      <a:lvl6pPr marL="3047365" algn="l" defTabSz="1219200" rtl="0" eaLnBrk="1" latinLnBrk="0" hangingPunct="1">
        <a:defRPr sz="2400" kern="1200">
          <a:solidFill>
            <a:schemeClr val="tx1"/>
          </a:solidFill>
          <a:latin typeface="+mn-lt"/>
          <a:ea typeface="+mn-ea"/>
          <a:cs typeface="+mn-cs"/>
        </a:defRPr>
      </a:lvl6pPr>
      <a:lvl7pPr marL="3656965" algn="l" defTabSz="1219200" rtl="0" eaLnBrk="1" latinLnBrk="0" hangingPunct="1">
        <a:defRPr sz="2400" kern="1200">
          <a:solidFill>
            <a:schemeClr val="tx1"/>
          </a:solidFill>
          <a:latin typeface="+mn-lt"/>
          <a:ea typeface="+mn-ea"/>
          <a:cs typeface="+mn-cs"/>
        </a:defRPr>
      </a:lvl7pPr>
      <a:lvl8pPr marL="4266565" algn="l" defTabSz="1219200" rtl="0" eaLnBrk="1" latinLnBrk="0" hangingPunct="1">
        <a:defRPr sz="2400" kern="1200">
          <a:solidFill>
            <a:schemeClr val="tx1"/>
          </a:solidFill>
          <a:latin typeface="+mn-lt"/>
          <a:ea typeface="+mn-ea"/>
          <a:cs typeface="+mn-cs"/>
        </a:defRPr>
      </a:lvl8pPr>
      <a:lvl9pPr marL="4876165" algn="l" defTabSz="1219200" rtl="0" eaLnBrk="1" latinLnBrk="0" hangingPunct="1">
        <a:defRPr sz="24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a:fillRect/>
          </a:stretch>
        </p:blipFill>
        <p:spPr>
          <a:xfrm>
            <a:off x="0" y="7"/>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4" y="9968"/>
            <a:ext cx="793019" cy="589809"/>
          </a:xfrm>
          <a:prstGeom prst="rect">
            <a:avLst/>
          </a:prstGeom>
        </p:spPr>
      </p:pic>
      <p:sp>
        <p:nvSpPr>
          <p:cNvPr id="5" name="TextBox 4"/>
          <p:cNvSpPr txBox="1"/>
          <p:nvPr userDrawn="1"/>
        </p:nvSpPr>
        <p:spPr>
          <a:xfrm>
            <a:off x="821908" y="1393540"/>
            <a:ext cx="7879080" cy="1015534"/>
          </a:xfrm>
          <a:prstGeom prst="rect">
            <a:avLst/>
          </a:prstGeom>
          <a:noFill/>
        </p:spPr>
        <p:txBody>
          <a:bodyPr wrap="none" rtlCol="0">
            <a:spAutoFit/>
          </a:bodyPr>
          <a:lstStyle/>
          <a:p>
            <a:r>
              <a:rPr lang="zh-CN" alt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818" r:id="rId1"/>
    <p:sldLayoutId id="2147483819" r:id="rId2"/>
    <p:sldLayoutId id="2147483820" r:id="rId3"/>
    <p:sldLayoutId id="2147483821" r:id="rId4"/>
    <p:sldLayoutId id="2147483822" r:id="rId5"/>
    <p:sldLayoutId id="2147483823" r:id="rId6"/>
    <p:sldLayoutId id="2147483824" r:id="rId7"/>
    <p:sldLayoutId id="2147483825" r:id="rId8"/>
    <p:sldLayoutId id="2147483826" r:id="rId9"/>
    <p:sldLayoutId id="2147483827" r:id="rId10"/>
    <p:sldLayoutId id="2147483828" r:id="rId11"/>
    <p:sldLayoutId id="2147483829" r:id="rId12"/>
    <p:sldLayoutId id="2147483830" r:id="rId13"/>
    <p:sldLayoutId id="2147483831" r:id="rId14"/>
    <p:sldLayoutId id="2147483832" r:id="rId15"/>
    <p:sldLayoutId id="2147483833" r:id="rId16"/>
    <p:sldLayoutId id="2147483834" r:id="rId17"/>
    <p:sldLayoutId id="2147483835" r:id="rId18"/>
    <p:sldLayoutId id="2147483836" r:id="rId19"/>
    <p:sldLayoutId id="2147483837" r:id="rId20"/>
    <p:sldLayoutId id="2147483838" r:id="rId21"/>
    <p:sldLayoutId id="2147483839" r:id="rId22"/>
    <p:sldLayoutId id="2147483840" r:id="rId23"/>
    <p:sldLayoutId id="2147483841" r:id="rId24"/>
    <p:sldLayoutId id="2147483842" r:id="rId25"/>
    <p:sldLayoutId id="2147483843" r:id="rId26"/>
  </p:sldLayoutIdLs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393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24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1970"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4585" indent="-161925" algn="l" rtl="0" eaLnBrk="0" fontAlgn="base" hangingPunct="0">
        <a:spcBef>
          <a:spcPct val="20000"/>
        </a:spcBef>
        <a:spcAft>
          <a:spcPct val="0"/>
        </a:spcAft>
        <a:buChar char="–"/>
        <a:defRPr sz="1400">
          <a:solidFill>
            <a:schemeClr val="tx1"/>
          </a:solidFill>
          <a:latin typeface="+mn-lt"/>
          <a:ea typeface="+mn-ea"/>
        </a:defRPr>
      </a:lvl4pPr>
      <a:lvl5pPr marL="1445895" indent="-160655" algn="l" rtl="0" eaLnBrk="0" fontAlgn="base" hangingPunct="0">
        <a:spcBef>
          <a:spcPct val="20000"/>
        </a:spcBef>
        <a:spcAft>
          <a:spcPct val="0"/>
        </a:spcAft>
        <a:buChar char="»"/>
        <a:defRPr sz="1400">
          <a:solidFill>
            <a:schemeClr val="tx1"/>
          </a:solidFill>
          <a:latin typeface="+mn-lt"/>
          <a:ea typeface="+mn-ea"/>
        </a:defRPr>
      </a:lvl5pPr>
      <a:lvl6pPr marL="1767205" indent="-160655" algn="l" rtl="0" fontAlgn="base">
        <a:spcBef>
          <a:spcPct val="20000"/>
        </a:spcBef>
        <a:spcAft>
          <a:spcPct val="0"/>
        </a:spcAft>
        <a:buChar char="»"/>
        <a:defRPr sz="1400">
          <a:solidFill>
            <a:schemeClr val="tx1"/>
          </a:solidFill>
          <a:latin typeface="+mn-lt"/>
          <a:ea typeface="+mn-ea"/>
        </a:defRPr>
      </a:lvl6pPr>
      <a:lvl7pPr marL="2088515" indent="-160655" algn="l" rtl="0" fontAlgn="base">
        <a:spcBef>
          <a:spcPct val="20000"/>
        </a:spcBef>
        <a:spcAft>
          <a:spcPct val="0"/>
        </a:spcAft>
        <a:buChar char="»"/>
        <a:defRPr sz="1400">
          <a:solidFill>
            <a:schemeClr val="tx1"/>
          </a:solidFill>
          <a:latin typeface="+mn-lt"/>
          <a:ea typeface="+mn-ea"/>
        </a:defRPr>
      </a:lvl7pPr>
      <a:lvl8pPr marL="2409825" indent="-160655" algn="l" rtl="0" fontAlgn="base">
        <a:spcBef>
          <a:spcPct val="20000"/>
        </a:spcBef>
        <a:spcAft>
          <a:spcPct val="0"/>
        </a:spcAft>
        <a:buChar char="»"/>
        <a:defRPr sz="1400">
          <a:solidFill>
            <a:schemeClr val="tx1"/>
          </a:solidFill>
          <a:latin typeface="+mn-lt"/>
          <a:ea typeface="+mn-ea"/>
        </a:defRPr>
      </a:lvl8pPr>
      <a:lvl9pPr marL="2731135"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3930" algn="l" defTabSz="642620" rtl="0" eaLnBrk="1" latinLnBrk="0" hangingPunct="1">
        <a:defRPr sz="1300" kern="1200">
          <a:solidFill>
            <a:schemeClr val="tx1"/>
          </a:solidFill>
          <a:latin typeface="+mn-lt"/>
          <a:ea typeface="+mn-ea"/>
          <a:cs typeface="+mn-cs"/>
        </a:defRPr>
      </a:lvl4pPr>
      <a:lvl5pPr marL="1285240" algn="l" defTabSz="642620" rtl="0" eaLnBrk="1" latinLnBrk="0" hangingPunct="1">
        <a:defRPr sz="1300" kern="1200">
          <a:solidFill>
            <a:schemeClr val="tx1"/>
          </a:solidFill>
          <a:latin typeface="+mn-lt"/>
          <a:ea typeface="+mn-ea"/>
          <a:cs typeface="+mn-cs"/>
        </a:defRPr>
      </a:lvl5pPr>
      <a:lvl6pPr marL="1606550" algn="l" defTabSz="642620" rtl="0" eaLnBrk="1" latinLnBrk="0" hangingPunct="1">
        <a:defRPr sz="1300" kern="1200">
          <a:solidFill>
            <a:schemeClr val="tx1"/>
          </a:solidFill>
          <a:latin typeface="+mn-lt"/>
          <a:ea typeface="+mn-ea"/>
          <a:cs typeface="+mn-cs"/>
        </a:defRPr>
      </a:lvl6pPr>
      <a:lvl7pPr marL="1927860" algn="l" defTabSz="642620" rtl="0" eaLnBrk="1" latinLnBrk="0" hangingPunct="1">
        <a:defRPr sz="1300" kern="1200">
          <a:solidFill>
            <a:schemeClr val="tx1"/>
          </a:solidFill>
          <a:latin typeface="+mn-lt"/>
          <a:ea typeface="+mn-ea"/>
          <a:cs typeface="+mn-cs"/>
        </a:defRPr>
      </a:lvl7pPr>
      <a:lvl8pPr marL="2249170" algn="l" defTabSz="642620" rtl="0" eaLnBrk="1" latinLnBrk="0" hangingPunct="1">
        <a:defRPr sz="1300" kern="1200">
          <a:solidFill>
            <a:schemeClr val="tx1"/>
          </a:solidFill>
          <a:latin typeface="+mn-lt"/>
          <a:ea typeface="+mn-ea"/>
          <a:cs typeface="+mn-cs"/>
        </a:defRPr>
      </a:lvl8pPr>
      <a:lvl9pPr marL="2570480" algn="l" defTabSz="642620" rtl="0" eaLnBrk="1" latinLnBrk="0" hangingPunct="1">
        <a:defRPr sz="13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17"/>
          <p:cNvSpPr>
            <a:spLocks noChangeArrowheads="1"/>
          </p:cNvSpPr>
          <p:nvPr/>
        </p:nvSpPr>
        <p:spPr bwMode="gray">
          <a:xfrm>
            <a:off x="1595" y="10"/>
            <a:ext cx="12190412" cy="2557463"/>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anchor="ctr"/>
          <a:lstStyle/>
          <a:p>
            <a:pPr algn="ctr">
              <a:defRPr/>
            </a:pPr>
            <a:endParaRPr lang="zh-CN" altLang="en-US" sz="3330">
              <a:solidFill>
                <a:srgbClr val="093575"/>
              </a:solidFill>
              <a:latin typeface="Arial" panose="020B0604020202020204" pitchFamily="34" charset="0"/>
              <a:ea typeface="宋体" panose="02010600030101010101" pitchFamily="2" charset="-122"/>
            </a:endParaRPr>
          </a:p>
        </p:txBody>
      </p:sp>
      <p:grpSp>
        <p:nvGrpSpPr>
          <p:cNvPr id="8" name="Group 18"/>
          <p:cNvGrpSpPr/>
          <p:nvPr/>
        </p:nvGrpSpPr>
        <p:grpSpPr bwMode="auto">
          <a:xfrm>
            <a:off x="827198" y="317504"/>
            <a:ext cx="10742124" cy="2600325"/>
            <a:chOff x="664" y="1951"/>
            <a:chExt cx="4308" cy="2120"/>
          </a:xfrm>
        </p:grpSpPr>
        <p:sp>
          <p:nvSpPr>
            <p:cNvPr id="9" name="Freeform 19"/>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 name="Freeform 20"/>
            <p:cNvSpPr/>
            <p:nvPr/>
          </p:nvSpPr>
          <p:spPr bwMode="invGray">
            <a:xfrm>
              <a:off x="703" y="2231"/>
              <a:ext cx="33" cy="27"/>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 name="Freeform 21"/>
            <p:cNvSpPr/>
            <p:nvPr/>
          </p:nvSpPr>
          <p:spPr bwMode="invGray">
            <a:xfrm>
              <a:off x="1010" y="2354"/>
              <a:ext cx="39" cy="31"/>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2" name="Freeform 22"/>
            <p:cNvSpPr/>
            <p:nvPr/>
          </p:nvSpPr>
          <p:spPr bwMode="invGray">
            <a:xfrm>
              <a:off x="1792" y="2410"/>
              <a:ext cx="98" cy="71"/>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3" name="Freeform 23"/>
            <p:cNvSpPr/>
            <p:nvPr/>
          </p:nvSpPr>
          <p:spPr bwMode="invGray">
            <a:xfrm>
              <a:off x="1318" y="2794"/>
              <a:ext cx="158" cy="83"/>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4" name="Freeform 24"/>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5" name="Freeform 25"/>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6" name="Freeform 26"/>
            <p:cNvSpPr/>
            <p:nvPr/>
          </p:nvSpPr>
          <p:spPr bwMode="invGray">
            <a:xfrm>
              <a:off x="1609" y="2885"/>
              <a:ext cx="12" cy="26"/>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7" name="Freeform 27"/>
            <p:cNvSpPr/>
            <p:nvPr/>
          </p:nvSpPr>
          <p:spPr bwMode="invGray">
            <a:xfrm>
              <a:off x="1426" y="2039"/>
              <a:ext cx="180" cy="87"/>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8" name="Freeform 28"/>
            <p:cNvSpPr/>
            <p:nvPr/>
          </p:nvSpPr>
          <p:spPr bwMode="invGray">
            <a:xfrm>
              <a:off x="1506" y="1998"/>
              <a:ext cx="146" cy="61"/>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9" name="Freeform 29"/>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0" name="Freeform 30"/>
            <p:cNvSpPr/>
            <p:nvPr/>
          </p:nvSpPr>
          <p:spPr bwMode="invGray">
            <a:xfrm>
              <a:off x="1709" y="1987"/>
              <a:ext cx="44" cy="39"/>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1" name="Freeform 31"/>
            <p:cNvSpPr/>
            <p:nvPr/>
          </p:nvSpPr>
          <p:spPr bwMode="invGray">
            <a:xfrm>
              <a:off x="1625" y="2057"/>
              <a:ext cx="65" cy="41"/>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2" name="Freeform 32"/>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3" name="Freeform 33"/>
            <p:cNvSpPr/>
            <p:nvPr/>
          </p:nvSpPr>
          <p:spPr bwMode="invGray">
            <a:xfrm>
              <a:off x="1664" y="2029"/>
              <a:ext cx="64" cy="36"/>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4" name="Freeform 34"/>
            <p:cNvSpPr/>
            <p:nvPr/>
          </p:nvSpPr>
          <p:spPr bwMode="invGray">
            <a:xfrm>
              <a:off x="1637" y="1998"/>
              <a:ext cx="44" cy="23"/>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5" name="Freeform 35"/>
            <p:cNvSpPr/>
            <p:nvPr/>
          </p:nvSpPr>
          <p:spPr bwMode="invGray">
            <a:xfrm>
              <a:off x="1751" y="2000"/>
              <a:ext cx="116" cy="79"/>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6" name="Freeform 36"/>
            <p:cNvSpPr/>
            <p:nvPr/>
          </p:nvSpPr>
          <p:spPr bwMode="invGray">
            <a:xfrm>
              <a:off x="664" y="2246"/>
              <a:ext cx="25" cy="14"/>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7" name="Freeform 37"/>
            <p:cNvSpPr/>
            <p:nvPr/>
          </p:nvSpPr>
          <p:spPr bwMode="invGray">
            <a:xfrm>
              <a:off x="1421" y="2756"/>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8" name="Freeform 38"/>
            <p:cNvSpPr/>
            <p:nvPr/>
          </p:nvSpPr>
          <p:spPr bwMode="invGray">
            <a:xfrm>
              <a:off x="1424" y="2781"/>
              <a:ext cx="16"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9" name="Freeform 39"/>
            <p:cNvSpPr/>
            <p:nvPr/>
          </p:nvSpPr>
          <p:spPr bwMode="invGray">
            <a:xfrm>
              <a:off x="1628" y="2913"/>
              <a:ext cx="15"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0" name="Freeform 40"/>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1" name="Freeform 41"/>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2" name="Freeform 42"/>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3" name="Freeform 43"/>
            <p:cNvSpPr/>
            <p:nvPr/>
          </p:nvSpPr>
          <p:spPr bwMode="invGray">
            <a:xfrm>
              <a:off x="1780" y="2153"/>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4" name="Freeform 44"/>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5" name="Freeform 45"/>
            <p:cNvSpPr/>
            <p:nvPr/>
          </p:nvSpPr>
          <p:spPr bwMode="invGray">
            <a:xfrm>
              <a:off x="2009" y="2135"/>
              <a:ext cx="39" cy="25"/>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6" name="Freeform 46"/>
            <p:cNvSpPr/>
            <p:nvPr/>
          </p:nvSpPr>
          <p:spPr bwMode="invGray">
            <a:xfrm>
              <a:off x="2292" y="2201"/>
              <a:ext cx="127"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7" name="Freeform 47"/>
            <p:cNvSpPr/>
            <p:nvPr/>
          </p:nvSpPr>
          <p:spPr bwMode="invGray">
            <a:xfrm>
              <a:off x="2393" y="2038"/>
              <a:ext cx="39" cy="26"/>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8" name="Freeform 48"/>
            <p:cNvSpPr/>
            <p:nvPr/>
          </p:nvSpPr>
          <p:spPr bwMode="invGray">
            <a:xfrm>
              <a:off x="2662" y="2005"/>
              <a:ext cx="155" cy="62"/>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9" name="Freeform 49"/>
            <p:cNvSpPr/>
            <p:nvPr/>
          </p:nvSpPr>
          <p:spPr bwMode="invGray">
            <a:xfrm>
              <a:off x="2759" y="2039"/>
              <a:ext cx="48" cy="19"/>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0" name="Freeform 50"/>
            <p:cNvSpPr/>
            <p:nvPr/>
          </p:nvSpPr>
          <p:spPr bwMode="invGray">
            <a:xfrm>
              <a:off x="2467" y="2311"/>
              <a:ext cx="110"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1" name="Freeform 51"/>
            <p:cNvSpPr/>
            <p:nvPr/>
          </p:nvSpPr>
          <p:spPr bwMode="invGray">
            <a:xfrm>
              <a:off x="2413" y="2359"/>
              <a:ext cx="69" cy="70"/>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2" name="Freeform 52"/>
            <p:cNvSpPr/>
            <p:nvPr/>
          </p:nvSpPr>
          <p:spPr bwMode="invGray">
            <a:xfrm>
              <a:off x="4099" y="3502"/>
              <a:ext cx="474" cy="493"/>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3" name="Freeform 53"/>
            <p:cNvSpPr/>
            <p:nvPr/>
          </p:nvSpPr>
          <p:spPr bwMode="invGray">
            <a:xfrm>
              <a:off x="4246" y="3241"/>
              <a:ext cx="319" cy="207"/>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4" name="Freeform 54"/>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5" name="Freeform 55"/>
            <p:cNvSpPr/>
            <p:nvPr/>
          </p:nvSpPr>
          <p:spPr bwMode="invGray">
            <a:xfrm>
              <a:off x="4485" y="4013"/>
              <a:ext cx="44"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6" name="Freeform 56"/>
            <p:cNvSpPr/>
            <p:nvPr/>
          </p:nvSpPr>
          <p:spPr bwMode="invGray">
            <a:xfrm>
              <a:off x="4621" y="3923"/>
              <a:ext cx="163" cy="84"/>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7" name="Freeform 57"/>
            <p:cNvSpPr/>
            <p:nvPr/>
          </p:nvSpPr>
          <p:spPr bwMode="invGray">
            <a:xfrm>
              <a:off x="4791" y="3872"/>
              <a:ext cx="104" cy="93"/>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8" name="Freeform 58"/>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9" name="Freeform 59"/>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0" name="Freeform 60"/>
            <p:cNvSpPr/>
            <p:nvPr/>
          </p:nvSpPr>
          <p:spPr bwMode="invGray">
            <a:xfrm>
              <a:off x="3655" y="3034"/>
              <a:ext cx="49" cy="58"/>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1" name="Freeform 61"/>
            <p:cNvSpPr/>
            <p:nvPr/>
          </p:nvSpPr>
          <p:spPr bwMode="invGray">
            <a:xfrm>
              <a:off x="3988" y="3100"/>
              <a:ext cx="111" cy="181"/>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2" name="Freeform 62"/>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3" name="Freeform 63"/>
            <p:cNvSpPr/>
            <p:nvPr/>
          </p:nvSpPr>
          <p:spPr bwMode="invGray">
            <a:xfrm>
              <a:off x="3943" y="3153"/>
              <a:ext cx="40" cy="132"/>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4" name="Freeform 64"/>
            <p:cNvSpPr/>
            <p:nvPr/>
          </p:nvSpPr>
          <p:spPr bwMode="invGray">
            <a:xfrm>
              <a:off x="3988" y="3291"/>
              <a:ext cx="65" cy="53"/>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5" name="Freeform 65"/>
            <p:cNvSpPr/>
            <p:nvPr/>
          </p:nvSpPr>
          <p:spPr bwMode="invGray">
            <a:xfrm>
              <a:off x="4092" y="3195"/>
              <a:ext cx="86" cy="118"/>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6" name="Freeform 66"/>
            <p:cNvSpPr/>
            <p:nvPr/>
          </p:nvSpPr>
          <p:spPr bwMode="invGray">
            <a:xfrm>
              <a:off x="4064" y="2777"/>
              <a:ext cx="21" cy="70"/>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7" name="Freeform 67"/>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8" name="Freeform 68"/>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9" name="Freeform 69"/>
            <p:cNvSpPr/>
            <p:nvPr/>
          </p:nvSpPr>
          <p:spPr bwMode="invGray">
            <a:xfrm>
              <a:off x="4197" y="3193"/>
              <a:ext cx="29" cy="48"/>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0" name="Freeform 70"/>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1" name="Freeform 71"/>
            <p:cNvSpPr/>
            <p:nvPr/>
          </p:nvSpPr>
          <p:spPr bwMode="invGray">
            <a:xfrm>
              <a:off x="4208" y="3265"/>
              <a:ext cx="45" cy="39"/>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2" name="Freeform 72"/>
            <p:cNvSpPr/>
            <p:nvPr/>
          </p:nvSpPr>
          <p:spPr bwMode="invGray">
            <a:xfrm>
              <a:off x="4277" y="3335"/>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3" name="Freeform 73"/>
            <p:cNvSpPr/>
            <p:nvPr/>
          </p:nvSpPr>
          <p:spPr bwMode="invGray">
            <a:xfrm>
              <a:off x="4544" y="3293"/>
              <a:ext cx="46" cy="45"/>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4" name="Freeform 74"/>
            <p:cNvSpPr/>
            <p:nvPr/>
          </p:nvSpPr>
          <p:spPr bwMode="invGray">
            <a:xfrm>
              <a:off x="4147" y="3351"/>
              <a:ext cx="46" cy="49"/>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5" name="Freeform 75"/>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6" name="Freeform 76"/>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7" name="Freeform 77"/>
            <p:cNvSpPr/>
            <p:nvPr/>
          </p:nvSpPr>
          <p:spPr bwMode="invGray">
            <a:xfrm>
              <a:off x="4111" y="3351"/>
              <a:ext cx="33" cy="26"/>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8" name="Freeform 78"/>
            <p:cNvSpPr/>
            <p:nvPr/>
          </p:nvSpPr>
          <p:spPr bwMode="invGray">
            <a:xfrm>
              <a:off x="4062" y="3021"/>
              <a:ext cx="27" cy="53"/>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9" name="Freeform 79"/>
            <p:cNvSpPr/>
            <p:nvPr/>
          </p:nvSpPr>
          <p:spPr bwMode="invGray">
            <a:xfrm>
              <a:off x="4113" y="3012"/>
              <a:ext cx="19" cy="53"/>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0" name="Freeform 80"/>
            <p:cNvSpPr/>
            <p:nvPr/>
          </p:nvSpPr>
          <p:spPr bwMode="invGray">
            <a:xfrm>
              <a:off x="4135" y="2995"/>
              <a:ext cx="9"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1" name="Freeform 81"/>
            <p:cNvSpPr/>
            <p:nvPr/>
          </p:nvSpPr>
          <p:spPr bwMode="invGray">
            <a:xfrm>
              <a:off x="4145" y="3007"/>
              <a:ext cx="21" cy="45"/>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2" name="Freeform 82"/>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3" name="Freeform 83"/>
            <p:cNvSpPr/>
            <p:nvPr/>
          </p:nvSpPr>
          <p:spPr bwMode="invGray">
            <a:xfrm>
              <a:off x="3866" y="3052"/>
              <a:ext cx="10"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4" name="Freeform 84"/>
            <p:cNvSpPr/>
            <p:nvPr/>
          </p:nvSpPr>
          <p:spPr bwMode="invGray">
            <a:xfrm>
              <a:off x="3862" y="3036"/>
              <a:ext cx="12" cy="13"/>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5" name="Freeform 85"/>
            <p:cNvSpPr/>
            <p:nvPr/>
          </p:nvSpPr>
          <p:spPr bwMode="invGray">
            <a:xfrm>
              <a:off x="3850" y="2995"/>
              <a:ext cx="11" cy="17"/>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6" name="Freeform 86"/>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7" name="Freeform 87"/>
            <p:cNvSpPr/>
            <p:nvPr/>
          </p:nvSpPr>
          <p:spPr bwMode="invGray">
            <a:xfrm>
              <a:off x="4688" y="3643"/>
              <a:ext cx="45" cy="61"/>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8" name="Freeform 88"/>
            <p:cNvSpPr/>
            <p:nvPr/>
          </p:nvSpPr>
          <p:spPr bwMode="invGray">
            <a:xfrm>
              <a:off x="4919" y="3593"/>
              <a:ext cx="53" cy="47"/>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9" name="Freeform 89"/>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0" name="Freeform 90"/>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1" name="Freeform 91"/>
            <p:cNvSpPr/>
            <p:nvPr/>
          </p:nvSpPr>
          <p:spPr bwMode="invGray">
            <a:xfrm>
              <a:off x="4598" y="3351"/>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2" name="Freeform 92"/>
            <p:cNvSpPr/>
            <p:nvPr/>
          </p:nvSpPr>
          <p:spPr bwMode="invGray">
            <a:xfrm>
              <a:off x="4632" y="3395"/>
              <a:ext cx="26" cy="34"/>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3" name="Freeform 93"/>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4" name="Freeform 94"/>
            <p:cNvSpPr/>
            <p:nvPr/>
          </p:nvSpPr>
          <p:spPr bwMode="invGray">
            <a:xfrm>
              <a:off x="4693" y="3448"/>
              <a:ext cx="28" cy="27"/>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5" name="Freeform 95"/>
            <p:cNvSpPr/>
            <p:nvPr/>
          </p:nvSpPr>
          <p:spPr bwMode="invGray">
            <a:xfrm>
              <a:off x="4683" y="3414"/>
              <a:ext cx="27" cy="19"/>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6" name="Freeform 96"/>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7" name="Freeform 97"/>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8" name="Freeform 98"/>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9" name="Freeform 99"/>
            <p:cNvSpPr/>
            <p:nvPr/>
          </p:nvSpPr>
          <p:spPr bwMode="invGray">
            <a:xfrm>
              <a:off x="3055" y="2051"/>
              <a:ext cx="141" cy="109"/>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0" name="Freeform 100"/>
            <p:cNvSpPr/>
            <p:nvPr/>
          </p:nvSpPr>
          <p:spPr bwMode="invGray">
            <a:xfrm>
              <a:off x="3139" y="2155"/>
              <a:ext cx="39"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1" name="Freeform 101"/>
            <p:cNvSpPr/>
            <p:nvPr/>
          </p:nvSpPr>
          <p:spPr bwMode="invGray">
            <a:xfrm>
              <a:off x="3344" y="1998"/>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2" name="Freeform 102"/>
            <p:cNvSpPr/>
            <p:nvPr/>
          </p:nvSpPr>
          <p:spPr bwMode="invGray">
            <a:xfrm>
              <a:off x="3374" y="2012"/>
              <a:ext cx="50" cy="18"/>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3" name="Freeform 103"/>
            <p:cNvSpPr/>
            <p:nvPr/>
          </p:nvSpPr>
          <p:spPr bwMode="invGray">
            <a:xfrm>
              <a:off x="3428" y="2014"/>
              <a:ext cx="50" cy="31"/>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4" name="Freeform 104"/>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5" name="Freeform 105"/>
            <p:cNvSpPr/>
            <p:nvPr/>
          </p:nvSpPr>
          <p:spPr bwMode="invGray">
            <a:xfrm>
              <a:off x="3867" y="2042"/>
              <a:ext cx="44" cy="26"/>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6" name="Freeform 106"/>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7" name="Freeform 107"/>
            <p:cNvSpPr/>
            <p:nvPr/>
          </p:nvSpPr>
          <p:spPr bwMode="invGray">
            <a:xfrm>
              <a:off x="4098" y="2294"/>
              <a:ext cx="74"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8" name="Freeform 108"/>
            <p:cNvSpPr/>
            <p:nvPr/>
          </p:nvSpPr>
          <p:spPr bwMode="invGray">
            <a:xfrm>
              <a:off x="4159" y="2412"/>
              <a:ext cx="55" cy="80"/>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9" name="Freeform 109"/>
            <p:cNvSpPr/>
            <p:nvPr/>
          </p:nvSpPr>
          <p:spPr bwMode="invGray">
            <a:xfrm>
              <a:off x="4123" y="2492"/>
              <a:ext cx="109" cy="192"/>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0" name="Freeform 110"/>
            <p:cNvSpPr/>
            <p:nvPr/>
          </p:nvSpPr>
          <p:spPr bwMode="invGray">
            <a:xfrm>
              <a:off x="3062" y="1989"/>
              <a:ext cx="50" cy="31"/>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1" name="Freeform 111"/>
            <p:cNvSpPr/>
            <p:nvPr/>
          </p:nvSpPr>
          <p:spPr bwMode="invGray">
            <a:xfrm>
              <a:off x="2955" y="1998"/>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2" name="Freeform 112"/>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3" name="Freeform 113"/>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4" name="Freeform 114"/>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5" name="Freeform 115"/>
            <p:cNvSpPr/>
            <p:nvPr/>
          </p:nvSpPr>
          <p:spPr bwMode="invGray">
            <a:xfrm>
              <a:off x="4162" y="2021"/>
              <a:ext cx="18" cy="32"/>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6" name="Freeform 116"/>
            <p:cNvSpPr/>
            <p:nvPr/>
          </p:nvSpPr>
          <p:spPr bwMode="invGray">
            <a:xfrm>
              <a:off x="3278" y="3473"/>
              <a:ext cx="31" cy="16"/>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7" name="Freeform 117"/>
            <p:cNvSpPr/>
            <p:nvPr/>
          </p:nvSpPr>
          <p:spPr bwMode="invGray">
            <a:xfrm>
              <a:off x="3318" y="3467"/>
              <a:ext cx="10"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8" name="Freeform 118"/>
            <p:cNvSpPr/>
            <p:nvPr/>
          </p:nvSpPr>
          <p:spPr bwMode="invGray">
            <a:xfrm>
              <a:off x="3251" y="3311"/>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9" name="Freeform 119"/>
            <p:cNvSpPr/>
            <p:nvPr/>
          </p:nvSpPr>
          <p:spPr bwMode="invGray">
            <a:xfrm>
              <a:off x="3311" y="3239"/>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0" name="Freeform 120"/>
            <p:cNvSpPr/>
            <p:nvPr/>
          </p:nvSpPr>
          <p:spPr bwMode="invGray">
            <a:xfrm>
              <a:off x="3287" y="3237"/>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1" name="Freeform 121"/>
            <p:cNvSpPr/>
            <p:nvPr/>
          </p:nvSpPr>
          <p:spPr bwMode="invGray">
            <a:xfrm>
              <a:off x="3276" y="3259"/>
              <a:ext cx="9"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2" name="Freeform 122"/>
            <p:cNvSpPr/>
            <p:nvPr/>
          </p:nvSpPr>
          <p:spPr bwMode="invGray">
            <a:xfrm>
              <a:off x="3251" y="3294"/>
              <a:ext cx="9" cy="13"/>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3" name="Freeform 123"/>
            <p:cNvSpPr/>
            <p:nvPr/>
          </p:nvSpPr>
          <p:spPr bwMode="invGray">
            <a:xfrm>
              <a:off x="3270" y="3282"/>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4" name="Freeform 124"/>
            <p:cNvSpPr/>
            <p:nvPr/>
          </p:nvSpPr>
          <p:spPr bwMode="invGray">
            <a:xfrm>
              <a:off x="2537" y="2293"/>
              <a:ext cx="10" cy="17"/>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5" name="Freeform 125"/>
            <p:cNvSpPr/>
            <p:nvPr/>
          </p:nvSpPr>
          <p:spPr bwMode="invGray">
            <a:xfrm>
              <a:off x="2476" y="2258"/>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6" name="Freeform 126"/>
            <p:cNvSpPr/>
            <p:nvPr/>
          </p:nvSpPr>
          <p:spPr bwMode="invGray">
            <a:xfrm>
              <a:off x="2238" y="2042"/>
              <a:ext cx="2059" cy="1645"/>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grpSp>
      <p:sp>
        <p:nvSpPr>
          <p:cNvPr id="120" name="Line 136"/>
          <p:cNvSpPr>
            <a:spLocks noChangeShapeType="1"/>
          </p:cNvSpPr>
          <p:nvPr/>
        </p:nvSpPr>
        <p:spPr bwMode="auto">
          <a:xfrm>
            <a:off x="46551" y="688504"/>
            <a:ext cx="8919343" cy="0"/>
          </a:xfrm>
          <a:prstGeom prst="line">
            <a:avLst/>
          </a:prstGeom>
          <a:noFill/>
          <a:ln w="44450">
            <a:solidFill>
              <a:schemeClr val="accent1">
                <a:lumMod val="75000"/>
              </a:scheme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3330">
              <a:solidFill>
                <a:prstClr val="black"/>
              </a:solidFill>
            </a:endParaRPr>
          </a:p>
        </p:txBody>
      </p:sp>
      <p:sp>
        <p:nvSpPr>
          <p:cNvPr id="121" name="Rectangle 135"/>
          <p:cNvSpPr>
            <a:spLocks noChangeArrowheads="1"/>
          </p:cNvSpPr>
          <p:nvPr/>
        </p:nvSpPr>
        <p:spPr bwMode="auto">
          <a:xfrm>
            <a:off x="8892127" y="609141"/>
            <a:ext cx="1763941" cy="155575"/>
          </a:xfrm>
          <a:prstGeom prst="rect">
            <a:avLst/>
          </a:prstGeom>
          <a:solidFill>
            <a:schemeClr val="accent1">
              <a:lumMod val="75000"/>
            </a:schemeClr>
          </a:solidFill>
          <a:ln>
            <a:noFill/>
          </a:ln>
          <a:effectLst/>
        </p:spPr>
        <p:txBody>
          <a:bodyPr wrap="none" anchor="ctr"/>
          <a:lstStyle/>
          <a:p>
            <a:pPr algn="ctr"/>
            <a:endParaRPr lang="zh-CN" altLang="en-US" sz="3200">
              <a:solidFill>
                <a:prstClr val="black"/>
              </a:solidFill>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845" r:id="rId1"/>
    <p:sldLayoutId id="2147483846" r:id="rId2"/>
    <p:sldLayoutId id="2147483847" r:id="rId3"/>
    <p:sldLayoutId id="2147483848" r:id="rId4"/>
    <p:sldLayoutId id="2147483849" r:id="rId5"/>
    <p:sldLayoutId id="2147483850" r:id="rId6"/>
    <p:sldLayoutId id="2147483851" r:id="rId7"/>
    <p:sldLayoutId id="2147483852" r:id="rId8"/>
    <p:sldLayoutId id="2147483853" r:id="rId9"/>
    <p:sldLayoutId id="2147483854" r:id="rId10"/>
    <p:sldLayoutId id="2147483855" r:id="rId11"/>
    <p:sldLayoutId id="2147483856" r:id="rId12"/>
    <p:sldLayoutId id="2147483857" r:id="rId13"/>
    <p:sldLayoutId id="2147483858" r:id="rId14"/>
    <p:sldLayoutId id="2147483859" r:id="rId15"/>
    <p:sldLayoutId id="2147483860" r:id="rId16"/>
    <p:sldLayoutId id="2147483861" r:id="rId17"/>
  </p:sldLayoutIdLst>
  <p:txStyles>
    <p:titleStyle>
      <a:lvl1pPr algn="ctr" defTabSz="1219200"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21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7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13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09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7765" algn="l" defTabSz="1219200" rtl="0" eaLnBrk="1" latinLnBrk="0" hangingPunct="1">
        <a:defRPr sz="2400" kern="1200">
          <a:solidFill>
            <a:schemeClr val="tx1"/>
          </a:solidFill>
          <a:latin typeface="+mn-lt"/>
          <a:ea typeface="+mn-ea"/>
          <a:cs typeface="+mn-cs"/>
        </a:defRPr>
      </a:lvl5pPr>
      <a:lvl6pPr marL="3047365" algn="l" defTabSz="1219200" rtl="0" eaLnBrk="1" latinLnBrk="0" hangingPunct="1">
        <a:defRPr sz="2400" kern="1200">
          <a:solidFill>
            <a:schemeClr val="tx1"/>
          </a:solidFill>
          <a:latin typeface="+mn-lt"/>
          <a:ea typeface="+mn-ea"/>
          <a:cs typeface="+mn-cs"/>
        </a:defRPr>
      </a:lvl6pPr>
      <a:lvl7pPr marL="3656965" algn="l" defTabSz="1219200" rtl="0" eaLnBrk="1" latinLnBrk="0" hangingPunct="1">
        <a:defRPr sz="2400" kern="1200">
          <a:solidFill>
            <a:schemeClr val="tx1"/>
          </a:solidFill>
          <a:latin typeface="+mn-lt"/>
          <a:ea typeface="+mn-ea"/>
          <a:cs typeface="+mn-cs"/>
        </a:defRPr>
      </a:lvl7pPr>
      <a:lvl8pPr marL="4266565" algn="l" defTabSz="1219200" rtl="0" eaLnBrk="1" latinLnBrk="0" hangingPunct="1">
        <a:defRPr sz="2400" kern="1200">
          <a:solidFill>
            <a:schemeClr val="tx1"/>
          </a:solidFill>
          <a:latin typeface="+mn-lt"/>
          <a:ea typeface="+mn-ea"/>
          <a:cs typeface="+mn-cs"/>
        </a:defRPr>
      </a:lvl8pPr>
      <a:lvl9pPr marL="4876165" algn="l" defTabSz="1219200" rtl="0" eaLnBrk="1" latinLnBrk="0" hangingPunct="1">
        <a:defRPr sz="24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6">
            <a:extLst>
              <a:ext uri="{28A0092B-C50C-407E-A947-70E740481C1C}">
                <a14:useLocalDpi xmlns:a14="http://schemas.microsoft.com/office/drawing/2010/main" val="0"/>
              </a:ext>
            </a:extLst>
          </a:blip>
          <a:srcRect b="91440"/>
          <a:stretch>
            <a:fillRect/>
          </a:stretch>
        </p:blipFill>
        <p:spPr>
          <a:xfrm>
            <a:off x="0" y="7"/>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7"/>
          <a:stretch>
            <a:fillRect/>
          </a:stretch>
        </p:blipFill>
        <p:spPr>
          <a:xfrm>
            <a:off x="104823" y="9966"/>
            <a:ext cx="793019" cy="589809"/>
          </a:xfrm>
          <a:prstGeom prst="rect">
            <a:avLst/>
          </a:prstGeom>
        </p:spPr>
      </p:pic>
      <p:sp>
        <p:nvSpPr>
          <p:cNvPr id="5" name="TextBox 4"/>
          <p:cNvSpPr txBox="1"/>
          <p:nvPr userDrawn="1"/>
        </p:nvSpPr>
        <p:spPr>
          <a:xfrm>
            <a:off x="821908" y="1393540"/>
            <a:ext cx="7879080" cy="1015534"/>
          </a:xfrm>
          <a:prstGeom prst="rect">
            <a:avLst/>
          </a:prstGeom>
          <a:noFill/>
        </p:spPr>
        <p:txBody>
          <a:bodyPr wrap="none" rtlCol="0">
            <a:spAutoFit/>
          </a:bodyPr>
          <a:lstStyle/>
          <a:p>
            <a:r>
              <a:rPr lang="zh-CN" alt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863" r:id="rId1"/>
    <p:sldLayoutId id="2147483864" r:id="rId2"/>
    <p:sldLayoutId id="2147483865" r:id="rId3"/>
    <p:sldLayoutId id="2147483866" r:id="rId4"/>
    <p:sldLayoutId id="2147483867" r:id="rId5"/>
    <p:sldLayoutId id="2147483868" r:id="rId6"/>
    <p:sldLayoutId id="2147483869" r:id="rId7"/>
    <p:sldLayoutId id="2147483870" r:id="rId8"/>
    <p:sldLayoutId id="2147483871" r:id="rId9"/>
    <p:sldLayoutId id="2147483872" r:id="rId10"/>
    <p:sldLayoutId id="2147483873" r:id="rId11"/>
    <p:sldLayoutId id="2147483874" r:id="rId12"/>
    <p:sldLayoutId id="2147483875" r:id="rId13"/>
    <p:sldLayoutId id="2147483876" r:id="rId14"/>
    <p:sldLayoutId id="2147483877" r:id="rId15"/>
    <p:sldLayoutId id="2147483878" r:id="rId16"/>
    <p:sldLayoutId id="2147483879" r:id="rId17"/>
    <p:sldLayoutId id="2147483880" r:id="rId18"/>
    <p:sldLayoutId id="2147483881" r:id="rId19"/>
    <p:sldLayoutId id="2147483882" r:id="rId20"/>
    <p:sldLayoutId id="2147483883" r:id="rId21"/>
    <p:sldLayoutId id="2147483884" r:id="rId22"/>
    <p:sldLayoutId id="2147483885" r:id="rId23"/>
    <p:sldLayoutId id="2147483886" r:id="rId24"/>
    <p:sldLayoutId id="2147483887" r:id="rId25"/>
  </p:sldLayoutIdLs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393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24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1970"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4585" indent="-161925" algn="l" rtl="0" eaLnBrk="0" fontAlgn="base" hangingPunct="0">
        <a:spcBef>
          <a:spcPct val="20000"/>
        </a:spcBef>
        <a:spcAft>
          <a:spcPct val="0"/>
        </a:spcAft>
        <a:buChar char="–"/>
        <a:defRPr sz="1400">
          <a:solidFill>
            <a:schemeClr val="tx1"/>
          </a:solidFill>
          <a:latin typeface="+mn-lt"/>
          <a:ea typeface="+mn-ea"/>
        </a:defRPr>
      </a:lvl4pPr>
      <a:lvl5pPr marL="1445895" indent="-160655" algn="l" rtl="0" eaLnBrk="0" fontAlgn="base" hangingPunct="0">
        <a:spcBef>
          <a:spcPct val="20000"/>
        </a:spcBef>
        <a:spcAft>
          <a:spcPct val="0"/>
        </a:spcAft>
        <a:buChar char="»"/>
        <a:defRPr sz="1400">
          <a:solidFill>
            <a:schemeClr val="tx1"/>
          </a:solidFill>
          <a:latin typeface="+mn-lt"/>
          <a:ea typeface="+mn-ea"/>
        </a:defRPr>
      </a:lvl5pPr>
      <a:lvl6pPr marL="1767205" indent="-160655" algn="l" rtl="0" fontAlgn="base">
        <a:spcBef>
          <a:spcPct val="20000"/>
        </a:spcBef>
        <a:spcAft>
          <a:spcPct val="0"/>
        </a:spcAft>
        <a:buChar char="»"/>
        <a:defRPr sz="1400">
          <a:solidFill>
            <a:schemeClr val="tx1"/>
          </a:solidFill>
          <a:latin typeface="+mn-lt"/>
          <a:ea typeface="+mn-ea"/>
        </a:defRPr>
      </a:lvl6pPr>
      <a:lvl7pPr marL="2088515" indent="-160655" algn="l" rtl="0" fontAlgn="base">
        <a:spcBef>
          <a:spcPct val="20000"/>
        </a:spcBef>
        <a:spcAft>
          <a:spcPct val="0"/>
        </a:spcAft>
        <a:buChar char="»"/>
        <a:defRPr sz="1400">
          <a:solidFill>
            <a:schemeClr val="tx1"/>
          </a:solidFill>
          <a:latin typeface="+mn-lt"/>
          <a:ea typeface="+mn-ea"/>
        </a:defRPr>
      </a:lvl7pPr>
      <a:lvl8pPr marL="2409825" indent="-160655" algn="l" rtl="0" fontAlgn="base">
        <a:spcBef>
          <a:spcPct val="20000"/>
        </a:spcBef>
        <a:spcAft>
          <a:spcPct val="0"/>
        </a:spcAft>
        <a:buChar char="»"/>
        <a:defRPr sz="1400">
          <a:solidFill>
            <a:schemeClr val="tx1"/>
          </a:solidFill>
          <a:latin typeface="+mn-lt"/>
          <a:ea typeface="+mn-ea"/>
        </a:defRPr>
      </a:lvl8pPr>
      <a:lvl9pPr marL="2731770"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3930" algn="l" defTabSz="642620" rtl="0" eaLnBrk="1" latinLnBrk="0" hangingPunct="1">
        <a:defRPr sz="1300" kern="1200">
          <a:solidFill>
            <a:schemeClr val="tx1"/>
          </a:solidFill>
          <a:latin typeface="+mn-lt"/>
          <a:ea typeface="+mn-ea"/>
          <a:cs typeface="+mn-cs"/>
        </a:defRPr>
      </a:lvl4pPr>
      <a:lvl5pPr marL="1285240" algn="l" defTabSz="642620" rtl="0" eaLnBrk="1" latinLnBrk="0" hangingPunct="1">
        <a:defRPr sz="1300" kern="1200">
          <a:solidFill>
            <a:schemeClr val="tx1"/>
          </a:solidFill>
          <a:latin typeface="+mn-lt"/>
          <a:ea typeface="+mn-ea"/>
          <a:cs typeface="+mn-cs"/>
        </a:defRPr>
      </a:lvl5pPr>
      <a:lvl6pPr marL="1606550" algn="l" defTabSz="642620" rtl="0" eaLnBrk="1" latinLnBrk="0" hangingPunct="1">
        <a:defRPr sz="1300" kern="1200">
          <a:solidFill>
            <a:schemeClr val="tx1"/>
          </a:solidFill>
          <a:latin typeface="+mn-lt"/>
          <a:ea typeface="+mn-ea"/>
          <a:cs typeface="+mn-cs"/>
        </a:defRPr>
      </a:lvl6pPr>
      <a:lvl7pPr marL="1927860" algn="l" defTabSz="642620" rtl="0" eaLnBrk="1" latinLnBrk="0" hangingPunct="1">
        <a:defRPr sz="1300" kern="1200">
          <a:solidFill>
            <a:schemeClr val="tx1"/>
          </a:solidFill>
          <a:latin typeface="+mn-lt"/>
          <a:ea typeface="+mn-ea"/>
          <a:cs typeface="+mn-cs"/>
        </a:defRPr>
      </a:lvl7pPr>
      <a:lvl8pPr marL="2249170" algn="l" defTabSz="642620" rtl="0" eaLnBrk="1" latinLnBrk="0" hangingPunct="1">
        <a:defRPr sz="1300" kern="1200">
          <a:solidFill>
            <a:schemeClr val="tx1"/>
          </a:solidFill>
          <a:latin typeface="+mn-lt"/>
          <a:ea typeface="+mn-ea"/>
          <a:cs typeface="+mn-cs"/>
        </a:defRPr>
      </a:lvl8pPr>
      <a:lvl9pPr marL="2570480" algn="l" defTabSz="642620" rtl="0" eaLnBrk="1" latinLnBrk="0" hangingPunct="1">
        <a:defRPr sz="13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3">
            <a:extLst>
              <a:ext uri="{28A0092B-C50C-407E-A947-70E740481C1C}">
                <a14:useLocalDpi xmlns:a14="http://schemas.microsoft.com/office/drawing/2010/main" val="0"/>
              </a:ext>
            </a:extLst>
          </a:blip>
          <a:srcRect b="91440"/>
          <a:stretch>
            <a:fillRect/>
          </a:stretch>
        </p:blipFill>
        <p:spPr>
          <a:xfrm>
            <a:off x="0" y="0"/>
            <a:ext cx="12192000" cy="587029"/>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4"/>
          <a:stretch>
            <a:fillRect/>
          </a:stretch>
        </p:blipFill>
        <p:spPr>
          <a:xfrm>
            <a:off x="104820" y="9961"/>
            <a:ext cx="793019" cy="589809"/>
          </a:xfrm>
          <a:prstGeom prst="rect">
            <a:avLst/>
          </a:prstGeom>
        </p:spPr>
      </p:pic>
    </p:spTree>
  </p:cSld>
  <p:clrMap bg1="lt1" tx1="dk1" bg2="lt2" tx2="dk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 id="2147483900" r:id="rId12"/>
    <p:sldLayoutId id="2147483901" r:id="rId13"/>
    <p:sldLayoutId id="2147483902" r:id="rId14"/>
    <p:sldLayoutId id="2147483903" r:id="rId15"/>
    <p:sldLayoutId id="2147483904" r:id="rId16"/>
    <p:sldLayoutId id="2147483905" r:id="rId17"/>
    <p:sldLayoutId id="2147483906" r:id="rId18"/>
    <p:sldLayoutId id="2147483907" r:id="rId19"/>
    <p:sldLayoutId id="2147483908" r:id="rId20"/>
    <p:sldLayoutId id="2147483909" r:id="rId21"/>
    <p:sldLayoutId id="2147483910" r:id="rId22"/>
  </p:sldLayoutIdLst>
  <mc:AlternateContent xmlns:mc="http://schemas.openxmlformats.org/markup-compatibility/2006">
    <mc:Choice xmlns:p14="http://schemas.microsoft.com/office/powerpoint/2010/main" Requires="p14">
      <p:transition p14:dur="250"/>
    </mc:Choice>
    <mc:Fallback>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393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875"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1970"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5220" indent="-161925" algn="l" rtl="0" eaLnBrk="0" fontAlgn="base" hangingPunct="0">
        <a:spcBef>
          <a:spcPct val="20000"/>
        </a:spcBef>
        <a:spcAft>
          <a:spcPct val="0"/>
        </a:spcAft>
        <a:buChar char="–"/>
        <a:defRPr sz="1400">
          <a:solidFill>
            <a:schemeClr val="tx1"/>
          </a:solidFill>
          <a:latin typeface="+mn-lt"/>
          <a:ea typeface="+mn-ea"/>
        </a:defRPr>
      </a:lvl4pPr>
      <a:lvl5pPr marL="1446530" indent="-160655" algn="l" rtl="0" eaLnBrk="0" fontAlgn="base" hangingPunct="0">
        <a:spcBef>
          <a:spcPct val="20000"/>
        </a:spcBef>
        <a:spcAft>
          <a:spcPct val="0"/>
        </a:spcAft>
        <a:buChar char="»"/>
        <a:defRPr sz="1400">
          <a:solidFill>
            <a:schemeClr val="tx1"/>
          </a:solidFill>
          <a:latin typeface="+mn-lt"/>
          <a:ea typeface="+mn-ea"/>
        </a:defRPr>
      </a:lvl5pPr>
      <a:lvl6pPr marL="1767840" indent="-160655" algn="l" rtl="0" fontAlgn="base">
        <a:spcBef>
          <a:spcPct val="20000"/>
        </a:spcBef>
        <a:spcAft>
          <a:spcPct val="0"/>
        </a:spcAft>
        <a:buChar char="»"/>
        <a:defRPr sz="1400">
          <a:solidFill>
            <a:schemeClr val="tx1"/>
          </a:solidFill>
          <a:latin typeface="+mn-lt"/>
          <a:ea typeface="+mn-ea"/>
        </a:defRPr>
      </a:lvl6pPr>
      <a:lvl7pPr marL="2089150" indent="-160655" algn="l" rtl="0" fontAlgn="base">
        <a:spcBef>
          <a:spcPct val="20000"/>
        </a:spcBef>
        <a:spcAft>
          <a:spcPct val="0"/>
        </a:spcAft>
        <a:buChar char="»"/>
        <a:defRPr sz="1400">
          <a:solidFill>
            <a:schemeClr val="tx1"/>
          </a:solidFill>
          <a:latin typeface="+mn-lt"/>
          <a:ea typeface="+mn-ea"/>
        </a:defRPr>
      </a:lvl7pPr>
      <a:lvl8pPr marL="2410460" indent="-160655" algn="l" rtl="0" fontAlgn="base">
        <a:spcBef>
          <a:spcPct val="20000"/>
        </a:spcBef>
        <a:spcAft>
          <a:spcPct val="0"/>
        </a:spcAft>
        <a:buChar char="»"/>
        <a:defRPr sz="1400">
          <a:solidFill>
            <a:schemeClr val="tx1"/>
          </a:solidFill>
          <a:latin typeface="+mn-lt"/>
          <a:ea typeface="+mn-ea"/>
        </a:defRPr>
      </a:lvl8pPr>
      <a:lvl9pPr marL="2731770"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3930"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49805" algn="l" defTabSz="642620" rtl="0" eaLnBrk="1" latinLnBrk="0" hangingPunct="1">
        <a:defRPr sz="1300" kern="1200">
          <a:solidFill>
            <a:schemeClr val="tx1"/>
          </a:solidFill>
          <a:latin typeface="+mn-lt"/>
          <a:ea typeface="+mn-ea"/>
          <a:cs typeface="+mn-cs"/>
        </a:defRPr>
      </a:lvl8pPr>
      <a:lvl9pPr marL="2571115" algn="l" defTabSz="642620" rtl="0" eaLnBrk="1" latinLnBrk="0" hangingPunct="1">
        <a:defRPr sz="1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26.emf"/></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27.emf"/></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29.emf"/></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image" Target="../media/image32.png"/><Relationship Id="rId1" Type="http://schemas.openxmlformats.org/officeDocument/2006/relationships/image" Target="../media/image31.pn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vmlDrawing" Target="../drawings/vmlDrawing5.vml"/><Relationship Id="rId4" Type="http://schemas.openxmlformats.org/officeDocument/2006/relationships/slideLayout" Target="../slideLayouts/slideLayout2.xml"/><Relationship Id="rId3" Type="http://schemas.openxmlformats.org/officeDocument/2006/relationships/image" Target="../media/image33.wmf"/><Relationship Id="rId2" Type="http://schemas.openxmlformats.org/officeDocument/2006/relationships/oleObject" Target="../embeddings/oleObject5.bin"/><Relationship Id="rId1" Type="http://schemas.openxmlformats.org/officeDocument/2006/relationships/tags" Target="../tags/tag1.xml"/></Relationships>
</file>

<file path=ppt/slides/_rels/slide12.xml.rels><?xml version="1.0" encoding="UTF-8" standalone="yes"?>
<Relationships xmlns="http://schemas.openxmlformats.org/package/2006/relationships"><Relationship Id="rId7" Type="http://schemas.openxmlformats.org/officeDocument/2006/relationships/notesSlide" Target="../notesSlides/notesSlide12.xml"/><Relationship Id="rId6" Type="http://schemas.openxmlformats.org/officeDocument/2006/relationships/vmlDrawing" Target="../drawings/vmlDrawing6.vml"/><Relationship Id="rId5" Type="http://schemas.openxmlformats.org/officeDocument/2006/relationships/slideLayout" Target="../slideLayouts/slideLayout2.xml"/><Relationship Id="rId4" Type="http://schemas.openxmlformats.org/officeDocument/2006/relationships/image" Target="../media/image35.wmf"/><Relationship Id="rId3" Type="http://schemas.openxmlformats.org/officeDocument/2006/relationships/oleObject" Target="../embeddings/oleObject7.bin"/><Relationship Id="rId2" Type="http://schemas.openxmlformats.org/officeDocument/2006/relationships/image" Target="../media/image34.wmf"/><Relationship Id="rId1" Type="http://schemas.openxmlformats.org/officeDocument/2006/relationships/oleObject" Target="../embeddings/oleObject6.bin"/></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39.emf"/></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41.emf"/></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42.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43.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2.xml"/><Relationship Id="rId2" Type="http://schemas.openxmlformats.org/officeDocument/2006/relationships/image" Target="../media/image45.png"/><Relationship Id="rId1" Type="http://schemas.openxmlformats.org/officeDocument/2006/relationships/image" Target="../media/image44.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408972" y="1926317"/>
            <a:ext cx="11374056" cy="2183408"/>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nSpc>
                <a:spcPct val="200000"/>
              </a:lnSpc>
              <a:spcAft>
                <a:spcPts val="1200"/>
              </a:spcAft>
            </a:pPr>
            <a:r>
              <a:rPr lang="zh-CN" altLang="en-US" sz="5400" b="0" dirty="0">
                <a:solidFill>
                  <a:schemeClr val="bg1"/>
                </a:solidFill>
                <a:ea typeface="华光综艺_CNKI" panose="02000500000000000000" pitchFamily="2" charset="-122"/>
              </a:rPr>
              <a:t>第</a:t>
            </a:r>
            <a:r>
              <a:rPr lang="en-US" altLang="zh-CN" sz="5400" b="0" dirty="0">
                <a:solidFill>
                  <a:schemeClr val="bg1"/>
                </a:solidFill>
                <a:ea typeface="华光综艺_CNKI" panose="02000500000000000000" pitchFamily="2" charset="-122"/>
              </a:rPr>
              <a:t>10</a:t>
            </a:r>
            <a:r>
              <a:rPr lang="en-US" altLang="zh-CN" sz="5400" b="0" dirty="0">
                <a:solidFill>
                  <a:schemeClr val="bg1"/>
                </a:solidFill>
                <a:ea typeface="华光综艺_CNKI" panose="02000500000000000000" pitchFamily="2" charset="-122"/>
              </a:rPr>
              <a:t>.6</a:t>
            </a:r>
            <a:r>
              <a:rPr lang="zh-CN" altLang="en-US" sz="5400" b="0" dirty="0">
                <a:solidFill>
                  <a:schemeClr val="bg1"/>
                </a:solidFill>
                <a:ea typeface="华光综艺_CNKI" panose="02000500000000000000" pitchFamily="2" charset="-122"/>
              </a:rPr>
              <a:t>节</a:t>
            </a:r>
            <a:endParaRPr lang="en-US" altLang="zh-CN" sz="5400" b="0" dirty="0">
              <a:solidFill>
                <a:schemeClr val="bg1"/>
              </a:solidFill>
              <a:ea typeface="华光综艺_CNKI" panose="02000500000000000000" pitchFamily="2" charset="-122"/>
            </a:endParaRPr>
          </a:p>
          <a:p>
            <a:r>
              <a:rPr lang="en-US" altLang="zh-CN" b="0" dirty="0">
                <a:ea typeface="华光综艺_CNKI" panose="02000500000000000000" pitchFamily="2" charset="-122"/>
              </a:rPr>
              <a:t>LightGBM</a:t>
            </a:r>
            <a:endParaRPr lang="en-US" altLang="zh-CN" b="0" dirty="0">
              <a:ea typeface="华光综艺_CNKI" panose="02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LightGBM</a:t>
            </a:r>
            <a:endParaRPr kumimoji="0" lang="en-US" altLang="zh-CN"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 name="文本框 1"/>
          <p:cNvSpPr txBox="1"/>
          <p:nvPr/>
        </p:nvSpPr>
        <p:spPr>
          <a:xfrm>
            <a:off x="1668145" y="2058035"/>
            <a:ext cx="8479790" cy="3322955"/>
          </a:xfrm>
          <a:prstGeom prst="rect">
            <a:avLst/>
          </a:prstGeom>
        </p:spPr>
        <p:txBody>
          <a:bodyPr wrap="square">
            <a:spAutoFit/>
          </a:bodyPr>
          <a:p>
            <a:pPr marL="0" indent="304800" algn="just" defTabSz="266700">
              <a:lnSpc>
                <a:spcPct val="125000"/>
              </a:lnSpc>
              <a:spcBef>
                <a:spcPct val="0"/>
              </a:spcBef>
              <a:spcAft>
                <a:spcPct val="0"/>
              </a:spcAft>
            </a:pPr>
            <a:r>
              <a:rPr lang="zh-CN" altLang="en-US" sz="2400">
                <a:solidFill>
                  <a:schemeClr val="tx1"/>
                </a:solidFill>
                <a:uFillTx/>
                <a:latin typeface="Times New Roman" panose="02020603050405020304"/>
                <a:ea typeface="微软雅黑" panose="020B0503020204020204" pitchFamily="34" charset="-122"/>
              </a:rPr>
              <a:t>轻量级梯度提升机（</a:t>
            </a:r>
            <a:r>
              <a:rPr lang="en-US" altLang="zh-CN" sz="2400">
                <a:solidFill>
                  <a:schemeClr val="tx1"/>
                </a:solidFill>
                <a:uFillTx/>
                <a:latin typeface="Times New Roman" panose="02020603050405020304"/>
                <a:ea typeface="微软雅黑" panose="020B0503020204020204" pitchFamily="34" charset="-122"/>
              </a:rPr>
              <a:t>Light Gradient Boosting Machine</a:t>
            </a:r>
            <a:r>
              <a:rPr lang="zh-CN" altLang="en-US" sz="2400">
                <a:solidFill>
                  <a:schemeClr val="tx1"/>
                </a:solidFill>
                <a:uFillTx/>
                <a:latin typeface="Times New Roman" panose="02020603050405020304"/>
                <a:ea typeface="微软雅黑" panose="020B0503020204020204" pitchFamily="34" charset="-122"/>
              </a:rPr>
              <a:t>，</a:t>
            </a:r>
            <a:r>
              <a:rPr lang="en-US" altLang="zh-CN" sz="2400">
                <a:solidFill>
                  <a:schemeClr val="tx1"/>
                </a:solidFill>
                <a:uFillTx/>
                <a:latin typeface="Times New Roman" panose="02020603050405020304"/>
                <a:ea typeface="微软雅黑" panose="020B0503020204020204" pitchFamily="34" charset="-122"/>
              </a:rPr>
              <a:t>LightGBM</a:t>
            </a:r>
            <a:r>
              <a:rPr lang="zh-CN" altLang="en-US" sz="2400">
                <a:solidFill>
                  <a:schemeClr val="tx1"/>
                </a:solidFill>
                <a:uFillTx/>
                <a:latin typeface="Times New Roman" panose="02020603050405020304"/>
                <a:ea typeface="微软雅黑" panose="020B0503020204020204" pitchFamily="34" charset="-122"/>
              </a:rPr>
              <a:t>）是微软推出的一款高性能、分布式的梯度提升框架。相较于经典的梯度提升树，</a:t>
            </a:r>
            <a:r>
              <a:rPr lang="en-US" altLang="zh-CN" sz="2400">
                <a:solidFill>
                  <a:schemeClr val="tx1"/>
                </a:solidFill>
                <a:uFillTx/>
                <a:latin typeface="Times New Roman" panose="02020603050405020304"/>
                <a:ea typeface="微软雅黑" panose="020B0503020204020204" pitchFamily="34" charset="-122"/>
              </a:rPr>
              <a:t>LightGBM</a:t>
            </a:r>
            <a:r>
              <a:rPr lang="zh-CN" altLang="en-US" sz="2400">
                <a:solidFill>
                  <a:schemeClr val="tx1"/>
                </a:solidFill>
                <a:uFillTx/>
                <a:latin typeface="Times New Roman" panose="02020603050405020304"/>
                <a:ea typeface="微软雅黑" panose="020B0503020204020204" pitchFamily="34" charset="-122"/>
              </a:rPr>
              <a:t>在训练和预测速度方面取得了显著的突破，其采用了高效的并行计算和特征分裂策略，极大提高了模型的训练和预测速度。这使得</a:t>
            </a:r>
            <a:r>
              <a:rPr lang="en-US" altLang="zh-CN" sz="2400">
                <a:solidFill>
                  <a:schemeClr val="tx1"/>
                </a:solidFill>
                <a:uFillTx/>
                <a:latin typeface="Times New Roman" panose="02020603050405020304"/>
                <a:ea typeface="微软雅黑" panose="020B0503020204020204" pitchFamily="34" charset="-122"/>
              </a:rPr>
              <a:t>LightGBM</a:t>
            </a:r>
            <a:r>
              <a:rPr lang="zh-CN" altLang="en-US" sz="2400">
                <a:solidFill>
                  <a:schemeClr val="tx1"/>
                </a:solidFill>
                <a:uFillTx/>
                <a:latin typeface="Times New Roman" panose="02020603050405020304"/>
                <a:ea typeface="微软雅黑" panose="020B0503020204020204" pitchFamily="34" charset="-122"/>
              </a:rPr>
              <a:t>适用于大规模数据集和高维特征空间，为各种实际场景提供了高效而可靠的解决方案。</a:t>
            </a:r>
            <a:endParaRPr lang="zh-CN" altLang="en-US" sz="2400">
              <a:solidFill>
                <a:schemeClr val="tx1"/>
              </a:solidFill>
              <a:uFillTx/>
              <a:latin typeface="Times New Roman" panose="02020603050405020304"/>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LightGBM</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的基本思想</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4" name="文本框 3"/>
          <p:cNvSpPr txBox="1"/>
          <p:nvPr/>
        </p:nvSpPr>
        <p:spPr>
          <a:xfrm>
            <a:off x="995680" y="1844675"/>
            <a:ext cx="9822180" cy="3553460"/>
          </a:xfrm>
          <a:prstGeom prst="rect">
            <a:avLst/>
          </a:prstGeom>
        </p:spPr>
        <p:txBody>
          <a:bodyPr wrap="square">
            <a:spAutoFit/>
          </a:bodyPr>
          <a:p>
            <a:pPr marL="0" indent="306070" algn="just" defTabSz="266700">
              <a:lnSpc>
                <a:spcPct val="125000"/>
              </a:lnSpc>
              <a:spcBef>
                <a:spcPct val="0"/>
              </a:spcBef>
              <a:spcAft>
                <a:spcPct val="0"/>
              </a:spcAft>
            </a:pPr>
            <a:r>
              <a:rPr lang="zh-CN" altLang="en-US" sz="2000" b="1">
                <a:solidFill>
                  <a:schemeClr val="tx1"/>
                </a:solidFill>
                <a:uFillTx/>
                <a:latin typeface="Times New Roman" panose="02020603050405020304" pitchFamily="18" charset="0"/>
                <a:ea typeface="微软雅黑" panose="020B0503020204020204" pitchFamily="34" charset="-122"/>
              </a:rPr>
              <a:t>轻量级梯度提升机（</a:t>
            </a:r>
            <a:r>
              <a:rPr lang="en-US" altLang="zh-CN" sz="2000" b="1">
                <a:solidFill>
                  <a:schemeClr val="tx1"/>
                </a:solidFill>
                <a:uFillTx/>
                <a:latin typeface="Times New Roman" panose="02020603050405020304" pitchFamily="18" charset="0"/>
                <a:ea typeface="微软雅黑" panose="020B0503020204020204" pitchFamily="34" charset="-122"/>
              </a:rPr>
              <a:t>Light Gradient Boosting Machine</a:t>
            </a:r>
            <a:r>
              <a:rPr lang="zh-CN" altLang="en-US" sz="2000" b="1">
                <a:solidFill>
                  <a:schemeClr val="tx1"/>
                </a:solidFill>
                <a:uFillTx/>
                <a:latin typeface="Times New Roman" panose="02020603050405020304" pitchFamily="18" charset="0"/>
                <a:ea typeface="微软雅黑" panose="020B0503020204020204" pitchFamily="34" charset="-122"/>
              </a:rPr>
              <a:t>，</a:t>
            </a:r>
            <a:r>
              <a:rPr lang="en-US" altLang="zh-CN" sz="2000" b="1">
                <a:solidFill>
                  <a:schemeClr val="tx1"/>
                </a:solidFill>
                <a:uFillTx/>
                <a:latin typeface="Times New Roman" panose="02020603050405020304" pitchFamily="18" charset="0"/>
                <a:ea typeface="微软雅黑" panose="020B0503020204020204" pitchFamily="34" charset="-122"/>
              </a:rPr>
              <a:t>LightGBM</a:t>
            </a:r>
            <a:r>
              <a:rPr lang="zh-CN" altLang="en-US" sz="2000" b="1">
                <a:solidFill>
                  <a:schemeClr val="tx1"/>
                </a:solidFill>
                <a:uFillTx/>
                <a:latin typeface="Times New Roman" panose="02020603050405020304" pitchFamily="18" charset="0"/>
                <a:ea typeface="微软雅黑" panose="020B0503020204020204" pitchFamily="34" charset="-122"/>
              </a:rPr>
              <a:t>） </a:t>
            </a:r>
            <a:r>
              <a:rPr lang="en-US" altLang="zh-CN" sz="2000" b="1">
                <a:solidFill>
                  <a:schemeClr val="tx1"/>
                </a:solidFill>
                <a:uFillTx/>
                <a:latin typeface="Times New Roman" panose="02020603050405020304" pitchFamily="18" charset="0"/>
                <a:ea typeface="微软雅黑" panose="020B0503020204020204" pitchFamily="34" charset="-122"/>
              </a:rPr>
              <a:t> </a:t>
            </a:r>
            <a:r>
              <a:rPr lang="zh-CN" altLang="en-US" sz="2000">
                <a:solidFill>
                  <a:schemeClr val="tx1"/>
                </a:solidFill>
                <a:uFillTx/>
                <a:latin typeface="Times New Roman" panose="02020603050405020304" pitchFamily="18" charset="0"/>
                <a:ea typeface="微软雅黑" panose="020B0503020204020204" pitchFamily="34" charset="-122"/>
              </a:rPr>
              <a:t>是一个基于决策树算法的分布式梯度提升框架，旨在提供快速、高效、低内存、高准确度、支持并行和大规模数据处理的工具。</a:t>
            </a:r>
            <a:endParaRPr lang="zh-CN" altLang="en-US" sz="2000">
              <a:solidFill>
                <a:schemeClr val="tx1"/>
              </a:solidFill>
              <a:uFillTx/>
              <a:latin typeface="Times New Roman" panose="02020603050405020304" pitchFamily="18" charset="0"/>
              <a:ea typeface="微软雅黑" panose="020B0503020204020204" pitchFamily="34" charset="-122"/>
            </a:endParaRPr>
          </a:p>
          <a:p>
            <a:pPr marL="0" indent="304800" algn="just" defTabSz="266700">
              <a:lnSpc>
                <a:spcPct val="125000"/>
              </a:lnSpc>
              <a:spcBef>
                <a:spcPct val="0"/>
              </a:spcBef>
              <a:spcAft>
                <a:spcPct val="0"/>
              </a:spcAft>
            </a:pPr>
            <a:endParaRPr lang="en-US" altLang="zh-CN" sz="2000">
              <a:solidFill>
                <a:schemeClr val="tx1"/>
              </a:solidFill>
              <a:uFillTx/>
              <a:latin typeface="Times New Roman" panose="02020603050405020304" pitchFamily="18" charset="0"/>
              <a:ea typeface="微软雅黑" panose="020B0503020204020204" pitchFamily="34" charset="-122"/>
            </a:endParaRPr>
          </a:p>
          <a:p>
            <a:pPr marL="0" indent="304800" algn="just" defTabSz="266700">
              <a:lnSpc>
                <a:spcPct val="125000"/>
              </a:lnSpc>
              <a:spcBef>
                <a:spcPct val="0"/>
              </a:spcBef>
              <a:spcAft>
                <a:spcPct val="0"/>
              </a:spcAft>
            </a:pPr>
            <a:endParaRPr lang="en-US" altLang="zh-CN" sz="2000">
              <a:solidFill>
                <a:schemeClr val="tx1"/>
              </a:solidFill>
              <a:uFillTx/>
              <a:latin typeface="Times New Roman" panose="02020603050405020304" pitchFamily="18" charset="0"/>
              <a:ea typeface="微软雅黑" panose="020B0503020204020204" pitchFamily="34" charset="-122"/>
            </a:endParaRPr>
          </a:p>
          <a:p>
            <a:pPr marL="0" indent="304800" algn="just" defTabSz="266700">
              <a:lnSpc>
                <a:spcPct val="125000"/>
              </a:lnSpc>
              <a:spcBef>
                <a:spcPct val="0"/>
              </a:spcBef>
              <a:spcAft>
                <a:spcPct val="0"/>
              </a:spcAft>
            </a:pPr>
            <a:r>
              <a:rPr lang="en-US" altLang="zh-CN" sz="2000">
                <a:solidFill>
                  <a:schemeClr val="tx1"/>
                </a:solidFill>
                <a:uFillTx/>
                <a:latin typeface="Times New Roman" panose="02020603050405020304" pitchFamily="18" charset="0"/>
                <a:ea typeface="微软雅黑" panose="020B0503020204020204" pitchFamily="34" charset="-122"/>
              </a:rPr>
              <a:t>LightGBM</a:t>
            </a:r>
            <a:r>
              <a:rPr lang="zh-CN" altLang="en-US" sz="2000">
                <a:solidFill>
                  <a:schemeClr val="tx1"/>
                </a:solidFill>
                <a:uFillTx/>
                <a:latin typeface="Times New Roman" panose="02020603050405020304" pitchFamily="18" charset="0"/>
                <a:ea typeface="微软雅黑" panose="020B0503020204020204" pitchFamily="34" charset="-122"/>
              </a:rPr>
              <a:t>的提出旨在弥补传统梯度提升树算法在大规模和高维度数据集上效率不足的问题。传统梯度提升树算法，如</a:t>
            </a:r>
            <a:r>
              <a:rPr lang="en-US" altLang="zh-CN" sz="2000">
                <a:solidFill>
                  <a:schemeClr val="tx1"/>
                </a:solidFill>
                <a:uFillTx/>
                <a:latin typeface="Times New Roman" panose="02020603050405020304" pitchFamily="18" charset="0"/>
                <a:ea typeface="微软雅黑" panose="020B0503020204020204" pitchFamily="34" charset="-122"/>
              </a:rPr>
              <a:t>GBDT</a:t>
            </a:r>
            <a:r>
              <a:rPr lang="zh-CN" altLang="en-US" sz="2000">
                <a:solidFill>
                  <a:schemeClr val="tx1"/>
                </a:solidFill>
                <a:uFillTx/>
                <a:latin typeface="Times New Roman" panose="02020603050405020304" pitchFamily="18" charset="0"/>
                <a:ea typeface="微软雅黑" panose="020B0503020204020204" pitchFamily="34" charset="-122"/>
              </a:rPr>
              <a:t>和</a:t>
            </a:r>
            <a:r>
              <a:rPr lang="en-US" altLang="zh-CN" sz="2000">
                <a:solidFill>
                  <a:schemeClr val="tx1"/>
                </a:solidFill>
                <a:uFillTx/>
                <a:latin typeface="Times New Roman" panose="02020603050405020304" pitchFamily="18" charset="0"/>
                <a:ea typeface="微软雅黑" panose="020B0503020204020204" pitchFamily="34" charset="-122"/>
              </a:rPr>
              <a:t>XGBoost</a:t>
            </a:r>
            <a:r>
              <a:rPr lang="zh-CN" altLang="en-US" sz="2000">
                <a:solidFill>
                  <a:schemeClr val="tx1"/>
                </a:solidFill>
                <a:uFillTx/>
                <a:latin typeface="Times New Roman" panose="02020603050405020304" pitchFamily="18" charset="0"/>
                <a:ea typeface="微软雅黑" panose="020B0503020204020204" pitchFamily="34" charset="-122"/>
              </a:rPr>
              <a:t>算法在处理大规模和高维数据集时，加载整个训练数据至内存可能受限于内存容量的大小，而不加载至内存则会导致反复读写训练数据，造成巨大的时间开销，因此传统梯度提升树算法难以满足需求。</a:t>
            </a:r>
            <a:endParaRPr lang="zh-CN" altLang="en-US" sz="2000">
              <a:solidFill>
                <a:schemeClr val="tx1"/>
              </a:solidFill>
              <a:uFillTx/>
              <a:latin typeface="Times New Roman" panose="02020603050405020304" pitchFamily="18" charset="0"/>
              <a:ea typeface="微软雅黑" panose="020B0503020204020204" pitchFamily="34" charset="-122"/>
            </a:endParaRPr>
          </a:p>
        </p:txBody>
      </p:sp>
      <p:sp>
        <p:nvSpPr>
          <p:cNvPr id="5" name="矩形 4"/>
          <p:cNvSpPr/>
          <p:nvPr/>
        </p:nvSpPr>
        <p:spPr>
          <a:xfrm>
            <a:off x="1069340" y="3849370"/>
            <a:ext cx="9748520" cy="1548765"/>
          </a:xfrm>
          <a:prstGeom prst="rect">
            <a:avLst/>
          </a:prstGeom>
          <a:ln>
            <a:solidFill>
              <a:schemeClr val="accent1"/>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LightGBM</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的基本思想</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pic>
        <p:nvPicPr>
          <p:cNvPr id="94" name="图片 446"/>
          <p:cNvPicPr>
            <a:picLocks noChangeAspect="1"/>
          </p:cNvPicPr>
          <p:nvPr/>
        </p:nvPicPr>
        <p:blipFill>
          <a:blip r:embed="rId1"/>
          <a:stretch>
            <a:fillRect/>
          </a:stretch>
        </p:blipFill>
        <p:spPr>
          <a:xfrm>
            <a:off x="1863725" y="1219200"/>
            <a:ext cx="7456170" cy="2930525"/>
          </a:xfrm>
          <a:prstGeom prst="rect">
            <a:avLst/>
          </a:prstGeom>
          <a:noFill/>
          <a:ln>
            <a:noFill/>
          </a:ln>
        </p:spPr>
      </p:pic>
      <p:sp>
        <p:nvSpPr>
          <p:cNvPr id="2" name="文本框 1"/>
          <p:cNvSpPr txBox="1"/>
          <p:nvPr/>
        </p:nvSpPr>
        <p:spPr>
          <a:xfrm>
            <a:off x="904240" y="4643120"/>
            <a:ext cx="10596880" cy="1630045"/>
          </a:xfrm>
          <a:prstGeom prst="rect">
            <a:avLst/>
          </a:prstGeom>
        </p:spPr>
        <p:txBody>
          <a:bodyPr wrap="square">
            <a:spAutoFit/>
          </a:bodyPr>
          <a:p>
            <a:pPr marL="0" indent="0" algn="just" defTabSz="266700">
              <a:lnSpc>
                <a:spcPct val="125000"/>
              </a:lnSpc>
              <a:spcBef>
                <a:spcPct val="0"/>
              </a:spcBef>
              <a:spcAft>
                <a:spcPct val="0"/>
              </a:spcAft>
            </a:pPr>
            <a:r>
              <a:rPr lang="zh-CN" altLang="en-US" sz="1600">
                <a:solidFill>
                  <a:schemeClr val="tx1"/>
                </a:solidFill>
                <a:uFillTx/>
                <a:latin typeface="Times New Roman" panose="02020603050405020304" pitchFamily="18" charset="0"/>
                <a:ea typeface="微软雅黑" panose="020B0503020204020204" pitchFamily="34" charset="-122"/>
              </a:rPr>
              <a:t>为了使模型更适用于处理大规模数据，同时保持高准确率，</a:t>
            </a:r>
            <a:r>
              <a:rPr lang="en-US" altLang="zh-CN" sz="1600">
                <a:solidFill>
                  <a:schemeClr val="tx1"/>
                </a:solidFill>
                <a:uFillTx/>
                <a:latin typeface="Times New Roman" panose="02020603050405020304" pitchFamily="18" charset="0"/>
                <a:ea typeface="微软雅黑" panose="020B0503020204020204" pitchFamily="34" charset="-122"/>
              </a:rPr>
              <a:t>LightGBM</a:t>
            </a:r>
            <a:r>
              <a:rPr lang="zh-CN" altLang="en-US" sz="1600">
                <a:solidFill>
                  <a:schemeClr val="tx1"/>
                </a:solidFill>
                <a:uFillTx/>
                <a:latin typeface="Times New Roman" panose="02020603050405020304" pitchFamily="18" charset="0"/>
                <a:ea typeface="微软雅黑" panose="020B0503020204020204" pitchFamily="34" charset="-122"/>
              </a:rPr>
              <a:t>引入了创新性的技术，包括互斥特征捆绑算法（</a:t>
            </a:r>
            <a:r>
              <a:rPr lang="en-US" altLang="zh-CN" sz="1600">
                <a:solidFill>
                  <a:schemeClr val="tx1"/>
                </a:solidFill>
                <a:uFillTx/>
                <a:latin typeface="Times New Roman" panose="02020603050405020304" pitchFamily="18" charset="0"/>
                <a:ea typeface="微软雅黑" panose="020B0503020204020204" pitchFamily="34" charset="-122"/>
              </a:rPr>
              <a:t>Exclusive Feature Bundling, EFB</a:t>
            </a:r>
            <a:r>
              <a:rPr lang="zh-CN" altLang="en-US" sz="1600">
                <a:solidFill>
                  <a:schemeClr val="tx1"/>
                </a:solidFill>
                <a:uFillTx/>
                <a:latin typeface="Times New Roman" panose="02020603050405020304" pitchFamily="18" charset="0"/>
                <a:ea typeface="微软雅黑" panose="020B0503020204020204" pitchFamily="34" charset="-122"/>
              </a:rPr>
              <a:t>）、直方图算法（</a:t>
            </a:r>
            <a:r>
              <a:rPr lang="en-US" altLang="zh-CN" sz="1600">
                <a:solidFill>
                  <a:schemeClr val="tx1"/>
                </a:solidFill>
                <a:uFillTx/>
                <a:latin typeface="Times New Roman" panose="02020603050405020304" pitchFamily="18" charset="0"/>
                <a:ea typeface="微软雅黑" panose="020B0503020204020204" pitchFamily="34" charset="-122"/>
              </a:rPr>
              <a:t>Histogram-based Algorithm</a:t>
            </a:r>
            <a:r>
              <a:rPr lang="zh-CN" altLang="en-US" sz="1600">
                <a:solidFill>
                  <a:schemeClr val="tx1"/>
                </a:solidFill>
                <a:uFillTx/>
                <a:latin typeface="Times New Roman" panose="02020603050405020304" pitchFamily="18" charset="0"/>
                <a:ea typeface="微软雅黑" panose="020B0503020204020204" pitchFamily="34" charset="-122"/>
              </a:rPr>
              <a:t>，</a:t>
            </a:r>
            <a:r>
              <a:rPr lang="en-US" altLang="zh-CN" sz="1600">
                <a:solidFill>
                  <a:schemeClr val="tx1"/>
                </a:solidFill>
                <a:uFillTx/>
                <a:latin typeface="Times New Roman" panose="02020603050405020304" pitchFamily="18" charset="0"/>
                <a:ea typeface="微软雅黑" panose="020B0503020204020204" pitchFamily="34" charset="-122"/>
              </a:rPr>
              <a:t>HA</a:t>
            </a:r>
            <a:r>
              <a:rPr lang="zh-CN" altLang="en-US" sz="1600">
                <a:solidFill>
                  <a:schemeClr val="tx1"/>
                </a:solidFill>
                <a:uFillTx/>
                <a:latin typeface="Times New Roman" panose="02020603050405020304" pitchFamily="18" charset="0"/>
                <a:ea typeface="微软雅黑" panose="020B0503020204020204" pitchFamily="34" charset="-122"/>
              </a:rPr>
              <a:t>）和梯度单边采样算法（</a:t>
            </a:r>
            <a:r>
              <a:rPr lang="en-US" altLang="zh-CN" sz="1600">
                <a:solidFill>
                  <a:schemeClr val="tx1"/>
                </a:solidFill>
                <a:uFillTx/>
                <a:latin typeface="Times New Roman" panose="02020603050405020304" pitchFamily="18" charset="0"/>
                <a:ea typeface="微软雅黑" panose="020B0503020204020204" pitchFamily="34" charset="-122"/>
              </a:rPr>
              <a:t>Gradient-based One-Side Sampling, GOSS</a:t>
            </a:r>
            <a:r>
              <a:rPr lang="zh-CN" altLang="en-US" sz="1600">
                <a:solidFill>
                  <a:schemeClr val="tx1"/>
                </a:solidFill>
                <a:uFillTx/>
                <a:latin typeface="Times New Roman" panose="02020603050405020304" pitchFamily="18" charset="0"/>
                <a:ea typeface="微软雅黑" panose="020B0503020204020204" pitchFamily="34" charset="-122"/>
              </a:rPr>
              <a:t>）。如上图所示，在生成单叶的过程中，这三个算法对时间复杂度有重要影响。具体而言，互斥特征捆绑算法减少了特征的数量，直方图算法减少了候选分裂点的数量，而梯度单边采样算法减少了样本的数量。引入这三个算法后，</a:t>
            </a:r>
            <a:r>
              <a:rPr lang="en-US" altLang="zh-CN" sz="1600">
                <a:solidFill>
                  <a:schemeClr val="tx1"/>
                </a:solidFill>
                <a:uFillTx/>
                <a:latin typeface="Times New Roman" panose="02020603050405020304" pitchFamily="18" charset="0"/>
                <a:ea typeface="微软雅黑" panose="020B0503020204020204" pitchFamily="34" charset="-122"/>
              </a:rPr>
              <a:t>LightGBM</a:t>
            </a:r>
            <a:r>
              <a:rPr lang="zh-CN" altLang="en-US" sz="1600">
                <a:solidFill>
                  <a:schemeClr val="tx1"/>
                </a:solidFill>
                <a:uFillTx/>
                <a:latin typeface="Times New Roman" panose="02020603050405020304" pitchFamily="18" charset="0"/>
                <a:ea typeface="微软雅黑" panose="020B0503020204020204" pitchFamily="34" charset="-122"/>
              </a:rPr>
              <a:t>在生成单叶时的时间复杂度将大幅降低。</a:t>
            </a:r>
            <a:endParaRPr lang="zh-CN" altLang="en-US" sz="1600">
              <a:solidFill>
                <a:schemeClr val="tx1"/>
              </a:solidFill>
              <a:uFillTx/>
              <a:latin typeface="Times New Roman" panose="02020603050405020304" pitchFamily="18" charset="0"/>
              <a:ea typeface="微软雅黑" panose="020B0503020204020204" pitchFamily="34" charset="-122"/>
            </a:endParaRPr>
          </a:p>
        </p:txBody>
      </p:sp>
      <p:sp>
        <p:nvSpPr>
          <p:cNvPr id="6" name="矩形 5"/>
          <p:cNvSpPr/>
          <p:nvPr/>
        </p:nvSpPr>
        <p:spPr>
          <a:xfrm>
            <a:off x="940435" y="4693920"/>
            <a:ext cx="10560685" cy="1662430"/>
          </a:xfrm>
          <a:prstGeom prst="rect">
            <a:avLst/>
          </a:prstGeom>
          <a:ln>
            <a:solidFill>
              <a:schemeClr val="accent1"/>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LightGBM</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的基本思想</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4" name="文本框 3"/>
          <p:cNvSpPr txBox="1"/>
          <p:nvPr/>
        </p:nvSpPr>
        <p:spPr>
          <a:xfrm>
            <a:off x="665480" y="1329055"/>
            <a:ext cx="10945495" cy="1938020"/>
          </a:xfrm>
          <a:prstGeom prst="rect">
            <a:avLst/>
          </a:prstGeom>
        </p:spPr>
        <p:txBody>
          <a:bodyPr wrap="square">
            <a:spAutoFit/>
          </a:bodyPr>
          <a:p>
            <a:pPr marL="0" indent="0" algn="just" defTabSz="266700">
              <a:lnSpc>
                <a:spcPct val="125000"/>
              </a:lnSpc>
              <a:spcBef>
                <a:spcPct val="0"/>
              </a:spcBef>
              <a:spcAft>
                <a:spcPct val="0"/>
              </a:spcAft>
            </a:pPr>
            <a:r>
              <a:rPr lang="zh-CN" altLang="en-US" sz="1600">
                <a:solidFill>
                  <a:schemeClr val="tx1"/>
                </a:solidFill>
                <a:uFillTx/>
                <a:latin typeface="Times New Roman" panose="02020603050405020304" pitchFamily="18" charset="0"/>
                <a:ea typeface="微软雅黑" panose="020B0503020204020204" pitchFamily="34" charset="-122"/>
              </a:rPr>
              <a:t>此外，大多数</a:t>
            </a:r>
            <a:r>
              <a:rPr lang="en-US" altLang="zh-CN" sz="1600">
                <a:solidFill>
                  <a:schemeClr val="tx1"/>
                </a:solidFill>
                <a:uFillTx/>
                <a:latin typeface="Times New Roman" panose="02020603050405020304" pitchFamily="18" charset="0"/>
                <a:ea typeface="微软雅黑" panose="020B0503020204020204" pitchFamily="34" charset="-122"/>
              </a:rPr>
              <a:t>GBDT</a:t>
            </a:r>
            <a:r>
              <a:rPr lang="zh-CN" altLang="en-US" sz="1600">
                <a:solidFill>
                  <a:schemeClr val="tx1"/>
                </a:solidFill>
                <a:uFillTx/>
                <a:latin typeface="Times New Roman" panose="02020603050405020304" pitchFamily="18" charset="0"/>
                <a:ea typeface="微软雅黑" panose="020B0503020204020204" pitchFamily="34" charset="-122"/>
              </a:rPr>
              <a:t>算法使用的是按层生长（</a:t>
            </a:r>
            <a:r>
              <a:rPr lang="en-US" altLang="zh-CN" sz="1600">
                <a:solidFill>
                  <a:schemeClr val="tx1"/>
                </a:solidFill>
                <a:uFillTx/>
                <a:latin typeface="Times New Roman" panose="02020603050405020304" pitchFamily="18" charset="0"/>
                <a:ea typeface="微软雅黑" panose="020B0503020204020204" pitchFamily="34" charset="-122"/>
              </a:rPr>
              <a:t>Level-wise</a:t>
            </a:r>
            <a:r>
              <a:rPr lang="zh-CN" altLang="en-US" sz="1600">
                <a:solidFill>
                  <a:schemeClr val="tx1"/>
                </a:solidFill>
                <a:uFillTx/>
                <a:latin typeface="Times New Roman" panose="02020603050405020304" pitchFamily="18" charset="0"/>
                <a:ea typeface="微软雅黑" panose="020B0503020204020204" pitchFamily="34" charset="-122"/>
              </a:rPr>
              <a:t>）策略，而</a:t>
            </a:r>
            <a:r>
              <a:rPr lang="en-US" altLang="zh-CN" sz="1600">
                <a:solidFill>
                  <a:schemeClr val="tx1"/>
                </a:solidFill>
                <a:uFillTx/>
                <a:latin typeface="Times New Roman" panose="02020603050405020304" pitchFamily="18" charset="0"/>
                <a:ea typeface="微软雅黑" panose="020B0503020204020204" pitchFamily="34" charset="-122"/>
              </a:rPr>
              <a:t>LightGBM</a:t>
            </a:r>
            <a:r>
              <a:rPr lang="zh-CN" altLang="en-US" sz="1600">
                <a:solidFill>
                  <a:schemeClr val="tx1"/>
                </a:solidFill>
                <a:uFillTx/>
                <a:latin typeface="Times New Roman" panose="02020603050405020304" pitchFamily="18" charset="0"/>
                <a:ea typeface="微软雅黑" panose="020B0503020204020204" pitchFamily="34" charset="-122"/>
              </a:rPr>
              <a:t>使用了带有深度限制的按叶生长（</a:t>
            </a:r>
            <a:r>
              <a:rPr lang="en-US" altLang="zh-CN" sz="1600">
                <a:solidFill>
                  <a:schemeClr val="tx1"/>
                </a:solidFill>
                <a:uFillTx/>
                <a:latin typeface="Times New Roman" panose="02020603050405020304" pitchFamily="18" charset="0"/>
                <a:ea typeface="微软雅黑" panose="020B0503020204020204" pitchFamily="34" charset="-122"/>
              </a:rPr>
              <a:t>Leaf-wise</a:t>
            </a:r>
            <a:r>
              <a:rPr lang="zh-CN" altLang="en-US" sz="1600">
                <a:solidFill>
                  <a:schemeClr val="tx1"/>
                </a:solidFill>
                <a:uFillTx/>
                <a:latin typeface="Times New Roman" panose="02020603050405020304" pitchFamily="18" charset="0"/>
                <a:ea typeface="微软雅黑" panose="020B0503020204020204" pitchFamily="34" charset="-122"/>
              </a:rPr>
              <a:t>）策略。如下图所示，橙色节点为需要分裂的叶节点，在按层生长策略中，模型在生长过程中需要对每一层的叶节点进行分裂，这意味着每一层的所有叶节点都参与了生长的决策。与之相对，按叶节点生长策略采用了一种更为精细的方法。在这种策略下，模型通过计算每个叶节点的分箱增益，选择具有最大增益的叶节点进行分裂。通常，分箱增益越大，说明分裂对模型的贡献越显著。这一改进使得模型在训练时能够聚焦于处理最有价值的特征和数据，从而有效减少计算量，提高算法的训练速度。</a:t>
            </a:r>
            <a:endParaRPr lang="zh-CN" altLang="en-US" sz="1600">
              <a:solidFill>
                <a:schemeClr val="tx1"/>
              </a:solidFill>
              <a:uFillTx/>
              <a:latin typeface="Times New Roman" panose="02020603050405020304" pitchFamily="18" charset="0"/>
              <a:ea typeface="微软雅黑" panose="020B0503020204020204" pitchFamily="34" charset="-122"/>
            </a:endParaRPr>
          </a:p>
        </p:txBody>
      </p:sp>
      <p:pic>
        <p:nvPicPr>
          <p:cNvPr id="96" name="图片 448"/>
          <p:cNvPicPr>
            <a:picLocks noChangeAspect="1"/>
          </p:cNvPicPr>
          <p:nvPr/>
        </p:nvPicPr>
        <p:blipFill>
          <a:blip r:embed="rId1"/>
          <a:stretch>
            <a:fillRect/>
          </a:stretch>
        </p:blipFill>
        <p:spPr>
          <a:xfrm>
            <a:off x="1251585" y="3630930"/>
            <a:ext cx="9688830" cy="2573655"/>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LightGBM</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的基本思想</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pic>
        <p:nvPicPr>
          <p:cNvPr id="2" name="图片 1"/>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304800" y="1959610"/>
            <a:ext cx="11399520" cy="346773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直方图算法</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4" name="文本框 3"/>
          <p:cNvSpPr txBox="1"/>
          <p:nvPr/>
        </p:nvSpPr>
        <p:spPr>
          <a:xfrm>
            <a:off x="870585" y="1893570"/>
            <a:ext cx="10142855" cy="3938270"/>
          </a:xfrm>
          <a:prstGeom prst="rect">
            <a:avLst/>
          </a:prstGeom>
        </p:spPr>
        <p:txBody>
          <a:bodyPr wrap="square">
            <a:spAutoFit/>
          </a:bodyPr>
          <a:p>
            <a:pPr marL="0" indent="306070" algn="just" defTabSz="266700">
              <a:lnSpc>
                <a:spcPct val="125000"/>
              </a:lnSpc>
              <a:spcBef>
                <a:spcPct val="0"/>
              </a:spcBef>
              <a:spcAft>
                <a:spcPct val="0"/>
              </a:spcAft>
            </a:pPr>
            <a:r>
              <a:rPr lang="zh-CN" altLang="en-US" sz="2000" b="1">
                <a:solidFill>
                  <a:schemeClr val="tx1"/>
                </a:solidFill>
                <a:uFillTx/>
                <a:latin typeface="Times New Roman" panose="02020603050405020304" pitchFamily="18" charset="0"/>
                <a:ea typeface="微软雅黑" panose="020B0503020204020204" pitchFamily="34" charset="-122"/>
              </a:rPr>
              <a:t>直方图算法（</a:t>
            </a:r>
            <a:r>
              <a:rPr lang="en-US" altLang="zh-CN" sz="2000" b="1">
                <a:solidFill>
                  <a:schemeClr val="tx1"/>
                </a:solidFill>
                <a:uFillTx/>
                <a:latin typeface="Times New Roman" panose="02020603050405020304" pitchFamily="18" charset="0"/>
                <a:ea typeface="微软雅黑" panose="020B0503020204020204" pitchFamily="34" charset="-122"/>
              </a:rPr>
              <a:t>Histogram-based Algorithm</a:t>
            </a:r>
            <a:r>
              <a:rPr lang="zh-CN" altLang="en-US" sz="2000" b="1">
                <a:solidFill>
                  <a:schemeClr val="tx1"/>
                </a:solidFill>
                <a:uFillTx/>
                <a:latin typeface="Times New Roman" panose="02020603050405020304" pitchFamily="18" charset="0"/>
                <a:ea typeface="微软雅黑" panose="020B0503020204020204" pitchFamily="34" charset="-122"/>
              </a:rPr>
              <a:t>，</a:t>
            </a:r>
            <a:r>
              <a:rPr lang="en-US" altLang="zh-CN" sz="2000" b="1">
                <a:solidFill>
                  <a:schemeClr val="tx1"/>
                </a:solidFill>
                <a:uFillTx/>
                <a:latin typeface="Times New Roman" panose="02020603050405020304" pitchFamily="18" charset="0"/>
                <a:ea typeface="微软雅黑" panose="020B0503020204020204" pitchFamily="34" charset="-122"/>
              </a:rPr>
              <a:t>HA</a:t>
            </a:r>
            <a:r>
              <a:rPr lang="zh-CN" altLang="en-US" sz="2000" b="1">
                <a:solidFill>
                  <a:schemeClr val="tx1"/>
                </a:solidFill>
                <a:uFillTx/>
                <a:latin typeface="Times New Roman" panose="02020603050405020304" pitchFamily="18" charset="0"/>
                <a:ea typeface="微软雅黑" panose="020B0503020204020204" pitchFamily="34" charset="-122"/>
              </a:rPr>
              <a:t>） </a:t>
            </a:r>
            <a:r>
              <a:rPr lang="en-US" altLang="zh-CN" sz="2000" b="1">
                <a:solidFill>
                  <a:schemeClr val="tx1"/>
                </a:solidFill>
                <a:uFillTx/>
                <a:latin typeface="Times New Roman" panose="02020603050405020304" pitchFamily="18" charset="0"/>
                <a:ea typeface="微软雅黑" panose="020B0503020204020204" pitchFamily="34" charset="-122"/>
              </a:rPr>
              <a:t> </a:t>
            </a:r>
            <a:r>
              <a:rPr lang="zh-CN" altLang="en-US" sz="2000">
                <a:solidFill>
                  <a:schemeClr val="tx1"/>
                </a:solidFill>
                <a:uFillTx/>
                <a:latin typeface="Times New Roman" panose="02020603050405020304" pitchFamily="18" charset="0"/>
                <a:ea typeface="微软雅黑" panose="020B0503020204020204" pitchFamily="34" charset="-122"/>
              </a:rPr>
              <a:t>是一种用于高效构建决策树的方法，其通过对特征值进行分箱并在每个箱上构建直方图来降低节点分裂的计算复杂度。</a:t>
            </a:r>
            <a:endParaRPr lang="zh-CN" altLang="en-US" sz="2000">
              <a:solidFill>
                <a:schemeClr val="tx1"/>
              </a:solidFill>
              <a:uFillTx/>
              <a:latin typeface="Times New Roman" panose="02020603050405020304" pitchFamily="18" charset="0"/>
              <a:ea typeface="微软雅黑" panose="020B0503020204020204" pitchFamily="34" charset="-122"/>
            </a:endParaRPr>
          </a:p>
          <a:p>
            <a:pPr marL="0" indent="306070" algn="just" defTabSz="266700">
              <a:lnSpc>
                <a:spcPct val="125000"/>
              </a:lnSpc>
              <a:spcBef>
                <a:spcPct val="0"/>
              </a:spcBef>
              <a:spcAft>
                <a:spcPct val="0"/>
              </a:spcAft>
            </a:pPr>
            <a:endParaRPr lang="zh-CN" altLang="en-US" sz="2000">
              <a:solidFill>
                <a:schemeClr val="tx1"/>
              </a:solidFill>
              <a:uFillTx/>
              <a:latin typeface="Times New Roman" panose="02020603050405020304" pitchFamily="18" charset="0"/>
              <a:ea typeface="微软雅黑" panose="020B0503020204020204" pitchFamily="34" charset="-122"/>
            </a:endParaRPr>
          </a:p>
          <a:p>
            <a:pPr marL="0" indent="306070" algn="just" defTabSz="266700">
              <a:lnSpc>
                <a:spcPct val="125000"/>
              </a:lnSpc>
              <a:spcBef>
                <a:spcPct val="0"/>
              </a:spcBef>
              <a:spcAft>
                <a:spcPct val="0"/>
              </a:spcAft>
            </a:pPr>
            <a:endParaRPr lang="zh-CN" altLang="en-US" sz="2000">
              <a:solidFill>
                <a:schemeClr val="tx1"/>
              </a:solidFill>
              <a:uFillTx/>
              <a:latin typeface="Times New Roman" panose="02020603050405020304" pitchFamily="18" charset="0"/>
              <a:ea typeface="微软雅黑" panose="020B0503020204020204" pitchFamily="34" charset="-122"/>
            </a:endParaRPr>
          </a:p>
          <a:p>
            <a:pPr marL="0" indent="304800" algn="just" defTabSz="266700">
              <a:lnSpc>
                <a:spcPct val="125000"/>
              </a:lnSpc>
              <a:spcBef>
                <a:spcPct val="0"/>
              </a:spcBef>
              <a:spcAft>
                <a:spcPct val="0"/>
              </a:spcAft>
            </a:pPr>
            <a:r>
              <a:rPr lang="zh-CN" altLang="en-US" sz="2000">
                <a:solidFill>
                  <a:schemeClr val="tx1"/>
                </a:solidFill>
                <a:uFillTx/>
                <a:latin typeface="Times New Roman" panose="02020603050405020304" pitchFamily="18" charset="0"/>
                <a:ea typeface="微软雅黑" panose="020B0503020204020204" pitchFamily="34" charset="-122"/>
              </a:rPr>
              <a:t>传统的决策树算法（如</a:t>
            </a:r>
            <a:r>
              <a:rPr lang="en-US" altLang="zh-CN" sz="2000">
                <a:solidFill>
                  <a:schemeClr val="tx1"/>
                </a:solidFill>
                <a:uFillTx/>
                <a:latin typeface="Times New Roman" panose="02020603050405020304" pitchFamily="18" charset="0"/>
                <a:ea typeface="微软雅黑" panose="020B0503020204020204" pitchFamily="34" charset="-122"/>
              </a:rPr>
              <a:t>ID3</a:t>
            </a:r>
            <a:r>
              <a:rPr lang="zh-CN" altLang="en-US" sz="2000">
                <a:solidFill>
                  <a:schemeClr val="tx1"/>
                </a:solidFill>
                <a:uFillTx/>
                <a:latin typeface="Times New Roman" panose="02020603050405020304" pitchFamily="18" charset="0"/>
                <a:ea typeface="微软雅黑" panose="020B0503020204020204" pitchFamily="34" charset="-122"/>
              </a:rPr>
              <a:t>、</a:t>
            </a:r>
            <a:r>
              <a:rPr lang="en-US" altLang="zh-CN" sz="2000">
                <a:solidFill>
                  <a:schemeClr val="tx1"/>
                </a:solidFill>
                <a:uFillTx/>
                <a:latin typeface="Times New Roman" panose="02020603050405020304" pitchFamily="18" charset="0"/>
                <a:ea typeface="微软雅黑" panose="020B0503020204020204" pitchFamily="34" charset="-122"/>
              </a:rPr>
              <a:t>CART</a:t>
            </a:r>
            <a:r>
              <a:rPr lang="zh-CN" altLang="en-US" sz="2000">
                <a:solidFill>
                  <a:schemeClr val="tx1"/>
                </a:solidFill>
                <a:uFillTx/>
                <a:latin typeface="Times New Roman" panose="02020603050405020304" pitchFamily="18" charset="0"/>
                <a:ea typeface="微软雅黑" panose="020B0503020204020204" pitchFamily="34" charset="-122"/>
              </a:rPr>
              <a:t>）在每个节点分裂时需要遍历所有的特征值来找到最佳的分裂点。然而，在处理大规模数据集时，这种遍历过程会导致较高的时间复杂度，因而影响算法效率。</a:t>
            </a:r>
            <a:r>
              <a:rPr lang="en-US" altLang="zh-CN" sz="2000">
                <a:solidFill>
                  <a:schemeClr val="tx1"/>
                </a:solidFill>
                <a:uFillTx/>
                <a:latin typeface="Times New Roman" panose="02020603050405020304" pitchFamily="18" charset="0"/>
                <a:ea typeface="微软雅黑" panose="020B0503020204020204" pitchFamily="34" charset="-122"/>
              </a:rPr>
              <a:t>HA</a:t>
            </a:r>
            <a:r>
              <a:rPr lang="zh-CN" altLang="en-US" sz="2000">
                <a:solidFill>
                  <a:schemeClr val="tx1"/>
                </a:solidFill>
                <a:uFillTx/>
                <a:latin typeface="Times New Roman" panose="02020603050405020304" pitchFamily="18" charset="0"/>
                <a:ea typeface="微软雅黑" panose="020B0503020204020204" pitchFamily="34" charset="-122"/>
              </a:rPr>
              <a:t>通过对数据进行分箱来加速这个过程。在</a:t>
            </a:r>
            <a:r>
              <a:rPr lang="en-US" altLang="zh-CN" sz="2000">
                <a:solidFill>
                  <a:schemeClr val="tx1"/>
                </a:solidFill>
                <a:uFillTx/>
                <a:latin typeface="Times New Roman" panose="02020603050405020304" pitchFamily="18" charset="0"/>
                <a:ea typeface="微软雅黑" panose="020B0503020204020204" pitchFamily="34" charset="-122"/>
              </a:rPr>
              <a:t>HA</a:t>
            </a:r>
            <a:r>
              <a:rPr lang="zh-CN" altLang="en-US" sz="2000">
                <a:solidFill>
                  <a:schemeClr val="tx1"/>
                </a:solidFill>
                <a:uFillTx/>
                <a:latin typeface="Times New Roman" panose="02020603050405020304" pitchFamily="18" charset="0"/>
                <a:ea typeface="微软雅黑" panose="020B0503020204020204" pitchFamily="34" charset="-122"/>
              </a:rPr>
              <a:t>中，数据集中的特征值被分成多个离散的区间（或称为箱），每个区间称为一个直方图箱。因此，在进行节点分裂时，不需要考虑每个数据点的具体值，而只需关注数据落入哪个箱。这种近似的划分使得训练过程更加高效。</a:t>
            </a:r>
            <a:endParaRPr lang="zh-CN" altLang="en-US" sz="2000">
              <a:solidFill>
                <a:schemeClr val="tx1"/>
              </a:solidFill>
              <a:uFillTx/>
              <a:latin typeface="Times New Roman" panose="02020603050405020304" pitchFamily="18" charset="0"/>
              <a:ea typeface="微软雅黑" panose="020B0503020204020204" pitchFamily="34" charset="-122"/>
            </a:endParaRPr>
          </a:p>
        </p:txBody>
      </p:sp>
      <p:sp>
        <p:nvSpPr>
          <p:cNvPr id="5" name="矩形 4"/>
          <p:cNvSpPr/>
          <p:nvPr/>
        </p:nvSpPr>
        <p:spPr>
          <a:xfrm>
            <a:off x="855345" y="3456305"/>
            <a:ext cx="10267950" cy="2512695"/>
          </a:xfrm>
          <a:prstGeom prst="rect">
            <a:avLst/>
          </a:prstGeom>
          <a:ln>
            <a:solidFill>
              <a:schemeClr val="accent1"/>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直方图算法</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 name="文本框 1"/>
          <p:cNvSpPr txBox="1"/>
          <p:nvPr/>
        </p:nvSpPr>
        <p:spPr>
          <a:xfrm>
            <a:off x="628015" y="1445895"/>
            <a:ext cx="10606405" cy="783590"/>
          </a:xfrm>
          <a:prstGeom prst="rect">
            <a:avLst/>
          </a:prstGeom>
        </p:spPr>
        <p:txBody>
          <a:bodyPr wrap="square">
            <a:spAutoFit/>
          </a:bodyPr>
          <a:p>
            <a:pPr marL="0" indent="304800" algn="just" defTabSz="266700">
              <a:lnSpc>
                <a:spcPct val="125000"/>
              </a:lnSpc>
              <a:spcBef>
                <a:spcPct val="0"/>
              </a:spcBef>
              <a:spcAft>
                <a:spcPct val="0"/>
              </a:spcAft>
            </a:pPr>
            <a:r>
              <a:rPr lang="zh-CN" altLang="en-US">
                <a:solidFill>
                  <a:schemeClr val="tx1"/>
                </a:solidFill>
                <a:uFillTx/>
                <a:latin typeface="Times New Roman" panose="02020603050405020304" pitchFamily="18" charset="0"/>
                <a:ea typeface="微软雅黑" panose="020B0503020204020204" pitchFamily="34" charset="-122"/>
              </a:rPr>
              <a:t>如下图所示，在</a:t>
            </a:r>
            <a:r>
              <a:rPr lang="en-US" altLang="zh-CN">
                <a:solidFill>
                  <a:schemeClr val="tx1"/>
                </a:solidFill>
                <a:uFillTx/>
                <a:latin typeface="Times New Roman" panose="02020603050405020304" pitchFamily="18" charset="0"/>
                <a:ea typeface="微软雅黑" panose="020B0503020204020204" pitchFamily="34" charset="-122"/>
              </a:rPr>
              <a:t>HA</a:t>
            </a:r>
            <a:r>
              <a:rPr lang="zh-CN" altLang="en-US">
                <a:solidFill>
                  <a:schemeClr val="tx1"/>
                </a:solidFill>
                <a:uFillTx/>
                <a:latin typeface="Times New Roman" panose="02020603050405020304" pitchFamily="18" charset="0"/>
                <a:ea typeface="微软雅黑" panose="020B0503020204020204" pitchFamily="34" charset="-122"/>
              </a:rPr>
              <a:t>中，首先对每个特征的所有取值进行排序，使用等宽分箱策略（详情参考第</a:t>
            </a:r>
            <a:r>
              <a:rPr lang="en-US" altLang="zh-CN">
                <a:solidFill>
                  <a:schemeClr val="tx1"/>
                </a:solidFill>
                <a:uFillTx/>
                <a:latin typeface="Times New Roman" panose="02020603050405020304" pitchFamily="18" charset="0"/>
                <a:ea typeface="微软雅黑" panose="020B0503020204020204" pitchFamily="34" charset="-122"/>
              </a:rPr>
              <a:t>2.2.2</a:t>
            </a:r>
            <a:r>
              <a:rPr lang="zh-CN" altLang="en-US">
                <a:solidFill>
                  <a:schemeClr val="tx1"/>
                </a:solidFill>
                <a:uFillTx/>
                <a:latin typeface="Times New Roman" panose="02020603050405020304" pitchFamily="18" charset="0"/>
                <a:ea typeface="微软雅黑" panose="020B0503020204020204" pitchFamily="34" charset="-122"/>
              </a:rPr>
              <a:t>节）将特征值划分到相应的箱中，并计算每个箱中样本点的梯度信息，进而构建特征直方图。</a:t>
            </a:r>
            <a:endParaRPr lang="zh-CN" altLang="en-US">
              <a:solidFill>
                <a:schemeClr val="tx1"/>
              </a:solidFill>
              <a:uFillTx/>
              <a:latin typeface="Times New Roman" panose="02020603050405020304" pitchFamily="18" charset="0"/>
              <a:ea typeface="微软雅黑" panose="020B0503020204020204" pitchFamily="34" charset="-122"/>
            </a:endParaRPr>
          </a:p>
        </p:txBody>
      </p:sp>
      <p:pic>
        <p:nvPicPr>
          <p:cNvPr id="97" name="图片 449"/>
          <p:cNvPicPr>
            <a:picLocks noChangeAspect="1"/>
          </p:cNvPicPr>
          <p:nvPr/>
        </p:nvPicPr>
        <p:blipFill>
          <a:blip r:embed="rId1"/>
          <a:stretch>
            <a:fillRect/>
          </a:stretch>
        </p:blipFill>
        <p:spPr>
          <a:xfrm>
            <a:off x="1668145" y="2402840"/>
            <a:ext cx="8856345" cy="398780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直方图算法</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pic>
        <p:nvPicPr>
          <p:cNvPr id="4" name="图片 3"/>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2042160" y="1021715"/>
            <a:ext cx="8107680" cy="564642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直方图算法</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pic>
        <p:nvPicPr>
          <p:cNvPr id="2" name="图片 1"/>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892810" y="944245"/>
            <a:ext cx="9820910" cy="2205355"/>
          </a:xfrm>
          <a:prstGeom prst="rect">
            <a:avLst/>
          </a:prstGeom>
        </p:spPr>
      </p:pic>
      <p:pic>
        <p:nvPicPr>
          <p:cNvPr id="5" name="图片 4"/>
          <p:cNvPicPr>
            <a:picLocks noChangeAspect="1"/>
          </p:cNvPicPr>
          <p:nvPr/>
        </p:nvPicPr>
        <p:blipFill>
          <a:blip r:embed="rId2">
            <a:clrChange>
              <a:clrFrom>
                <a:srgbClr val="FFFFFF">
                  <a:alpha val="100000"/>
                </a:srgbClr>
              </a:clrFrom>
              <a:clrTo>
                <a:srgbClr val="FFFFFF">
                  <a:alpha val="100000"/>
                  <a:alpha val="0"/>
                </a:srgbClr>
              </a:clrTo>
            </a:clrChange>
          </a:blip>
          <a:stretch>
            <a:fillRect/>
          </a:stretch>
        </p:blipFill>
        <p:spPr>
          <a:xfrm>
            <a:off x="2412365" y="2606040"/>
            <a:ext cx="7894320" cy="405384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直方图算法</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6" name="文本框 5"/>
          <p:cNvSpPr txBox="1"/>
          <p:nvPr/>
        </p:nvSpPr>
        <p:spPr>
          <a:xfrm>
            <a:off x="571500" y="1428750"/>
            <a:ext cx="10803255" cy="706755"/>
          </a:xfrm>
          <a:prstGeom prst="rect">
            <a:avLst/>
          </a:prstGeom>
        </p:spPr>
        <p:txBody>
          <a:bodyPr wrap="square">
            <a:spAutoFit/>
          </a:bodyPr>
          <a:p>
            <a:pPr indent="0" algn="just" defTabSz="266700">
              <a:lnSpc>
                <a:spcPct val="125000"/>
              </a:lnSpc>
              <a:spcBef>
                <a:spcPts val="400"/>
              </a:spcBef>
              <a:spcAft>
                <a:spcPct val="0"/>
              </a:spcAft>
            </a:pPr>
            <a:r>
              <a:rPr lang="zh-CN" altLang="en-US" sz="1600" b="1">
                <a:solidFill>
                  <a:srgbClr val="C55911"/>
                </a:solidFill>
                <a:latin typeface="Times New Roman" panose="02020603050405020304" pitchFamily="18" charset="0"/>
                <a:ea typeface="微软雅黑" panose="020B0503020204020204" pitchFamily="34" charset="-122"/>
              </a:rPr>
              <a:t>算一算：</a:t>
            </a:r>
            <a:r>
              <a:rPr lang="zh-CN" altLang="en-US" sz="1600">
                <a:latin typeface="Times New Roman" panose="02020603050405020304" pitchFamily="18" charset="0"/>
                <a:ea typeface="微软雅黑" panose="020B0503020204020204" pitchFamily="34" charset="-122"/>
              </a:rPr>
              <a:t>根据下表展示的数据集，该数据集包含</a:t>
            </a:r>
            <a:r>
              <a:rPr lang="en-US" altLang="zh-CN" sz="1600">
                <a:latin typeface="Times New Roman" panose="02020603050405020304" pitchFamily="18" charset="0"/>
                <a:ea typeface="微软雅黑" panose="020B0503020204020204" pitchFamily="34" charset="-122"/>
              </a:rPr>
              <a:t>8</a:t>
            </a:r>
            <a:r>
              <a:rPr lang="zh-CN" altLang="en-US" sz="1600">
                <a:latin typeface="Times New Roman" panose="02020603050405020304" pitchFamily="18" charset="0"/>
                <a:ea typeface="微软雅黑" panose="020B0503020204020204" pitchFamily="34" charset="-122"/>
              </a:rPr>
              <a:t>个数据样本，以</a:t>
            </a:r>
            <a:r>
              <a:rPr lang="en-US" altLang="zh-CN" sz="1600" i="1">
                <a:latin typeface="Times New Roman" panose="02020603050405020304" pitchFamily="18" charset="0"/>
                <a:ea typeface="微软雅黑" panose="020B0503020204020204" pitchFamily="34" charset="-122"/>
              </a:rPr>
              <a:t>x</a:t>
            </a:r>
            <a:r>
              <a:rPr lang="en-US" altLang="zh-CN" sz="1600" i="1" baseline="-25000">
                <a:latin typeface="Times New Roman" panose="02020603050405020304" pitchFamily="18" charset="0"/>
                <a:ea typeface="微软雅黑" panose="020B0503020204020204" pitchFamily="34" charset="-122"/>
              </a:rPr>
              <a:t>i</a:t>
            </a:r>
            <a:r>
              <a:rPr lang="zh-CN" altLang="en-US" sz="1600">
                <a:latin typeface="Times New Roman" panose="02020603050405020304" pitchFamily="18" charset="0"/>
                <a:ea typeface="微软雅黑" panose="020B0503020204020204" pitchFamily="34" charset="-122"/>
                <a:sym typeface="+mn-ea"/>
              </a:rPr>
              <a:t>为特征，</a:t>
            </a:r>
            <a:r>
              <a:rPr lang="en-US" altLang="zh-CN" sz="1600" i="1">
                <a:latin typeface="Times New Roman" panose="02020603050405020304" pitchFamily="18" charset="0"/>
                <a:ea typeface="微软雅黑" panose="020B0503020204020204" pitchFamily="34" charset="-122"/>
                <a:sym typeface="+mn-ea"/>
              </a:rPr>
              <a:t>g</a:t>
            </a:r>
            <a:r>
              <a:rPr lang="en-US" altLang="zh-CN" sz="1600" i="1" baseline="-25000">
                <a:latin typeface="Times New Roman" panose="02020603050405020304" pitchFamily="18" charset="0"/>
                <a:ea typeface="微软雅黑" panose="020B0503020204020204" pitchFamily="34" charset="-122"/>
                <a:sym typeface="+mn-ea"/>
              </a:rPr>
              <a:t>i</a:t>
            </a:r>
            <a:r>
              <a:rPr lang="zh-CN" altLang="en-US" sz="1600">
                <a:latin typeface="Times New Roman" panose="02020603050405020304" pitchFamily="18" charset="0"/>
                <a:ea typeface="微软雅黑" panose="020B0503020204020204" pitchFamily="34" charset="-122"/>
                <a:sym typeface="+mn-ea"/>
              </a:rPr>
              <a:t>为一阶梯度，</a:t>
            </a:r>
            <a:r>
              <a:rPr lang="en-US" altLang="zh-CN" sz="1600" i="1">
                <a:latin typeface="Times New Roman" panose="02020603050405020304" pitchFamily="18" charset="0"/>
                <a:ea typeface="微软雅黑" panose="020B0503020204020204" pitchFamily="34" charset="-122"/>
                <a:sym typeface="+mn-ea"/>
              </a:rPr>
              <a:t>h</a:t>
            </a:r>
            <a:r>
              <a:rPr lang="en-US" altLang="zh-CN" sz="1600" i="1" baseline="-25000">
                <a:latin typeface="Times New Roman" panose="02020603050405020304" pitchFamily="18" charset="0"/>
                <a:ea typeface="微软雅黑" panose="020B0503020204020204" pitchFamily="34" charset="-122"/>
                <a:sym typeface="+mn-ea"/>
              </a:rPr>
              <a:t>i</a:t>
            </a:r>
            <a:r>
              <a:rPr lang="zh-CN" altLang="en-US" sz="1600">
                <a:latin typeface="Times New Roman" panose="02020603050405020304" pitchFamily="18" charset="0"/>
                <a:ea typeface="微软雅黑" panose="020B0503020204020204" pitchFamily="34" charset="-122"/>
                <a:sym typeface="+mn-ea"/>
              </a:rPr>
              <a:t>为二阶梯度。请用</a:t>
            </a:r>
            <a:r>
              <a:rPr lang="en-US" altLang="zh-CN" sz="1600">
                <a:latin typeface="Times New Roman" panose="02020603050405020304" pitchFamily="18" charset="0"/>
                <a:ea typeface="微软雅黑" panose="020B0503020204020204" pitchFamily="34" charset="-122"/>
                <a:sym typeface="+mn-ea"/>
              </a:rPr>
              <a:t>HA</a:t>
            </a:r>
            <a:r>
              <a:rPr lang="zh-CN" altLang="en-US" sz="1600">
                <a:latin typeface="Times New Roman" panose="02020603050405020304" pitchFamily="18" charset="0"/>
                <a:ea typeface="微软雅黑" panose="020B0503020204020204" pitchFamily="34" charset="-122"/>
                <a:sym typeface="+mn-ea"/>
              </a:rPr>
              <a:t>对数据进行处理，并计算最佳分裂点。</a:t>
            </a:r>
            <a:endParaRPr lang="zh-CN" altLang="en-US" sz="1600">
              <a:latin typeface="Times New Roman" panose="02020603050405020304" pitchFamily="18" charset="0"/>
              <a:ea typeface="微软雅黑" panose="020B0503020204020204" pitchFamily="34" charset="-122"/>
            </a:endParaRPr>
          </a:p>
        </p:txBody>
      </p:sp>
      <p:graphicFrame>
        <p:nvGraphicFramePr>
          <p:cNvPr id="13" name="表格 12"/>
          <p:cNvGraphicFramePr/>
          <p:nvPr>
            <p:custDataLst>
              <p:tags r:id="rId1"/>
            </p:custDataLst>
          </p:nvPr>
        </p:nvGraphicFramePr>
        <p:xfrm>
          <a:off x="3032125" y="2301875"/>
          <a:ext cx="6406515" cy="1262380"/>
        </p:xfrm>
        <a:graphic>
          <a:graphicData uri="http://schemas.openxmlformats.org/drawingml/2006/table">
            <a:tbl>
              <a:tblPr/>
              <a:tblGrid>
                <a:gridCol w="711835"/>
                <a:gridCol w="711835"/>
                <a:gridCol w="711835"/>
                <a:gridCol w="711835"/>
                <a:gridCol w="711835"/>
                <a:gridCol w="711835"/>
                <a:gridCol w="711835"/>
                <a:gridCol w="711835"/>
                <a:gridCol w="711835"/>
              </a:tblGrid>
              <a:tr h="293370">
                <a:tc>
                  <a:txBody>
                    <a:bodyPr/>
                    <a:p>
                      <a:pPr marL="0" indent="0" algn="ctr">
                        <a:lnSpc>
                          <a:spcPct val="125000"/>
                        </a:lnSpc>
                        <a:spcBef>
                          <a:spcPct val="0"/>
                        </a:spcBef>
                        <a:spcAft>
                          <a:spcPct val="0"/>
                        </a:spcAft>
                      </a:pPr>
                      <a:r>
                        <a:rPr lang="en-US" altLang="zh-CN" sz="1000" b="1" i="1">
                          <a:solidFill>
                            <a:srgbClr val="000000"/>
                          </a:solidFill>
                          <a:latin typeface="Times New Roman" panose="02020603050405020304"/>
                          <a:ea typeface="微软雅黑" panose="020B0503020204020204" pitchFamily="34" charset="-122"/>
                        </a:rPr>
                        <a:t>i</a:t>
                      </a:r>
                      <a:endParaRPr lang="en-US" altLang="zh-CN" sz="1000" b="1" i="1">
                        <a:solidFill>
                          <a:srgbClr val="000000"/>
                        </a:solidFill>
                        <a:latin typeface="Times New Roman" panose="02020603050405020304"/>
                        <a:ea typeface="微软雅黑" panose="020B0503020204020204" pitchFamily="34" charset="-122"/>
                      </a:endParaRPr>
                    </a:p>
                  </a:txBody>
                  <a:tcPr marL="68580" marR="68580" marT="0" marB="0" anchor="ctr" anchorCtr="0">
                    <a:lnL>
                      <a:noFill/>
                    </a:lnL>
                    <a:lnR>
                      <a:noFill/>
                    </a:lnR>
                    <a:lnT w="190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ctr">
                        <a:lnSpc>
                          <a:spcPct val="125000"/>
                        </a:lnSpc>
                        <a:spcBef>
                          <a:spcPct val="0"/>
                        </a:spcBef>
                        <a:spcAft>
                          <a:spcPct val="0"/>
                        </a:spcAft>
                      </a:pPr>
                      <a:r>
                        <a:rPr lang="en-US" altLang="zh-CN" sz="1000" b="1">
                          <a:solidFill>
                            <a:srgbClr val="000000"/>
                          </a:solidFill>
                          <a:latin typeface="Times New Roman" panose="02020603050405020304"/>
                          <a:ea typeface="微软雅黑" panose="020B0503020204020204" pitchFamily="34" charset="-122"/>
                        </a:rPr>
                        <a:t>1</a:t>
                      </a:r>
                      <a:endParaRPr lang="en-US" altLang="zh-CN" sz="1000" b="1">
                        <a:solidFill>
                          <a:srgbClr val="000000"/>
                        </a:solidFill>
                        <a:latin typeface="Times New Roman" panose="02020603050405020304"/>
                        <a:ea typeface="微软雅黑" panose="020B0503020204020204" pitchFamily="34" charset="-122"/>
                      </a:endParaRPr>
                    </a:p>
                  </a:txBody>
                  <a:tcPr marL="68580" marR="68580" marT="0" marB="0" anchor="ctr" anchorCtr="0">
                    <a:lnL>
                      <a:noFill/>
                    </a:lnL>
                    <a:lnR>
                      <a:noFill/>
                    </a:lnR>
                    <a:lnT w="190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ctr">
                        <a:lnSpc>
                          <a:spcPct val="125000"/>
                        </a:lnSpc>
                        <a:spcBef>
                          <a:spcPct val="0"/>
                        </a:spcBef>
                        <a:spcAft>
                          <a:spcPct val="0"/>
                        </a:spcAft>
                      </a:pPr>
                      <a:r>
                        <a:rPr lang="en-US" altLang="zh-CN" sz="1000" b="1">
                          <a:solidFill>
                            <a:srgbClr val="000000"/>
                          </a:solidFill>
                          <a:latin typeface="Times New Roman" panose="02020603050405020304"/>
                          <a:ea typeface="微软雅黑" panose="020B0503020204020204" pitchFamily="34" charset="-122"/>
                        </a:rPr>
                        <a:t>2</a:t>
                      </a:r>
                      <a:endParaRPr lang="en-US" altLang="zh-CN" sz="1000" b="1">
                        <a:solidFill>
                          <a:srgbClr val="000000"/>
                        </a:solidFill>
                        <a:latin typeface="Times New Roman" panose="02020603050405020304"/>
                        <a:ea typeface="微软雅黑" panose="020B0503020204020204" pitchFamily="34" charset="-122"/>
                      </a:endParaRPr>
                    </a:p>
                  </a:txBody>
                  <a:tcPr marL="68580" marR="68580" marT="0" marB="0" anchor="ctr" anchorCtr="0">
                    <a:lnL>
                      <a:noFill/>
                    </a:lnL>
                    <a:lnR>
                      <a:noFill/>
                    </a:lnR>
                    <a:lnT w="190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ctr">
                        <a:lnSpc>
                          <a:spcPct val="125000"/>
                        </a:lnSpc>
                        <a:spcBef>
                          <a:spcPct val="0"/>
                        </a:spcBef>
                        <a:spcAft>
                          <a:spcPct val="0"/>
                        </a:spcAft>
                      </a:pPr>
                      <a:r>
                        <a:rPr lang="en-US" altLang="zh-CN" sz="1000" b="1">
                          <a:solidFill>
                            <a:srgbClr val="000000"/>
                          </a:solidFill>
                          <a:latin typeface="Times New Roman" panose="02020603050405020304"/>
                          <a:ea typeface="微软雅黑" panose="020B0503020204020204" pitchFamily="34" charset="-122"/>
                        </a:rPr>
                        <a:t>3</a:t>
                      </a:r>
                      <a:endParaRPr lang="en-US" altLang="zh-CN" sz="1000" b="1">
                        <a:solidFill>
                          <a:srgbClr val="000000"/>
                        </a:solidFill>
                        <a:latin typeface="Times New Roman" panose="02020603050405020304"/>
                        <a:ea typeface="微软雅黑" panose="020B0503020204020204" pitchFamily="34" charset="-122"/>
                      </a:endParaRPr>
                    </a:p>
                  </a:txBody>
                  <a:tcPr marL="68580" marR="68580" marT="0" marB="0" anchor="ctr" anchorCtr="0">
                    <a:lnL>
                      <a:noFill/>
                    </a:lnL>
                    <a:lnR>
                      <a:noFill/>
                    </a:lnR>
                    <a:lnT w="190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ctr">
                        <a:lnSpc>
                          <a:spcPct val="125000"/>
                        </a:lnSpc>
                        <a:spcBef>
                          <a:spcPct val="0"/>
                        </a:spcBef>
                        <a:spcAft>
                          <a:spcPct val="0"/>
                        </a:spcAft>
                      </a:pPr>
                      <a:r>
                        <a:rPr lang="en-US" altLang="zh-CN" sz="1000" b="1">
                          <a:solidFill>
                            <a:srgbClr val="000000"/>
                          </a:solidFill>
                          <a:latin typeface="Times New Roman" panose="02020603050405020304"/>
                          <a:ea typeface="微软雅黑" panose="020B0503020204020204" pitchFamily="34" charset="-122"/>
                        </a:rPr>
                        <a:t>4</a:t>
                      </a:r>
                      <a:endParaRPr lang="en-US" altLang="zh-CN" sz="1000" b="1">
                        <a:solidFill>
                          <a:srgbClr val="000000"/>
                        </a:solidFill>
                        <a:latin typeface="Times New Roman" panose="02020603050405020304"/>
                        <a:ea typeface="微软雅黑" panose="020B0503020204020204" pitchFamily="34" charset="-122"/>
                      </a:endParaRPr>
                    </a:p>
                  </a:txBody>
                  <a:tcPr marL="68580" marR="68580" marT="0" marB="0" anchor="ctr" anchorCtr="0">
                    <a:lnL>
                      <a:noFill/>
                    </a:lnL>
                    <a:lnR>
                      <a:noFill/>
                    </a:lnR>
                    <a:lnT w="190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ctr">
                        <a:lnSpc>
                          <a:spcPct val="125000"/>
                        </a:lnSpc>
                        <a:spcBef>
                          <a:spcPct val="0"/>
                        </a:spcBef>
                        <a:spcAft>
                          <a:spcPct val="0"/>
                        </a:spcAft>
                      </a:pPr>
                      <a:r>
                        <a:rPr lang="en-US" altLang="zh-CN" sz="1000" b="1">
                          <a:solidFill>
                            <a:srgbClr val="000000"/>
                          </a:solidFill>
                          <a:latin typeface="Times New Roman" panose="02020603050405020304"/>
                          <a:ea typeface="微软雅黑" panose="020B0503020204020204" pitchFamily="34" charset="-122"/>
                        </a:rPr>
                        <a:t>5</a:t>
                      </a:r>
                      <a:endParaRPr lang="en-US" altLang="zh-CN" sz="1000" b="1">
                        <a:solidFill>
                          <a:srgbClr val="000000"/>
                        </a:solidFill>
                        <a:latin typeface="Times New Roman" panose="02020603050405020304"/>
                        <a:ea typeface="微软雅黑" panose="020B0503020204020204" pitchFamily="34" charset="-122"/>
                      </a:endParaRPr>
                    </a:p>
                  </a:txBody>
                  <a:tcPr marL="68580" marR="68580" marT="0" marB="0" anchor="ctr" anchorCtr="0">
                    <a:lnL>
                      <a:noFill/>
                    </a:lnL>
                    <a:lnR>
                      <a:noFill/>
                    </a:lnR>
                    <a:lnT w="190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ctr">
                        <a:lnSpc>
                          <a:spcPct val="125000"/>
                        </a:lnSpc>
                        <a:spcBef>
                          <a:spcPct val="0"/>
                        </a:spcBef>
                        <a:spcAft>
                          <a:spcPct val="0"/>
                        </a:spcAft>
                      </a:pPr>
                      <a:r>
                        <a:rPr lang="en-US" altLang="zh-CN" sz="1000" b="1">
                          <a:solidFill>
                            <a:srgbClr val="000000"/>
                          </a:solidFill>
                          <a:latin typeface="Times New Roman" panose="02020603050405020304"/>
                          <a:ea typeface="微软雅黑" panose="020B0503020204020204" pitchFamily="34" charset="-122"/>
                        </a:rPr>
                        <a:t>6</a:t>
                      </a:r>
                      <a:endParaRPr lang="en-US" altLang="zh-CN" sz="1000" b="1">
                        <a:solidFill>
                          <a:srgbClr val="000000"/>
                        </a:solidFill>
                        <a:latin typeface="Times New Roman" panose="02020603050405020304"/>
                        <a:ea typeface="微软雅黑" panose="020B0503020204020204" pitchFamily="34" charset="-122"/>
                      </a:endParaRPr>
                    </a:p>
                  </a:txBody>
                  <a:tcPr marL="68580" marR="68580" marT="0" marB="0" anchor="ctr" anchorCtr="0">
                    <a:lnL>
                      <a:noFill/>
                    </a:lnL>
                    <a:lnR>
                      <a:noFill/>
                    </a:lnR>
                    <a:lnT w="190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ctr">
                        <a:lnSpc>
                          <a:spcPct val="125000"/>
                        </a:lnSpc>
                        <a:spcBef>
                          <a:spcPct val="0"/>
                        </a:spcBef>
                        <a:spcAft>
                          <a:spcPct val="0"/>
                        </a:spcAft>
                      </a:pPr>
                      <a:r>
                        <a:rPr lang="en-US" altLang="zh-CN" sz="1000" b="1">
                          <a:solidFill>
                            <a:srgbClr val="000000"/>
                          </a:solidFill>
                          <a:latin typeface="Times New Roman" panose="02020603050405020304"/>
                          <a:ea typeface="微软雅黑" panose="020B0503020204020204" pitchFamily="34" charset="-122"/>
                        </a:rPr>
                        <a:t>7</a:t>
                      </a:r>
                      <a:endParaRPr lang="en-US" altLang="zh-CN" sz="1000" b="1">
                        <a:solidFill>
                          <a:srgbClr val="000000"/>
                        </a:solidFill>
                        <a:latin typeface="Times New Roman" panose="02020603050405020304"/>
                        <a:ea typeface="微软雅黑" panose="020B0503020204020204" pitchFamily="34" charset="-122"/>
                      </a:endParaRPr>
                    </a:p>
                  </a:txBody>
                  <a:tcPr marL="68580" marR="68580" marT="0" marB="0" anchor="ctr" anchorCtr="0">
                    <a:lnL>
                      <a:noFill/>
                    </a:lnL>
                    <a:lnR>
                      <a:noFill/>
                    </a:lnR>
                    <a:lnT w="190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0" indent="0" algn="ctr">
                        <a:lnSpc>
                          <a:spcPct val="125000"/>
                        </a:lnSpc>
                        <a:spcBef>
                          <a:spcPct val="0"/>
                        </a:spcBef>
                        <a:spcAft>
                          <a:spcPct val="0"/>
                        </a:spcAft>
                      </a:pPr>
                      <a:r>
                        <a:rPr lang="en-US" altLang="zh-CN" sz="1000" b="1">
                          <a:solidFill>
                            <a:srgbClr val="000000"/>
                          </a:solidFill>
                          <a:latin typeface="Times New Roman" panose="02020603050405020304"/>
                          <a:ea typeface="微软雅黑" panose="020B0503020204020204" pitchFamily="34" charset="-122"/>
                        </a:rPr>
                        <a:t>8</a:t>
                      </a:r>
                      <a:endParaRPr lang="en-US" altLang="zh-CN" sz="1000" b="1">
                        <a:solidFill>
                          <a:srgbClr val="000000"/>
                        </a:solidFill>
                        <a:latin typeface="Times New Roman" panose="02020603050405020304"/>
                        <a:ea typeface="微软雅黑" panose="020B0503020204020204" pitchFamily="34" charset="-122"/>
                      </a:endParaRPr>
                    </a:p>
                  </a:txBody>
                  <a:tcPr marL="68580" marR="68580" marT="0" marB="0" anchor="ctr" anchorCtr="0">
                    <a:lnL>
                      <a:noFill/>
                    </a:lnL>
                    <a:lnR>
                      <a:noFill/>
                    </a:lnR>
                    <a:lnT w="190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23215">
                <a:tc>
                  <a:txBody>
                    <a:bodyPr/>
                    <a:p>
                      <a:pPr marL="0" indent="0" algn="ctr">
                        <a:lnSpc>
                          <a:spcPct val="125000"/>
                        </a:lnSpc>
                        <a:spcBef>
                          <a:spcPct val="0"/>
                        </a:spcBef>
                        <a:spcAft>
                          <a:spcPct val="0"/>
                        </a:spcAft>
                      </a:pPr>
                      <a:r>
                        <a:rPr lang="en-US" altLang="zh-CN" sz="1100" i="1">
                          <a:solidFill>
                            <a:srgbClr val="000000"/>
                          </a:solidFill>
                          <a:latin typeface="Times New Roman" panose="02020603050405020304"/>
                          <a:ea typeface="Times New Roman" panose="02020603050405020304"/>
                        </a:rPr>
                        <a:t>x</a:t>
                      </a:r>
                      <a:r>
                        <a:rPr lang="en-US" altLang="zh-CN" sz="1100" i="1" baseline="-25000">
                          <a:solidFill>
                            <a:srgbClr val="000000"/>
                          </a:solidFill>
                          <a:latin typeface="Times New Roman" panose="02020603050405020304"/>
                          <a:ea typeface="Times New Roman" panose="02020603050405020304"/>
                        </a:rPr>
                        <a:t>i</a:t>
                      </a:r>
                      <a:endParaRPr lang="en-US" altLang="zh-CN" sz="1100" i="1" baseline="-250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w="6350" cap="flat" cmpd="sng">
                      <a:solidFill>
                        <a:srgbClr val="000000"/>
                      </a:solidFill>
                      <a:prstDash val="solid"/>
                      <a:headEnd type="none" w="med" len="med"/>
                      <a:tailEnd type="none" w="med" len="med"/>
                    </a:lnT>
                    <a:lnB>
                      <a:noFill/>
                    </a:lnB>
                    <a:noFill/>
                  </a:tcPr>
                </a:tc>
                <a:tc>
                  <a:txBody>
                    <a:bodyPr/>
                    <a:p>
                      <a:pPr marL="0" indent="0" algn="ctr">
                        <a:lnSpc>
                          <a:spcPct val="125000"/>
                        </a:lnSpc>
                        <a:spcBef>
                          <a:spcPct val="0"/>
                        </a:spcBef>
                        <a:spcAft>
                          <a:spcPct val="0"/>
                        </a:spcAft>
                      </a:pPr>
                      <a:r>
                        <a:rPr lang="en-US" altLang="zh-CN" sz="1000">
                          <a:solidFill>
                            <a:srgbClr val="000000"/>
                          </a:solidFill>
                          <a:latin typeface="Times New Roman" panose="02020603050405020304"/>
                          <a:ea typeface="微软雅黑" panose="020B0503020204020204" pitchFamily="34" charset="-122"/>
                        </a:rPr>
                        <a:t>0.1</a:t>
                      </a:r>
                      <a:endParaRPr lang="en-US" altLang="zh-CN" sz="1000">
                        <a:solidFill>
                          <a:srgbClr val="000000"/>
                        </a:solidFill>
                        <a:latin typeface="Times New Roman" panose="02020603050405020304"/>
                        <a:ea typeface="微软雅黑" panose="020B0503020204020204" pitchFamily="34" charset="-122"/>
                      </a:endParaRPr>
                    </a:p>
                  </a:txBody>
                  <a:tcPr marL="68580" marR="68580" marT="0" marB="0" anchor="ctr" anchorCtr="0">
                    <a:lnL>
                      <a:noFill/>
                    </a:lnL>
                    <a:lnR>
                      <a:noFill/>
                    </a:lnR>
                    <a:lnT w="6350" cap="flat" cmpd="sng">
                      <a:solidFill>
                        <a:srgbClr val="000000"/>
                      </a:solidFill>
                      <a:prstDash val="solid"/>
                      <a:headEnd type="none" w="med" len="med"/>
                      <a:tailEnd type="none" w="med" len="med"/>
                    </a:lnT>
                    <a:lnB>
                      <a:noFill/>
                    </a:lnB>
                    <a:noFill/>
                  </a:tcPr>
                </a:tc>
                <a:tc>
                  <a:txBody>
                    <a:bodyPr/>
                    <a:p>
                      <a:pPr marL="0" indent="0" algn="ctr">
                        <a:lnSpc>
                          <a:spcPct val="125000"/>
                        </a:lnSpc>
                        <a:spcBef>
                          <a:spcPct val="0"/>
                        </a:spcBef>
                        <a:spcAft>
                          <a:spcPct val="0"/>
                        </a:spcAft>
                      </a:pPr>
                      <a:r>
                        <a:rPr lang="en-US" altLang="zh-CN" sz="1000">
                          <a:solidFill>
                            <a:srgbClr val="000000"/>
                          </a:solidFill>
                          <a:latin typeface="Times New Roman" panose="02020603050405020304"/>
                          <a:ea typeface="微软雅黑" panose="020B0503020204020204" pitchFamily="34" charset="-122"/>
                        </a:rPr>
                        <a:t>2.1</a:t>
                      </a:r>
                      <a:endParaRPr lang="en-US" altLang="zh-CN" sz="1000">
                        <a:solidFill>
                          <a:srgbClr val="000000"/>
                        </a:solidFill>
                        <a:latin typeface="Times New Roman" panose="02020603050405020304"/>
                        <a:ea typeface="微软雅黑" panose="020B0503020204020204" pitchFamily="34" charset="-122"/>
                      </a:endParaRPr>
                    </a:p>
                  </a:txBody>
                  <a:tcPr marL="68580" marR="68580" marT="0" marB="0" anchor="ctr" anchorCtr="0">
                    <a:lnL>
                      <a:noFill/>
                    </a:lnL>
                    <a:lnR>
                      <a:noFill/>
                    </a:lnR>
                    <a:lnT w="6350" cap="flat" cmpd="sng">
                      <a:solidFill>
                        <a:srgbClr val="000000"/>
                      </a:solidFill>
                      <a:prstDash val="solid"/>
                      <a:headEnd type="none" w="med" len="med"/>
                      <a:tailEnd type="none" w="med" len="med"/>
                    </a:lnT>
                    <a:lnB>
                      <a:noFill/>
                    </a:lnB>
                    <a:noFill/>
                  </a:tcPr>
                </a:tc>
                <a:tc>
                  <a:txBody>
                    <a:bodyPr/>
                    <a:p>
                      <a:pPr marL="0" indent="0" algn="ctr">
                        <a:lnSpc>
                          <a:spcPct val="125000"/>
                        </a:lnSpc>
                        <a:spcBef>
                          <a:spcPct val="0"/>
                        </a:spcBef>
                        <a:spcAft>
                          <a:spcPct val="0"/>
                        </a:spcAft>
                      </a:pPr>
                      <a:r>
                        <a:rPr lang="en-US" altLang="zh-CN" sz="1000">
                          <a:solidFill>
                            <a:srgbClr val="000000"/>
                          </a:solidFill>
                          <a:latin typeface="Times New Roman" panose="02020603050405020304"/>
                          <a:ea typeface="微软雅黑" panose="020B0503020204020204" pitchFamily="34" charset="-122"/>
                        </a:rPr>
                        <a:t>2.5</a:t>
                      </a:r>
                      <a:endParaRPr lang="en-US" altLang="zh-CN" sz="1000">
                        <a:solidFill>
                          <a:srgbClr val="000000"/>
                        </a:solidFill>
                        <a:latin typeface="Times New Roman" panose="02020603050405020304"/>
                        <a:ea typeface="微软雅黑" panose="020B0503020204020204" pitchFamily="34" charset="-122"/>
                      </a:endParaRPr>
                    </a:p>
                  </a:txBody>
                  <a:tcPr marL="68580" marR="68580" marT="0" marB="0" anchor="ctr" anchorCtr="0">
                    <a:lnL>
                      <a:noFill/>
                    </a:lnL>
                    <a:lnR>
                      <a:noFill/>
                    </a:lnR>
                    <a:lnT w="6350" cap="flat" cmpd="sng">
                      <a:solidFill>
                        <a:srgbClr val="000000"/>
                      </a:solidFill>
                      <a:prstDash val="solid"/>
                      <a:headEnd type="none" w="med" len="med"/>
                      <a:tailEnd type="none" w="med" len="med"/>
                    </a:lnT>
                    <a:lnB>
                      <a:noFill/>
                    </a:lnB>
                    <a:noFill/>
                  </a:tcPr>
                </a:tc>
                <a:tc>
                  <a:txBody>
                    <a:bodyPr/>
                    <a:p>
                      <a:pPr marL="0" indent="0" algn="ctr">
                        <a:lnSpc>
                          <a:spcPct val="125000"/>
                        </a:lnSpc>
                        <a:spcBef>
                          <a:spcPct val="0"/>
                        </a:spcBef>
                        <a:spcAft>
                          <a:spcPct val="0"/>
                        </a:spcAft>
                      </a:pPr>
                      <a:r>
                        <a:rPr lang="en-US" altLang="zh-CN" sz="1000">
                          <a:solidFill>
                            <a:srgbClr val="000000"/>
                          </a:solidFill>
                          <a:latin typeface="Times New Roman" panose="02020603050405020304"/>
                          <a:ea typeface="微软雅黑" panose="020B0503020204020204" pitchFamily="34" charset="-122"/>
                        </a:rPr>
                        <a:t>3.0</a:t>
                      </a:r>
                      <a:endParaRPr lang="en-US" altLang="zh-CN" sz="1000">
                        <a:solidFill>
                          <a:srgbClr val="000000"/>
                        </a:solidFill>
                        <a:latin typeface="Times New Roman" panose="02020603050405020304"/>
                        <a:ea typeface="微软雅黑" panose="020B0503020204020204" pitchFamily="34" charset="-122"/>
                      </a:endParaRPr>
                    </a:p>
                  </a:txBody>
                  <a:tcPr marL="68580" marR="68580" marT="0" marB="0" anchor="ctr" anchorCtr="0">
                    <a:lnL>
                      <a:noFill/>
                    </a:lnL>
                    <a:lnR>
                      <a:noFill/>
                    </a:lnR>
                    <a:lnT w="6350" cap="flat" cmpd="sng">
                      <a:solidFill>
                        <a:srgbClr val="000000"/>
                      </a:solidFill>
                      <a:prstDash val="solid"/>
                      <a:headEnd type="none" w="med" len="med"/>
                      <a:tailEnd type="none" w="med" len="med"/>
                    </a:lnT>
                    <a:lnB>
                      <a:noFill/>
                    </a:lnB>
                    <a:noFill/>
                  </a:tcPr>
                </a:tc>
                <a:tc>
                  <a:txBody>
                    <a:bodyPr/>
                    <a:p>
                      <a:pPr marL="0" indent="0" algn="ctr">
                        <a:lnSpc>
                          <a:spcPct val="125000"/>
                        </a:lnSpc>
                        <a:spcBef>
                          <a:spcPct val="0"/>
                        </a:spcBef>
                        <a:spcAft>
                          <a:spcPct val="0"/>
                        </a:spcAft>
                      </a:pPr>
                      <a:r>
                        <a:rPr lang="en-US" altLang="zh-CN" sz="1000">
                          <a:solidFill>
                            <a:srgbClr val="000000"/>
                          </a:solidFill>
                          <a:latin typeface="Times New Roman" panose="02020603050405020304"/>
                          <a:ea typeface="微软雅黑" panose="020B0503020204020204" pitchFamily="34" charset="-122"/>
                        </a:rPr>
                        <a:t>3.0</a:t>
                      </a:r>
                      <a:endParaRPr lang="en-US" altLang="zh-CN" sz="1000">
                        <a:solidFill>
                          <a:srgbClr val="000000"/>
                        </a:solidFill>
                        <a:latin typeface="Times New Roman" panose="02020603050405020304"/>
                        <a:ea typeface="微软雅黑" panose="020B0503020204020204" pitchFamily="34" charset="-122"/>
                      </a:endParaRPr>
                    </a:p>
                  </a:txBody>
                  <a:tcPr marL="68580" marR="68580" marT="0" marB="0" anchor="ctr" anchorCtr="0">
                    <a:lnL>
                      <a:noFill/>
                    </a:lnL>
                    <a:lnR>
                      <a:noFill/>
                    </a:lnR>
                    <a:lnT w="6350" cap="flat" cmpd="sng">
                      <a:solidFill>
                        <a:srgbClr val="000000"/>
                      </a:solidFill>
                      <a:prstDash val="solid"/>
                      <a:headEnd type="none" w="med" len="med"/>
                      <a:tailEnd type="none" w="med" len="med"/>
                    </a:lnT>
                    <a:lnB>
                      <a:noFill/>
                    </a:lnB>
                    <a:noFill/>
                  </a:tcPr>
                </a:tc>
                <a:tc>
                  <a:txBody>
                    <a:bodyPr/>
                    <a:p>
                      <a:pPr marL="0" indent="0" algn="ctr">
                        <a:lnSpc>
                          <a:spcPct val="125000"/>
                        </a:lnSpc>
                        <a:spcBef>
                          <a:spcPct val="0"/>
                        </a:spcBef>
                        <a:spcAft>
                          <a:spcPct val="0"/>
                        </a:spcAft>
                      </a:pPr>
                      <a:r>
                        <a:rPr lang="en-US" altLang="zh-CN" sz="1000">
                          <a:solidFill>
                            <a:srgbClr val="000000"/>
                          </a:solidFill>
                          <a:latin typeface="Times New Roman" panose="02020603050405020304"/>
                          <a:ea typeface="微软雅黑" panose="020B0503020204020204" pitchFamily="34" charset="-122"/>
                        </a:rPr>
                        <a:t>4.0</a:t>
                      </a:r>
                      <a:endParaRPr lang="en-US" altLang="zh-CN" sz="1000">
                        <a:solidFill>
                          <a:srgbClr val="000000"/>
                        </a:solidFill>
                        <a:latin typeface="Times New Roman" panose="02020603050405020304"/>
                        <a:ea typeface="微软雅黑" panose="020B0503020204020204" pitchFamily="34" charset="-122"/>
                      </a:endParaRPr>
                    </a:p>
                  </a:txBody>
                  <a:tcPr marL="68580" marR="68580" marT="0" marB="0" anchor="ctr" anchorCtr="0">
                    <a:lnL>
                      <a:noFill/>
                    </a:lnL>
                    <a:lnR>
                      <a:noFill/>
                    </a:lnR>
                    <a:lnT w="6350" cap="flat" cmpd="sng">
                      <a:solidFill>
                        <a:srgbClr val="000000"/>
                      </a:solidFill>
                      <a:prstDash val="solid"/>
                      <a:headEnd type="none" w="med" len="med"/>
                      <a:tailEnd type="none" w="med" len="med"/>
                    </a:lnT>
                    <a:lnB>
                      <a:noFill/>
                    </a:lnB>
                    <a:noFill/>
                  </a:tcPr>
                </a:tc>
                <a:tc>
                  <a:txBody>
                    <a:bodyPr/>
                    <a:p>
                      <a:pPr marL="0" indent="0" algn="ctr">
                        <a:lnSpc>
                          <a:spcPct val="125000"/>
                        </a:lnSpc>
                        <a:spcBef>
                          <a:spcPct val="0"/>
                        </a:spcBef>
                        <a:spcAft>
                          <a:spcPct val="0"/>
                        </a:spcAft>
                      </a:pPr>
                      <a:r>
                        <a:rPr lang="en-US" altLang="zh-CN" sz="1000">
                          <a:solidFill>
                            <a:srgbClr val="000000"/>
                          </a:solidFill>
                          <a:latin typeface="Times New Roman" panose="02020603050405020304"/>
                          <a:ea typeface="微软雅黑" panose="020B0503020204020204" pitchFamily="34" charset="-122"/>
                        </a:rPr>
                        <a:t>4.5</a:t>
                      </a:r>
                      <a:endParaRPr lang="en-US" altLang="zh-CN" sz="1000">
                        <a:solidFill>
                          <a:srgbClr val="000000"/>
                        </a:solidFill>
                        <a:latin typeface="Times New Roman" panose="02020603050405020304"/>
                        <a:ea typeface="微软雅黑" panose="020B0503020204020204" pitchFamily="34" charset="-122"/>
                      </a:endParaRPr>
                    </a:p>
                  </a:txBody>
                  <a:tcPr marL="68580" marR="68580" marT="0" marB="0" anchor="ctr" anchorCtr="0">
                    <a:lnL>
                      <a:noFill/>
                    </a:lnL>
                    <a:lnR>
                      <a:noFill/>
                    </a:lnR>
                    <a:lnT w="6350" cap="flat" cmpd="sng">
                      <a:solidFill>
                        <a:srgbClr val="000000"/>
                      </a:solidFill>
                      <a:prstDash val="solid"/>
                      <a:headEnd type="none" w="med" len="med"/>
                      <a:tailEnd type="none" w="med" len="med"/>
                    </a:lnT>
                    <a:lnB>
                      <a:noFill/>
                    </a:lnB>
                    <a:noFill/>
                  </a:tcPr>
                </a:tc>
                <a:tc>
                  <a:txBody>
                    <a:bodyPr/>
                    <a:p>
                      <a:pPr marL="0" indent="0" algn="ctr">
                        <a:lnSpc>
                          <a:spcPct val="125000"/>
                        </a:lnSpc>
                        <a:spcBef>
                          <a:spcPct val="0"/>
                        </a:spcBef>
                        <a:spcAft>
                          <a:spcPct val="0"/>
                        </a:spcAft>
                      </a:pPr>
                      <a:r>
                        <a:rPr lang="en-US" altLang="zh-CN" sz="1000">
                          <a:solidFill>
                            <a:srgbClr val="000000"/>
                          </a:solidFill>
                          <a:latin typeface="Times New Roman" panose="02020603050405020304"/>
                          <a:ea typeface="微软雅黑" panose="020B0503020204020204" pitchFamily="34" charset="-122"/>
                        </a:rPr>
                        <a:t>5.0</a:t>
                      </a:r>
                      <a:endParaRPr lang="en-US" altLang="zh-CN" sz="1000">
                        <a:solidFill>
                          <a:srgbClr val="000000"/>
                        </a:solidFill>
                        <a:latin typeface="Times New Roman" panose="02020603050405020304"/>
                        <a:ea typeface="微软雅黑" panose="020B0503020204020204" pitchFamily="34" charset="-122"/>
                      </a:endParaRPr>
                    </a:p>
                  </a:txBody>
                  <a:tcPr marL="68580" marR="68580" marT="0" marB="0" anchor="ctr" anchorCtr="0">
                    <a:lnL>
                      <a:noFill/>
                    </a:lnL>
                    <a:lnR>
                      <a:noFill/>
                    </a:lnR>
                    <a:lnT w="6350" cap="flat" cmpd="sng">
                      <a:solidFill>
                        <a:srgbClr val="000000"/>
                      </a:solidFill>
                      <a:prstDash val="solid"/>
                      <a:headEnd type="none" w="med" len="med"/>
                      <a:tailEnd type="none" w="med" len="med"/>
                    </a:lnT>
                    <a:lnB>
                      <a:noFill/>
                    </a:lnB>
                    <a:noFill/>
                  </a:tcPr>
                </a:tc>
              </a:tr>
              <a:tr h="322580">
                <a:tc>
                  <a:txBody>
                    <a:bodyPr/>
                    <a:p>
                      <a:pPr marL="0" indent="0" algn="ctr">
                        <a:lnSpc>
                          <a:spcPct val="125000"/>
                        </a:lnSpc>
                        <a:spcBef>
                          <a:spcPct val="0"/>
                        </a:spcBef>
                        <a:spcAft>
                          <a:spcPct val="0"/>
                        </a:spcAft>
                      </a:pPr>
                      <a:r>
                        <a:rPr lang="en-US" altLang="zh-CN" sz="1100" i="1">
                          <a:solidFill>
                            <a:srgbClr val="000000"/>
                          </a:solidFill>
                          <a:latin typeface="Times New Roman" panose="02020603050405020304"/>
                          <a:ea typeface="微软雅黑" panose="020B0503020204020204" pitchFamily="34" charset="-122"/>
                        </a:rPr>
                        <a:t>g</a:t>
                      </a:r>
                      <a:r>
                        <a:rPr lang="en-US" altLang="zh-CN" sz="1100" i="1" baseline="-25000">
                          <a:solidFill>
                            <a:srgbClr val="000000"/>
                          </a:solidFill>
                          <a:latin typeface="Times New Roman" panose="02020603050405020304"/>
                          <a:ea typeface="Times New Roman" panose="02020603050405020304"/>
                        </a:rPr>
                        <a:t>i</a:t>
                      </a:r>
                      <a:endParaRPr lang="en-US" altLang="zh-CN" sz="1100" i="1" baseline="-250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000">
                          <a:solidFill>
                            <a:srgbClr val="000000"/>
                          </a:solidFill>
                          <a:latin typeface="Times New Roman" panose="02020603050405020304"/>
                          <a:ea typeface="微软雅黑" panose="020B0503020204020204" pitchFamily="34" charset="-122"/>
                        </a:rPr>
                        <a:t>0.01</a:t>
                      </a:r>
                      <a:endParaRPr lang="en-US" altLang="zh-CN" sz="1000">
                        <a:solidFill>
                          <a:srgbClr val="000000"/>
                        </a:solidFill>
                        <a:latin typeface="Times New Roman" panose="02020603050405020304"/>
                        <a:ea typeface="微软雅黑" panose="020B0503020204020204" pitchFamily="34"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000">
                          <a:solidFill>
                            <a:srgbClr val="000000"/>
                          </a:solidFill>
                          <a:latin typeface="Times New Roman" panose="02020603050405020304"/>
                          <a:ea typeface="微软雅黑" panose="020B0503020204020204" pitchFamily="34" charset="-122"/>
                        </a:rPr>
                        <a:t>0.03</a:t>
                      </a:r>
                      <a:endParaRPr lang="en-US" altLang="zh-CN" sz="1000">
                        <a:solidFill>
                          <a:srgbClr val="000000"/>
                        </a:solidFill>
                        <a:latin typeface="Times New Roman" panose="02020603050405020304"/>
                        <a:ea typeface="微软雅黑" panose="020B0503020204020204" pitchFamily="34"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000">
                          <a:solidFill>
                            <a:srgbClr val="000000"/>
                          </a:solidFill>
                          <a:latin typeface="Times New Roman" panose="02020603050405020304"/>
                          <a:ea typeface="微软雅黑" panose="020B0503020204020204" pitchFamily="34" charset="-122"/>
                        </a:rPr>
                        <a:t>0.06</a:t>
                      </a:r>
                      <a:endParaRPr lang="en-US" altLang="zh-CN" sz="1000">
                        <a:solidFill>
                          <a:srgbClr val="000000"/>
                        </a:solidFill>
                        <a:latin typeface="Times New Roman" panose="02020603050405020304"/>
                        <a:ea typeface="微软雅黑" panose="020B0503020204020204" pitchFamily="34"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000">
                          <a:solidFill>
                            <a:srgbClr val="000000"/>
                          </a:solidFill>
                          <a:latin typeface="Times New Roman" panose="02020603050405020304"/>
                          <a:ea typeface="微软雅黑" panose="020B0503020204020204" pitchFamily="34" charset="-122"/>
                        </a:rPr>
                        <a:t>0.05</a:t>
                      </a:r>
                      <a:endParaRPr lang="en-US" altLang="zh-CN" sz="1000">
                        <a:solidFill>
                          <a:srgbClr val="000000"/>
                        </a:solidFill>
                        <a:latin typeface="Times New Roman" panose="02020603050405020304"/>
                        <a:ea typeface="微软雅黑" panose="020B0503020204020204" pitchFamily="34"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000">
                          <a:solidFill>
                            <a:srgbClr val="000000"/>
                          </a:solidFill>
                          <a:latin typeface="Times New Roman" panose="02020603050405020304"/>
                          <a:ea typeface="微软雅黑" panose="020B0503020204020204" pitchFamily="34" charset="-122"/>
                        </a:rPr>
                        <a:t>0.04</a:t>
                      </a:r>
                      <a:endParaRPr lang="en-US" altLang="zh-CN" sz="1000">
                        <a:solidFill>
                          <a:srgbClr val="000000"/>
                        </a:solidFill>
                        <a:latin typeface="Times New Roman" panose="02020603050405020304"/>
                        <a:ea typeface="微软雅黑" panose="020B0503020204020204" pitchFamily="34"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000">
                          <a:solidFill>
                            <a:srgbClr val="000000"/>
                          </a:solidFill>
                          <a:latin typeface="Times New Roman" panose="02020603050405020304"/>
                          <a:ea typeface="微软雅黑" panose="020B0503020204020204" pitchFamily="34" charset="-122"/>
                        </a:rPr>
                        <a:t>0.7</a:t>
                      </a:r>
                      <a:endParaRPr lang="en-US" altLang="zh-CN" sz="1000">
                        <a:solidFill>
                          <a:srgbClr val="000000"/>
                        </a:solidFill>
                        <a:latin typeface="Times New Roman" panose="02020603050405020304"/>
                        <a:ea typeface="微软雅黑" panose="020B0503020204020204" pitchFamily="34"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000">
                          <a:solidFill>
                            <a:srgbClr val="000000"/>
                          </a:solidFill>
                          <a:latin typeface="Times New Roman" panose="02020603050405020304"/>
                          <a:ea typeface="微软雅黑" panose="020B0503020204020204" pitchFamily="34" charset="-122"/>
                        </a:rPr>
                        <a:t>0.6</a:t>
                      </a:r>
                      <a:endParaRPr lang="en-US" altLang="zh-CN" sz="1000">
                        <a:solidFill>
                          <a:srgbClr val="000000"/>
                        </a:solidFill>
                        <a:latin typeface="Times New Roman" panose="02020603050405020304"/>
                        <a:ea typeface="微软雅黑" panose="020B0503020204020204" pitchFamily="34"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000">
                          <a:solidFill>
                            <a:srgbClr val="000000"/>
                          </a:solidFill>
                          <a:latin typeface="Times New Roman" panose="02020603050405020304"/>
                          <a:ea typeface="微软雅黑" panose="020B0503020204020204" pitchFamily="34" charset="-122"/>
                        </a:rPr>
                        <a:t>0.07</a:t>
                      </a:r>
                      <a:endParaRPr lang="en-US" altLang="zh-CN" sz="1000">
                        <a:solidFill>
                          <a:srgbClr val="000000"/>
                        </a:solidFill>
                        <a:latin typeface="Times New Roman" panose="02020603050405020304"/>
                        <a:ea typeface="微软雅黑" panose="020B0503020204020204" pitchFamily="34" charset="-122"/>
                      </a:endParaRPr>
                    </a:p>
                  </a:txBody>
                  <a:tcPr marL="68580" marR="68580" marT="0" marB="0" anchor="ctr" anchorCtr="0">
                    <a:lnL>
                      <a:noFill/>
                    </a:lnL>
                    <a:lnR>
                      <a:noFill/>
                    </a:lnR>
                    <a:lnT>
                      <a:noFill/>
                    </a:lnT>
                    <a:lnB>
                      <a:noFill/>
                    </a:lnB>
                    <a:noFill/>
                  </a:tcPr>
                </a:tc>
              </a:tr>
              <a:tr h="323215">
                <a:tc>
                  <a:txBody>
                    <a:bodyPr/>
                    <a:p>
                      <a:pPr marL="0" indent="0" algn="ctr">
                        <a:lnSpc>
                          <a:spcPct val="125000"/>
                        </a:lnSpc>
                        <a:spcBef>
                          <a:spcPct val="0"/>
                        </a:spcBef>
                        <a:spcAft>
                          <a:spcPct val="0"/>
                        </a:spcAft>
                      </a:pPr>
                      <a:r>
                        <a:rPr lang="en-US" altLang="zh-CN" sz="1100" i="1">
                          <a:solidFill>
                            <a:srgbClr val="000000"/>
                          </a:solidFill>
                          <a:latin typeface="Times New Roman" panose="02020603050405020304"/>
                          <a:ea typeface="微软雅黑" panose="020B0503020204020204" pitchFamily="34" charset="-122"/>
                        </a:rPr>
                        <a:t>h</a:t>
                      </a:r>
                      <a:r>
                        <a:rPr lang="en-US" altLang="zh-CN" sz="1100" i="1" baseline="-25000">
                          <a:solidFill>
                            <a:srgbClr val="000000"/>
                          </a:solidFill>
                          <a:latin typeface="Times New Roman" panose="02020603050405020304"/>
                          <a:ea typeface="Times New Roman" panose="02020603050405020304"/>
                        </a:rPr>
                        <a:t>i</a:t>
                      </a:r>
                      <a:endParaRPr lang="en-US" altLang="zh-CN" sz="1100" i="1" baseline="-25000">
                        <a:solidFill>
                          <a:srgbClr val="000000"/>
                        </a:solidFill>
                        <a:latin typeface="Times New Roman" panose="02020603050405020304"/>
                        <a:ea typeface="Times New Roman" panose="02020603050405020304"/>
                      </a:endParaRPr>
                    </a:p>
                  </a:txBody>
                  <a:tcPr marL="68580" marR="68580" marT="0" marB="0" anchor="ctr" anchorCtr="0">
                    <a:lnL>
                      <a:noFill/>
                    </a:lnL>
                    <a:lnR>
                      <a:noFill/>
                    </a:lnR>
                    <a:lnT>
                      <a:noFill/>
                    </a:lnT>
                    <a:lnB w="19050" cap="flat" cmpd="sng">
                      <a:solidFill>
                        <a:srgbClr val="000000"/>
                      </a:solidFill>
                      <a:prstDash val="solid"/>
                      <a:headEnd type="none" w="med" len="med"/>
                      <a:tailEnd type="none" w="med" len="med"/>
                    </a:lnB>
                    <a:noFill/>
                  </a:tcPr>
                </a:tc>
                <a:tc>
                  <a:txBody>
                    <a:bodyPr/>
                    <a:p>
                      <a:pPr marL="0" indent="0" algn="ctr">
                        <a:lnSpc>
                          <a:spcPct val="125000"/>
                        </a:lnSpc>
                        <a:spcBef>
                          <a:spcPct val="0"/>
                        </a:spcBef>
                        <a:spcAft>
                          <a:spcPct val="0"/>
                        </a:spcAft>
                      </a:pPr>
                      <a:r>
                        <a:rPr lang="en-US" altLang="zh-CN" sz="1000">
                          <a:solidFill>
                            <a:srgbClr val="000000"/>
                          </a:solidFill>
                          <a:latin typeface="Times New Roman" panose="02020603050405020304"/>
                          <a:ea typeface="微软雅黑" panose="020B0503020204020204" pitchFamily="34" charset="-122"/>
                        </a:rPr>
                        <a:t>0.2</a:t>
                      </a:r>
                      <a:endParaRPr lang="en-US" altLang="zh-CN" sz="1000">
                        <a:solidFill>
                          <a:srgbClr val="000000"/>
                        </a:solidFill>
                        <a:latin typeface="Times New Roman" panose="02020603050405020304"/>
                        <a:ea typeface="微软雅黑" panose="020B0503020204020204" pitchFamily="34" charset="-122"/>
                      </a:endParaRPr>
                    </a:p>
                  </a:txBody>
                  <a:tcPr marL="68580" marR="68580" marT="0" marB="0" anchor="ctr" anchorCtr="0">
                    <a:lnL>
                      <a:noFill/>
                    </a:lnL>
                    <a:lnR>
                      <a:noFill/>
                    </a:lnR>
                    <a:lnT>
                      <a:noFill/>
                    </a:lnT>
                    <a:lnB w="19050" cap="flat" cmpd="sng">
                      <a:solidFill>
                        <a:srgbClr val="000000"/>
                      </a:solidFill>
                      <a:prstDash val="solid"/>
                      <a:headEnd type="none" w="med" len="med"/>
                      <a:tailEnd type="none" w="med" len="med"/>
                    </a:lnB>
                    <a:noFill/>
                  </a:tcPr>
                </a:tc>
                <a:tc>
                  <a:txBody>
                    <a:bodyPr/>
                    <a:p>
                      <a:pPr marL="0" indent="0" algn="ctr">
                        <a:lnSpc>
                          <a:spcPct val="125000"/>
                        </a:lnSpc>
                        <a:spcBef>
                          <a:spcPct val="0"/>
                        </a:spcBef>
                        <a:spcAft>
                          <a:spcPct val="0"/>
                        </a:spcAft>
                      </a:pPr>
                      <a:r>
                        <a:rPr lang="en-US" altLang="zh-CN" sz="1000">
                          <a:solidFill>
                            <a:srgbClr val="000000"/>
                          </a:solidFill>
                          <a:latin typeface="Times New Roman" panose="02020603050405020304"/>
                          <a:ea typeface="微软雅黑" panose="020B0503020204020204" pitchFamily="34" charset="-122"/>
                        </a:rPr>
                        <a:t>0.04</a:t>
                      </a:r>
                      <a:endParaRPr lang="en-US" altLang="zh-CN" sz="1000">
                        <a:solidFill>
                          <a:srgbClr val="000000"/>
                        </a:solidFill>
                        <a:latin typeface="Times New Roman" panose="02020603050405020304"/>
                        <a:ea typeface="微软雅黑" panose="020B0503020204020204" pitchFamily="34" charset="-122"/>
                      </a:endParaRPr>
                    </a:p>
                  </a:txBody>
                  <a:tcPr marL="68580" marR="68580" marT="0" marB="0" anchor="ctr" anchorCtr="0">
                    <a:lnL>
                      <a:noFill/>
                    </a:lnL>
                    <a:lnR>
                      <a:noFill/>
                    </a:lnR>
                    <a:lnT>
                      <a:noFill/>
                    </a:lnT>
                    <a:lnB w="19050" cap="flat" cmpd="sng">
                      <a:solidFill>
                        <a:srgbClr val="000000"/>
                      </a:solidFill>
                      <a:prstDash val="solid"/>
                      <a:headEnd type="none" w="med" len="med"/>
                      <a:tailEnd type="none" w="med" len="med"/>
                    </a:lnB>
                    <a:noFill/>
                  </a:tcPr>
                </a:tc>
                <a:tc>
                  <a:txBody>
                    <a:bodyPr/>
                    <a:p>
                      <a:pPr marL="0" indent="0" algn="ctr">
                        <a:lnSpc>
                          <a:spcPct val="125000"/>
                        </a:lnSpc>
                        <a:spcBef>
                          <a:spcPct val="0"/>
                        </a:spcBef>
                        <a:spcAft>
                          <a:spcPct val="0"/>
                        </a:spcAft>
                      </a:pPr>
                      <a:r>
                        <a:rPr lang="en-US" altLang="zh-CN" sz="1000">
                          <a:solidFill>
                            <a:srgbClr val="000000"/>
                          </a:solidFill>
                          <a:latin typeface="Times New Roman" panose="02020603050405020304"/>
                          <a:ea typeface="微软雅黑" panose="020B0503020204020204" pitchFamily="34" charset="-122"/>
                        </a:rPr>
                        <a:t>0.05</a:t>
                      </a:r>
                      <a:endParaRPr lang="en-US" altLang="zh-CN" sz="1000">
                        <a:solidFill>
                          <a:srgbClr val="000000"/>
                        </a:solidFill>
                        <a:latin typeface="Times New Roman" panose="02020603050405020304"/>
                        <a:ea typeface="微软雅黑" panose="020B0503020204020204" pitchFamily="34" charset="-122"/>
                      </a:endParaRPr>
                    </a:p>
                  </a:txBody>
                  <a:tcPr marL="68580" marR="68580" marT="0" marB="0" anchor="ctr" anchorCtr="0">
                    <a:lnL>
                      <a:noFill/>
                    </a:lnL>
                    <a:lnR>
                      <a:noFill/>
                    </a:lnR>
                    <a:lnT>
                      <a:noFill/>
                    </a:lnT>
                    <a:lnB w="19050" cap="flat" cmpd="sng">
                      <a:solidFill>
                        <a:srgbClr val="000000"/>
                      </a:solidFill>
                      <a:prstDash val="solid"/>
                      <a:headEnd type="none" w="med" len="med"/>
                      <a:tailEnd type="none" w="med" len="med"/>
                    </a:lnB>
                    <a:noFill/>
                  </a:tcPr>
                </a:tc>
                <a:tc>
                  <a:txBody>
                    <a:bodyPr/>
                    <a:p>
                      <a:pPr marL="0" indent="0" algn="ctr">
                        <a:lnSpc>
                          <a:spcPct val="125000"/>
                        </a:lnSpc>
                        <a:spcBef>
                          <a:spcPct val="0"/>
                        </a:spcBef>
                        <a:spcAft>
                          <a:spcPct val="0"/>
                        </a:spcAft>
                      </a:pPr>
                      <a:r>
                        <a:rPr lang="en-US" altLang="zh-CN" sz="1000">
                          <a:solidFill>
                            <a:srgbClr val="000000"/>
                          </a:solidFill>
                          <a:latin typeface="Times New Roman" panose="02020603050405020304"/>
                          <a:ea typeface="微软雅黑" panose="020B0503020204020204" pitchFamily="34" charset="-122"/>
                        </a:rPr>
                        <a:t>0.02</a:t>
                      </a:r>
                      <a:endParaRPr lang="en-US" altLang="zh-CN" sz="1000">
                        <a:solidFill>
                          <a:srgbClr val="000000"/>
                        </a:solidFill>
                        <a:latin typeface="Times New Roman" panose="02020603050405020304"/>
                        <a:ea typeface="微软雅黑" panose="020B0503020204020204" pitchFamily="34" charset="-122"/>
                      </a:endParaRPr>
                    </a:p>
                  </a:txBody>
                  <a:tcPr marL="68580" marR="68580" marT="0" marB="0" anchor="ctr" anchorCtr="0">
                    <a:lnL>
                      <a:noFill/>
                    </a:lnL>
                    <a:lnR>
                      <a:noFill/>
                    </a:lnR>
                    <a:lnT>
                      <a:noFill/>
                    </a:lnT>
                    <a:lnB w="19050" cap="flat" cmpd="sng">
                      <a:solidFill>
                        <a:srgbClr val="000000"/>
                      </a:solidFill>
                      <a:prstDash val="solid"/>
                      <a:headEnd type="none" w="med" len="med"/>
                      <a:tailEnd type="none" w="med" len="med"/>
                    </a:lnB>
                    <a:noFill/>
                  </a:tcPr>
                </a:tc>
                <a:tc>
                  <a:txBody>
                    <a:bodyPr/>
                    <a:p>
                      <a:pPr marL="0" indent="0" algn="ctr">
                        <a:lnSpc>
                          <a:spcPct val="125000"/>
                        </a:lnSpc>
                        <a:spcBef>
                          <a:spcPct val="0"/>
                        </a:spcBef>
                        <a:spcAft>
                          <a:spcPct val="0"/>
                        </a:spcAft>
                      </a:pPr>
                      <a:r>
                        <a:rPr lang="en-US" altLang="zh-CN" sz="1000">
                          <a:solidFill>
                            <a:srgbClr val="000000"/>
                          </a:solidFill>
                          <a:latin typeface="Times New Roman" panose="02020603050405020304"/>
                          <a:ea typeface="微软雅黑" panose="020B0503020204020204" pitchFamily="34" charset="-122"/>
                        </a:rPr>
                        <a:t>0.08</a:t>
                      </a:r>
                      <a:endParaRPr lang="en-US" altLang="zh-CN" sz="1000">
                        <a:solidFill>
                          <a:srgbClr val="000000"/>
                        </a:solidFill>
                        <a:latin typeface="Times New Roman" panose="02020603050405020304"/>
                        <a:ea typeface="微软雅黑" panose="020B0503020204020204" pitchFamily="34" charset="-122"/>
                      </a:endParaRPr>
                    </a:p>
                  </a:txBody>
                  <a:tcPr marL="68580" marR="68580" marT="0" marB="0" anchor="ctr" anchorCtr="0">
                    <a:lnL>
                      <a:noFill/>
                    </a:lnL>
                    <a:lnR>
                      <a:noFill/>
                    </a:lnR>
                    <a:lnT>
                      <a:noFill/>
                    </a:lnT>
                    <a:lnB w="19050" cap="flat" cmpd="sng">
                      <a:solidFill>
                        <a:srgbClr val="000000"/>
                      </a:solidFill>
                      <a:prstDash val="solid"/>
                      <a:headEnd type="none" w="med" len="med"/>
                      <a:tailEnd type="none" w="med" len="med"/>
                    </a:lnB>
                    <a:noFill/>
                  </a:tcPr>
                </a:tc>
                <a:tc>
                  <a:txBody>
                    <a:bodyPr/>
                    <a:p>
                      <a:pPr marL="0" indent="0" algn="ctr">
                        <a:lnSpc>
                          <a:spcPct val="125000"/>
                        </a:lnSpc>
                        <a:spcBef>
                          <a:spcPct val="0"/>
                        </a:spcBef>
                        <a:spcAft>
                          <a:spcPct val="0"/>
                        </a:spcAft>
                      </a:pPr>
                      <a:r>
                        <a:rPr lang="en-US" altLang="zh-CN" sz="1000">
                          <a:solidFill>
                            <a:srgbClr val="000000"/>
                          </a:solidFill>
                          <a:latin typeface="Times New Roman" panose="02020603050405020304"/>
                          <a:ea typeface="微软雅黑" panose="020B0503020204020204" pitchFamily="34" charset="-122"/>
                        </a:rPr>
                        <a:t>0.02</a:t>
                      </a:r>
                      <a:endParaRPr lang="en-US" altLang="zh-CN" sz="1000">
                        <a:solidFill>
                          <a:srgbClr val="000000"/>
                        </a:solidFill>
                        <a:latin typeface="Times New Roman" panose="02020603050405020304"/>
                        <a:ea typeface="微软雅黑" panose="020B0503020204020204" pitchFamily="34" charset="-122"/>
                      </a:endParaRPr>
                    </a:p>
                  </a:txBody>
                  <a:tcPr marL="68580" marR="68580" marT="0" marB="0" anchor="ctr" anchorCtr="0">
                    <a:lnL>
                      <a:noFill/>
                    </a:lnL>
                    <a:lnR>
                      <a:noFill/>
                    </a:lnR>
                    <a:lnT>
                      <a:noFill/>
                    </a:lnT>
                    <a:lnB w="19050" cap="flat" cmpd="sng">
                      <a:solidFill>
                        <a:srgbClr val="000000"/>
                      </a:solidFill>
                      <a:prstDash val="solid"/>
                      <a:headEnd type="none" w="med" len="med"/>
                      <a:tailEnd type="none" w="med" len="med"/>
                    </a:lnB>
                    <a:noFill/>
                  </a:tcPr>
                </a:tc>
                <a:tc>
                  <a:txBody>
                    <a:bodyPr/>
                    <a:p>
                      <a:pPr marL="0" indent="0" algn="ctr">
                        <a:lnSpc>
                          <a:spcPct val="125000"/>
                        </a:lnSpc>
                        <a:spcBef>
                          <a:spcPct val="0"/>
                        </a:spcBef>
                        <a:spcAft>
                          <a:spcPct val="0"/>
                        </a:spcAft>
                      </a:pPr>
                      <a:r>
                        <a:rPr lang="en-US" altLang="zh-CN" sz="1000">
                          <a:solidFill>
                            <a:srgbClr val="000000"/>
                          </a:solidFill>
                          <a:latin typeface="Times New Roman" panose="02020603050405020304"/>
                          <a:ea typeface="微软雅黑" panose="020B0503020204020204" pitchFamily="34" charset="-122"/>
                        </a:rPr>
                        <a:t>0.03</a:t>
                      </a:r>
                      <a:endParaRPr lang="en-US" altLang="zh-CN" sz="1000">
                        <a:solidFill>
                          <a:srgbClr val="000000"/>
                        </a:solidFill>
                        <a:latin typeface="Times New Roman" panose="02020603050405020304"/>
                        <a:ea typeface="微软雅黑" panose="020B0503020204020204" pitchFamily="34" charset="-122"/>
                      </a:endParaRPr>
                    </a:p>
                  </a:txBody>
                  <a:tcPr marL="68580" marR="68580" marT="0" marB="0" anchor="ctr" anchorCtr="0">
                    <a:lnL>
                      <a:noFill/>
                    </a:lnL>
                    <a:lnR>
                      <a:noFill/>
                    </a:lnR>
                    <a:lnT>
                      <a:noFill/>
                    </a:lnT>
                    <a:lnB w="19050" cap="flat" cmpd="sng">
                      <a:solidFill>
                        <a:srgbClr val="000000"/>
                      </a:solidFill>
                      <a:prstDash val="solid"/>
                      <a:headEnd type="none" w="med" len="med"/>
                      <a:tailEnd type="none" w="med" len="med"/>
                    </a:lnB>
                    <a:noFill/>
                  </a:tcPr>
                </a:tc>
                <a:tc>
                  <a:txBody>
                    <a:bodyPr/>
                    <a:p>
                      <a:pPr marL="0" indent="0" algn="ctr">
                        <a:lnSpc>
                          <a:spcPct val="125000"/>
                        </a:lnSpc>
                        <a:spcBef>
                          <a:spcPct val="0"/>
                        </a:spcBef>
                        <a:spcAft>
                          <a:spcPct val="0"/>
                        </a:spcAft>
                      </a:pPr>
                      <a:r>
                        <a:rPr lang="en-US" altLang="zh-CN" sz="1000">
                          <a:solidFill>
                            <a:srgbClr val="000000"/>
                          </a:solidFill>
                          <a:latin typeface="Times New Roman" panose="02020603050405020304"/>
                          <a:ea typeface="微软雅黑" panose="020B0503020204020204" pitchFamily="34" charset="-122"/>
                        </a:rPr>
                        <a:t>0.03</a:t>
                      </a:r>
                      <a:endParaRPr lang="en-US" altLang="zh-CN" sz="1000">
                        <a:solidFill>
                          <a:srgbClr val="000000"/>
                        </a:solidFill>
                        <a:latin typeface="Times New Roman" panose="02020603050405020304"/>
                        <a:ea typeface="微软雅黑" panose="020B0503020204020204" pitchFamily="34" charset="-122"/>
                      </a:endParaRPr>
                    </a:p>
                  </a:txBody>
                  <a:tcPr marL="68580" marR="68580" marT="0" marB="0" anchor="ctr" anchorCtr="0">
                    <a:lnL>
                      <a:noFill/>
                    </a:lnL>
                    <a:lnR>
                      <a:noFill/>
                    </a:lnR>
                    <a:lnT>
                      <a:noFill/>
                    </a:lnT>
                    <a:lnB w="19050" cap="flat" cmpd="sng">
                      <a:solidFill>
                        <a:srgbClr val="000000"/>
                      </a:solidFill>
                      <a:prstDash val="solid"/>
                      <a:headEnd type="none" w="med" len="med"/>
                      <a:tailEnd type="none" w="med" len="med"/>
                    </a:lnB>
                    <a:noFill/>
                  </a:tcPr>
                </a:tc>
              </a:tr>
            </a:tbl>
          </a:graphicData>
        </a:graphic>
      </p:graphicFrame>
      <p:sp>
        <p:nvSpPr>
          <p:cNvPr id="14" name="文本框 13"/>
          <p:cNvSpPr txBox="1"/>
          <p:nvPr/>
        </p:nvSpPr>
        <p:spPr>
          <a:xfrm>
            <a:off x="825500" y="3900805"/>
            <a:ext cx="10038715" cy="1014730"/>
          </a:xfrm>
          <a:prstGeom prst="rect">
            <a:avLst/>
          </a:prstGeom>
        </p:spPr>
        <p:txBody>
          <a:bodyPr wrap="square">
            <a:spAutoFit/>
          </a:bodyPr>
          <a:p>
            <a:pPr indent="0" algn="just" defTabSz="266700">
              <a:lnSpc>
                <a:spcPct val="125000"/>
              </a:lnSpc>
              <a:spcBef>
                <a:spcPct val="0"/>
              </a:spcBef>
              <a:spcAft>
                <a:spcPct val="0"/>
              </a:spcAft>
            </a:pPr>
            <a:r>
              <a:rPr lang="zh-CN" altLang="en-US" sz="1600">
                <a:latin typeface="Times New Roman" panose="02020603050405020304"/>
                <a:ea typeface="微软雅黑" panose="020B0503020204020204" pitchFamily="34" charset="-122"/>
              </a:rPr>
              <a:t>（</a:t>
            </a:r>
            <a:r>
              <a:rPr lang="en-US" altLang="zh-CN" sz="1600">
                <a:latin typeface="Times New Roman" panose="02020603050405020304"/>
                <a:ea typeface="Times New Roman" panose="02020603050405020304"/>
              </a:rPr>
              <a:t>1</a:t>
            </a:r>
            <a:r>
              <a:rPr lang="zh-CN" altLang="en-US" sz="1600">
                <a:latin typeface="Times New Roman" panose="02020603050405020304"/>
                <a:ea typeface="微软雅黑" panose="020B0503020204020204" pitchFamily="34" charset="-122"/>
              </a:rPr>
              <a:t>）离散化处理。将连续特征值</a:t>
            </a:r>
            <a:r>
              <a:rPr lang="en-US" altLang="zh-CN" sz="1600" i="1">
                <a:latin typeface="Times New Roman" panose="02020603050405020304" pitchFamily="18" charset="0"/>
                <a:ea typeface="微软雅黑" panose="020B0503020204020204" pitchFamily="34" charset="-122"/>
                <a:sym typeface="+mn-ea"/>
              </a:rPr>
              <a:t>x</a:t>
            </a:r>
            <a:r>
              <a:rPr lang="en-US" altLang="zh-CN" sz="1600" i="1" baseline="-25000">
                <a:latin typeface="Times New Roman" panose="02020603050405020304" pitchFamily="18" charset="0"/>
                <a:ea typeface="微软雅黑" panose="020B0503020204020204" pitchFamily="34" charset="-122"/>
                <a:sym typeface="+mn-ea"/>
              </a:rPr>
              <a:t>i</a:t>
            </a:r>
            <a:r>
              <a:rPr lang="zh-CN" altLang="en-US" sz="1600">
                <a:latin typeface="Times New Roman" panose="02020603050405020304"/>
                <a:ea typeface="微软雅黑" panose="020B0503020204020204" pitchFamily="34" charset="-122"/>
                <a:sym typeface="+mn-ea"/>
              </a:rPr>
              <a:t>离散化为</a:t>
            </a:r>
            <a:r>
              <a:rPr lang="en-US" altLang="zh-CN" sz="1600">
                <a:latin typeface="Times New Roman" panose="02020603050405020304"/>
                <a:ea typeface="Times New Roman" panose="02020603050405020304"/>
                <a:sym typeface="+mn-ea"/>
              </a:rPr>
              <a:t>[</a:t>
            </a:r>
            <a:r>
              <a:rPr lang="en-US" altLang="zh-CN" sz="1600">
                <a:latin typeface="Times New Roman" panose="02020603050405020304"/>
                <a:ea typeface="微软雅黑" panose="020B0503020204020204" pitchFamily="34" charset="-122"/>
                <a:sym typeface="+mn-ea"/>
              </a:rPr>
              <a:t>0, 3), </a:t>
            </a:r>
            <a:r>
              <a:rPr lang="en-US" altLang="zh-CN" sz="1600">
                <a:latin typeface="Times New Roman" panose="02020603050405020304"/>
                <a:ea typeface="Times New Roman" panose="02020603050405020304"/>
                <a:sym typeface="+mn-ea"/>
              </a:rPr>
              <a:t>[</a:t>
            </a:r>
            <a:r>
              <a:rPr lang="en-US" altLang="zh-CN" sz="1600">
                <a:latin typeface="Times New Roman" panose="02020603050405020304"/>
                <a:ea typeface="微软雅黑" panose="020B0503020204020204" pitchFamily="34" charset="-122"/>
                <a:sym typeface="+mn-ea"/>
              </a:rPr>
              <a:t>3, 4.5), </a:t>
            </a:r>
            <a:r>
              <a:rPr lang="en-US" altLang="zh-CN" sz="1600">
                <a:latin typeface="Times New Roman" panose="02020603050405020304"/>
                <a:ea typeface="Times New Roman" panose="02020603050405020304"/>
                <a:sym typeface="+mn-ea"/>
              </a:rPr>
              <a:t>[</a:t>
            </a:r>
            <a:r>
              <a:rPr lang="en-US" altLang="zh-CN" sz="1600">
                <a:latin typeface="Times New Roman" panose="02020603050405020304"/>
                <a:ea typeface="微软雅黑" panose="020B0503020204020204" pitchFamily="34" charset="-122"/>
                <a:sym typeface="+mn-ea"/>
              </a:rPr>
              <a:t>4.5, 6)</a:t>
            </a:r>
            <a:r>
              <a:rPr lang="zh-CN" altLang="en-US" sz="1600">
                <a:latin typeface="Times New Roman" panose="02020603050405020304"/>
                <a:ea typeface="微软雅黑" panose="020B0503020204020204" pitchFamily="34" charset="-122"/>
                <a:sym typeface="+mn-ea"/>
              </a:rPr>
              <a:t>三个分箱。</a:t>
            </a:r>
            <a:endParaRPr lang="zh-CN" altLang="en-US" sz="1600">
              <a:latin typeface="Times New Roman" panose="02020603050405020304"/>
              <a:ea typeface="微软雅黑" panose="020B0503020204020204" pitchFamily="34" charset="-122"/>
              <a:sym typeface="+mn-ea"/>
            </a:endParaRPr>
          </a:p>
          <a:p>
            <a:pPr indent="0" algn="just" defTabSz="266700">
              <a:lnSpc>
                <a:spcPct val="125000"/>
              </a:lnSpc>
              <a:spcBef>
                <a:spcPct val="0"/>
              </a:spcBef>
              <a:spcAft>
                <a:spcPct val="0"/>
              </a:spcAft>
            </a:pPr>
            <a:r>
              <a:rPr lang="zh-CN" altLang="en-US" sz="1600">
                <a:latin typeface="Times New Roman" panose="02020603050405020304"/>
                <a:ea typeface="微软雅黑" panose="020B0503020204020204" pitchFamily="34" charset="-122"/>
                <a:sym typeface="+mn-ea"/>
              </a:rPr>
              <a:t>（</a:t>
            </a:r>
            <a:r>
              <a:rPr lang="en-US" altLang="zh-CN" sz="1600">
                <a:latin typeface="Times New Roman" panose="02020603050405020304"/>
                <a:ea typeface="Times New Roman" panose="02020603050405020304"/>
                <a:sym typeface="+mn-ea"/>
              </a:rPr>
              <a:t>2</a:t>
            </a:r>
            <a:r>
              <a:rPr lang="zh-CN" altLang="en-US" sz="1600">
                <a:latin typeface="Times New Roman" panose="02020603050405020304"/>
                <a:ea typeface="微软雅黑" panose="020B0503020204020204" pitchFamily="34" charset="-122"/>
                <a:sym typeface="+mn-ea"/>
              </a:rPr>
              <a:t>）统计直方图信息。计算每个分箱的梯度总和。</a:t>
            </a:r>
            <a:endParaRPr lang="zh-CN" altLang="en-US" sz="1600">
              <a:latin typeface="Times New Roman" panose="02020603050405020304"/>
              <a:ea typeface="微软雅黑" panose="020B0503020204020204" pitchFamily="34" charset="-122"/>
            </a:endParaRPr>
          </a:p>
          <a:p>
            <a:pPr indent="0" algn="just" defTabSz="266700">
              <a:lnSpc>
                <a:spcPct val="125000"/>
              </a:lnSpc>
              <a:spcBef>
                <a:spcPct val="0"/>
              </a:spcBef>
              <a:spcAft>
                <a:spcPct val="0"/>
              </a:spcAft>
            </a:pPr>
            <a:endParaRPr lang="zh-CN" altLang="en-US" sz="1600">
              <a:latin typeface="Times New Roman" panose="02020603050405020304"/>
              <a:ea typeface="微软雅黑" panose="020B0503020204020204" pitchFamily="34" charset="-122"/>
            </a:endParaRPr>
          </a:p>
        </p:txBody>
      </p:sp>
      <p:graphicFrame>
        <p:nvGraphicFramePr>
          <p:cNvPr id="-2147482223" name="对象 -2147482224"/>
          <p:cNvGraphicFramePr>
            <a:graphicFrameLocks noChangeAspect="1"/>
          </p:cNvGraphicFramePr>
          <p:nvPr/>
        </p:nvGraphicFramePr>
        <p:xfrm>
          <a:off x="3131820" y="4764405"/>
          <a:ext cx="5746115" cy="1350645"/>
        </p:xfrm>
        <a:graphic>
          <a:graphicData uri="http://schemas.openxmlformats.org/presentationml/2006/ole">
            <mc:AlternateContent xmlns:mc="http://schemas.openxmlformats.org/markup-compatibility/2006">
              <mc:Choice xmlns:v="urn:schemas-microsoft-com:vml" Requires="v">
                <p:oleObj spid="_x0000_s3076" name="" r:id="rId2" imgW="3429000" imgH="800100" progId="Equation.DSMT4">
                  <p:embed/>
                </p:oleObj>
              </mc:Choice>
              <mc:Fallback>
                <p:oleObj name="" r:id="rId2" imgW="3429000" imgH="800100" progId="Equation.DSMT4">
                  <p:embed/>
                  <p:pic>
                    <p:nvPicPr>
                      <p:cNvPr id="0" name="图片 3075"/>
                      <p:cNvPicPr/>
                      <p:nvPr/>
                    </p:nvPicPr>
                    <p:blipFill>
                      <a:blip r:embed="rId3"/>
                      <a:stretch>
                        <a:fillRect/>
                      </a:stretch>
                    </p:blipFill>
                    <p:spPr>
                      <a:xfrm>
                        <a:off x="3131820" y="4764405"/>
                        <a:ext cx="5746115" cy="1350645"/>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直方图算法</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4" name="文本框 3"/>
          <p:cNvSpPr txBox="1"/>
          <p:nvPr/>
        </p:nvSpPr>
        <p:spPr>
          <a:xfrm>
            <a:off x="910590" y="1854835"/>
            <a:ext cx="6779895" cy="398780"/>
          </a:xfrm>
          <a:prstGeom prst="rect">
            <a:avLst/>
          </a:prstGeom>
        </p:spPr>
        <p:txBody>
          <a:bodyPr wrap="square">
            <a:spAutoFit/>
          </a:bodyPr>
          <a:p>
            <a:pPr indent="0" algn="just" defTabSz="266700">
              <a:lnSpc>
                <a:spcPct val="125000"/>
              </a:lnSpc>
              <a:spcBef>
                <a:spcPct val="0"/>
              </a:spcBef>
              <a:spcAft>
                <a:spcPct val="0"/>
              </a:spcAft>
            </a:pPr>
            <a:r>
              <a:rPr lang="zh-CN" altLang="en-US" sz="1600">
                <a:latin typeface="Times New Roman" panose="02020603050405020304"/>
                <a:ea typeface="微软雅黑" panose="020B0503020204020204" pitchFamily="34" charset="-122"/>
              </a:rPr>
              <a:t>（</a:t>
            </a:r>
            <a:r>
              <a:rPr lang="en-US" altLang="zh-CN" sz="1600">
                <a:latin typeface="Times New Roman" panose="02020603050405020304"/>
                <a:ea typeface="Times New Roman" panose="02020603050405020304"/>
              </a:rPr>
              <a:t>3</a:t>
            </a:r>
            <a:r>
              <a:rPr lang="zh-CN" altLang="en-US" sz="1600">
                <a:latin typeface="Times New Roman" panose="02020603050405020304"/>
                <a:ea typeface="微软雅黑" panose="020B0503020204020204" pitchFamily="34" charset="-122"/>
              </a:rPr>
              <a:t>）计算增益。分别计算当分割点为</a:t>
            </a:r>
            <a:r>
              <a:rPr lang="en-US" altLang="zh-CN" sz="1600">
                <a:latin typeface="Times New Roman" panose="02020603050405020304"/>
                <a:ea typeface="Times New Roman" panose="02020603050405020304"/>
              </a:rPr>
              <a:t>3</a:t>
            </a:r>
            <a:r>
              <a:rPr lang="zh-CN" altLang="en-US" sz="1600">
                <a:latin typeface="Times New Roman" panose="02020603050405020304"/>
                <a:ea typeface="微软雅黑" panose="020B0503020204020204" pitchFamily="34" charset="-122"/>
              </a:rPr>
              <a:t>和</a:t>
            </a:r>
            <a:r>
              <a:rPr lang="en-US" altLang="zh-CN" sz="1600">
                <a:latin typeface="Times New Roman" panose="02020603050405020304"/>
                <a:ea typeface="Times New Roman" panose="02020603050405020304"/>
              </a:rPr>
              <a:t>4</a:t>
            </a:r>
            <a:r>
              <a:rPr lang="en-US" altLang="zh-CN" sz="1600">
                <a:latin typeface="Times New Roman" panose="02020603050405020304"/>
                <a:ea typeface="微软雅黑" panose="020B0503020204020204" pitchFamily="34" charset="-122"/>
              </a:rPr>
              <a:t>.5</a:t>
            </a:r>
            <a:r>
              <a:rPr lang="zh-CN" altLang="en-US" sz="1600">
                <a:latin typeface="Times New Roman" panose="02020603050405020304"/>
                <a:ea typeface="微软雅黑" panose="020B0503020204020204" pitchFamily="34" charset="-122"/>
              </a:rPr>
              <a:t>时的分箱增益。</a:t>
            </a:r>
            <a:endParaRPr lang="zh-CN" altLang="en-US" sz="1600">
              <a:latin typeface="Times New Roman" panose="02020603050405020304"/>
              <a:ea typeface="微软雅黑" panose="020B0503020204020204" pitchFamily="34" charset="-122"/>
            </a:endParaRPr>
          </a:p>
        </p:txBody>
      </p:sp>
      <p:graphicFrame>
        <p:nvGraphicFramePr>
          <p:cNvPr id="-2147482222" name="对象 -2147482223"/>
          <p:cNvGraphicFramePr>
            <a:graphicFrameLocks noChangeAspect="1"/>
          </p:cNvGraphicFramePr>
          <p:nvPr/>
        </p:nvGraphicFramePr>
        <p:xfrm>
          <a:off x="1412875" y="2675890"/>
          <a:ext cx="8011160" cy="646430"/>
        </p:xfrm>
        <a:graphic>
          <a:graphicData uri="http://schemas.openxmlformats.org/presentationml/2006/ole">
            <mc:AlternateContent xmlns:mc="http://schemas.openxmlformats.org/markup-compatibility/2006">
              <mc:Choice xmlns:v="urn:schemas-microsoft-com:vml" Requires="v">
                <p:oleObj spid="_x0000_s5" name="" r:id="rId1" imgW="4508500" imgH="368300" progId="Equation.DSMT4">
                  <p:embed/>
                </p:oleObj>
              </mc:Choice>
              <mc:Fallback>
                <p:oleObj name="" r:id="rId1" imgW="4508500" imgH="368300" progId="Equation.DSMT4">
                  <p:embed/>
                  <p:pic>
                    <p:nvPicPr>
                      <p:cNvPr id="0" name="图片 4"/>
                      <p:cNvPicPr/>
                      <p:nvPr/>
                    </p:nvPicPr>
                    <p:blipFill>
                      <a:blip r:embed="rId2"/>
                      <a:stretch>
                        <a:fillRect/>
                      </a:stretch>
                    </p:blipFill>
                    <p:spPr>
                      <a:xfrm>
                        <a:off x="1412875" y="2675890"/>
                        <a:ext cx="8011160" cy="646430"/>
                      </a:xfrm>
                      <a:prstGeom prst="rect">
                        <a:avLst/>
                      </a:prstGeom>
                      <a:noFill/>
                      <a:ln w="38100">
                        <a:noFill/>
                        <a:miter/>
                      </a:ln>
                    </p:spPr>
                  </p:pic>
                </p:oleObj>
              </mc:Fallback>
            </mc:AlternateContent>
          </a:graphicData>
        </a:graphic>
      </p:graphicFrame>
      <p:graphicFrame>
        <p:nvGraphicFramePr>
          <p:cNvPr id="-2147482342" name="对象 -2147482343"/>
          <p:cNvGraphicFramePr>
            <a:graphicFrameLocks noChangeAspect="1"/>
          </p:cNvGraphicFramePr>
          <p:nvPr/>
        </p:nvGraphicFramePr>
        <p:xfrm>
          <a:off x="1320165" y="3535045"/>
          <a:ext cx="8498840" cy="674370"/>
        </p:xfrm>
        <a:graphic>
          <a:graphicData uri="http://schemas.openxmlformats.org/presentationml/2006/ole">
            <mc:AlternateContent xmlns:mc="http://schemas.openxmlformats.org/markup-compatibility/2006">
              <mc:Choice xmlns:v="urn:schemas-microsoft-com:vml" Requires="v">
                <p:oleObj spid="_x0000_s7" name="" r:id="rId3" imgW="4572000" imgH="368300" progId="Equation.DSMT4">
                  <p:embed/>
                </p:oleObj>
              </mc:Choice>
              <mc:Fallback>
                <p:oleObj name="" r:id="rId3" imgW="4572000" imgH="368300" progId="Equation.DSMT4">
                  <p:embed/>
                  <p:pic>
                    <p:nvPicPr>
                      <p:cNvPr id="0" name="图片 6"/>
                      <p:cNvPicPr/>
                      <p:nvPr/>
                    </p:nvPicPr>
                    <p:blipFill>
                      <a:blip r:embed="rId4"/>
                      <a:stretch>
                        <a:fillRect/>
                      </a:stretch>
                    </p:blipFill>
                    <p:spPr>
                      <a:xfrm>
                        <a:off x="1320165" y="3535045"/>
                        <a:ext cx="8498840" cy="674370"/>
                      </a:xfrm>
                      <a:prstGeom prst="rect">
                        <a:avLst/>
                      </a:prstGeom>
                      <a:noFill/>
                      <a:ln w="38100">
                        <a:noFill/>
                        <a:miter/>
                      </a:ln>
                    </p:spPr>
                  </p:pic>
                </p:oleObj>
              </mc:Fallback>
            </mc:AlternateContent>
          </a:graphicData>
        </a:graphic>
      </p:graphicFrame>
      <p:sp>
        <p:nvSpPr>
          <p:cNvPr id="8" name="文本框 7"/>
          <p:cNvSpPr txBox="1"/>
          <p:nvPr/>
        </p:nvSpPr>
        <p:spPr>
          <a:xfrm>
            <a:off x="910590" y="4846320"/>
            <a:ext cx="8981440" cy="398780"/>
          </a:xfrm>
          <a:prstGeom prst="rect">
            <a:avLst/>
          </a:prstGeom>
        </p:spPr>
        <p:txBody>
          <a:bodyPr wrap="square">
            <a:spAutoFit/>
          </a:bodyPr>
          <a:p>
            <a:pPr marL="0" indent="0" algn="just" defTabSz="266700">
              <a:lnSpc>
                <a:spcPct val="125000"/>
              </a:lnSpc>
              <a:spcBef>
                <a:spcPct val="0"/>
              </a:spcBef>
              <a:spcAft>
                <a:spcPct val="0"/>
              </a:spcAft>
            </a:pPr>
            <a:r>
              <a:rPr lang="zh-CN" altLang="en-US" sz="1600">
                <a:latin typeface="Times New Roman" panose="02020603050405020304"/>
                <a:ea typeface="微软雅黑" panose="020B0503020204020204" pitchFamily="34" charset="-122"/>
              </a:rPr>
              <a:t>（</a:t>
            </a:r>
            <a:r>
              <a:rPr lang="en-US" altLang="zh-CN" sz="1600">
                <a:latin typeface="Times New Roman" panose="02020603050405020304"/>
                <a:ea typeface="Times New Roman" panose="02020603050405020304"/>
              </a:rPr>
              <a:t>4</a:t>
            </a:r>
            <a:r>
              <a:rPr lang="zh-CN" altLang="en-US" sz="1600">
                <a:latin typeface="Times New Roman" panose="02020603050405020304"/>
                <a:ea typeface="微软雅黑" panose="020B0503020204020204" pitchFamily="34" charset="-122"/>
              </a:rPr>
              <a:t>）确定最佳分裂点。根据增益的计算结果，可确定</a:t>
            </a:r>
            <a:r>
              <a:rPr lang="en-US" altLang="zh-CN" sz="1600">
                <a:latin typeface="Times New Roman" panose="02020603050405020304"/>
                <a:ea typeface="Times New Roman" panose="02020603050405020304"/>
              </a:rPr>
              <a:t>3</a:t>
            </a:r>
            <a:r>
              <a:rPr lang="zh-CN" altLang="en-US" sz="1600">
                <a:latin typeface="Times New Roman" panose="02020603050405020304"/>
                <a:ea typeface="微软雅黑" panose="020B0503020204020204" pitchFamily="34" charset="-122"/>
              </a:rPr>
              <a:t>为最佳分裂点。</a:t>
            </a:r>
            <a:endParaRPr lang="zh-CN" altLang="en-US" sz="1600">
              <a:latin typeface="Times New Roman" panose="02020603050405020304"/>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梯度单边采样算法</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9" name="文本框 8"/>
          <p:cNvSpPr txBox="1"/>
          <p:nvPr/>
        </p:nvSpPr>
        <p:spPr>
          <a:xfrm>
            <a:off x="995680" y="1546860"/>
            <a:ext cx="10302240" cy="1245235"/>
          </a:xfrm>
          <a:prstGeom prst="rect">
            <a:avLst/>
          </a:prstGeom>
        </p:spPr>
        <p:txBody>
          <a:bodyPr wrap="square">
            <a:spAutoFit/>
          </a:bodyPr>
          <a:p>
            <a:pPr marL="0" indent="306070" algn="just" defTabSz="266700">
              <a:lnSpc>
                <a:spcPct val="125000"/>
              </a:lnSpc>
              <a:spcBef>
                <a:spcPct val="0"/>
              </a:spcBef>
              <a:spcAft>
                <a:spcPct val="0"/>
              </a:spcAft>
            </a:pPr>
            <a:r>
              <a:rPr lang="zh-CN" altLang="en-US" sz="2000" b="1">
                <a:solidFill>
                  <a:schemeClr val="tx1"/>
                </a:solidFill>
                <a:uFillTx/>
                <a:latin typeface="Times New Roman" panose="02020603050405020304" pitchFamily="18" charset="0"/>
                <a:ea typeface="微软雅黑" panose="020B0503020204020204" pitchFamily="34" charset="-122"/>
              </a:rPr>
              <a:t>梯度单边采样算法（</a:t>
            </a:r>
            <a:r>
              <a:rPr lang="en-US" altLang="zh-CN" sz="2000" b="1">
                <a:solidFill>
                  <a:schemeClr val="tx1"/>
                </a:solidFill>
                <a:uFillTx/>
                <a:latin typeface="Times New Roman" panose="02020603050405020304" pitchFamily="18" charset="0"/>
                <a:ea typeface="微软雅黑" panose="020B0503020204020204" pitchFamily="34" charset="-122"/>
              </a:rPr>
              <a:t>Gradient-based One-Side Sampling</a:t>
            </a:r>
            <a:r>
              <a:rPr lang="zh-CN" altLang="en-US" sz="2000" b="1">
                <a:solidFill>
                  <a:schemeClr val="tx1"/>
                </a:solidFill>
                <a:uFillTx/>
                <a:latin typeface="Times New Roman" panose="02020603050405020304" pitchFamily="18" charset="0"/>
                <a:ea typeface="微软雅黑" panose="020B0503020204020204" pitchFamily="34" charset="-122"/>
              </a:rPr>
              <a:t>，</a:t>
            </a:r>
            <a:r>
              <a:rPr lang="en-US" altLang="zh-CN" sz="2000" b="1">
                <a:solidFill>
                  <a:schemeClr val="tx1"/>
                </a:solidFill>
                <a:uFillTx/>
                <a:latin typeface="Times New Roman" panose="02020603050405020304" pitchFamily="18" charset="0"/>
                <a:ea typeface="微软雅黑" panose="020B0503020204020204" pitchFamily="34" charset="-122"/>
              </a:rPr>
              <a:t>GOSS</a:t>
            </a:r>
            <a:r>
              <a:rPr lang="zh-CN" altLang="en-US" sz="2000" b="1">
                <a:solidFill>
                  <a:schemeClr val="tx1"/>
                </a:solidFill>
                <a:uFillTx/>
                <a:latin typeface="Times New Roman" panose="02020603050405020304" pitchFamily="18" charset="0"/>
                <a:ea typeface="微软雅黑" panose="020B0503020204020204" pitchFamily="34" charset="-122"/>
              </a:rPr>
              <a:t>） </a:t>
            </a:r>
            <a:r>
              <a:rPr lang="en-US" altLang="zh-CN" sz="2000" b="1">
                <a:solidFill>
                  <a:schemeClr val="tx1"/>
                </a:solidFill>
                <a:uFillTx/>
                <a:latin typeface="Times New Roman" panose="02020603050405020304" pitchFamily="18" charset="0"/>
                <a:ea typeface="微软雅黑" panose="020B0503020204020204" pitchFamily="34" charset="-122"/>
              </a:rPr>
              <a:t> </a:t>
            </a:r>
            <a:r>
              <a:rPr lang="zh-CN" altLang="en-US" sz="2000">
                <a:solidFill>
                  <a:schemeClr val="tx1"/>
                </a:solidFill>
                <a:uFillTx/>
                <a:latin typeface="Times New Roman" panose="02020603050405020304" pitchFamily="18" charset="0"/>
                <a:ea typeface="微软雅黑" panose="020B0503020204020204" pitchFamily="34" charset="-122"/>
              </a:rPr>
              <a:t>是一种通过减少训练数据样本数量来加速</a:t>
            </a:r>
            <a:r>
              <a:rPr lang="en-US" altLang="zh-CN" sz="2000">
                <a:solidFill>
                  <a:schemeClr val="tx1"/>
                </a:solidFill>
                <a:uFillTx/>
                <a:latin typeface="Times New Roman" panose="02020603050405020304" pitchFamily="18" charset="0"/>
                <a:ea typeface="微软雅黑" panose="020B0503020204020204" pitchFamily="34" charset="-122"/>
              </a:rPr>
              <a:t>LightGBM</a:t>
            </a:r>
            <a:r>
              <a:rPr lang="zh-CN" altLang="en-US" sz="2000">
                <a:solidFill>
                  <a:schemeClr val="tx1"/>
                </a:solidFill>
                <a:uFillTx/>
                <a:latin typeface="Times New Roman" panose="02020603050405020304" pitchFamily="18" charset="0"/>
                <a:ea typeface="微软雅黑" panose="020B0503020204020204" pitchFamily="34" charset="-122"/>
              </a:rPr>
              <a:t>训练过程的技术，其在每轮迭代中只对梯度绝对值较大的样本进行采样，从而减少整体计算量。</a:t>
            </a:r>
            <a:endParaRPr lang="zh-CN" altLang="en-US" sz="2000">
              <a:solidFill>
                <a:schemeClr val="tx1"/>
              </a:solidFill>
              <a:uFillTx/>
              <a:latin typeface="Times New Roman" panose="02020603050405020304" pitchFamily="18" charset="0"/>
              <a:ea typeface="微软雅黑" panose="020B0503020204020204" pitchFamily="34" charset="-122"/>
            </a:endParaRPr>
          </a:p>
        </p:txBody>
      </p:sp>
      <p:sp>
        <p:nvSpPr>
          <p:cNvPr id="11" name="文本框 10"/>
          <p:cNvSpPr txBox="1"/>
          <p:nvPr/>
        </p:nvSpPr>
        <p:spPr>
          <a:xfrm>
            <a:off x="1258570" y="3703320"/>
            <a:ext cx="9754870" cy="2014855"/>
          </a:xfrm>
          <a:prstGeom prst="rect">
            <a:avLst/>
          </a:prstGeom>
        </p:spPr>
        <p:txBody>
          <a:bodyPr wrap="square">
            <a:spAutoFit/>
          </a:bodyPr>
          <a:p>
            <a:pPr marL="0" indent="304800" algn="just" defTabSz="266700">
              <a:lnSpc>
                <a:spcPct val="125000"/>
              </a:lnSpc>
              <a:spcBef>
                <a:spcPct val="0"/>
              </a:spcBef>
              <a:spcAft>
                <a:spcPct val="0"/>
              </a:spcAft>
            </a:pPr>
            <a:r>
              <a:rPr lang="zh-CN" altLang="en-US" sz="2000">
                <a:solidFill>
                  <a:schemeClr val="tx1"/>
                </a:solidFill>
                <a:uFillTx/>
                <a:latin typeface="Times New Roman" panose="02020603050405020304" pitchFamily="18" charset="0"/>
                <a:ea typeface="微软雅黑" panose="020B0503020204020204" pitchFamily="34" charset="-122"/>
                <a:sym typeface="+mn-ea"/>
              </a:rPr>
              <a:t>在</a:t>
            </a:r>
            <a:r>
              <a:rPr lang="en-US" altLang="zh-CN" sz="2000">
                <a:solidFill>
                  <a:schemeClr val="tx1"/>
                </a:solidFill>
                <a:uFillTx/>
                <a:latin typeface="Times New Roman" panose="02020603050405020304" pitchFamily="18" charset="0"/>
                <a:ea typeface="微软雅黑" panose="020B0503020204020204" pitchFamily="34" charset="-122"/>
                <a:sym typeface="+mn-ea"/>
              </a:rPr>
              <a:t>AdaBoost</a:t>
            </a:r>
            <a:r>
              <a:rPr lang="zh-CN" altLang="en-US" sz="2000">
                <a:solidFill>
                  <a:schemeClr val="tx1"/>
                </a:solidFill>
                <a:uFillTx/>
                <a:latin typeface="Times New Roman" panose="02020603050405020304" pitchFamily="18" charset="0"/>
                <a:ea typeface="微软雅黑" panose="020B0503020204020204" pitchFamily="34" charset="-122"/>
                <a:sym typeface="+mn-ea"/>
              </a:rPr>
              <a:t>中，样本的重要性通过权重向量</a:t>
            </a:r>
            <a:r>
              <a:rPr lang="zh-CN" altLang="en-US" sz="2000">
                <a:solidFill>
                  <a:schemeClr val="tx1"/>
                </a:solidFill>
                <a:uFillTx/>
                <a:latin typeface="Times New Roman" panose="02020603050405020304" pitchFamily="18" charset="0"/>
                <a:ea typeface="微软雅黑" panose="020B0503020204020204" pitchFamily="34" charset="-122"/>
              </a:rPr>
              <a:t>体现，在</a:t>
            </a:r>
            <a:r>
              <a:rPr lang="en-US" altLang="zh-CN" sz="2000">
                <a:solidFill>
                  <a:schemeClr val="tx1"/>
                </a:solidFill>
                <a:uFillTx/>
                <a:latin typeface="Times New Roman" panose="02020603050405020304" pitchFamily="18" charset="0"/>
                <a:ea typeface="微软雅黑" panose="020B0503020204020204" pitchFamily="34" charset="-122"/>
              </a:rPr>
              <a:t>GBDT</a:t>
            </a:r>
            <a:r>
              <a:rPr lang="zh-CN" altLang="en-US" sz="2000">
                <a:solidFill>
                  <a:schemeClr val="tx1"/>
                </a:solidFill>
                <a:uFillTx/>
                <a:latin typeface="Times New Roman" panose="02020603050405020304" pitchFamily="18" charset="0"/>
                <a:ea typeface="微软雅黑" panose="020B0503020204020204" pitchFamily="34" charset="-122"/>
              </a:rPr>
              <a:t>的训练中，由于缺乏类似</a:t>
            </a:r>
            <a:r>
              <a:rPr lang="en-US" altLang="zh-CN" sz="2000">
                <a:solidFill>
                  <a:schemeClr val="tx1"/>
                </a:solidFill>
                <a:uFillTx/>
                <a:latin typeface="Times New Roman" panose="02020603050405020304" pitchFamily="18" charset="0"/>
                <a:ea typeface="微软雅黑" panose="020B0503020204020204" pitchFamily="34" charset="-122"/>
              </a:rPr>
              <a:t>AdaBoost</a:t>
            </a:r>
            <a:r>
              <a:rPr lang="zh-CN" altLang="en-US" sz="2000">
                <a:solidFill>
                  <a:schemeClr val="tx1"/>
                </a:solidFill>
                <a:uFillTx/>
                <a:latin typeface="Times New Roman" panose="02020603050405020304" pitchFamily="18" charset="0"/>
                <a:ea typeface="微软雅黑" panose="020B0503020204020204" pitchFamily="34" charset="-122"/>
              </a:rPr>
              <a:t>中的直接样本权重，梯度成为一个更为有效的指标来衡量样本的重要性。基于此，</a:t>
            </a:r>
            <a:r>
              <a:rPr lang="en-US" altLang="zh-CN" sz="2000">
                <a:solidFill>
                  <a:schemeClr val="tx1"/>
                </a:solidFill>
                <a:uFillTx/>
                <a:latin typeface="Times New Roman" panose="02020603050405020304" pitchFamily="18" charset="0"/>
                <a:ea typeface="微软雅黑" panose="020B0503020204020204" pitchFamily="34" charset="-122"/>
              </a:rPr>
              <a:t>LightGBM</a:t>
            </a:r>
            <a:r>
              <a:rPr lang="zh-CN" altLang="en-US" sz="2000">
                <a:solidFill>
                  <a:schemeClr val="tx1"/>
                </a:solidFill>
                <a:uFillTx/>
                <a:latin typeface="Times New Roman" panose="02020603050405020304" pitchFamily="18" charset="0"/>
                <a:ea typeface="微软雅黑" panose="020B0503020204020204" pitchFamily="34" charset="-122"/>
              </a:rPr>
              <a:t>提出</a:t>
            </a:r>
            <a:r>
              <a:rPr lang="en-US" altLang="zh-CN" sz="2000">
                <a:solidFill>
                  <a:schemeClr val="tx1"/>
                </a:solidFill>
                <a:uFillTx/>
                <a:latin typeface="Times New Roman" panose="02020603050405020304" pitchFamily="18" charset="0"/>
                <a:ea typeface="微软雅黑" panose="020B0503020204020204" pitchFamily="34" charset="-122"/>
              </a:rPr>
              <a:t>GOSS</a:t>
            </a:r>
            <a:r>
              <a:rPr lang="zh-CN" altLang="en-US" sz="2000">
                <a:solidFill>
                  <a:schemeClr val="tx1"/>
                </a:solidFill>
                <a:uFillTx/>
                <a:latin typeface="Times New Roman" panose="02020603050405020304" pitchFamily="18" charset="0"/>
                <a:ea typeface="微软雅黑" panose="020B0503020204020204" pitchFamily="34" charset="-122"/>
              </a:rPr>
              <a:t>，通过减少样本数，极大地降低整体的计算复杂度。</a:t>
            </a:r>
            <a:r>
              <a:rPr lang="en-US" altLang="zh-CN" sz="2000">
                <a:solidFill>
                  <a:schemeClr val="tx1"/>
                </a:solidFill>
                <a:uFillTx/>
                <a:latin typeface="Times New Roman" panose="02020603050405020304" pitchFamily="18" charset="0"/>
                <a:ea typeface="微软雅黑" panose="020B0503020204020204" pitchFamily="34" charset="-122"/>
              </a:rPr>
              <a:t>GOSS</a:t>
            </a:r>
            <a:r>
              <a:rPr lang="zh-CN" altLang="en-US" sz="2000">
                <a:solidFill>
                  <a:schemeClr val="tx1"/>
                </a:solidFill>
                <a:uFillTx/>
                <a:latin typeface="Times New Roman" panose="02020603050405020304" pitchFamily="18" charset="0"/>
                <a:ea typeface="微软雅黑" panose="020B0503020204020204" pitchFamily="34" charset="-122"/>
              </a:rPr>
              <a:t>是一种针对样本的采样策略，其目标是舍弃对计算信息增益无帮助的样本，而保留对模型训练有益的样本。</a:t>
            </a:r>
            <a:endParaRPr lang="zh-CN" altLang="en-US" sz="2000">
              <a:solidFill>
                <a:schemeClr val="tx1"/>
              </a:solidFill>
              <a:uFillTx/>
              <a:latin typeface="Times New Roman" panose="02020603050405020304" pitchFamily="18" charset="0"/>
              <a:ea typeface="微软雅黑" panose="020B0503020204020204" pitchFamily="34" charset="-122"/>
            </a:endParaRPr>
          </a:p>
        </p:txBody>
      </p:sp>
      <p:sp>
        <p:nvSpPr>
          <p:cNvPr id="12" name="矩形 11"/>
          <p:cNvSpPr/>
          <p:nvPr/>
        </p:nvSpPr>
        <p:spPr>
          <a:xfrm>
            <a:off x="1186180" y="3711575"/>
            <a:ext cx="9927590" cy="2106295"/>
          </a:xfrm>
          <a:prstGeom prst="rect">
            <a:avLst/>
          </a:prstGeom>
          <a:ln>
            <a:solidFill>
              <a:schemeClr val="accent1"/>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梯度单边采样算法</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pic>
        <p:nvPicPr>
          <p:cNvPr id="2" name="图片 1"/>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1515110" y="1459230"/>
            <a:ext cx="8827770" cy="453263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梯度单边采样算法</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4" name="文本框 3"/>
          <p:cNvSpPr txBox="1"/>
          <p:nvPr/>
        </p:nvSpPr>
        <p:spPr>
          <a:xfrm>
            <a:off x="1119505" y="1404620"/>
            <a:ext cx="9613900" cy="4707890"/>
          </a:xfrm>
          <a:prstGeom prst="rect">
            <a:avLst/>
          </a:prstGeom>
        </p:spPr>
        <p:txBody>
          <a:bodyPr wrap="square">
            <a:spAutoFit/>
          </a:bodyPr>
          <a:p>
            <a:pPr marL="0" indent="304800" algn="just" defTabSz="266700">
              <a:lnSpc>
                <a:spcPct val="125000"/>
              </a:lnSpc>
              <a:spcBef>
                <a:spcPct val="0"/>
              </a:spcBef>
              <a:spcAft>
                <a:spcPct val="0"/>
              </a:spcAft>
            </a:pPr>
            <a:r>
              <a:rPr lang="zh-CN" altLang="en-US" sz="2000">
                <a:solidFill>
                  <a:schemeClr val="tx1"/>
                </a:solidFill>
                <a:uFillTx/>
                <a:latin typeface="Times New Roman" panose="02020603050405020304" pitchFamily="18" charset="0"/>
                <a:ea typeface="微软雅黑" panose="020B0503020204020204" pitchFamily="34" charset="-122"/>
              </a:rPr>
              <a:t>根据信息增益的定义，梯度大的样本对信息增益有更大的影响，同时，较大的梯度意味着模型在样本上的预测错误较大，而小梯度表示样本已经取得了较好的训练效果，其对模型学习的影响较小。因此，</a:t>
            </a:r>
            <a:r>
              <a:rPr lang="en-US" altLang="zh-CN" sz="2000">
                <a:solidFill>
                  <a:schemeClr val="tx1"/>
                </a:solidFill>
                <a:uFillTx/>
                <a:latin typeface="Times New Roman" panose="02020603050405020304" pitchFamily="18" charset="0"/>
                <a:ea typeface="微软雅黑" panose="020B0503020204020204" pitchFamily="34" charset="-122"/>
              </a:rPr>
              <a:t>GOSS</a:t>
            </a:r>
            <a:r>
              <a:rPr lang="zh-CN" altLang="en-US" sz="2000">
                <a:solidFill>
                  <a:schemeClr val="tx1"/>
                </a:solidFill>
                <a:uFillTx/>
                <a:latin typeface="Times New Roman" panose="02020603050405020304" pitchFamily="18" charset="0"/>
                <a:ea typeface="微软雅黑" panose="020B0503020204020204" pitchFamily="34" charset="-122"/>
              </a:rPr>
              <a:t>在进行数据采样时选择保留梯度较大的数据。</a:t>
            </a:r>
            <a:endParaRPr lang="zh-CN" altLang="en-US" sz="2000">
              <a:solidFill>
                <a:schemeClr val="tx1"/>
              </a:solidFill>
              <a:uFillTx/>
              <a:latin typeface="Times New Roman" panose="02020603050405020304" pitchFamily="18" charset="0"/>
              <a:ea typeface="微软雅黑" panose="020B0503020204020204" pitchFamily="34" charset="-122"/>
            </a:endParaRPr>
          </a:p>
          <a:p>
            <a:pPr marL="0" indent="304800" algn="just" defTabSz="266700">
              <a:lnSpc>
                <a:spcPct val="125000"/>
              </a:lnSpc>
              <a:spcBef>
                <a:spcPct val="0"/>
              </a:spcBef>
              <a:spcAft>
                <a:spcPct val="0"/>
              </a:spcAft>
            </a:pPr>
            <a:endParaRPr lang="zh-CN" altLang="en-US" sz="2000">
              <a:solidFill>
                <a:schemeClr val="tx1"/>
              </a:solidFill>
              <a:uFillTx/>
              <a:latin typeface="Times New Roman" panose="02020603050405020304" pitchFamily="18" charset="0"/>
              <a:ea typeface="微软雅黑" panose="020B0503020204020204" pitchFamily="34" charset="-122"/>
            </a:endParaRPr>
          </a:p>
          <a:p>
            <a:pPr marL="0" indent="304800" algn="just" defTabSz="266700">
              <a:lnSpc>
                <a:spcPct val="125000"/>
              </a:lnSpc>
              <a:spcBef>
                <a:spcPct val="0"/>
              </a:spcBef>
              <a:spcAft>
                <a:spcPct val="0"/>
              </a:spcAft>
            </a:pPr>
            <a:endParaRPr lang="zh-CN" altLang="en-US" sz="2000">
              <a:solidFill>
                <a:schemeClr val="tx1"/>
              </a:solidFill>
              <a:uFillTx/>
              <a:latin typeface="Times New Roman" panose="02020603050405020304" pitchFamily="18" charset="0"/>
              <a:ea typeface="微软雅黑" panose="020B0503020204020204" pitchFamily="34" charset="-122"/>
            </a:endParaRPr>
          </a:p>
          <a:p>
            <a:pPr marL="0" indent="304800" algn="just" defTabSz="266700">
              <a:lnSpc>
                <a:spcPct val="125000"/>
              </a:lnSpc>
              <a:buClrTx/>
              <a:buSzTx/>
              <a:buFontTx/>
            </a:pPr>
            <a:r>
              <a:rPr lang="zh-CN" altLang="en-US" sz="2000">
                <a:solidFill>
                  <a:schemeClr val="tx1"/>
                </a:solidFill>
                <a:uFillTx/>
                <a:latin typeface="Times New Roman" panose="02020603050405020304" pitchFamily="18" charset="0"/>
                <a:ea typeface="微软雅黑" panose="020B0503020204020204" pitchFamily="34" charset="-122"/>
              </a:rPr>
              <a:t>然而，直接丢弃所有梯度较小的数据可能会导致数据总体分布的改变。基于此，GOSS将进行分裂的特征的梯度值按照绝对值大小降序排序，选择绝对值最大的一部分数据作为大梯度数据集。进一步地，在剩余的较小梯度数据中随机采样，对采样后的数据进行加权处理。这个加权处理的过程利用一个可调节参数，以保证算法更专注于训练不足的样本，同时尽可能保持原始数据集的分布。最终，GOSS使用这些采样后的数据来计算信息增益。</a:t>
            </a:r>
            <a:endParaRPr lang="zh-CN" altLang="en-US" sz="2000">
              <a:solidFill>
                <a:schemeClr val="tx1"/>
              </a:solidFill>
              <a:uFillTx/>
              <a:latin typeface="Times New Roman" panose="02020603050405020304" pitchFamily="18" charset="0"/>
              <a:ea typeface="微软雅黑" panose="020B0503020204020204" pitchFamily="34" charset="-122"/>
            </a:endParaRPr>
          </a:p>
        </p:txBody>
      </p:sp>
      <p:sp>
        <p:nvSpPr>
          <p:cNvPr id="5" name="矩形 4"/>
          <p:cNvSpPr/>
          <p:nvPr/>
        </p:nvSpPr>
        <p:spPr>
          <a:xfrm>
            <a:off x="1110615" y="3768090"/>
            <a:ext cx="9644380" cy="2295525"/>
          </a:xfrm>
          <a:prstGeom prst="rect">
            <a:avLst/>
          </a:prstGeom>
          <a:ln>
            <a:solidFill>
              <a:schemeClr val="accent1"/>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梯度单边采样算法</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pic>
        <p:nvPicPr>
          <p:cNvPr id="2" name="图片 1"/>
          <p:cNvPicPr>
            <a:picLocks noChangeAspect="1"/>
          </p:cNvPicPr>
          <p:nvPr/>
        </p:nvPicPr>
        <p:blipFill>
          <a:blip r:embed="rId1">
            <a:clrChange>
              <a:clrFrom>
                <a:srgbClr val="FFFFFF">
                  <a:alpha val="100000"/>
                </a:srgbClr>
              </a:clrFrom>
              <a:clrTo>
                <a:srgbClr val="FFFFFF">
                  <a:alpha val="100000"/>
                  <a:alpha val="0"/>
                </a:srgbClr>
              </a:clrTo>
            </a:clrChange>
          </a:blip>
          <a:srcRect b="1080"/>
          <a:stretch>
            <a:fillRect/>
          </a:stretch>
        </p:blipFill>
        <p:spPr>
          <a:xfrm>
            <a:off x="1190625" y="1075690"/>
            <a:ext cx="9627235" cy="54483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梯度单边采样算法</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pic>
        <p:nvPicPr>
          <p:cNvPr id="4" name="图片 3"/>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1769110" y="1081405"/>
            <a:ext cx="8471535" cy="4226560"/>
          </a:xfrm>
          <a:prstGeom prst="rect">
            <a:avLst/>
          </a:prstGeom>
        </p:spPr>
      </p:pic>
      <p:sp>
        <p:nvSpPr>
          <p:cNvPr id="5" name="文本框 4"/>
          <p:cNvSpPr txBox="1"/>
          <p:nvPr/>
        </p:nvSpPr>
        <p:spPr>
          <a:xfrm>
            <a:off x="1769110" y="5641975"/>
            <a:ext cx="8471535" cy="706755"/>
          </a:xfrm>
          <a:prstGeom prst="rect">
            <a:avLst/>
          </a:prstGeom>
        </p:spPr>
        <p:txBody>
          <a:bodyPr wrap="square">
            <a:spAutoFit/>
          </a:bodyPr>
          <a:p>
            <a:pPr marL="0" indent="0" algn="just" defTabSz="266700">
              <a:lnSpc>
                <a:spcPct val="125000"/>
              </a:lnSpc>
              <a:spcBef>
                <a:spcPct val="0"/>
              </a:spcBef>
              <a:spcAft>
                <a:spcPct val="0"/>
              </a:spcAft>
            </a:pPr>
            <a:r>
              <a:rPr lang="en-US" altLang="zh-CN" sz="1600">
                <a:solidFill>
                  <a:schemeClr val="tx1"/>
                </a:solidFill>
                <a:uFillTx/>
                <a:latin typeface="Times New Roman" panose="02020603050405020304"/>
                <a:ea typeface="微软雅黑" panose="020B0503020204020204" pitchFamily="34" charset="-122"/>
              </a:rPr>
              <a:t>GOSS</a:t>
            </a:r>
            <a:r>
              <a:rPr lang="zh-CN" altLang="en-US" sz="1600">
                <a:solidFill>
                  <a:schemeClr val="tx1"/>
                </a:solidFill>
                <a:uFillTx/>
                <a:latin typeface="Times New Roman" panose="02020603050405020304"/>
                <a:ea typeface="微软雅黑" panose="020B0503020204020204" pitchFamily="34" charset="-122"/>
              </a:rPr>
              <a:t>从降低训练速度的角度出发，排除大部分小梯度的样本，仅用剩下的样本计算信息增益，它是一种在减少训练数据量和保证精度上平衡的算法。</a:t>
            </a:r>
            <a:endParaRPr lang="zh-CN" altLang="en-US" sz="1600">
              <a:solidFill>
                <a:schemeClr val="tx1"/>
              </a:solidFill>
              <a:uFillTx/>
              <a:latin typeface="Times New Roman" panose="02020603050405020304"/>
              <a:ea typeface="微软雅黑" panose="020B0503020204020204" pitchFamily="34" charset="-122"/>
            </a:endParaRPr>
          </a:p>
        </p:txBody>
      </p:sp>
      <p:sp>
        <p:nvSpPr>
          <p:cNvPr id="6" name="矩形 5"/>
          <p:cNvSpPr/>
          <p:nvPr/>
        </p:nvSpPr>
        <p:spPr>
          <a:xfrm>
            <a:off x="1743075" y="5591175"/>
            <a:ext cx="8529955" cy="840740"/>
          </a:xfrm>
          <a:prstGeom prst="rect">
            <a:avLst/>
          </a:prstGeom>
          <a:ln>
            <a:solidFill>
              <a:schemeClr val="accent1"/>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梯度单边采样算法</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 name="文本框 1"/>
          <p:cNvSpPr txBox="1"/>
          <p:nvPr/>
        </p:nvSpPr>
        <p:spPr>
          <a:xfrm>
            <a:off x="675005" y="1014730"/>
            <a:ext cx="10993120" cy="2784475"/>
          </a:xfrm>
          <a:prstGeom prst="rect">
            <a:avLst/>
          </a:prstGeom>
        </p:spPr>
        <p:txBody>
          <a:bodyPr wrap="square">
            <a:spAutoFit/>
          </a:bodyPr>
          <a:p>
            <a:pPr marL="0" indent="0" algn="just" defTabSz="266700">
              <a:lnSpc>
                <a:spcPct val="125000"/>
              </a:lnSpc>
              <a:spcBef>
                <a:spcPts val="400"/>
              </a:spcBef>
              <a:spcAft>
                <a:spcPct val="0"/>
              </a:spcAft>
            </a:pPr>
            <a:r>
              <a:rPr lang="zh-CN" altLang="en-US" sz="2000" b="1">
                <a:solidFill>
                  <a:srgbClr val="C55911"/>
                </a:solidFill>
                <a:latin typeface="Times New Roman" panose="02020603050405020304" pitchFamily="18" charset="0"/>
                <a:ea typeface="微软雅黑" panose="020B0503020204020204" pitchFamily="34" charset="-122"/>
              </a:rPr>
              <a:t>算一算：</a:t>
            </a:r>
            <a:r>
              <a:rPr lang="zh-CN" altLang="en-US" sz="2000">
                <a:latin typeface="Times New Roman" panose="02020603050405020304" pitchFamily="18" charset="0"/>
                <a:ea typeface="微软雅黑" panose="020B0503020204020204" pitchFamily="34" charset="-122"/>
              </a:rPr>
              <a:t>以前表中的数据为例，假设大梯度抽样率为</a:t>
            </a:r>
            <a:r>
              <a:rPr lang="en-US" altLang="zh-CN" sz="2000">
                <a:latin typeface="Times New Roman" panose="02020603050405020304" pitchFamily="18" charset="0"/>
                <a:ea typeface="微软雅黑" panose="020B0503020204020204" pitchFamily="34" charset="-122"/>
              </a:rPr>
              <a:t>1/4</a:t>
            </a:r>
            <a:r>
              <a:rPr lang="zh-CN" altLang="en-US" sz="2000">
                <a:latin typeface="Times New Roman" panose="02020603050405020304" pitchFamily="18" charset="0"/>
                <a:ea typeface="微软雅黑" panose="020B0503020204020204" pitchFamily="34" charset="-122"/>
              </a:rPr>
              <a:t>，小梯度抽样率为</a:t>
            </a:r>
            <a:r>
              <a:rPr lang="en-US" altLang="zh-CN" sz="2000">
                <a:latin typeface="Times New Roman" panose="02020603050405020304" pitchFamily="18" charset="0"/>
                <a:ea typeface="微软雅黑" panose="020B0503020204020204" pitchFamily="34" charset="-122"/>
              </a:rPr>
              <a:t>1/3</a:t>
            </a:r>
            <a:r>
              <a:rPr lang="zh-CN" altLang="en-US" sz="2000">
                <a:latin typeface="Times New Roman" panose="02020603050405020304" pitchFamily="18" charset="0"/>
                <a:ea typeface="微软雅黑" panose="020B0503020204020204" pitchFamily="34" charset="-122"/>
              </a:rPr>
              <a:t>，使用</a:t>
            </a:r>
            <a:r>
              <a:rPr lang="en-US" altLang="zh-CN" sz="2000">
                <a:latin typeface="Times New Roman" panose="02020603050405020304" pitchFamily="18" charset="0"/>
                <a:ea typeface="微软雅黑" panose="020B0503020204020204" pitchFamily="34" charset="-122"/>
              </a:rPr>
              <a:t>GOSS</a:t>
            </a:r>
            <a:r>
              <a:rPr lang="zh-CN" altLang="en-US" sz="2000">
                <a:latin typeface="Times New Roman" panose="02020603050405020304" pitchFamily="18" charset="0"/>
                <a:ea typeface="微软雅黑" panose="020B0503020204020204" pitchFamily="34" charset="-122"/>
              </a:rPr>
              <a:t>对该例子进行采样。</a:t>
            </a:r>
            <a:endParaRPr lang="zh-CN" altLang="en-US" sz="2000">
              <a:latin typeface="Times New Roman" panose="02020603050405020304" pitchFamily="18" charset="0"/>
              <a:ea typeface="微软雅黑" panose="020B0503020204020204" pitchFamily="34" charset="-122"/>
            </a:endParaRPr>
          </a:p>
          <a:p>
            <a:pPr marL="0" indent="0" algn="just" defTabSz="266700">
              <a:lnSpc>
                <a:spcPct val="125000"/>
              </a:lnSpc>
              <a:spcBef>
                <a:spcPct val="0"/>
              </a:spcBef>
              <a:spcAft>
                <a:spcPct val="0"/>
              </a:spcAft>
            </a:pPr>
            <a:r>
              <a:rPr lang="zh-CN" altLang="en-US" sz="2000">
                <a:latin typeface="Times New Roman" panose="02020603050405020304" pitchFamily="18" charset="0"/>
                <a:ea typeface="微软雅黑" panose="020B0503020204020204" pitchFamily="34" charset="-122"/>
              </a:rPr>
              <a:t>（</a:t>
            </a:r>
            <a:r>
              <a:rPr lang="en-US" altLang="zh-CN" sz="2000">
                <a:latin typeface="Times New Roman" panose="02020603050405020304" pitchFamily="18" charset="0"/>
                <a:ea typeface="微软雅黑" panose="020B0503020204020204" pitchFamily="34" charset="-122"/>
              </a:rPr>
              <a:t>1</a:t>
            </a:r>
            <a:r>
              <a:rPr lang="zh-CN" altLang="en-US" sz="2000">
                <a:latin typeface="Times New Roman" panose="02020603050405020304" pitchFamily="18" charset="0"/>
                <a:ea typeface="微软雅黑" panose="020B0503020204020204" pitchFamily="34" charset="-122"/>
              </a:rPr>
              <a:t>）按照一阶梯度值将数据按照从大到小的顺序进行排序</a:t>
            </a:r>
            <a:r>
              <a:rPr lang="en-US" altLang="zh-CN" sz="2000">
                <a:latin typeface="Times New Roman" panose="02020603050405020304" pitchFamily="18" charset="0"/>
                <a:ea typeface="微软雅黑" panose="020B0503020204020204" pitchFamily="34" charset="-122"/>
              </a:rPr>
              <a:t>{6, 7, 8, 3, 4, 5, 2, 1}</a:t>
            </a:r>
            <a:r>
              <a:rPr lang="zh-CN" altLang="en-US" sz="2000">
                <a:latin typeface="Times New Roman" panose="02020603050405020304" pitchFamily="18" charset="0"/>
                <a:ea typeface="微软雅黑" panose="020B0503020204020204" pitchFamily="34" charset="-122"/>
              </a:rPr>
              <a:t>。</a:t>
            </a:r>
            <a:endParaRPr lang="zh-CN" altLang="en-US" sz="2000">
              <a:latin typeface="Times New Roman" panose="02020603050405020304" pitchFamily="18" charset="0"/>
              <a:ea typeface="微软雅黑" panose="020B0503020204020204" pitchFamily="34" charset="-122"/>
            </a:endParaRPr>
          </a:p>
          <a:p>
            <a:pPr marL="0" indent="0" algn="just" defTabSz="266700">
              <a:lnSpc>
                <a:spcPct val="125000"/>
              </a:lnSpc>
              <a:spcBef>
                <a:spcPct val="0"/>
              </a:spcBef>
              <a:spcAft>
                <a:spcPct val="0"/>
              </a:spcAft>
            </a:pPr>
            <a:r>
              <a:rPr lang="zh-CN" altLang="en-US" sz="2000">
                <a:latin typeface="Times New Roman" panose="02020603050405020304" pitchFamily="18" charset="0"/>
                <a:ea typeface="微软雅黑" panose="020B0503020204020204" pitchFamily="34" charset="-122"/>
              </a:rPr>
              <a:t>（</a:t>
            </a:r>
            <a:r>
              <a:rPr lang="en-US" altLang="zh-CN" sz="2000">
                <a:latin typeface="Times New Roman" panose="02020603050405020304" pitchFamily="18" charset="0"/>
                <a:ea typeface="微软雅黑" panose="020B0503020204020204" pitchFamily="34" charset="-122"/>
              </a:rPr>
              <a:t>2</a:t>
            </a:r>
            <a:r>
              <a:rPr lang="zh-CN" altLang="en-US" sz="2000">
                <a:latin typeface="Times New Roman" panose="02020603050405020304" pitchFamily="18" charset="0"/>
                <a:ea typeface="微软雅黑" panose="020B0503020204020204" pitchFamily="34" charset="-122"/>
              </a:rPr>
              <a:t>）选择前</a:t>
            </a:r>
            <a:r>
              <a:rPr lang="en-US" altLang="zh-CN" sz="2000">
                <a:latin typeface="Times New Roman" panose="02020603050405020304" pitchFamily="18" charset="0"/>
                <a:ea typeface="微软雅黑" panose="020B0503020204020204" pitchFamily="34" charset="-122"/>
              </a:rPr>
              <a:t>8*1/4=2</a:t>
            </a:r>
            <a:r>
              <a:rPr lang="zh-CN" altLang="en-US" sz="2000">
                <a:latin typeface="Times New Roman" panose="02020603050405020304" pitchFamily="18" charset="0"/>
                <a:ea typeface="微软雅黑" panose="020B0503020204020204" pitchFamily="34" charset="-122"/>
                <a:sym typeface="+mn-ea"/>
              </a:rPr>
              <a:t>个样本作为大梯度数据集。</a:t>
            </a:r>
            <a:endParaRPr lang="zh-CN" altLang="en-US" sz="2000">
              <a:latin typeface="Times New Roman" panose="02020603050405020304" pitchFamily="18" charset="0"/>
              <a:ea typeface="微软雅黑" panose="020B0503020204020204" pitchFamily="34" charset="-122"/>
              <a:sym typeface="+mn-ea"/>
            </a:endParaRPr>
          </a:p>
          <a:p>
            <a:pPr marL="0" indent="0" algn="just" defTabSz="266700">
              <a:lnSpc>
                <a:spcPct val="125000"/>
              </a:lnSpc>
              <a:spcBef>
                <a:spcPct val="0"/>
              </a:spcBef>
              <a:spcAft>
                <a:spcPct val="0"/>
              </a:spcAft>
            </a:pPr>
            <a:r>
              <a:rPr lang="zh-CN" altLang="en-US" sz="2000">
                <a:latin typeface="Times New Roman" panose="02020603050405020304" pitchFamily="18" charset="0"/>
                <a:ea typeface="微软雅黑" panose="020B0503020204020204" pitchFamily="34" charset="-122"/>
                <a:sym typeface="+mn-ea"/>
              </a:rPr>
              <a:t>（</a:t>
            </a:r>
            <a:r>
              <a:rPr lang="en-US" altLang="zh-CN" sz="2000">
                <a:latin typeface="Times New Roman" panose="02020603050405020304" pitchFamily="18" charset="0"/>
                <a:ea typeface="微软雅黑" panose="020B0503020204020204" pitchFamily="34" charset="-122"/>
                <a:sym typeface="+mn-ea"/>
              </a:rPr>
              <a:t>3</a:t>
            </a:r>
            <a:r>
              <a:rPr lang="zh-CN" altLang="en-US" sz="2000">
                <a:latin typeface="Times New Roman" panose="02020603050405020304" pitchFamily="18" charset="0"/>
                <a:ea typeface="微软雅黑" panose="020B0503020204020204" pitchFamily="34" charset="-122"/>
                <a:sym typeface="+mn-ea"/>
              </a:rPr>
              <a:t>）从剩余的样本中按小梯度抽样率选择</a:t>
            </a:r>
            <a:r>
              <a:rPr lang="en-US" altLang="zh-CN" sz="2000">
                <a:latin typeface="Times New Roman" panose="02020603050405020304" pitchFamily="18" charset="0"/>
                <a:ea typeface="微软雅黑" panose="020B0503020204020204" pitchFamily="34" charset="-122"/>
                <a:sym typeface="+mn-ea"/>
              </a:rPr>
              <a:t>2</a:t>
            </a:r>
            <a:r>
              <a:rPr lang="zh-CN" altLang="en-US" sz="2000">
                <a:latin typeface="Times New Roman" panose="02020603050405020304" pitchFamily="18" charset="0"/>
                <a:ea typeface="微软雅黑" panose="020B0503020204020204" pitchFamily="34" charset="-122"/>
                <a:sym typeface="+mn-ea"/>
              </a:rPr>
              <a:t>个样本（</a:t>
            </a:r>
            <a:r>
              <a:rPr lang="en-US" altLang="zh-CN" sz="2000">
                <a:latin typeface="Times New Roman" panose="02020603050405020304" pitchFamily="18" charset="0"/>
                <a:ea typeface="微软雅黑" panose="020B0503020204020204" pitchFamily="34" charset="-122"/>
                <a:sym typeface="+mn-ea"/>
              </a:rPr>
              <a:t>4</a:t>
            </a:r>
            <a:r>
              <a:rPr lang="zh-CN" altLang="en-US" sz="2000">
                <a:latin typeface="Times New Roman" panose="02020603050405020304" pitchFamily="18" charset="0"/>
                <a:ea typeface="微软雅黑" panose="020B0503020204020204" pitchFamily="34" charset="-122"/>
                <a:sym typeface="+mn-ea"/>
              </a:rPr>
              <a:t>和</a:t>
            </a:r>
            <a:r>
              <a:rPr lang="en-US" altLang="zh-CN" sz="2000">
                <a:latin typeface="Times New Roman" panose="02020603050405020304" pitchFamily="18" charset="0"/>
                <a:ea typeface="微软雅黑" panose="020B0503020204020204" pitchFamily="34" charset="-122"/>
                <a:sym typeface="+mn-ea"/>
              </a:rPr>
              <a:t>2</a:t>
            </a:r>
            <a:r>
              <a:rPr lang="zh-CN" altLang="en-US" sz="2000">
                <a:latin typeface="Times New Roman" panose="02020603050405020304" pitchFamily="18" charset="0"/>
                <a:ea typeface="微软雅黑" panose="020B0503020204020204" pitchFamily="34" charset="-122"/>
                <a:sym typeface="+mn-ea"/>
              </a:rPr>
              <a:t>）作为小梯度数据集</a:t>
            </a:r>
            <a:endParaRPr lang="zh-CN" altLang="en-US" sz="2000">
              <a:latin typeface="Times New Roman" panose="02020603050405020304" pitchFamily="18" charset="0"/>
              <a:ea typeface="微软雅黑" panose="020B0503020204020204" pitchFamily="34" charset="-122"/>
              <a:sym typeface="+mn-ea"/>
            </a:endParaRPr>
          </a:p>
          <a:p>
            <a:pPr marL="0" indent="0" algn="just" defTabSz="266700">
              <a:lnSpc>
                <a:spcPct val="125000"/>
              </a:lnSpc>
              <a:spcBef>
                <a:spcPct val="0"/>
              </a:spcBef>
              <a:spcAft>
                <a:spcPct val="0"/>
              </a:spcAft>
            </a:pPr>
            <a:r>
              <a:rPr lang="zh-CN" altLang="en-US" sz="2000">
                <a:latin typeface="Times New Roman" panose="02020603050405020304" pitchFamily="18" charset="0"/>
                <a:ea typeface="微软雅黑" panose="020B0503020204020204" pitchFamily="34" charset="-122"/>
                <a:sym typeface="+mn-ea"/>
              </a:rPr>
              <a:t>（</a:t>
            </a:r>
            <a:r>
              <a:rPr lang="en-US" altLang="zh-CN" sz="2000">
                <a:latin typeface="Times New Roman" panose="02020603050405020304" pitchFamily="18" charset="0"/>
                <a:ea typeface="微软雅黑" panose="020B0503020204020204" pitchFamily="34" charset="-122"/>
                <a:sym typeface="+mn-ea"/>
              </a:rPr>
              <a:t>4</a:t>
            </a:r>
            <a:r>
              <a:rPr lang="zh-CN" altLang="en-US" sz="2000">
                <a:latin typeface="Times New Roman" panose="02020603050405020304" pitchFamily="18" charset="0"/>
                <a:ea typeface="微软雅黑" panose="020B0503020204020204" pitchFamily="34" charset="-122"/>
                <a:sym typeface="+mn-ea"/>
              </a:rPr>
              <a:t>）为小梯度样本赋予权重</a:t>
            </a:r>
            <a:r>
              <a:rPr lang="en-US" altLang="zh-CN" sz="2000">
                <a:latin typeface="Times New Roman" panose="02020603050405020304" pitchFamily="18" charset="0"/>
                <a:ea typeface="微软雅黑" panose="020B0503020204020204" pitchFamily="34" charset="-122"/>
                <a:sym typeface="+mn-ea"/>
              </a:rPr>
              <a:t>w=(1-1/4)/(1/4)=3</a:t>
            </a:r>
            <a:r>
              <a:rPr lang="zh-CN" altLang="en-US" sz="2000">
                <a:latin typeface="Times New Roman" panose="02020603050405020304" pitchFamily="18" charset="0"/>
                <a:ea typeface="微软雅黑" panose="020B0503020204020204" pitchFamily="34" charset="-122"/>
                <a:sym typeface="+mn-ea"/>
              </a:rPr>
              <a:t>。</a:t>
            </a:r>
            <a:endParaRPr lang="zh-CN" altLang="en-US" sz="2000">
              <a:latin typeface="Times New Roman" panose="02020603050405020304" pitchFamily="18" charset="0"/>
              <a:ea typeface="微软雅黑" panose="020B0503020204020204" pitchFamily="34" charset="-122"/>
              <a:sym typeface="+mn-ea"/>
            </a:endParaRPr>
          </a:p>
          <a:p>
            <a:pPr marL="0" indent="0" algn="just" defTabSz="266700">
              <a:lnSpc>
                <a:spcPct val="125000"/>
              </a:lnSpc>
              <a:spcBef>
                <a:spcPct val="0"/>
              </a:spcBef>
              <a:spcAft>
                <a:spcPct val="0"/>
              </a:spcAft>
            </a:pPr>
            <a:r>
              <a:rPr lang="zh-CN" altLang="en-US" sz="2000">
                <a:latin typeface="Times New Roman" panose="02020603050405020304" pitchFamily="18" charset="0"/>
                <a:ea typeface="微软雅黑" panose="020B0503020204020204" pitchFamily="34" charset="-122"/>
                <a:sym typeface="+mn-ea"/>
              </a:rPr>
              <a:t>（</a:t>
            </a:r>
            <a:r>
              <a:rPr lang="en-US" altLang="zh-CN" sz="2000">
                <a:latin typeface="Times New Roman" panose="02020603050405020304" pitchFamily="18" charset="0"/>
                <a:ea typeface="微软雅黑" panose="020B0503020204020204" pitchFamily="34" charset="-122"/>
                <a:sym typeface="+mn-ea"/>
              </a:rPr>
              <a:t>5</a:t>
            </a:r>
            <a:r>
              <a:rPr lang="zh-CN" altLang="en-US" sz="2000">
                <a:latin typeface="Times New Roman" panose="02020603050405020304" pitchFamily="18" charset="0"/>
                <a:ea typeface="微软雅黑" panose="020B0503020204020204" pitchFamily="34" charset="-122"/>
                <a:sym typeface="+mn-ea"/>
              </a:rPr>
              <a:t>）由此可以得到新的直方信息表如下图所示。</a:t>
            </a:r>
            <a:endParaRPr lang="zh-CN" altLang="en-US" sz="2000">
              <a:latin typeface="Times New Roman" panose="02020603050405020304" pitchFamily="18" charset="0"/>
              <a:ea typeface="微软雅黑" panose="020B0503020204020204" pitchFamily="34" charset="-122"/>
              <a:sym typeface="+mn-ea"/>
            </a:endParaRPr>
          </a:p>
        </p:txBody>
      </p:sp>
      <p:pic>
        <p:nvPicPr>
          <p:cNvPr id="98" name="图片 450"/>
          <p:cNvPicPr>
            <a:picLocks noChangeAspect="1"/>
          </p:cNvPicPr>
          <p:nvPr/>
        </p:nvPicPr>
        <p:blipFill>
          <a:blip r:embed="rId1"/>
          <a:stretch>
            <a:fillRect/>
          </a:stretch>
        </p:blipFill>
        <p:spPr>
          <a:xfrm>
            <a:off x="2823845" y="3799205"/>
            <a:ext cx="5553710" cy="2958465"/>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互斥特征捆绑算法</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4" name="文本框 3"/>
          <p:cNvSpPr txBox="1"/>
          <p:nvPr/>
        </p:nvSpPr>
        <p:spPr>
          <a:xfrm>
            <a:off x="995680" y="1495425"/>
            <a:ext cx="9982835" cy="4246245"/>
          </a:xfrm>
          <a:prstGeom prst="rect">
            <a:avLst/>
          </a:prstGeom>
        </p:spPr>
        <p:txBody>
          <a:bodyPr wrap="square">
            <a:spAutoFit/>
          </a:bodyPr>
          <a:p>
            <a:pPr marL="0" indent="306070" algn="just" defTabSz="266700">
              <a:lnSpc>
                <a:spcPct val="125000"/>
              </a:lnSpc>
              <a:spcBef>
                <a:spcPct val="0"/>
              </a:spcBef>
              <a:spcAft>
                <a:spcPct val="0"/>
              </a:spcAft>
            </a:pPr>
            <a:r>
              <a:rPr lang="zh-CN" altLang="en-US" sz="2400" b="1">
                <a:solidFill>
                  <a:schemeClr val="tx1"/>
                </a:solidFill>
                <a:uFillTx/>
                <a:latin typeface="Times New Roman" panose="02020603050405020304" pitchFamily="18" charset="0"/>
                <a:ea typeface="微软雅黑" panose="020B0503020204020204" pitchFamily="34" charset="-122"/>
              </a:rPr>
              <a:t>互斥特征捆绑算法（</a:t>
            </a:r>
            <a:r>
              <a:rPr lang="en-US" altLang="zh-CN" sz="2400" b="1">
                <a:solidFill>
                  <a:schemeClr val="tx1"/>
                </a:solidFill>
                <a:uFillTx/>
                <a:latin typeface="Times New Roman" panose="02020603050405020304" pitchFamily="18" charset="0"/>
                <a:ea typeface="微软雅黑" panose="020B0503020204020204" pitchFamily="34" charset="-122"/>
              </a:rPr>
              <a:t>Exclusive Feature Bundling</a:t>
            </a:r>
            <a:r>
              <a:rPr lang="zh-CN" altLang="en-US" sz="2400" b="1">
                <a:solidFill>
                  <a:schemeClr val="tx1"/>
                </a:solidFill>
                <a:uFillTx/>
                <a:latin typeface="Times New Roman" panose="02020603050405020304" pitchFamily="18" charset="0"/>
                <a:ea typeface="微软雅黑" panose="020B0503020204020204" pitchFamily="34" charset="-122"/>
              </a:rPr>
              <a:t>，</a:t>
            </a:r>
            <a:r>
              <a:rPr lang="en-US" altLang="zh-CN" sz="2400" b="1">
                <a:solidFill>
                  <a:schemeClr val="tx1"/>
                </a:solidFill>
                <a:uFillTx/>
                <a:latin typeface="Times New Roman" panose="02020603050405020304" pitchFamily="18" charset="0"/>
                <a:ea typeface="微软雅黑" panose="020B0503020204020204" pitchFamily="34" charset="-122"/>
              </a:rPr>
              <a:t>EFB</a:t>
            </a:r>
            <a:r>
              <a:rPr lang="zh-CN" altLang="en-US" sz="2400" b="1">
                <a:solidFill>
                  <a:schemeClr val="tx1"/>
                </a:solidFill>
                <a:uFillTx/>
                <a:latin typeface="Times New Roman" panose="02020603050405020304" pitchFamily="18" charset="0"/>
                <a:ea typeface="微软雅黑" panose="020B0503020204020204" pitchFamily="34" charset="-122"/>
              </a:rPr>
              <a:t>） </a:t>
            </a:r>
            <a:r>
              <a:rPr lang="en-US" altLang="zh-CN" sz="2400" b="1">
                <a:solidFill>
                  <a:schemeClr val="tx1"/>
                </a:solidFill>
                <a:uFillTx/>
                <a:latin typeface="Times New Roman" panose="02020603050405020304" pitchFamily="18" charset="0"/>
                <a:ea typeface="微软雅黑" panose="020B0503020204020204" pitchFamily="34" charset="-122"/>
              </a:rPr>
              <a:t> </a:t>
            </a:r>
            <a:r>
              <a:rPr lang="zh-CN" altLang="en-US" sz="2400">
                <a:solidFill>
                  <a:schemeClr val="tx1"/>
                </a:solidFill>
                <a:uFillTx/>
                <a:latin typeface="Times New Roman" panose="02020603050405020304" pitchFamily="18" charset="0"/>
                <a:ea typeface="微软雅黑" panose="020B0503020204020204" pitchFamily="34" charset="-122"/>
              </a:rPr>
              <a:t>是一种用于降低特征数量的方法，其通过将高度相关的特征捆绑在一起来减少了特征的数量，从而降低模型的复杂度。</a:t>
            </a:r>
            <a:endParaRPr lang="zh-CN" altLang="en-US" sz="2400">
              <a:solidFill>
                <a:schemeClr val="tx1"/>
              </a:solidFill>
              <a:uFillTx/>
              <a:latin typeface="Times New Roman" panose="02020603050405020304" pitchFamily="18" charset="0"/>
              <a:ea typeface="微软雅黑" panose="020B0503020204020204" pitchFamily="34" charset="-122"/>
            </a:endParaRPr>
          </a:p>
          <a:p>
            <a:pPr marL="0" indent="306070" algn="just" defTabSz="266700">
              <a:lnSpc>
                <a:spcPct val="125000"/>
              </a:lnSpc>
              <a:spcBef>
                <a:spcPct val="0"/>
              </a:spcBef>
              <a:spcAft>
                <a:spcPct val="0"/>
              </a:spcAft>
            </a:pPr>
            <a:endParaRPr lang="zh-CN" altLang="en-US" sz="2400">
              <a:solidFill>
                <a:schemeClr val="tx1"/>
              </a:solidFill>
              <a:uFillTx/>
              <a:latin typeface="Times New Roman" panose="02020603050405020304" pitchFamily="18" charset="0"/>
              <a:ea typeface="微软雅黑" panose="020B0503020204020204" pitchFamily="34" charset="-122"/>
            </a:endParaRPr>
          </a:p>
          <a:p>
            <a:pPr marL="0" indent="304800" algn="just" defTabSz="266700">
              <a:lnSpc>
                <a:spcPct val="125000"/>
              </a:lnSpc>
              <a:spcBef>
                <a:spcPct val="0"/>
              </a:spcBef>
              <a:spcAft>
                <a:spcPct val="0"/>
              </a:spcAft>
            </a:pPr>
            <a:endParaRPr lang="zh-CN" altLang="en-US" sz="2400">
              <a:solidFill>
                <a:schemeClr val="tx1"/>
              </a:solidFill>
              <a:uFillTx/>
              <a:latin typeface="Times New Roman" panose="02020603050405020304" pitchFamily="18" charset="0"/>
              <a:ea typeface="微软雅黑" panose="020B0503020204020204" pitchFamily="34" charset="-122"/>
            </a:endParaRPr>
          </a:p>
          <a:p>
            <a:pPr marL="0" indent="304800" algn="just" defTabSz="266700">
              <a:lnSpc>
                <a:spcPct val="125000"/>
              </a:lnSpc>
              <a:spcBef>
                <a:spcPct val="0"/>
              </a:spcBef>
              <a:spcAft>
                <a:spcPct val="0"/>
              </a:spcAft>
            </a:pPr>
            <a:r>
              <a:rPr lang="zh-CN" altLang="en-US" sz="2400">
                <a:solidFill>
                  <a:schemeClr val="tx1"/>
                </a:solidFill>
                <a:uFillTx/>
                <a:latin typeface="Times New Roman" panose="02020603050405020304" pitchFamily="18" charset="0"/>
                <a:ea typeface="微软雅黑" panose="020B0503020204020204" pitchFamily="34" charset="-122"/>
              </a:rPr>
              <a:t>为进一步优化直方图的构建过程，除了使用梯度单边采样来降低训练样本数外，</a:t>
            </a:r>
            <a:r>
              <a:rPr lang="en-US" altLang="zh-CN" sz="2400">
                <a:solidFill>
                  <a:schemeClr val="tx1"/>
                </a:solidFill>
                <a:uFillTx/>
                <a:latin typeface="Times New Roman" panose="02020603050405020304" pitchFamily="18" charset="0"/>
                <a:ea typeface="微软雅黑" panose="020B0503020204020204" pitchFamily="34" charset="-122"/>
              </a:rPr>
              <a:t>LightGBM</a:t>
            </a:r>
            <a:r>
              <a:rPr lang="zh-CN" altLang="en-US" sz="2400">
                <a:solidFill>
                  <a:schemeClr val="tx1"/>
                </a:solidFill>
                <a:uFillTx/>
                <a:latin typeface="Times New Roman" panose="02020603050405020304" pitchFamily="18" charset="0"/>
                <a:ea typeface="微软雅黑" panose="020B0503020204020204" pitchFamily="34" charset="-122"/>
              </a:rPr>
              <a:t>还通过</a:t>
            </a:r>
            <a:r>
              <a:rPr lang="en-US" altLang="zh-CN" sz="2400">
                <a:solidFill>
                  <a:schemeClr val="tx1"/>
                </a:solidFill>
                <a:uFillTx/>
                <a:latin typeface="Times New Roman" panose="02020603050405020304" pitchFamily="18" charset="0"/>
                <a:ea typeface="微软雅黑" panose="020B0503020204020204" pitchFamily="34" charset="-122"/>
              </a:rPr>
              <a:t>EFB</a:t>
            </a:r>
            <a:r>
              <a:rPr lang="zh-CN" altLang="en-US" sz="2400">
                <a:solidFill>
                  <a:schemeClr val="tx1"/>
                </a:solidFill>
                <a:uFillTx/>
                <a:latin typeface="Times New Roman" panose="02020603050405020304" pitchFamily="18" charset="0"/>
                <a:ea typeface="微软雅黑" panose="020B0503020204020204" pitchFamily="34" charset="-122"/>
              </a:rPr>
              <a:t>来降低特征数量。</a:t>
            </a:r>
            <a:r>
              <a:rPr lang="en-US" altLang="zh-CN" sz="2400">
                <a:solidFill>
                  <a:schemeClr val="tx1"/>
                </a:solidFill>
                <a:uFillTx/>
                <a:latin typeface="Times New Roman" panose="02020603050405020304" pitchFamily="18" charset="0"/>
                <a:ea typeface="微软雅黑" panose="020B0503020204020204" pitchFamily="34" charset="-122"/>
              </a:rPr>
              <a:t>EFB</a:t>
            </a:r>
            <a:r>
              <a:rPr lang="zh-CN" altLang="en-US" sz="2400">
                <a:solidFill>
                  <a:schemeClr val="tx1"/>
                </a:solidFill>
                <a:uFillTx/>
                <a:latin typeface="Times New Roman" panose="02020603050405020304" pitchFamily="18" charset="0"/>
                <a:ea typeface="微软雅黑" panose="020B0503020204020204" pitchFamily="34" charset="-122"/>
              </a:rPr>
              <a:t>通过对高维稀疏的互斥特征进行捆绑操作，即将多个互斥特征捆绑为一个，以达到减少特征数量的目的。该算法在不显著影响模型精度的前提下，能有效减轻计算负担。</a:t>
            </a:r>
            <a:endParaRPr lang="zh-CN" altLang="en-US" sz="2400">
              <a:solidFill>
                <a:schemeClr val="tx1"/>
              </a:solidFill>
              <a:uFillTx/>
              <a:latin typeface="Times New Roman" panose="02020603050405020304" pitchFamily="18" charset="0"/>
              <a:ea typeface="微软雅黑" panose="020B0503020204020204" pitchFamily="34" charset="-122"/>
            </a:endParaRPr>
          </a:p>
        </p:txBody>
      </p:sp>
      <p:sp>
        <p:nvSpPr>
          <p:cNvPr id="5" name="矩形 4"/>
          <p:cNvSpPr/>
          <p:nvPr/>
        </p:nvSpPr>
        <p:spPr>
          <a:xfrm>
            <a:off x="987425" y="3837940"/>
            <a:ext cx="10098405" cy="2049780"/>
          </a:xfrm>
          <a:prstGeom prst="rect">
            <a:avLst/>
          </a:prstGeom>
          <a:ln>
            <a:solidFill>
              <a:schemeClr val="accent1"/>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互斥特征捆绑算法</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 name="文本框 1"/>
          <p:cNvSpPr txBox="1"/>
          <p:nvPr/>
        </p:nvSpPr>
        <p:spPr>
          <a:xfrm>
            <a:off x="920115" y="1385570"/>
            <a:ext cx="9933305" cy="4707890"/>
          </a:xfrm>
          <a:prstGeom prst="rect">
            <a:avLst/>
          </a:prstGeom>
        </p:spPr>
        <p:txBody>
          <a:bodyPr wrap="square">
            <a:spAutoFit/>
          </a:bodyPr>
          <a:p>
            <a:pPr marL="0" indent="0" algn="just" defTabSz="266700">
              <a:lnSpc>
                <a:spcPct val="125000"/>
              </a:lnSpc>
              <a:spcBef>
                <a:spcPct val="0"/>
              </a:spcBef>
              <a:spcAft>
                <a:spcPct val="0"/>
              </a:spcAft>
            </a:pPr>
            <a:r>
              <a:rPr lang="zh-CN" altLang="en-US" sz="1600">
                <a:solidFill>
                  <a:schemeClr val="tx1"/>
                </a:solidFill>
                <a:uFillTx/>
                <a:latin typeface="Times New Roman" panose="02020603050405020304" pitchFamily="18" charset="0"/>
                <a:ea typeface="微软雅黑" panose="020B0503020204020204" pitchFamily="34" charset="-122"/>
              </a:rPr>
              <a:t>在高维特征数据集中，特征之间往往存在互斥关系，若数据中所有样本在两个特征上有且只有其中一个特征存在值，则称这两个特征为互斥特征。</a:t>
            </a:r>
            <a:endParaRPr lang="zh-CN" altLang="en-US" sz="1600">
              <a:solidFill>
                <a:schemeClr val="tx1"/>
              </a:solidFill>
              <a:uFillTx/>
              <a:latin typeface="Times New Roman" panose="02020603050405020304" pitchFamily="18" charset="0"/>
              <a:ea typeface="微软雅黑" panose="020B0503020204020204" pitchFamily="34" charset="-122"/>
            </a:endParaRPr>
          </a:p>
          <a:p>
            <a:pPr marL="0" indent="0" algn="just" defTabSz="266700">
              <a:lnSpc>
                <a:spcPct val="125000"/>
              </a:lnSpc>
              <a:spcBef>
                <a:spcPct val="0"/>
              </a:spcBef>
              <a:spcAft>
                <a:spcPct val="0"/>
              </a:spcAft>
            </a:pPr>
            <a:endParaRPr lang="zh-CN" altLang="en-US" sz="1600">
              <a:solidFill>
                <a:schemeClr val="tx1"/>
              </a:solidFill>
              <a:uFillTx/>
              <a:latin typeface="Times New Roman" panose="02020603050405020304" pitchFamily="18" charset="0"/>
              <a:ea typeface="微软雅黑" panose="020B0503020204020204" pitchFamily="34" charset="-122"/>
            </a:endParaRPr>
          </a:p>
          <a:p>
            <a:pPr marL="0" indent="0" algn="just" defTabSz="266700">
              <a:lnSpc>
                <a:spcPct val="125000"/>
              </a:lnSpc>
              <a:spcBef>
                <a:spcPct val="0"/>
              </a:spcBef>
              <a:spcAft>
                <a:spcPct val="0"/>
              </a:spcAft>
            </a:pPr>
            <a:r>
              <a:rPr lang="zh-CN" altLang="en-US" sz="1600">
                <a:solidFill>
                  <a:schemeClr val="tx1"/>
                </a:solidFill>
                <a:uFillTx/>
                <a:latin typeface="Times New Roman" panose="02020603050405020304" pitchFamily="18" charset="0"/>
                <a:ea typeface="微软雅黑" panose="020B0503020204020204" pitchFamily="34" charset="-122"/>
              </a:rPr>
              <a:t>例如，在一个样本中，性别通常是“男”或“女”，而孕育状态则可以是“已怀孕”或“未怀孕”。由于同一个样本通常不会同时具有“男”和“已怀孕”的状态。</a:t>
            </a:r>
            <a:endParaRPr lang="zh-CN" altLang="en-US" sz="1600">
              <a:solidFill>
                <a:schemeClr val="tx1"/>
              </a:solidFill>
              <a:uFillTx/>
              <a:latin typeface="Times New Roman" panose="02020603050405020304" pitchFamily="18" charset="0"/>
              <a:ea typeface="微软雅黑" panose="020B0503020204020204" pitchFamily="34" charset="-122"/>
            </a:endParaRPr>
          </a:p>
          <a:p>
            <a:pPr marL="0" indent="0" algn="just" defTabSz="266700">
              <a:lnSpc>
                <a:spcPct val="125000"/>
              </a:lnSpc>
              <a:spcBef>
                <a:spcPct val="0"/>
              </a:spcBef>
              <a:spcAft>
                <a:spcPct val="0"/>
              </a:spcAft>
            </a:pPr>
            <a:endParaRPr lang="zh-CN" altLang="en-US" sz="1600">
              <a:solidFill>
                <a:schemeClr val="tx1"/>
              </a:solidFill>
              <a:uFillTx/>
              <a:latin typeface="Times New Roman" panose="02020603050405020304" pitchFamily="18" charset="0"/>
              <a:ea typeface="微软雅黑" panose="020B0503020204020204" pitchFamily="34" charset="-122"/>
            </a:endParaRPr>
          </a:p>
          <a:p>
            <a:pPr marL="0" indent="0" algn="just" defTabSz="266700">
              <a:lnSpc>
                <a:spcPct val="125000"/>
              </a:lnSpc>
              <a:spcBef>
                <a:spcPct val="0"/>
              </a:spcBef>
              <a:spcAft>
                <a:spcPct val="0"/>
              </a:spcAft>
            </a:pPr>
            <a:endParaRPr lang="zh-CN" altLang="en-US" sz="1600">
              <a:solidFill>
                <a:schemeClr val="tx1"/>
              </a:solidFill>
              <a:uFillTx/>
              <a:latin typeface="Times New Roman" panose="02020603050405020304" pitchFamily="18" charset="0"/>
              <a:ea typeface="微软雅黑" panose="020B0503020204020204" pitchFamily="34" charset="-122"/>
            </a:endParaRPr>
          </a:p>
          <a:p>
            <a:pPr marL="0" indent="0" algn="just" defTabSz="266700">
              <a:lnSpc>
                <a:spcPct val="125000"/>
              </a:lnSpc>
              <a:spcBef>
                <a:spcPct val="0"/>
              </a:spcBef>
              <a:spcAft>
                <a:spcPct val="0"/>
              </a:spcAft>
            </a:pPr>
            <a:r>
              <a:rPr lang="zh-CN" altLang="en-US" sz="1600">
                <a:solidFill>
                  <a:schemeClr val="tx1"/>
                </a:solidFill>
                <a:uFillTx/>
                <a:latin typeface="Times New Roman" panose="02020603050405020304" pitchFamily="18" charset="0"/>
                <a:ea typeface="微软雅黑" panose="020B0503020204020204" pitchFamily="34" charset="-122"/>
              </a:rPr>
              <a:t>性别和孕育状态是互斥特征，它们之间存在排他性。</a:t>
            </a:r>
            <a:endParaRPr lang="zh-CN" altLang="en-US" sz="1600">
              <a:solidFill>
                <a:schemeClr val="tx1"/>
              </a:solidFill>
              <a:uFillTx/>
              <a:latin typeface="Times New Roman" panose="02020603050405020304" pitchFamily="18" charset="0"/>
              <a:ea typeface="微软雅黑" panose="020B0503020204020204" pitchFamily="34" charset="-122"/>
            </a:endParaRPr>
          </a:p>
          <a:p>
            <a:pPr marL="0" indent="0" algn="just" defTabSz="266700">
              <a:lnSpc>
                <a:spcPct val="125000"/>
              </a:lnSpc>
              <a:spcBef>
                <a:spcPct val="0"/>
              </a:spcBef>
              <a:spcAft>
                <a:spcPct val="0"/>
              </a:spcAft>
            </a:pPr>
            <a:endParaRPr lang="zh-CN" altLang="en-US" sz="1600">
              <a:solidFill>
                <a:schemeClr val="tx1"/>
              </a:solidFill>
              <a:uFillTx/>
              <a:latin typeface="Times New Roman" panose="02020603050405020304" pitchFamily="18" charset="0"/>
              <a:ea typeface="微软雅黑" panose="020B0503020204020204" pitchFamily="34" charset="-122"/>
            </a:endParaRPr>
          </a:p>
          <a:p>
            <a:pPr marL="0" indent="0" algn="just" defTabSz="266700">
              <a:lnSpc>
                <a:spcPct val="125000"/>
              </a:lnSpc>
              <a:spcBef>
                <a:spcPct val="0"/>
              </a:spcBef>
              <a:spcAft>
                <a:spcPct val="0"/>
              </a:spcAft>
            </a:pPr>
            <a:endParaRPr lang="zh-CN" altLang="en-US" sz="1600">
              <a:solidFill>
                <a:schemeClr val="tx1"/>
              </a:solidFill>
              <a:uFillTx/>
              <a:latin typeface="Times New Roman" panose="02020603050405020304" pitchFamily="18" charset="0"/>
              <a:ea typeface="微软雅黑" panose="020B0503020204020204" pitchFamily="34" charset="-122"/>
            </a:endParaRPr>
          </a:p>
          <a:p>
            <a:pPr marL="0" indent="0" algn="just" defTabSz="266700">
              <a:lnSpc>
                <a:spcPct val="125000"/>
              </a:lnSpc>
              <a:spcBef>
                <a:spcPct val="0"/>
              </a:spcBef>
              <a:spcAft>
                <a:spcPct val="0"/>
              </a:spcAft>
            </a:pPr>
            <a:r>
              <a:rPr lang="zh-CN" altLang="en-US" sz="1600">
                <a:solidFill>
                  <a:schemeClr val="tx1"/>
                </a:solidFill>
                <a:uFillTx/>
                <a:latin typeface="Times New Roman" panose="02020603050405020304" pitchFamily="18" charset="0"/>
                <a:ea typeface="微软雅黑" panose="020B0503020204020204" pitchFamily="34" charset="-122"/>
              </a:rPr>
              <a:t>若存在两个样本，其在两个互斥特征上的特征值分别为</a:t>
            </a:r>
            <a:r>
              <a:rPr lang="en-US" altLang="zh-CN" sz="1600">
                <a:solidFill>
                  <a:schemeClr val="tx1"/>
                </a:solidFill>
                <a:uFillTx/>
                <a:latin typeface="Times New Roman" panose="02020603050405020304" pitchFamily="18" charset="0"/>
                <a:ea typeface="微软雅黑" panose="020B0503020204020204" pitchFamily="34" charset="-122"/>
              </a:rPr>
              <a:t>[1,0]</a:t>
            </a:r>
            <a:r>
              <a:rPr lang="en-US" altLang="zh-CN" sz="1600" baseline="30000">
                <a:solidFill>
                  <a:schemeClr val="tx1"/>
                </a:solidFill>
                <a:uFillTx/>
                <a:latin typeface="Times New Roman" panose="02020603050405020304" pitchFamily="18" charset="0"/>
                <a:ea typeface="微软雅黑" panose="020B0503020204020204" pitchFamily="34" charset="-122"/>
              </a:rPr>
              <a:t>T</a:t>
            </a:r>
            <a:r>
              <a:rPr lang="zh-CN" altLang="en-US" sz="1600">
                <a:solidFill>
                  <a:schemeClr val="tx1"/>
                </a:solidFill>
                <a:uFillTx/>
                <a:latin typeface="Times New Roman" panose="02020603050405020304" pitchFamily="18" charset="0"/>
                <a:ea typeface="微软雅黑" panose="020B0503020204020204" pitchFamily="34" charset="-122"/>
              </a:rPr>
              <a:t>和</a:t>
            </a:r>
            <a:r>
              <a:rPr lang="en-US" altLang="zh-CN" sz="1600">
                <a:solidFill>
                  <a:schemeClr val="tx1"/>
                </a:solidFill>
                <a:uFillTx/>
                <a:latin typeface="Times New Roman" panose="02020603050405020304" pitchFamily="18" charset="0"/>
                <a:ea typeface="微软雅黑" panose="020B0503020204020204" pitchFamily="34" charset="-122"/>
              </a:rPr>
              <a:t>[0,1]</a:t>
            </a:r>
            <a:r>
              <a:rPr lang="en-US" altLang="zh-CN" sz="1600" baseline="30000">
                <a:solidFill>
                  <a:schemeClr val="tx1"/>
                </a:solidFill>
                <a:uFillTx/>
                <a:latin typeface="Times New Roman" panose="02020603050405020304" pitchFamily="18" charset="0"/>
                <a:ea typeface="微软雅黑" panose="020B0503020204020204" pitchFamily="34" charset="-122"/>
              </a:rPr>
              <a:t>T</a:t>
            </a:r>
            <a:r>
              <a:rPr lang="zh-CN" altLang="en-US" sz="1600">
                <a:solidFill>
                  <a:schemeClr val="tx1"/>
                </a:solidFill>
                <a:uFillTx/>
                <a:latin typeface="Times New Roman" panose="02020603050405020304" pitchFamily="18" charset="0"/>
                <a:ea typeface="微软雅黑" panose="020B0503020204020204" pitchFamily="34" charset="-122"/>
              </a:rPr>
              <a:t>。</a:t>
            </a:r>
            <a:endParaRPr lang="zh-CN" altLang="en-US" sz="1600">
              <a:solidFill>
                <a:schemeClr val="tx1"/>
              </a:solidFill>
              <a:uFillTx/>
              <a:latin typeface="Times New Roman" panose="02020603050405020304" pitchFamily="18" charset="0"/>
              <a:ea typeface="微软雅黑" panose="020B0503020204020204" pitchFamily="34" charset="-122"/>
            </a:endParaRPr>
          </a:p>
          <a:p>
            <a:pPr marL="0" indent="0" algn="just" defTabSz="266700">
              <a:lnSpc>
                <a:spcPct val="125000"/>
              </a:lnSpc>
              <a:spcBef>
                <a:spcPct val="0"/>
              </a:spcBef>
              <a:spcAft>
                <a:spcPct val="0"/>
              </a:spcAft>
            </a:pPr>
            <a:endParaRPr lang="zh-CN" altLang="en-US" sz="1600">
              <a:solidFill>
                <a:schemeClr val="tx1"/>
              </a:solidFill>
              <a:uFillTx/>
              <a:latin typeface="Times New Roman" panose="02020603050405020304" pitchFamily="18" charset="0"/>
              <a:ea typeface="微软雅黑" panose="020B0503020204020204" pitchFamily="34" charset="-122"/>
            </a:endParaRPr>
          </a:p>
          <a:p>
            <a:pPr marL="0" indent="0" algn="just" defTabSz="266700">
              <a:lnSpc>
                <a:spcPct val="125000"/>
              </a:lnSpc>
              <a:spcBef>
                <a:spcPct val="0"/>
              </a:spcBef>
              <a:spcAft>
                <a:spcPct val="0"/>
              </a:spcAft>
            </a:pPr>
            <a:endParaRPr lang="zh-CN" altLang="en-US" sz="1600">
              <a:solidFill>
                <a:schemeClr val="tx1"/>
              </a:solidFill>
              <a:uFillTx/>
              <a:latin typeface="Times New Roman" panose="02020603050405020304" pitchFamily="18" charset="0"/>
              <a:ea typeface="微软雅黑" panose="020B0503020204020204" pitchFamily="34" charset="-122"/>
            </a:endParaRPr>
          </a:p>
          <a:p>
            <a:pPr marL="0" indent="0" algn="just" defTabSz="266700">
              <a:lnSpc>
                <a:spcPct val="125000"/>
              </a:lnSpc>
              <a:spcBef>
                <a:spcPct val="0"/>
              </a:spcBef>
              <a:spcAft>
                <a:spcPct val="0"/>
              </a:spcAft>
            </a:pPr>
            <a:r>
              <a:rPr lang="zh-CN" altLang="en-US" sz="1600">
                <a:solidFill>
                  <a:schemeClr val="tx1"/>
                </a:solidFill>
                <a:uFillTx/>
                <a:latin typeface="Times New Roman" panose="02020603050405020304" pitchFamily="18" charset="0"/>
                <a:ea typeface="微软雅黑" panose="020B0503020204020204" pitchFamily="34" charset="-122"/>
              </a:rPr>
              <a:t>通过应用</a:t>
            </a:r>
            <a:r>
              <a:rPr lang="en-US" altLang="zh-CN" sz="1600">
                <a:solidFill>
                  <a:schemeClr val="tx1"/>
                </a:solidFill>
                <a:uFillTx/>
                <a:latin typeface="Times New Roman" panose="02020603050405020304" pitchFamily="18" charset="0"/>
                <a:ea typeface="微软雅黑" panose="020B0503020204020204" pitchFamily="34" charset="-122"/>
              </a:rPr>
              <a:t>EFB</a:t>
            </a:r>
            <a:r>
              <a:rPr lang="zh-CN" altLang="en-US" sz="1600">
                <a:solidFill>
                  <a:schemeClr val="tx1"/>
                </a:solidFill>
                <a:uFillTx/>
                <a:latin typeface="Times New Roman" panose="02020603050405020304" pitchFamily="18" charset="0"/>
                <a:ea typeface="微软雅黑" panose="020B0503020204020204" pitchFamily="34" charset="-122"/>
              </a:rPr>
              <a:t>，可以将这两个互斥特征捆绑为一个新特征（称为</a:t>
            </a:r>
            <a:r>
              <a:rPr lang="en-US" altLang="zh-CN" sz="1600">
                <a:solidFill>
                  <a:schemeClr val="tx1"/>
                </a:solidFill>
                <a:uFillTx/>
                <a:latin typeface="Times New Roman" panose="02020603050405020304" pitchFamily="18" charset="0"/>
                <a:ea typeface="微软雅黑" panose="020B0503020204020204" pitchFamily="34" charset="-122"/>
              </a:rPr>
              <a:t>Bundle</a:t>
            </a:r>
            <a:r>
              <a:rPr lang="zh-CN" altLang="en-US" sz="1600">
                <a:solidFill>
                  <a:schemeClr val="tx1"/>
                </a:solidFill>
                <a:uFillTx/>
                <a:latin typeface="Times New Roman" panose="02020603050405020304" pitchFamily="18" charset="0"/>
                <a:ea typeface="微软雅黑" panose="020B0503020204020204" pitchFamily="34" charset="-122"/>
              </a:rPr>
              <a:t>）。此时，两个样本在新特征上的特征值为</a:t>
            </a:r>
            <a:r>
              <a:rPr lang="en-US" altLang="zh-CN" sz="1600">
                <a:solidFill>
                  <a:schemeClr val="tx1"/>
                </a:solidFill>
                <a:uFillTx/>
                <a:latin typeface="Times New Roman" panose="02020603050405020304" pitchFamily="18" charset="0"/>
                <a:ea typeface="微软雅黑" panose="020B0503020204020204" pitchFamily="34" charset="-122"/>
              </a:rPr>
              <a:t>[1,1]</a:t>
            </a:r>
            <a:r>
              <a:rPr lang="en-US" altLang="zh-CN" sz="1600" baseline="30000">
                <a:solidFill>
                  <a:schemeClr val="tx1"/>
                </a:solidFill>
                <a:uFillTx/>
                <a:latin typeface="Times New Roman" panose="02020603050405020304" pitchFamily="18" charset="0"/>
                <a:ea typeface="微软雅黑" panose="020B0503020204020204" pitchFamily="34" charset="-122"/>
              </a:rPr>
              <a:t>T</a:t>
            </a:r>
            <a:r>
              <a:rPr lang="zh-CN" altLang="en-US" sz="1600">
                <a:solidFill>
                  <a:schemeClr val="tx1"/>
                </a:solidFill>
                <a:uFillTx/>
                <a:latin typeface="Times New Roman" panose="02020603050405020304" pitchFamily="18" charset="0"/>
                <a:ea typeface="微软雅黑" panose="020B0503020204020204" pitchFamily="34" charset="-122"/>
              </a:rPr>
              <a:t>。这种处理方式有助于维持模型准确性的同时降低计算复杂度。</a:t>
            </a:r>
            <a:endParaRPr lang="zh-CN" altLang="en-US" sz="1600">
              <a:solidFill>
                <a:schemeClr val="tx1"/>
              </a:solidFill>
              <a:uFillTx/>
              <a:latin typeface="Times New Roman" panose="02020603050405020304" pitchFamily="18" charset="0"/>
              <a:ea typeface="微软雅黑" panose="020B0503020204020204" pitchFamily="34" charset="-122"/>
            </a:endParaRPr>
          </a:p>
        </p:txBody>
      </p:sp>
      <p:sp>
        <p:nvSpPr>
          <p:cNvPr id="6" name="下箭头 5"/>
          <p:cNvSpPr/>
          <p:nvPr/>
        </p:nvSpPr>
        <p:spPr>
          <a:xfrm>
            <a:off x="5606415" y="3078480"/>
            <a:ext cx="321310" cy="406400"/>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下箭头 6"/>
          <p:cNvSpPr/>
          <p:nvPr/>
        </p:nvSpPr>
        <p:spPr>
          <a:xfrm>
            <a:off x="5606415" y="3998595"/>
            <a:ext cx="321310" cy="406400"/>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下箭头 7"/>
          <p:cNvSpPr/>
          <p:nvPr/>
        </p:nvSpPr>
        <p:spPr>
          <a:xfrm>
            <a:off x="5606415" y="4918710"/>
            <a:ext cx="321310" cy="406400"/>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互斥特征捆绑算法</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4" name="文本框 3"/>
          <p:cNvSpPr txBox="1"/>
          <p:nvPr/>
        </p:nvSpPr>
        <p:spPr>
          <a:xfrm>
            <a:off x="773430" y="1283970"/>
            <a:ext cx="10462260" cy="860425"/>
          </a:xfrm>
          <a:prstGeom prst="rect">
            <a:avLst/>
          </a:prstGeom>
        </p:spPr>
        <p:txBody>
          <a:bodyPr wrap="square">
            <a:spAutoFit/>
          </a:bodyPr>
          <a:p>
            <a:pPr marL="0" indent="304800" algn="just" defTabSz="266700">
              <a:lnSpc>
                <a:spcPct val="125000"/>
              </a:lnSpc>
              <a:spcBef>
                <a:spcPct val="0"/>
              </a:spcBef>
              <a:spcAft>
                <a:spcPct val="0"/>
              </a:spcAft>
            </a:pPr>
            <a:r>
              <a:rPr lang="zh-CN" altLang="en-US" sz="2000">
                <a:solidFill>
                  <a:schemeClr val="tx1"/>
                </a:solidFill>
                <a:uFillTx/>
                <a:latin typeface="Times New Roman" panose="02020603050405020304" pitchFamily="18" charset="0"/>
                <a:ea typeface="微软雅黑" panose="020B0503020204020204" pitchFamily="34" charset="-122"/>
              </a:rPr>
              <a:t>在使用</a:t>
            </a:r>
            <a:r>
              <a:rPr lang="en-US" altLang="zh-CN" sz="2000">
                <a:solidFill>
                  <a:schemeClr val="tx1"/>
                </a:solidFill>
                <a:uFillTx/>
                <a:latin typeface="Times New Roman" panose="02020603050405020304" pitchFamily="18" charset="0"/>
                <a:ea typeface="微软雅黑" panose="020B0503020204020204" pitchFamily="34" charset="-122"/>
              </a:rPr>
              <a:t>EFB</a:t>
            </a:r>
            <a:r>
              <a:rPr lang="zh-CN" altLang="en-US" sz="2000">
                <a:solidFill>
                  <a:schemeClr val="tx1"/>
                </a:solidFill>
                <a:uFillTx/>
                <a:latin typeface="Times New Roman" panose="02020603050405020304" pitchFamily="18" charset="0"/>
                <a:ea typeface="微软雅黑" panose="020B0503020204020204" pitchFamily="34" charset="-122"/>
              </a:rPr>
              <a:t>时，首先应判断哪些特征可以捆绑在一个</a:t>
            </a:r>
            <a:r>
              <a:rPr lang="en-US" altLang="zh-CN" sz="2000">
                <a:solidFill>
                  <a:schemeClr val="tx1"/>
                </a:solidFill>
                <a:uFillTx/>
                <a:latin typeface="Times New Roman" panose="02020603050405020304" pitchFamily="18" charset="0"/>
                <a:ea typeface="微软雅黑" panose="020B0503020204020204" pitchFamily="34" charset="-122"/>
              </a:rPr>
              <a:t>Bundle</a:t>
            </a:r>
            <a:r>
              <a:rPr lang="zh-CN" altLang="en-US" sz="2000">
                <a:solidFill>
                  <a:schemeClr val="tx1"/>
                </a:solidFill>
                <a:uFillTx/>
                <a:latin typeface="Times New Roman" panose="02020603050405020304" pitchFamily="18" charset="0"/>
                <a:ea typeface="微软雅黑" panose="020B0503020204020204" pitchFamily="34" charset="-122"/>
              </a:rPr>
              <a:t>中。因此，给出如下步骤来构建</a:t>
            </a:r>
            <a:r>
              <a:rPr lang="en-US" altLang="zh-CN" sz="2000">
                <a:solidFill>
                  <a:schemeClr val="tx1"/>
                </a:solidFill>
                <a:uFillTx/>
                <a:latin typeface="Times New Roman" panose="02020603050405020304" pitchFamily="18" charset="0"/>
                <a:ea typeface="微软雅黑" panose="020B0503020204020204" pitchFamily="34" charset="-122"/>
              </a:rPr>
              <a:t>Bundle</a:t>
            </a:r>
            <a:r>
              <a:rPr lang="zh-CN" altLang="en-US" sz="2000">
                <a:solidFill>
                  <a:schemeClr val="tx1"/>
                </a:solidFill>
                <a:uFillTx/>
                <a:latin typeface="Times New Roman" panose="02020603050405020304" pitchFamily="18" charset="0"/>
                <a:ea typeface="微软雅黑" panose="020B0503020204020204" pitchFamily="34" charset="-122"/>
              </a:rPr>
              <a:t>。其步骤如下：</a:t>
            </a:r>
            <a:endParaRPr lang="zh-CN" altLang="en-US" sz="2000">
              <a:solidFill>
                <a:schemeClr val="tx1"/>
              </a:solidFill>
              <a:uFillTx/>
              <a:latin typeface="Times New Roman" panose="02020603050405020304" pitchFamily="18" charset="0"/>
              <a:ea typeface="微软雅黑" panose="020B0503020204020204" pitchFamily="34" charset="-122"/>
            </a:endParaRPr>
          </a:p>
        </p:txBody>
      </p:sp>
      <p:pic>
        <p:nvPicPr>
          <p:cNvPr id="5" name="图片 4"/>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918845" y="2323465"/>
            <a:ext cx="10387330" cy="376047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互斥特征捆绑算法</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 name="文本框 1"/>
          <p:cNvSpPr txBox="1"/>
          <p:nvPr/>
        </p:nvSpPr>
        <p:spPr>
          <a:xfrm>
            <a:off x="599440" y="1552575"/>
            <a:ext cx="10236835" cy="437515"/>
          </a:xfrm>
          <a:prstGeom prst="rect">
            <a:avLst/>
          </a:prstGeom>
        </p:spPr>
        <p:txBody>
          <a:bodyPr wrap="square">
            <a:spAutoFit/>
          </a:bodyPr>
          <a:p>
            <a:pPr marL="0" indent="304800" algn="just" defTabSz="266700">
              <a:lnSpc>
                <a:spcPct val="125000"/>
              </a:lnSpc>
              <a:spcBef>
                <a:spcPct val="0"/>
              </a:spcBef>
              <a:spcAft>
                <a:spcPct val="0"/>
              </a:spcAft>
            </a:pPr>
            <a:r>
              <a:rPr lang="zh-CN" altLang="en-US">
                <a:solidFill>
                  <a:schemeClr val="tx1"/>
                </a:solidFill>
                <a:uFillTx/>
                <a:latin typeface="Times New Roman" panose="02020603050405020304"/>
                <a:ea typeface="微软雅黑" panose="020B0503020204020204" pitchFamily="34" charset="-122"/>
              </a:rPr>
              <a:t>案例：如下图所示，数据集有</a:t>
            </a:r>
            <a:r>
              <a:rPr lang="en-US" altLang="zh-CN">
                <a:solidFill>
                  <a:schemeClr val="tx1"/>
                </a:solidFill>
                <a:uFillTx/>
                <a:latin typeface="Times New Roman" panose="02020603050405020304"/>
                <a:ea typeface="微软雅黑" panose="020B0503020204020204" pitchFamily="34" charset="-122"/>
              </a:rPr>
              <a:t>5</a:t>
            </a:r>
            <a:r>
              <a:rPr lang="zh-CN" altLang="en-US">
                <a:solidFill>
                  <a:schemeClr val="tx1"/>
                </a:solidFill>
                <a:uFillTx/>
                <a:latin typeface="Times New Roman" panose="02020603050405020304"/>
                <a:ea typeface="微软雅黑" panose="020B0503020204020204" pitchFamily="34" charset="-122"/>
              </a:rPr>
              <a:t>个样本，每个样本有</a:t>
            </a:r>
            <a:r>
              <a:rPr lang="en-US" altLang="zh-CN">
                <a:solidFill>
                  <a:schemeClr val="tx1"/>
                </a:solidFill>
                <a:uFillTx/>
                <a:latin typeface="Times New Roman" panose="02020603050405020304"/>
                <a:ea typeface="微软雅黑" panose="020B0503020204020204" pitchFamily="34" charset="-122"/>
              </a:rPr>
              <a:t>4</a:t>
            </a:r>
            <a:r>
              <a:rPr lang="zh-CN" altLang="en-US">
                <a:solidFill>
                  <a:schemeClr val="tx1"/>
                </a:solidFill>
                <a:uFillTx/>
                <a:latin typeface="Times New Roman" panose="02020603050405020304"/>
                <a:ea typeface="微软雅黑" panose="020B0503020204020204" pitchFamily="34" charset="-122"/>
              </a:rPr>
              <a:t>个特征。</a:t>
            </a:r>
            <a:endParaRPr lang="zh-CN" altLang="en-US">
              <a:solidFill>
                <a:schemeClr val="tx1"/>
              </a:solidFill>
              <a:uFillTx/>
              <a:latin typeface="Times New Roman" panose="02020603050405020304"/>
              <a:ea typeface="微软雅黑" panose="020B0503020204020204" pitchFamily="34" charset="-122"/>
            </a:endParaRPr>
          </a:p>
        </p:txBody>
      </p:sp>
      <p:pic>
        <p:nvPicPr>
          <p:cNvPr id="99" name="图片 451"/>
          <p:cNvPicPr>
            <a:picLocks noChangeAspect="1"/>
          </p:cNvPicPr>
          <p:nvPr/>
        </p:nvPicPr>
        <p:blipFill>
          <a:blip r:embed="rId1"/>
          <a:stretch>
            <a:fillRect/>
          </a:stretch>
        </p:blipFill>
        <p:spPr>
          <a:xfrm>
            <a:off x="1054735" y="2712720"/>
            <a:ext cx="9893935" cy="297053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互斥特征捆绑算法</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pic>
        <p:nvPicPr>
          <p:cNvPr id="4" name="图片 3"/>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1621790" y="1198245"/>
            <a:ext cx="8947785" cy="525589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互斥特征捆绑算法</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 name="文本框 1"/>
          <p:cNvSpPr txBox="1"/>
          <p:nvPr/>
        </p:nvSpPr>
        <p:spPr>
          <a:xfrm>
            <a:off x="920115" y="1950085"/>
            <a:ext cx="10265410" cy="3553460"/>
          </a:xfrm>
          <a:prstGeom prst="rect">
            <a:avLst/>
          </a:prstGeom>
        </p:spPr>
        <p:txBody>
          <a:bodyPr wrap="square">
            <a:spAutoFit/>
          </a:bodyPr>
          <a:p>
            <a:pPr marL="0" indent="0" algn="just" defTabSz="266700">
              <a:lnSpc>
                <a:spcPct val="125000"/>
              </a:lnSpc>
              <a:spcBef>
                <a:spcPct val="0"/>
              </a:spcBef>
              <a:spcAft>
                <a:spcPct val="0"/>
              </a:spcAft>
            </a:pPr>
            <a:r>
              <a:rPr lang="zh-CN" altLang="en-US" sz="2000">
                <a:solidFill>
                  <a:schemeClr val="tx1"/>
                </a:solidFill>
                <a:uFillTx/>
                <a:latin typeface="Times New Roman" panose="02020603050405020304" pitchFamily="18" charset="0"/>
                <a:ea typeface="微软雅黑" panose="020B0503020204020204" pitchFamily="34" charset="-122"/>
              </a:rPr>
              <a:t>在</a:t>
            </a:r>
            <a:r>
              <a:rPr lang="en-US" altLang="zh-CN" sz="2000">
                <a:solidFill>
                  <a:schemeClr val="tx1"/>
                </a:solidFill>
                <a:uFillTx/>
                <a:latin typeface="Times New Roman" panose="02020603050405020304" pitchFamily="18" charset="0"/>
                <a:ea typeface="微软雅黑" panose="020B0503020204020204" pitchFamily="34" charset="-122"/>
              </a:rPr>
              <a:t>HA</a:t>
            </a:r>
            <a:r>
              <a:rPr lang="zh-CN" altLang="en-US" sz="2000">
                <a:solidFill>
                  <a:schemeClr val="tx1"/>
                </a:solidFill>
                <a:uFillTx/>
                <a:latin typeface="Times New Roman" panose="02020603050405020304" pitchFamily="18" charset="0"/>
                <a:ea typeface="微软雅黑" panose="020B0503020204020204" pitchFamily="34" charset="-122"/>
              </a:rPr>
              <a:t>中，每个特征有一张直方图，当完成特征捆绑后，需要保留绑定前的特征，这能保证在新的合并特征中识别到原本特征，此时遍历合并特征的直方图则相当于遍历原本多个特征的直方图，从而找到分割点。</a:t>
            </a:r>
            <a:endParaRPr lang="zh-CN" altLang="en-US" sz="2000">
              <a:solidFill>
                <a:schemeClr val="tx1"/>
              </a:solidFill>
              <a:uFillTx/>
              <a:latin typeface="Times New Roman" panose="02020603050405020304" pitchFamily="18" charset="0"/>
              <a:ea typeface="微软雅黑" panose="020B0503020204020204" pitchFamily="34" charset="-122"/>
            </a:endParaRPr>
          </a:p>
          <a:p>
            <a:pPr marL="0" indent="0" algn="just" defTabSz="266700">
              <a:lnSpc>
                <a:spcPct val="125000"/>
              </a:lnSpc>
              <a:spcBef>
                <a:spcPct val="0"/>
              </a:spcBef>
              <a:spcAft>
                <a:spcPct val="0"/>
              </a:spcAft>
            </a:pPr>
            <a:endParaRPr lang="zh-CN" altLang="en-US" sz="2000">
              <a:solidFill>
                <a:schemeClr val="tx1"/>
              </a:solidFill>
              <a:uFillTx/>
              <a:latin typeface="Times New Roman" panose="02020603050405020304" pitchFamily="18" charset="0"/>
              <a:ea typeface="微软雅黑" panose="020B0503020204020204" pitchFamily="34" charset="-122"/>
            </a:endParaRPr>
          </a:p>
          <a:p>
            <a:pPr marL="0" indent="0" algn="just" defTabSz="266700">
              <a:lnSpc>
                <a:spcPct val="125000"/>
              </a:lnSpc>
              <a:spcBef>
                <a:spcPct val="0"/>
              </a:spcBef>
              <a:spcAft>
                <a:spcPct val="0"/>
              </a:spcAft>
            </a:pPr>
            <a:endParaRPr lang="zh-CN" altLang="en-US" sz="2000">
              <a:solidFill>
                <a:schemeClr val="tx1"/>
              </a:solidFill>
              <a:uFillTx/>
              <a:latin typeface="Times New Roman" panose="02020603050405020304" pitchFamily="18" charset="0"/>
              <a:ea typeface="微软雅黑" panose="020B0503020204020204" pitchFamily="34" charset="-122"/>
            </a:endParaRPr>
          </a:p>
          <a:p>
            <a:pPr marL="0" indent="0" algn="just" defTabSz="266700">
              <a:lnSpc>
                <a:spcPct val="125000"/>
              </a:lnSpc>
              <a:spcBef>
                <a:spcPct val="0"/>
              </a:spcBef>
              <a:spcAft>
                <a:spcPct val="0"/>
              </a:spcAft>
            </a:pPr>
            <a:r>
              <a:rPr lang="zh-CN" altLang="en-US" sz="2000">
                <a:solidFill>
                  <a:schemeClr val="tx1"/>
                </a:solidFill>
                <a:uFillTx/>
                <a:latin typeface="Times New Roman" panose="02020603050405020304" pitchFamily="18" charset="0"/>
                <a:ea typeface="微软雅黑" panose="020B0503020204020204" pitchFamily="34" charset="-122"/>
              </a:rPr>
              <a:t>基于上述分析，可通过对原始特征的值添加偏移来实现，从而将互斥的特征放在不同的</a:t>
            </a:r>
            <a:r>
              <a:rPr lang="en-US" altLang="zh-CN" sz="2000">
                <a:solidFill>
                  <a:schemeClr val="tx1"/>
                </a:solidFill>
                <a:uFillTx/>
                <a:latin typeface="Times New Roman" panose="02020603050405020304" pitchFamily="18" charset="0"/>
                <a:ea typeface="微软雅黑" panose="020B0503020204020204" pitchFamily="34" charset="-122"/>
              </a:rPr>
              <a:t>bin</a:t>
            </a:r>
            <a:r>
              <a:rPr lang="zh-CN" altLang="en-US" sz="2000">
                <a:solidFill>
                  <a:schemeClr val="tx1"/>
                </a:solidFill>
                <a:uFillTx/>
                <a:latin typeface="Times New Roman" panose="02020603050405020304" pitchFamily="18" charset="0"/>
                <a:ea typeface="微软雅黑" panose="020B0503020204020204" pitchFamily="34" charset="-122"/>
              </a:rPr>
              <a:t>中。例如特征</a:t>
            </a:r>
            <a:r>
              <a:rPr lang="en-US" altLang="zh-CN" sz="2000">
                <a:solidFill>
                  <a:schemeClr val="tx1"/>
                </a:solidFill>
                <a:uFillTx/>
                <a:latin typeface="Times New Roman" panose="02020603050405020304" pitchFamily="18" charset="0"/>
                <a:ea typeface="微软雅黑" panose="020B0503020204020204" pitchFamily="34" charset="-122"/>
              </a:rPr>
              <a:t>a</a:t>
            </a:r>
            <a:r>
              <a:rPr lang="zh-CN" altLang="en-US" sz="2000">
                <a:solidFill>
                  <a:schemeClr val="tx1"/>
                </a:solidFill>
                <a:uFillTx/>
                <a:latin typeface="Times New Roman" panose="02020603050405020304" pitchFamily="18" charset="0"/>
                <a:ea typeface="微软雅黑" panose="020B0503020204020204" pitchFamily="34" charset="-122"/>
              </a:rPr>
              <a:t>在直方图中的区间为</a:t>
            </a:r>
            <a:r>
              <a:rPr lang="en-US" altLang="zh-CN" sz="2000">
                <a:solidFill>
                  <a:schemeClr val="tx1"/>
                </a:solidFill>
                <a:uFillTx/>
                <a:latin typeface="Times New Roman" panose="02020603050405020304" pitchFamily="18" charset="0"/>
                <a:ea typeface="微软雅黑" panose="020B0503020204020204" pitchFamily="34" charset="-122"/>
              </a:rPr>
              <a:t>[0,10)</a:t>
            </a:r>
            <a:r>
              <a:rPr lang="zh-CN" altLang="en-US" sz="2000">
                <a:solidFill>
                  <a:schemeClr val="tx1"/>
                </a:solidFill>
                <a:uFillTx/>
                <a:latin typeface="Times New Roman" panose="02020603050405020304" pitchFamily="18" charset="0"/>
                <a:ea typeface="微软雅黑" panose="020B0503020204020204" pitchFamily="34" charset="-122"/>
              </a:rPr>
              <a:t>，特征</a:t>
            </a:r>
            <a:r>
              <a:rPr lang="en-US" altLang="zh-CN" sz="2000">
                <a:solidFill>
                  <a:schemeClr val="tx1"/>
                </a:solidFill>
                <a:uFillTx/>
                <a:latin typeface="Times New Roman" panose="02020603050405020304" pitchFamily="18" charset="0"/>
                <a:ea typeface="微软雅黑" panose="020B0503020204020204" pitchFamily="34" charset="-122"/>
              </a:rPr>
              <a:t>b</a:t>
            </a:r>
            <a:r>
              <a:rPr lang="zh-CN" altLang="en-US" sz="2000">
                <a:solidFill>
                  <a:schemeClr val="tx1"/>
                </a:solidFill>
                <a:uFillTx/>
                <a:latin typeface="Times New Roman" panose="02020603050405020304" pitchFamily="18" charset="0"/>
                <a:ea typeface="微软雅黑" panose="020B0503020204020204" pitchFamily="34" charset="-122"/>
              </a:rPr>
              <a:t>的区间为</a:t>
            </a:r>
            <a:r>
              <a:rPr lang="en-US" altLang="zh-CN" sz="2000">
                <a:solidFill>
                  <a:schemeClr val="tx1"/>
                </a:solidFill>
                <a:uFillTx/>
                <a:latin typeface="Times New Roman" panose="02020603050405020304" pitchFamily="18" charset="0"/>
                <a:ea typeface="微软雅黑" panose="020B0503020204020204" pitchFamily="34" charset="-122"/>
                <a:sym typeface="+mn-ea"/>
              </a:rPr>
              <a:t>[0,20)</a:t>
            </a:r>
            <a:r>
              <a:rPr lang="zh-CN" altLang="en-US" sz="2000">
                <a:solidFill>
                  <a:schemeClr val="tx1"/>
                </a:solidFill>
                <a:uFillTx/>
                <a:latin typeface="Times New Roman" panose="02020603050405020304" pitchFamily="18" charset="0"/>
                <a:ea typeface="微软雅黑" panose="020B0503020204020204" pitchFamily="34" charset="-122"/>
              </a:rPr>
              <a:t>，由于</a:t>
            </a:r>
            <a:r>
              <a:rPr lang="en-US" altLang="zh-CN" sz="2000">
                <a:solidFill>
                  <a:schemeClr val="tx1"/>
                </a:solidFill>
                <a:uFillTx/>
                <a:latin typeface="Times New Roman" panose="02020603050405020304" pitchFamily="18" charset="0"/>
                <a:ea typeface="微软雅黑" panose="020B0503020204020204" pitchFamily="34" charset="-122"/>
              </a:rPr>
              <a:t>a</a:t>
            </a:r>
            <a:r>
              <a:rPr lang="zh-CN" altLang="en-US" sz="2000">
                <a:solidFill>
                  <a:schemeClr val="tx1"/>
                </a:solidFill>
                <a:uFillTx/>
                <a:latin typeface="Times New Roman" panose="02020603050405020304" pitchFamily="18" charset="0"/>
                <a:ea typeface="微软雅黑" panose="020B0503020204020204" pitchFamily="34" charset="-122"/>
              </a:rPr>
              <a:t>和</a:t>
            </a:r>
            <a:r>
              <a:rPr lang="en-US" altLang="zh-CN" sz="2000">
                <a:solidFill>
                  <a:schemeClr val="tx1"/>
                </a:solidFill>
                <a:uFillTx/>
                <a:latin typeface="Times New Roman" panose="02020603050405020304" pitchFamily="18" charset="0"/>
                <a:ea typeface="微软雅黑" panose="020B0503020204020204" pitchFamily="34" charset="-122"/>
              </a:rPr>
              <a:t>b</a:t>
            </a:r>
            <a:r>
              <a:rPr lang="zh-CN" altLang="en-US" sz="2000">
                <a:solidFill>
                  <a:schemeClr val="tx1"/>
                </a:solidFill>
                <a:uFillTx/>
                <a:latin typeface="Times New Roman" panose="02020603050405020304" pitchFamily="18" charset="0"/>
                <a:ea typeface="微软雅黑" panose="020B0503020204020204" pitchFamily="34" charset="-122"/>
              </a:rPr>
              <a:t>区间存在重合，如果进行直接特征合并，则无法区分特征的归属。如合并后取值为</a:t>
            </a:r>
            <a:r>
              <a:rPr lang="en-US" altLang="zh-CN" sz="2000">
                <a:solidFill>
                  <a:schemeClr val="tx1"/>
                </a:solidFill>
                <a:uFillTx/>
                <a:latin typeface="Times New Roman" panose="02020603050405020304" pitchFamily="18" charset="0"/>
                <a:ea typeface="微软雅黑" panose="020B0503020204020204" pitchFamily="34" charset="-122"/>
              </a:rPr>
              <a:t>5</a:t>
            </a:r>
            <a:r>
              <a:rPr lang="zh-CN" altLang="en-US" sz="2000">
                <a:solidFill>
                  <a:schemeClr val="tx1"/>
                </a:solidFill>
                <a:uFillTx/>
                <a:latin typeface="Times New Roman" panose="02020603050405020304" pitchFamily="18" charset="0"/>
                <a:ea typeface="微软雅黑" panose="020B0503020204020204" pitchFamily="34" charset="-122"/>
              </a:rPr>
              <a:t>的特征无法分辨来源于</a:t>
            </a:r>
            <a:r>
              <a:rPr lang="en-US" altLang="zh-CN" sz="2000">
                <a:solidFill>
                  <a:schemeClr val="tx1"/>
                </a:solidFill>
                <a:uFillTx/>
                <a:latin typeface="Times New Roman" panose="02020603050405020304" pitchFamily="18" charset="0"/>
                <a:ea typeface="微软雅黑" panose="020B0503020204020204" pitchFamily="34" charset="-122"/>
                <a:sym typeface="+mn-ea"/>
              </a:rPr>
              <a:t>a</a:t>
            </a:r>
            <a:r>
              <a:rPr lang="zh-CN" altLang="en-US" sz="2000">
                <a:solidFill>
                  <a:schemeClr val="tx1"/>
                </a:solidFill>
                <a:uFillTx/>
                <a:latin typeface="Times New Roman" panose="02020603050405020304" pitchFamily="18" charset="0"/>
                <a:ea typeface="微软雅黑" panose="020B0503020204020204" pitchFamily="34" charset="-122"/>
                <a:sym typeface="+mn-ea"/>
              </a:rPr>
              <a:t>还是</a:t>
            </a:r>
            <a:r>
              <a:rPr lang="en-US" altLang="zh-CN" sz="2000">
                <a:solidFill>
                  <a:schemeClr val="tx1"/>
                </a:solidFill>
                <a:uFillTx/>
                <a:latin typeface="Times New Roman" panose="02020603050405020304" pitchFamily="18" charset="0"/>
                <a:ea typeface="微软雅黑" panose="020B0503020204020204" pitchFamily="34" charset="-122"/>
                <a:sym typeface="+mn-ea"/>
              </a:rPr>
              <a:t>b</a:t>
            </a:r>
            <a:r>
              <a:rPr lang="zh-CN" altLang="en-US" sz="2000">
                <a:solidFill>
                  <a:schemeClr val="tx1"/>
                </a:solidFill>
                <a:uFillTx/>
                <a:latin typeface="Times New Roman" panose="02020603050405020304" pitchFamily="18" charset="0"/>
                <a:ea typeface="微软雅黑" panose="020B0503020204020204" pitchFamily="34" charset="-122"/>
              </a:rPr>
              <a:t>。在合并互斥特征算法中，可以将</a:t>
            </a:r>
            <a:r>
              <a:rPr lang="en-US" altLang="zh-CN" sz="2000">
                <a:solidFill>
                  <a:schemeClr val="tx1"/>
                </a:solidFill>
                <a:uFillTx/>
                <a:latin typeface="Times New Roman" panose="02020603050405020304" pitchFamily="18" charset="0"/>
                <a:ea typeface="微软雅黑" panose="020B0503020204020204" pitchFamily="34" charset="-122"/>
              </a:rPr>
              <a:t>b</a:t>
            </a:r>
            <a:r>
              <a:rPr lang="zh-CN" altLang="en-US" sz="2000">
                <a:solidFill>
                  <a:schemeClr val="tx1"/>
                </a:solidFill>
                <a:uFillTx/>
                <a:latin typeface="Times New Roman" panose="02020603050405020304" pitchFamily="18" charset="0"/>
                <a:ea typeface="微软雅黑" panose="020B0503020204020204" pitchFamily="34" charset="-122"/>
              </a:rPr>
              <a:t>的区间进行偏移，新的区间为</a:t>
            </a:r>
            <a:r>
              <a:rPr lang="en-US" altLang="zh-CN" sz="2000">
                <a:solidFill>
                  <a:schemeClr val="tx1"/>
                </a:solidFill>
                <a:uFillTx/>
                <a:latin typeface="Times New Roman" panose="02020603050405020304" pitchFamily="18" charset="0"/>
                <a:ea typeface="微软雅黑" panose="020B0503020204020204" pitchFamily="34" charset="-122"/>
                <a:sym typeface="+mn-ea"/>
              </a:rPr>
              <a:t>[10,30)</a:t>
            </a:r>
            <a:endParaRPr lang="en-US" altLang="zh-CN" sz="2000">
              <a:solidFill>
                <a:schemeClr val="tx1"/>
              </a:solidFill>
              <a:uFillTx/>
              <a:latin typeface="Times New Roman" panose="02020603050405020304" pitchFamily="18" charset="0"/>
              <a:ea typeface="微软雅黑" panose="020B0503020204020204" pitchFamily="34" charset="-122"/>
              <a:sym typeface="+mn-ea"/>
            </a:endParaRPr>
          </a:p>
        </p:txBody>
      </p:sp>
      <p:sp>
        <p:nvSpPr>
          <p:cNvPr id="5" name="矩形 4"/>
          <p:cNvSpPr/>
          <p:nvPr/>
        </p:nvSpPr>
        <p:spPr>
          <a:xfrm>
            <a:off x="959485" y="3881755"/>
            <a:ext cx="10229850" cy="1757045"/>
          </a:xfrm>
          <a:prstGeom prst="rect">
            <a:avLst/>
          </a:prstGeom>
          <a:ln>
            <a:solidFill>
              <a:schemeClr val="accent1"/>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互斥特征捆绑算法</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4" name="文本框 3"/>
          <p:cNvSpPr txBox="1"/>
          <p:nvPr/>
        </p:nvSpPr>
        <p:spPr>
          <a:xfrm>
            <a:off x="608965" y="1327150"/>
            <a:ext cx="10813415" cy="860425"/>
          </a:xfrm>
          <a:prstGeom prst="rect">
            <a:avLst/>
          </a:prstGeom>
        </p:spPr>
        <p:txBody>
          <a:bodyPr wrap="square">
            <a:spAutoFit/>
          </a:bodyPr>
          <a:p>
            <a:pPr marL="0" indent="304800" algn="just" defTabSz="266700">
              <a:lnSpc>
                <a:spcPct val="125000"/>
              </a:lnSpc>
              <a:spcBef>
                <a:spcPct val="0"/>
              </a:spcBef>
              <a:spcAft>
                <a:spcPct val="0"/>
              </a:spcAft>
            </a:pPr>
            <a:r>
              <a:rPr lang="zh-CN" altLang="en-US" sz="2000">
                <a:solidFill>
                  <a:schemeClr val="tx1"/>
                </a:solidFill>
                <a:uFillTx/>
                <a:latin typeface="Times New Roman" panose="02020603050405020304" pitchFamily="18" charset="0"/>
                <a:ea typeface="微软雅黑" panose="020B0503020204020204" pitchFamily="34" charset="-122"/>
              </a:rPr>
              <a:t>通过合并互斥特征算法，将众多互斥的稀疏特征转化为稠密的特征，降低了特征的数量，提高了构建直方图的效率。算法步骤如下：</a:t>
            </a:r>
            <a:endParaRPr lang="zh-CN" altLang="en-US" sz="2000">
              <a:solidFill>
                <a:schemeClr val="tx1"/>
              </a:solidFill>
              <a:uFillTx/>
              <a:latin typeface="Times New Roman" panose="02020603050405020304" pitchFamily="18" charset="0"/>
              <a:ea typeface="微软雅黑" panose="020B0503020204020204" pitchFamily="34" charset="-122"/>
            </a:endParaRPr>
          </a:p>
        </p:txBody>
      </p:sp>
      <p:pic>
        <p:nvPicPr>
          <p:cNvPr id="6" name="图片 5"/>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1071245" y="2317750"/>
            <a:ext cx="10049510" cy="416687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LightGBM</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算法应用与评价</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 name="文本框 1"/>
          <p:cNvSpPr txBox="1"/>
          <p:nvPr/>
        </p:nvSpPr>
        <p:spPr>
          <a:xfrm>
            <a:off x="882650" y="1191895"/>
            <a:ext cx="9953625" cy="5092700"/>
          </a:xfrm>
          <a:prstGeom prst="rect">
            <a:avLst/>
          </a:prstGeom>
        </p:spPr>
        <p:txBody>
          <a:bodyPr wrap="square">
            <a:spAutoFit/>
          </a:bodyPr>
          <a:p>
            <a:pPr marL="0" indent="304800" algn="just" defTabSz="266700">
              <a:lnSpc>
                <a:spcPct val="125000"/>
              </a:lnSpc>
              <a:spcBef>
                <a:spcPct val="0"/>
              </a:spcBef>
              <a:spcAft>
                <a:spcPct val="0"/>
              </a:spcAft>
            </a:pPr>
            <a:r>
              <a:rPr lang="zh-CN" altLang="en-US" sz="2000">
                <a:solidFill>
                  <a:schemeClr val="tx1"/>
                </a:solidFill>
                <a:uFillTx/>
                <a:latin typeface="Times New Roman" panose="02020603050405020304"/>
                <a:ea typeface="微软雅黑" panose="020B0503020204020204" pitchFamily="34" charset="-122"/>
              </a:rPr>
              <a:t>作为一种高效的梯度提升框架，</a:t>
            </a:r>
            <a:r>
              <a:rPr lang="en-US" altLang="zh-CN" sz="2000">
                <a:solidFill>
                  <a:schemeClr val="tx1"/>
                </a:solidFill>
                <a:uFillTx/>
                <a:latin typeface="Times New Roman" panose="02020603050405020304"/>
                <a:ea typeface="微软雅黑" panose="020B0503020204020204" pitchFamily="34" charset="-122"/>
              </a:rPr>
              <a:t>LightGBM</a:t>
            </a:r>
            <a:r>
              <a:rPr lang="zh-CN" altLang="en-US" sz="2000">
                <a:solidFill>
                  <a:schemeClr val="tx1"/>
                </a:solidFill>
                <a:uFillTx/>
                <a:latin typeface="Times New Roman" panose="02020603050405020304"/>
                <a:ea typeface="微软雅黑" panose="020B0503020204020204" pitchFamily="34" charset="-122"/>
              </a:rPr>
              <a:t>专为处理大规模数据集和高维特征设计。其独特之处在于其采用基于</a:t>
            </a:r>
            <a:r>
              <a:rPr lang="en-US" altLang="zh-CN" sz="2000">
                <a:solidFill>
                  <a:schemeClr val="tx1"/>
                </a:solidFill>
                <a:uFillTx/>
                <a:latin typeface="Times New Roman" panose="02020603050405020304"/>
                <a:ea typeface="微软雅黑" panose="020B0503020204020204" pitchFamily="34" charset="-122"/>
              </a:rPr>
              <a:t>HA</a:t>
            </a:r>
            <a:r>
              <a:rPr lang="zh-CN" altLang="en-US" sz="2000">
                <a:solidFill>
                  <a:schemeClr val="tx1"/>
                </a:solidFill>
                <a:uFillTx/>
                <a:latin typeface="Times New Roman" panose="02020603050405020304"/>
                <a:ea typeface="微软雅黑" panose="020B0503020204020204" pitchFamily="34" charset="-122"/>
              </a:rPr>
              <a:t>的学习方法，有效减少了计算复杂度，使得模型训练速度更快。另一个显著的优势是，</a:t>
            </a:r>
            <a:r>
              <a:rPr lang="en-US" altLang="zh-CN" sz="2000">
                <a:solidFill>
                  <a:schemeClr val="tx1"/>
                </a:solidFill>
                <a:uFillTx/>
                <a:latin typeface="Times New Roman" panose="02020603050405020304"/>
                <a:ea typeface="微软雅黑" panose="020B0503020204020204" pitchFamily="34" charset="-122"/>
              </a:rPr>
              <a:t>LightGBM</a:t>
            </a:r>
            <a:r>
              <a:rPr lang="zh-CN" altLang="en-US" sz="2000">
                <a:solidFill>
                  <a:schemeClr val="tx1"/>
                </a:solidFill>
                <a:uFillTx/>
                <a:latin typeface="Times New Roman" panose="02020603050405020304"/>
                <a:ea typeface="微软雅黑" panose="020B0503020204020204" pitchFamily="34" charset="-122"/>
              </a:rPr>
              <a:t>能够直接处理缺失值和类别型特征，降低了数据预处理的复杂性。同时，</a:t>
            </a:r>
            <a:r>
              <a:rPr lang="en-US" altLang="zh-CN" sz="2000">
                <a:solidFill>
                  <a:schemeClr val="tx1"/>
                </a:solidFill>
                <a:uFillTx/>
                <a:latin typeface="Times New Roman" panose="02020603050405020304"/>
                <a:ea typeface="微软雅黑" panose="020B0503020204020204" pitchFamily="34" charset="-122"/>
              </a:rPr>
              <a:t>LightGBM</a:t>
            </a:r>
            <a:r>
              <a:rPr lang="zh-CN" altLang="en-US" sz="2000">
                <a:solidFill>
                  <a:schemeClr val="tx1"/>
                </a:solidFill>
                <a:uFillTx/>
                <a:latin typeface="Times New Roman" panose="02020603050405020304"/>
                <a:ea typeface="微软雅黑" panose="020B0503020204020204" pitchFamily="34" charset="-122"/>
              </a:rPr>
              <a:t>的分布式学习能力也使得其在大规模数据集上的模型训练更为高效。例如，在</a:t>
            </a:r>
            <a:r>
              <a:rPr lang="en-US" altLang="zh-CN" sz="2000">
                <a:solidFill>
                  <a:schemeClr val="tx1"/>
                </a:solidFill>
                <a:uFillTx/>
                <a:latin typeface="Times New Roman" panose="02020603050405020304"/>
                <a:ea typeface="微软雅黑" panose="020B0503020204020204" pitchFamily="34" charset="-122"/>
              </a:rPr>
              <a:t>Kaggle</a:t>
            </a:r>
            <a:r>
              <a:rPr lang="zh-CN" altLang="en-US" sz="2000">
                <a:solidFill>
                  <a:schemeClr val="tx1"/>
                </a:solidFill>
                <a:uFillTx/>
                <a:latin typeface="Times New Roman" panose="02020603050405020304"/>
                <a:ea typeface="微软雅黑" panose="020B0503020204020204" pitchFamily="34" charset="-122"/>
              </a:rPr>
              <a:t>竞赛“</a:t>
            </a:r>
            <a:r>
              <a:rPr lang="en-US" altLang="zh-CN" sz="2000">
                <a:solidFill>
                  <a:schemeClr val="tx1"/>
                </a:solidFill>
                <a:uFillTx/>
                <a:latin typeface="Times New Roman" panose="02020603050405020304"/>
                <a:ea typeface="微软雅黑" panose="020B0503020204020204" pitchFamily="34" charset="-122"/>
              </a:rPr>
              <a:t>Microsoft Malware Prediction”</a:t>
            </a:r>
            <a:r>
              <a:rPr lang="zh-CN" altLang="en-US" sz="2000">
                <a:solidFill>
                  <a:schemeClr val="tx1"/>
                </a:solidFill>
                <a:uFillTx/>
                <a:latin typeface="Times New Roman" panose="02020603050405020304"/>
                <a:ea typeface="微软雅黑" panose="020B0503020204020204" pitchFamily="34" charset="-122"/>
              </a:rPr>
              <a:t>中，较多参赛团队选择采用能高效处理大规模数据的</a:t>
            </a:r>
            <a:r>
              <a:rPr lang="en-US" altLang="zh-CN" sz="2000">
                <a:solidFill>
                  <a:schemeClr val="tx1"/>
                </a:solidFill>
                <a:uFillTx/>
                <a:latin typeface="Times New Roman" panose="02020603050405020304"/>
                <a:ea typeface="微软雅黑" panose="020B0503020204020204" pitchFamily="34" charset="-122"/>
              </a:rPr>
              <a:t>LightGBM</a:t>
            </a:r>
            <a:r>
              <a:rPr lang="zh-CN" altLang="en-US" sz="2000">
                <a:solidFill>
                  <a:schemeClr val="tx1"/>
                </a:solidFill>
                <a:uFillTx/>
                <a:latin typeface="Times New Roman" panose="02020603050405020304"/>
                <a:ea typeface="微软雅黑" panose="020B0503020204020204" pitchFamily="34" charset="-122"/>
              </a:rPr>
              <a:t>，并利用其优异的泛化能力和在训练速度上的卓越表现构建高性能的恶意软件检测模型。</a:t>
            </a:r>
            <a:endParaRPr lang="zh-CN" altLang="en-US" sz="2000">
              <a:solidFill>
                <a:schemeClr val="tx1"/>
              </a:solidFill>
              <a:uFillTx/>
              <a:latin typeface="Times New Roman" panose="02020603050405020304"/>
              <a:ea typeface="微软雅黑" panose="020B0503020204020204" pitchFamily="34" charset="-122"/>
            </a:endParaRPr>
          </a:p>
          <a:p>
            <a:pPr marL="0" indent="304800" algn="just" defTabSz="266700">
              <a:lnSpc>
                <a:spcPct val="125000"/>
              </a:lnSpc>
              <a:spcBef>
                <a:spcPct val="0"/>
              </a:spcBef>
              <a:spcAft>
                <a:spcPct val="0"/>
              </a:spcAft>
            </a:pPr>
            <a:endParaRPr lang="zh-CN" altLang="en-US" sz="2000">
              <a:solidFill>
                <a:schemeClr val="tx1"/>
              </a:solidFill>
              <a:uFillTx/>
              <a:latin typeface="Times New Roman" panose="02020603050405020304"/>
              <a:ea typeface="微软雅黑" panose="020B0503020204020204" pitchFamily="34" charset="-122"/>
            </a:endParaRPr>
          </a:p>
          <a:p>
            <a:pPr marL="0" indent="304800" algn="just" defTabSz="266700">
              <a:lnSpc>
                <a:spcPct val="125000"/>
              </a:lnSpc>
              <a:spcBef>
                <a:spcPct val="0"/>
              </a:spcBef>
              <a:spcAft>
                <a:spcPct val="0"/>
              </a:spcAft>
            </a:pPr>
            <a:endParaRPr lang="zh-CN" altLang="en-US" sz="2000">
              <a:solidFill>
                <a:schemeClr val="tx1"/>
              </a:solidFill>
              <a:uFillTx/>
              <a:latin typeface="Times New Roman" panose="02020603050405020304"/>
              <a:ea typeface="微软雅黑" panose="020B0503020204020204" pitchFamily="34" charset="-122"/>
            </a:endParaRPr>
          </a:p>
          <a:p>
            <a:pPr marL="0" indent="304800" algn="just" defTabSz="266700">
              <a:lnSpc>
                <a:spcPct val="125000"/>
              </a:lnSpc>
              <a:spcBef>
                <a:spcPct val="0"/>
              </a:spcBef>
              <a:spcAft>
                <a:spcPct val="0"/>
              </a:spcAft>
            </a:pPr>
            <a:r>
              <a:rPr lang="zh-CN" altLang="en-US" sz="2000">
                <a:solidFill>
                  <a:schemeClr val="tx1"/>
                </a:solidFill>
                <a:uFillTx/>
                <a:latin typeface="Times New Roman" panose="02020603050405020304"/>
                <a:ea typeface="微软雅黑" panose="020B0503020204020204" pitchFamily="34" charset="-122"/>
              </a:rPr>
              <a:t>然而，由于采用按叶生长的策略，</a:t>
            </a:r>
            <a:r>
              <a:rPr lang="en-US" altLang="zh-CN" sz="2000">
                <a:solidFill>
                  <a:schemeClr val="tx1"/>
                </a:solidFill>
                <a:uFillTx/>
                <a:latin typeface="Times New Roman" panose="02020603050405020304"/>
                <a:ea typeface="微软雅黑" panose="020B0503020204020204" pitchFamily="34" charset="-122"/>
              </a:rPr>
              <a:t>LightGBM</a:t>
            </a:r>
            <a:r>
              <a:rPr lang="zh-CN" altLang="en-US" sz="2000">
                <a:solidFill>
                  <a:schemeClr val="tx1"/>
                </a:solidFill>
                <a:uFillTx/>
                <a:latin typeface="Times New Roman" panose="02020603050405020304"/>
                <a:ea typeface="微软雅黑" panose="020B0503020204020204" pitchFamily="34" charset="-122"/>
              </a:rPr>
              <a:t>容易过拟合训练数据，尤其是在数据集较小或特征较少时。在处理大规模数据时，</a:t>
            </a:r>
            <a:r>
              <a:rPr lang="en-US" altLang="zh-CN" sz="2000">
                <a:solidFill>
                  <a:schemeClr val="tx1"/>
                </a:solidFill>
                <a:uFillTx/>
                <a:latin typeface="Times New Roman" panose="02020603050405020304"/>
                <a:ea typeface="微软雅黑" panose="020B0503020204020204" pitchFamily="34" charset="-122"/>
              </a:rPr>
              <a:t>LightGBM</a:t>
            </a:r>
            <a:r>
              <a:rPr lang="zh-CN" altLang="en-US" sz="2000">
                <a:solidFill>
                  <a:schemeClr val="tx1"/>
                </a:solidFill>
                <a:uFillTx/>
                <a:latin typeface="Times New Roman" panose="02020603050405020304"/>
                <a:ea typeface="微软雅黑" panose="020B0503020204020204" pitchFamily="34" charset="-122"/>
              </a:rPr>
              <a:t>需要存储额外的直方图和梯度信息，因此对内存消耗较大。总体而言，</a:t>
            </a:r>
            <a:r>
              <a:rPr lang="en-US" altLang="zh-CN" sz="2000">
                <a:solidFill>
                  <a:schemeClr val="tx1"/>
                </a:solidFill>
                <a:uFillTx/>
                <a:latin typeface="Times New Roman" panose="02020603050405020304"/>
                <a:ea typeface="微软雅黑" panose="020B0503020204020204" pitchFamily="34" charset="-122"/>
              </a:rPr>
              <a:t>LightGBM</a:t>
            </a:r>
            <a:r>
              <a:rPr lang="zh-CN" altLang="en-US" sz="2000">
                <a:solidFill>
                  <a:schemeClr val="tx1"/>
                </a:solidFill>
                <a:uFillTx/>
                <a:latin typeface="Times New Roman" panose="02020603050405020304"/>
                <a:ea typeface="微软雅黑" panose="020B0503020204020204" pitchFamily="34" charset="-122"/>
              </a:rPr>
              <a:t>在应对高维、复杂数据时，展现出卓越的性能，为解决实际问题提供了强大的工具。</a:t>
            </a:r>
            <a:endParaRPr lang="zh-CN" altLang="en-US" sz="2000">
              <a:solidFill>
                <a:schemeClr val="tx1"/>
              </a:solidFill>
              <a:uFillTx/>
              <a:latin typeface="Times New Roman" panose="02020603050405020304"/>
              <a:ea typeface="微软雅黑" panose="020B0503020204020204" pitchFamily="34" charset="-122"/>
            </a:endParaRPr>
          </a:p>
        </p:txBody>
      </p:sp>
      <p:sp>
        <p:nvSpPr>
          <p:cNvPr id="5" name="矩形 4"/>
          <p:cNvSpPr/>
          <p:nvPr/>
        </p:nvSpPr>
        <p:spPr>
          <a:xfrm>
            <a:off x="902335" y="4561840"/>
            <a:ext cx="10003790" cy="1775460"/>
          </a:xfrm>
          <a:prstGeom prst="rect">
            <a:avLst/>
          </a:prstGeom>
          <a:ln>
            <a:solidFill>
              <a:schemeClr val="accent1"/>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实践案例：基于</a:t>
            </a:r>
            <a:r>
              <a:rPr kumimoji="0" lang="en-US" altLang="zh-CN"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LightGBM</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算法的中风预测</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4" name="文本框 3"/>
          <p:cNvSpPr txBox="1"/>
          <p:nvPr/>
        </p:nvSpPr>
        <p:spPr>
          <a:xfrm>
            <a:off x="561975" y="1358265"/>
            <a:ext cx="10916920" cy="1476375"/>
          </a:xfrm>
          <a:prstGeom prst="rect">
            <a:avLst/>
          </a:prstGeom>
        </p:spPr>
        <p:txBody>
          <a:bodyPr wrap="square">
            <a:spAutoFit/>
          </a:bodyPr>
          <a:p>
            <a:pPr marL="0" indent="0" algn="just" defTabSz="266700">
              <a:lnSpc>
                <a:spcPct val="125000"/>
              </a:lnSpc>
              <a:spcBef>
                <a:spcPct val="0"/>
              </a:spcBef>
              <a:spcAft>
                <a:spcPct val="0"/>
              </a:spcAft>
            </a:pPr>
            <a:r>
              <a:rPr lang="zh-CN" altLang="en-US">
                <a:solidFill>
                  <a:schemeClr val="tx1"/>
                </a:solidFill>
                <a:uFillTx/>
                <a:latin typeface="Times New Roman" panose="02020603050405020304" pitchFamily="18" charset="0"/>
                <a:ea typeface="微软雅黑" panose="020B0503020204020204" pitchFamily="34" charset="-122"/>
              </a:rPr>
              <a:t>数据集为中风预测数据集（来源：</a:t>
            </a:r>
            <a:r>
              <a:rPr lang="en-US" altLang="zh-CN">
                <a:solidFill>
                  <a:schemeClr val="tx1"/>
                </a:solidFill>
                <a:uFillTx/>
                <a:latin typeface="Times New Roman" panose="02020603050405020304" pitchFamily="18" charset="0"/>
                <a:ea typeface="微软雅黑" panose="020B0503020204020204" pitchFamily="34" charset="-122"/>
              </a:rPr>
              <a:t>www.idatascience.cn</a:t>
            </a:r>
            <a:r>
              <a:rPr lang="zh-CN" altLang="en-US">
                <a:solidFill>
                  <a:schemeClr val="tx1"/>
                </a:solidFill>
                <a:uFillTx/>
                <a:latin typeface="Times New Roman" panose="02020603050405020304" pitchFamily="18" charset="0"/>
                <a:ea typeface="微软雅黑" panose="020B0503020204020204" pitchFamily="34" charset="-122"/>
              </a:rPr>
              <a:t>），部分数据样例见下表，该数据集包含</a:t>
            </a:r>
            <a:r>
              <a:rPr lang="en-US" altLang="zh-CN">
                <a:solidFill>
                  <a:schemeClr val="tx1"/>
                </a:solidFill>
                <a:uFillTx/>
                <a:latin typeface="Times New Roman" panose="02020603050405020304" pitchFamily="18" charset="0"/>
                <a:ea typeface="微软雅黑" panose="020B0503020204020204" pitchFamily="34" charset="-122"/>
              </a:rPr>
              <a:t>5110</a:t>
            </a:r>
            <a:r>
              <a:rPr lang="zh-CN" altLang="en-US">
                <a:solidFill>
                  <a:schemeClr val="tx1"/>
                </a:solidFill>
                <a:uFillTx/>
                <a:latin typeface="Times New Roman" panose="02020603050405020304" pitchFamily="18" charset="0"/>
                <a:ea typeface="微软雅黑" panose="020B0503020204020204" pitchFamily="34" charset="-122"/>
              </a:rPr>
              <a:t>名患者的记录，具体字段包括：</a:t>
            </a:r>
            <a:r>
              <a:rPr lang="en-US" altLang="zh-CN">
                <a:solidFill>
                  <a:schemeClr val="tx1"/>
                </a:solidFill>
                <a:uFillTx/>
                <a:latin typeface="Times New Roman" panose="02020603050405020304" pitchFamily="18" charset="0"/>
                <a:ea typeface="微软雅黑" panose="020B0503020204020204" pitchFamily="34" charset="-122"/>
              </a:rPr>
              <a:t>id</a:t>
            </a:r>
            <a:r>
              <a:rPr lang="zh-CN" altLang="en-US">
                <a:solidFill>
                  <a:schemeClr val="tx1"/>
                </a:solidFill>
                <a:uFillTx/>
                <a:latin typeface="Times New Roman" panose="02020603050405020304" pitchFamily="18" charset="0"/>
                <a:ea typeface="微软雅黑" panose="020B0503020204020204" pitchFamily="34" charset="-122"/>
              </a:rPr>
              <a:t>（编号），</a:t>
            </a:r>
            <a:r>
              <a:rPr lang="en-US" altLang="zh-CN">
                <a:solidFill>
                  <a:schemeClr val="tx1"/>
                </a:solidFill>
                <a:uFillTx/>
                <a:latin typeface="Times New Roman" panose="02020603050405020304" pitchFamily="18" charset="0"/>
                <a:ea typeface="微软雅黑" panose="020B0503020204020204" pitchFamily="34" charset="-122"/>
              </a:rPr>
              <a:t>gender</a:t>
            </a:r>
            <a:r>
              <a:rPr lang="zh-CN" altLang="en-US">
                <a:solidFill>
                  <a:schemeClr val="tx1"/>
                </a:solidFill>
                <a:uFillTx/>
                <a:latin typeface="Times New Roman" panose="02020603050405020304" pitchFamily="18" charset="0"/>
                <a:ea typeface="微软雅黑" panose="020B0503020204020204" pitchFamily="34" charset="-122"/>
              </a:rPr>
              <a:t>（男性，女性，其他），年龄（患者的年龄），高血压（患者是否患有高血压，</a:t>
            </a:r>
            <a:r>
              <a:rPr lang="en-US" altLang="zh-CN">
                <a:solidFill>
                  <a:schemeClr val="tx1"/>
                </a:solidFill>
                <a:uFillTx/>
                <a:latin typeface="Times New Roman" panose="02020603050405020304" pitchFamily="18" charset="0"/>
                <a:ea typeface="微软雅黑" panose="020B0503020204020204" pitchFamily="34" charset="-122"/>
              </a:rPr>
              <a:t>0-</a:t>
            </a:r>
            <a:r>
              <a:rPr lang="zh-CN" altLang="en-US">
                <a:solidFill>
                  <a:schemeClr val="tx1"/>
                </a:solidFill>
                <a:uFillTx/>
                <a:latin typeface="Times New Roman" panose="02020603050405020304" pitchFamily="18" charset="0"/>
                <a:ea typeface="微软雅黑" panose="020B0503020204020204" pitchFamily="34" charset="-122"/>
              </a:rPr>
              <a:t>否，</a:t>
            </a:r>
            <a:r>
              <a:rPr lang="en-US" altLang="zh-CN">
                <a:solidFill>
                  <a:schemeClr val="tx1"/>
                </a:solidFill>
                <a:uFillTx/>
                <a:latin typeface="Times New Roman" panose="02020603050405020304" pitchFamily="18" charset="0"/>
                <a:ea typeface="微软雅黑" panose="020B0503020204020204" pitchFamily="34" charset="-122"/>
              </a:rPr>
              <a:t>1-</a:t>
            </a:r>
            <a:r>
              <a:rPr lang="zh-CN" altLang="en-US">
                <a:solidFill>
                  <a:schemeClr val="tx1"/>
                </a:solidFill>
                <a:uFillTx/>
                <a:latin typeface="Times New Roman" panose="02020603050405020304" pitchFamily="18" charset="0"/>
                <a:ea typeface="微软雅黑" panose="020B0503020204020204" pitchFamily="34" charset="-122"/>
              </a:rPr>
              <a:t>是），中风（患者是否患有中风，</a:t>
            </a:r>
            <a:r>
              <a:rPr lang="en-US" altLang="zh-CN">
                <a:solidFill>
                  <a:schemeClr val="tx1"/>
                </a:solidFill>
                <a:uFillTx/>
                <a:latin typeface="Times New Roman" panose="02020603050405020304" pitchFamily="18" charset="0"/>
                <a:ea typeface="微软雅黑" panose="020B0503020204020204" pitchFamily="34" charset="-122"/>
              </a:rPr>
              <a:t>0-</a:t>
            </a:r>
            <a:r>
              <a:rPr lang="zh-CN" altLang="en-US">
                <a:solidFill>
                  <a:schemeClr val="tx1"/>
                </a:solidFill>
                <a:uFillTx/>
                <a:latin typeface="Times New Roman" panose="02020603050405020304" pitchFamily="18" charset="0"/>
                <a:ea typeface="微软雅黑" panose="020B0503020204020204" pitchFamily="34" charset="-122"/>
              </a:rPr>
              <a:t>否，</a:t>
            </a:r>
            <a:r>
              <a:rPr lang="en-US" altLang="zh-CN">
                <a:solidFill>
                  <a:schemeClr val="tx1"/>
                </a:solidFill>
                <a:uFillTx/>
                <a:latin typeface="Times New Roman" panose="02020603050405020304" pitchFamily="18" charset="0"/>
                <a:ea typeface="微软雅黑" panose="020B0503020204020204" pitchFamily="34" charset="-122"/>
              </a:rPr>
              <a:t>1-</a:t>
            </a:r>
            <a:r>
              <a:rPr lang="zh-CN" altLang="en-US">
                <a:solidFill>
                  <a:schemeClr val="tx1"/>
                </a:solidFill>
                <a:uFillTx/>
                <a:latin typeface="Times New Roman" panose="02020603050405020304" pitchFamily="18" charset="0"/>
                <a:ea typeface="微软雅黑" panose="020B0503020204020204" pitchFamily="34" charset="-122"/>
              </a:rPr>
              <a:t>是）等</a:t>
            </a:r>
            <a:r>
              <a:rPr lang="en-US" altLang="zh-CN">
                <a:solidFill>
                  <a:schemeClr val="tx1"/>
                </a:solidFill>
                <a:uFillTx/>
                <a:latin typeface="Times New Roman" panose="02020603050405020304" pitchFamily="18" charset="0"/>
                <a:ea typeface="微软雅黑" panose="020B0503020204020204" pitchFamily="34" charset="-122"/>
              </a:rPr>
              <a:t>12</a:t>
            </a:r>
            <a:r>
              <a:rPr lang="zh-CN" altLang="en-US">
                <a:solidFill>
                  <a:schemeClr val="tx1"/>
                </a:solidFill>
                <a:uFillTx/>
                <a:latin typeface="Times New Roman" panose="02020603050405020304" pitchFamily="18" charset="0"/>
                <a:ea typeface="微软雅黑" panose="020B0503020204020204" pitchFamily="34" charset="-122"/>
              </a:rPr>
              <a:t>个字段，需要根据其他字段特征对中风症状进行预测。</a:t>
            </a:r>
            <a:endParaRPr lang="zh-CN" altLang="en-US">
              <a:solidFill>
                <a:schemeClr val="tx1"/>
              </a:solidFill>
              <a:uFillTx/>
              <a:latin typeface="Times New Roman" panose="02020603050405020304" pitchFamily="18" charset="0"/>
              <a:ea typeface="微软雅黑" panose="020B0503020204020204" pitchFamily="34" charset="-122"/>
            </a:endParaRPr>
          </a:p>
        </p:txBody>
      </p:sp>
      <p:graphicFrame>
        <p:nvGraphicFramePr>
          <p:cNvPr id="7" name="表格 6"/>
          <p:cNvGraphicFramePr/>
          <p:nvPr>
            <p:custDataLst>
              <p:tags r:id="rId1"/>
            </p:custDataLst>
          </p:nvPr>
        </p:nvGraphicFramePr>
        <p:xfrm>
          <a:off x="1881505" y="3213100"/>
          <a:ext cx="7868920" cy="2698115"/>
        </p:xfrm>
        <a:graphic>
          <a:graphicData uri="http://schemas.openxmlformats.org/drawingml/2006/table">
            <a:tbl>
              <a:tblPr/>
              <a:tblGrid>
                <a:gridCol w="812800"/>
                <a:gridCol w="933450"/>
                <a:gridCol w="617220"/>
                <a:gridCol w="1397000"/>
                <a:gridCol w="805815"/>
                <a:gridCol w="798195"/>
                <a:gridCol w="1624330"/>
                <a:gridCol w="880110"/>
              </a:tblGrid>
              <a:tr h="385445">
                <a:tc>
                  <a:txBody>
                    <a:bodyPr/>
                    <a:p>
                      <a:pPr marL="0" indent="0" algn="ctr">
                        <a:lnSpc>
                          <a:spcPct val="125000"/>
                        </a:lnSpc>
                        <a:spcBef>
                          <a:spcPct val="0"/>
                        </a:spcBef>
                        <a:spcAft>
                          <a:spcPct val="0"/>
                        </a:spcAft>
                      </a:pPr>
                      <a:r>
                        <a:rPr lang="en-US" altLang="zh-CN" sz="1100" b="1">
                          <a:solidFill>
                            <a:srgbClr val="000000"/>
                          </a:solidFill>
                          <a:latin typeface="Times New Roman" panose="02020603050405020304"/>
                          <a:ea typeface="宋体" panose="02010600030101010101" pitchFamily="2" charset="-122"/>
                        </a:rPr>
                        <a:t>id</a:t>
                      </a:r>
                      <a:endParaRPr lang="en-US" altLang="zh-CN" sz="1100" b="1">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19050" cap="flat" cmpd="sng">
                      <a:solidFill>
                        <a:srgbClr val="000000"/>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25000"/>
                        </a:lnSpc>
                        <a:spcBef>
                          <a:spcPct val="0"/>
                        </a:spcBef>
                        <a:spcAft>
                          <a:spcPct val="0"/>
                        </a:spcAft>
                      </a:pPr>
                      <a:r>
                        <a:rPr lang="en-US" altLang="zh-CN" sz="1100" b="1">
                          <a:solidFill>
                            <a:srgbClr val="000000"/>
                          </a:solidFill>
                          <a:latin typeface="Times New Roman" panose="02020603050405020304"/>
                          <a:ea typeface="宋体" panose="02010600030101010101" pitchFamily="2" charset="-122"/>
                        </a:rPr>
                        <a:t>gender</a:t>
                      </a:r>
                      <a:endParaRPr lang="en-US" altLang="zh-CN" sz="1100" b="1">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19050" cap="flat" cmpd="sng">
                      <a:solidFill>
                        <a:srgbClr val="000000"/>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25000"/>
                        </a:lnSpc>
                        <a:spcBef>
                          <a:spcPct val="0"/>
                        </a:spcBef>
                        <a:spcAft>
                          <a:spcPct val="0"/>
                        </a:spcAft>
                      </a:pPr>
                      <a:r>
                        <a:rPr lang="en-US" altLang="zh-CN" sz="1100" b="1">
                          <a:solidFill>
                            <a:srgbClr val="000000"/>
                          </a:solidFill>
                          <a:latin typeface="Times New Roman" panose="02020603050405020304"/>
                          <a:ea typeface="宋体" panose="02010600030101010101" pitchFamily="2" charset="-122"/>
                        </a:rPr>
                        <a:t>age</a:t>
                      </a:r>
                      <a:endParaRPr lang="en-US" altLang="zh-CN" sz="1100" b="1">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19050" cap="flat" cmpd="sng">
                      <a:solidFill>
                        <a:srgbClr val="000000"/>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25000"/>
                        </a:lnSpc>
                        <a:spcBef>
                          <a:spcPct val="0"/>
                        </a:spcBef>
                        <a:spcAft>
                          <a:spcPct val="0"/>
                        </a:spcAft>
                      </a:pPr>
                      <a:r>
                        <a:rPr lang="en-US" altLang="zh-CN" sz="1100" b="1">
                          <a:solidFill>
                            <a:srgbClr val="000000"/>
                          </a:solidFill>
                          <a:latin typeface="Times New Roman" panose="02020603050405020304"/>
                          <a:ea typeface="宋体" panose="02010600030101010101" pitchFamily="2" charset="-122"/>
                        </a:rPr>
                        <a:t>hypertension</a:t>
                      </a:r>
                      <a:endParaRPr lang="en-US" altLang="zh-CN" sz="1100" b="1">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19050" cap="flat" cmpd="sng">
                      <a:solidFill>
                        <a:srgbClr val="000000"/>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25000"/>
                        </a:lnSpc>
                        <a:spcBef>
                          <a:spcPct val="0"/>
                        </a:spcBef>
                        <a:spcAft>
                          <a:spcPct val="0"/>
                        </a:spcAft>
                      </a:pPr>
                      <a:r>
                        <a:rPr lang="en-US" altLang="zh-CN" sz="1100" b="1">
                          <a:solidFill>
                            <a:srgbClr val="000000"/>
                          </a:solidFill>
                          <a:latin typeface="Times New Roman" panose="02020603050405020304"/>
                          <a:ea typeface="宋体" panose="02010600030101010101" pitchFamily="2" charset="-122"/>
                        </a:rPr>
                        <a:t>…</a:t>
                      </a:r>
                      <a:endParaRPr lang="en-US" altLang="zh-CN" sz="1100" b="1">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19050" cap="flat" cmpd="sng">
                      <a:solidFill>
                        <a:srgbClr val="000000"/>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25000"/>
                        </a:lnSpc>
                        <a:spcBef>
                          <a:spcPct val="0"/>
                        </a:spcBef>
                        <a:spcAft>
                          <a:spcPct val="0"/>
                        </a:spcAft>
                      </a:pPr>
                      <a:r>
                        <a:rPr lang="en-US" altLang="zh-CN" sz="1100" b="1">
                          <a:solidFill>
                            <a:srgbClr val="000000"/>
                          </a:solidFill>
                          <a:latin typeface="Times New Roman" panose="02020603050405020304"/>
                          <a:ea typeface="宋体" panose="02010600030101010101" pitchFamily="2" charset="-122"/>
                        </a:rPr>
                        <a:t>bmi</a:t>
                      </a:r>
                      <a:endParaRPr lang="en-US" altLang="zh-CN" sz="1100" b="1">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19050" cap="flat" cmpd="sng">
                      <a:solidFill>
                        <a:srgbClr val="000000"/>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25000"/>
                        </a:lnSpc>
                        <a:spcBef>
                          <a:spcPct val="0"/>
                        </a:spcBef>
                        <a:spcAft>
                          <a:spcPct val="0"/>
                        </a:spcAft>
                      </a:pPr>
                      <a:r>
                        <a:rPr lang="en-US" altLang="zh-CN" sz="1100" b="1">
                          <a:solidFill>
                            <a:srgbClr val="000000"/>
                          </a:solidFill>
                          <a:latin typeface="Times New Roman" panose="02020603050405020304"/>
                          <a:ea typeface="宋体" panose="02010600030101010101" pitchFamily="2" charset="-122"/>
                        </a:rPr>
                        <a:t>smoking_status</a:t>
                      </a:r>
                      <a:endParaRPr lang="en-US" altLang="zh-CN" sz="1100" b="1">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19050" cap="flat" cmpd="sng">
                      <a:solidFill>
                        <a:srgbClr val="000000"/>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25000"/>
                        </a:lnSpc>
                        <a:spcBef>
                          <a:spcPct val="0"/>
                        </a:spcBef>
                        <a:spcAft>
                          <a:spcPct val="0"/>
                        </a:spcAft>
                      </a:pPr>
                      <a:r>
                        <a:rPr lang="en-US" altLang="zh-CN" sz="1100" b="1">
                          <a:solidFill>
                            <a:srgbClr val="000000"/>
                          </a:solidFill>
                          <a:latin typeface="Times New Roman" panose="02020603050405020304"/>
                          <a:ea typeface="宋体" panose="02010600030101010101" pitchFamily="2" charset="-122"/>
                        </a:rPr>
                        <a:t>stroke</a:t>
                      </a:r>
                      <a:endParaRPr lang="en-US" altLang="zh-CN" sz="1100" b="1">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19050" cap="flat" cmpd="sng">
                      <a:solidFill>
                        <a:srgbClr val="000000"/>
                      </a:solidFill>
                      <a:prstDash val="solid"/>
                      <a:headEnd type="none" w="med" len="med"/>
                      <a:tailEnd type="none" w="med" len="med"/>
                    </a:lnT>
                    <a:lnB w="6350" cap="flat" cmpd="sng">
                      <a:solidFill>
                        <a:srgbClr val="000008"/>
                      </a:solidFill>
                      <a:prstDash val="solid"/>
                      <a:headEnd type="none" w="med" len="med"/>
                      <a:tailEnd type="none" w="med" len="med"/>
                    </a:lnB>
                    <a:noFill/>
                  </a:tcPr>
                </a:tc>
              </a:tr>
              <a:tr h="385445">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9046</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Male</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67.0</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0</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36.6</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formerly smoked</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1</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r>
              <a:tr h="385445">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51676</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Female</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61.0</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0</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NaN</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never smoked</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1</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r>
              <a:tr h="385445">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60182</a:t>
                      </a:r>
                      <a:endParaRPr lang="en-US" altLang="zh-CN" sz="1100" u="sng">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Female</a:t>
                      </a:r>
                      <a:endParaRPr lang="en-US" altLang="zh-CN" sz="1100" u="sng">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49.0</a:t>
                      </a:r>
                      <a:endParaRPr lang="en-US" altLang="zh-CN" sz="1100" u="sng">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0</a:t>
                      </a:r>
                      <a:endParaRPr lang="en-US" altLang="zh-CN" sz="1100" u="sng">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32.5</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never smoked</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1</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r>
              <a:tr h="385445">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r>
              <a:tr h="385445">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37544</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Male</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51.0</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0</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25.6</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formerly smoked</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0</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a:noFill/>
                    </a:lnB>
                    <a:noFill/>
                  </a:tcPr>
                </a:tc>
              </a:tr>
              <a:tr h="385445">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44679</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w="19050" cap="flat" cmpd="sng">
                      <a:solidFill>
                        <a:srgbClr val="000000"/>
                      </a:solidFill>
                      <a:prstDash val="solid"/>
                      <a:headEnd type="none" w="med" len="med"/>
                      <a:tailEnd type="none" w="med" len="med"/>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Female</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w="19050" cap="flat" cmpd="sng">
                      <a:solidFill>
                        <a:srgbClr val="000000"/>
                      </a:solidFill>
                      <a:prstDash val="solid"/>
                      <a:headEnd type="none" w="med" len="med"/>
                      <a:tailEnd type="none" w="med" len="med"/>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44.0</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w="19050" cap="flat" cmpd="sng">
                      <a:solidFill>
                        <a:srgbClr val="000000"/>
                      </a:solidFill>
                      <a:prstDash val="solid"/>
                      <a:headEnd type="none" w="med" len="med"/>
                      <a:tailEnd type="none" w="med" len="med"/>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0</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w="19050" cap="flat" cmpd="sng">
                      <a:solidFill>
                        <a:srgbClr val="000000"/>
                      </a:solidFill>
                      <a:prstDash val="solid"/>
                      <a:headEnd type="none" w="med" len="med"/>
                      <a:tailEnd type="none" w="med" len="med"/>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w="19050" cap="flat" cmpd="sng">
                      <a:solidFill>
                        <a:srgbClr val="000000"/>
                      </a:solidFill>
                      <a:prstDash val="solid"/>
                      <a:headEnd type="none" w="med" len="med"/>
                      <a:tailEnd type="none" w="med" len="med"/>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26.2</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w="19050" cap="flat" cmpd="sng">
                      <a:solidFill>
                        <a:srgbClr val="000000"/>
                      </a:solidFill>
                      <a:prstDash val="solid"/>
                      <a:headEnd type="none" w="med" len="med"/>
                      <a:tailEnd type="none" w="med" len="med"/>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Unknown</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w="19050" cap="flat" cmpd="sng">
                      <a:solidFill>
                        <a:srgbClr val="000000"/>
                      </a:solidFill>
                      <a:prstDash val="solid"/>
                      <a:headEnd type="none" w="med" len="med"/>
                      <a:tailEnd type="none" w="med" len="med"/>
                    </a:lnB>
                    <a:noFill/>
                  </a:tcPr>
                </a:tc>
                <a:tc>
                  <a:txBody>
                    <a:bodyPr/>
                    <a:p>
                      <a:pPr marL="0" indent="0" algn="ctr">
                        <a:lnSpc>
                          <a:spcPct val="125000"/>
                        </a:lnSpc>
                        <a:spcBef>
                          <a:spcPct val="0"/>
                        </a:spcBef>
                        <a:spcAft>
                          <a:spcPct val="0"/>
                        </a:spcAft>
                      </a:pPr>
                      <a:r>
                        <a:rPr lang="en-US" altLang="zh-CN" sz="1100">
                          <a:solidFill>
                            <a:srgbClr val="000000"/>
                          </a:solidFill>
                          <a:latin typeface="Times New Roman" panose="02020603050405020304"/>
                          <a:ea typeface="宋体" panose="02010600030101010101" pitchFamily="2" charset="-122"/>
                        </a:rPr>
                        <a:t>0</a:t>
                      </a:r>
                      <a:endParaRPr lang="en-US" altLang="zh-CN" sz="1100">
                        <a:solidFill>
                          <a:srgbClr val="000000"/>
                        </a:solidFill>
                        <a:latin typeface="Times New Roman" panose="02020603050405020304"/>
                        <a:ea typeface="宋体" panose="02010600030101010101" pitchFamily="2" charset="-122"/>
                      </a:endParaRPr>
                    </a:p>
                  </a:txBody>
                  <a:tcPr marL="68580" marR="68580" marT="0" marB="0" anchor="ctr" anchorCtr="0">
                    <a:lnL>
                      <a:noFill/>
                    </a:lnL>
                    <a:lnR>
                      <a:noFill/>
                    </a:lnR>
                    <a:lnT>
                      <a:noFill/>
                    </a:lnT>
                    <a:lnB w="19050" cap="flat" cmpd="sng">
                      <a:solidFill>
                        <a:srgbClr val="000000"/>
                      </a:solidFill>
                      <a:prstDash val="solid"/>
                      <a:headEnd type="none" w="med" len="med"/>
                      <a:tailEnd type="none" w="med" len="med"/>
                    </a:lnB>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实践案例：基于</a:t>
            </a:r>
            <a:r>
              <a:rPr kumimoji="0" lang="en-US" altLang="zh-CN"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LightGBM</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算法的中风预测</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 name="文本框 1"/>
          <p:cNvSpPr txBox="1"/>
          <p:nvPr/>
        </p:nvSpPr>
        <p:spPr>
          <a:xfrm>
            <a:off x="523875" y="1256665"/>
            <a:ext cx="10946130" cy="2861310"/>
          </a:xfrm>
          <a:prstGeom prst="rect">
            <a:avLst/>
          </a:prstGeom>
        </p:spPr>
        <p:txBody>
          <a:bodyPr wrap="square">
            <a:spAutoFit/>
          </a:bodyPr>
          <a:p>
            <a:pPr marL="0" indent="0" algn="just" defTabSz="266700">
              <a:lnSpc>
                <a:spcPct val="125000"/>
              </a:lnSpc>
              <a:spcBef>
                <a:spcPct val="0"/>
              </a:spcBef>
              <a:spcAft>
                <a:spcPct val="0"/>
              </a:spcAft>
            </a:pPr>
            <a:r>
              <a:rPr lang="zh-CN" altLang="en-US">
                <a:solidFill>
                  <a:schemeClr val="tx1"/>
                </a:solidFill>
                <a:uFillTx/>
                <a:latin typeface="Times New Roman" panose="02020603050405020304"/>
                <a:ea typeface="微软雅黑" panose="020B0503020204020204" pitchFamily="34" charset="-122"/>
              </a:rPr>
              <a:t>模型构建。在</a:t>
            </a:r>
            <a:r>
              <a:rPr lang="en-US" altLang="zh-CN">
                <a:solidFill>
                  <a:schemeClr val="tx1"/>
                </a:solidFill>
                <a:uFillTx/>
                <a:latin typeface="Times New Roman" panose="02020603050405020304"/>
                <a:ea typeface="微软雅黑" panose="020B0503020204020204" pitchFamily="34" charset="-122"/>
              </a:rPr>
              <a:t>Python</a:t>
            </a:r>
            <a:r>
              <a:rPr lang="zh-CN" altLang="en-US">
                <a:solidFill>
                  <a:schemeClr val="tx1"/>
                </a:solidFill>
                <a:uFillTx/>
                <a:latin typeface="Times New Roman" panose="02020603050405020304"/>
                <a:ea typeface="微软雅黑" panose="020B0503020204020204" pitchFamily="34" charset="-122"/>
              </a:rPr>
              <a:t>中，</a:t>
            </a:r>
            <a:r>
              <a:rPr lang="en-US" altLang="zh-CN">
                <a:solidFill>
                  <a:schemeClr val="tx1"/>
                </a:solidFill>
                <a:uFillTx/>
                <a:latin typeface="Times New Roman" panose="02020603050405020304"/>
                <a:ea typeface="微软雅黑" panose="020B0503020204020204" pitchFamily="34" charset="-122"/>
              </a:rPr>
              <a:t>LightGBM</a:t>
            </a:r>
            <a:r>
              <a:rPr lang="zh-CN" altLang="en-US">
                <a:solidFill>
                  <a:schemeClr val="tx1"/>
                </a:solidFill>
                <a:uFillTx/>
                <a:latin typeface="Times New Roman" panose="02020603050405020304"/>
                <a:ea typeface="微软雅黑" panose="020B0503020204020204" pitchFamily="34" charset="-122"/>
              </a:rPr>
              <a:t>模型的构建可通过</a:t>
            </a:r>
            <a:r>
              <a:rPr lang="en-US" altLang="zh-CN">
                <a:solidFill>
                  <a:schemeClr val="tx1"/>
                </a:solidFill>
                <a:uFillTx/>
                <a:latin typeface="Times New Roman" panose="02020603050405020304"/>
                <a:ea typeface="微软雅黑" panose="020B0503020204020204" pitchFamily="34" charset="-122"/>
              </a:rPr>
              <a:t>Scikit-learn</a:t>
            </a:r>
            <a:r>
              <a:rPr lang="zh-CN" altLang="en-US">
                <a:solidFill>
                  <a:schemeClr val="tx1"/>
                </a:solidFill>
                <a:uFillTx/>
                <a:latin typeface="Times New Roman" panose="02020603050405020304"/>
                <a:ea typeface="微软雅黑" panose="020B0503020204020204" pitchFamily="34" charset="-122"/>
              </a:rPr>
              <a:t>中</a:t>
            </a:r>
            <a:r>
              <a:rPr lang="en-US" altLang="zh-CN">
                <a:solidFill>
                  <a:schemeClr val="tx1"/>
                </a:solidFill>
                <a:uFillTx/>
                <a:latin typeface="Times New Roman" panose="02020603050405020304"/>
                <a:ea typeface="微软雅黑" panose="020B0503020204020204" pitchFamily="34" charset="-122"/>
              </a:rPr>
              <a:t>lightgbm.lgm</a:t>
            </a:r>
            <a:r>
              <a:rPr lang="zh-CN" altLang="en-US">
                <a:solidFill>
                  <a:schemeClr val="tx1"/>
                </a:solidFill>
                <a:uFillTx/>
                <a:latin typeface="Times New Roman" panose="02020603050405020304"/>
                <a:ea typeface="微软雅黑" panose="020B0503020204020204" pitchFamily="34" charset="-122"/>
              </a:rPr>
              <a:t>模块的</a:t>
            </a:r>
            <a:r>
              <a:rPr lang="en-US" altLang="zh-CN">
                <a:solidFill>
                  <a:schemeClr val="tx1"/>
                </a:solidFill>
                <a:uFillTx/>
                <a:latin typeface="Times New Roman" panose="02020603050405020304"/>
                <a:ea typeface="微软雅黑" panose="020B0503020204020204" pitchFamily="34" charset="-122"/>
              </a:rPr>
              <a:t>LGBMClassifier</a:t>
            </a:r>
            <a:r>
              <a:rPr lang="zh-CN" altLang="en-US">
                <a:solidFill>
                  <a:schemeClr val="tx1"/>
                </a:solidFill>
                <a:uFillTx/>
                <a:latin typeface="Times New Roman" panose="02020603050405020304"/>
                <a:ea typeface="微软雅黑" panose="020B0503020204020204" pitchFamily="34" charset="-122"/>
              </a:rPr>
              <a:t>类实现。（</a:t>
            </a:r>
            <a:r>
              <a:rPr lang="en-US" altLang="zh-CN">
                <a:solidFill>
                  <a:schemeClr val="tx1"/>
                </a:solidFill>
                <a:uFillTx/>
                <a:latin typeface="Times New Roman" panose="02020603050405020304"/>
                <a:ea typeface="微软雅黑" panose="020B0503020204020204" pitchFamily="34" charset="-122"/>
              </a:rPr>
              <a:t>1</a:t>
            </a:r>
            <a:r>
              <a:rPr lang="zh-CN" altLang="en-US">
                <a:solidFill>
                  <a:schemeClr val="tx1"/>
                </a:solidFill>
                <a:uFillTx/>
                <a:latin typeface="Times New Roman" panose="02020603050405020304"/>
                <a:ea typeface="微软雅黑" panose="020B0503020204020204" pitchFamily="34" charset="-122"/>
              </a:rPr>
              <a:t>）参数“</a:t>
            </a:r>
            <a:r>
              <a:rPr lang="en-US" altLang="zh-CN">
                <a:solidFill>
                  <a:schemeClr val="tx1"/>
                </a:solidFill>
                <a:uFillTx/>
                <a:latin typeface="Times New Roman" panose="02020603050405020304"/>
                <a:ea typeface="微软雅黑" panose="020B0503020204020204" pitchFamily="34" charset="-122"/>
              </a:rPr>
              <a:t>boosting_type”</a:t>
            </a:r>
            <a:r>
              <a:rPr lang="zh-CN" altLang="en-US">
                <a:solidFill>
                  <a:schemeClr val="tx1"/>
                </a:solidFill>
                <a:uFillTx/>
                <a:latin typeface="Times New Roman" panose="02020603050405020304"/>
                <a:ea typeface="微软雅黑" panose="020B0503020204020204" pitchFamily="34" charset="-122"/>
              </a:rPr>
              <a:t>表示梯度提升的类型，可以是</a:t>
            </a:r>
            <a:r>
              <a:rPr lang="en-US" altLang="zh-CN">
                <a:solidFill>
                  <a:schemeClr val="tx1"/>
                </a:solidFill>
                <a:uFillTx/>
                <a:latin typeface="Times New Roman" panose="02020603050405020304"/>
                <a:ea typeface="微软雅黑" panose="020B0503020204020204" pitchFamily="34" charset="-122"/>
              </a:rPr>
              <a:t>gbdt</a:t>
            </a:r>
            <a:r>
              <a:rPr lang="zh-CN" altLang="en-US">
                <a:solidFill>
                  <a:schemeClr val="tx1"/>
                </a:solidFill>
                <a:uFillTx/>
                <a:latin typeface="Times New Roman" panose="02020603050405020304"/>
                <a:ea typeface="微软雅黑" panose="020B0503020204020204" pitchFamily="34" charset="-122"/>
              </a:rPr>
              <a:t>（梯度提升树）、</a:t>
            </a:r>
            <a:r>
              <a:rPr lang="en-US" altLang="zh-CN">
                <a:solidFill>
                  <a:schemeClr val="tx1"/>
                </a:solidFill>
                <a:uFillTx/>
                <a:latin typeface="Times New Roman" panose="02020603050405020304"/>
                <a:ea typeface="微软雅黑" panose="020B0503020204020204" pitchFamily="34" charset="-122"/>
              </a:rPr>
              <a:t>dart</a:t>
            </a:r>
            <a:r>
              <a:rPr lang="zh-CN" altLang="en-US">
                <a:solidFill>
                  <a:schemeClr val="tx1"/>
                </a:solidFill>
                <a:uFillTx/>
                <a:latin typeface="Times New Roman" panose="02020603050405020304"/>
                <a:ea typeface="微软雅黑" panose="020B0503020204020204" pitchFamily="34" charset="-122"/>
              </a:rPr>
              <a:t>（</a:t>
            </a:r>
            <a:r>
              <a:rPr lang="en-US" altLang="zh-CN">
                <a:solidFill>
                  <a:schemeClr val="tx1"/>
                </a:solidFill>
                <a:uFillTx/>
                <a:latin typeface="Times New Roman" panose="02020603050405020304"/>
                <a:ea typeface="微软雅黑" panose="020B0503020204020204" pitchFamily="34" charset="-122"/>
              </a:rPr>
              <a:t>dropout</a:t>
            </a:r>
            <a:r>
              <a:rPr lang="zh-CN" altLang="en-US">
                <a:solidFill>
                  <a:schemeClr val="tx1"/>
                </a:solidFill>
                <a:uFillTx/>
                <a:latin typeface="Times New Roman" panose="02020603050405020304"/>
                <a:ea typeface="微软雅黑" panose="020B0503020204020204" pitchFamily="34" charset="-122"/>
              </a:rPr>
              <a:t>加强梯度提升）、</a:t>
            </a:r>
            <a:r>
              <a:rPr lang="en-US" altLang="zh-CN">
                <a:solidFill>
                  <a:schemeClr val="tx1"/>
                </a:solidFill>
                <a:uFillTx/>
                <a:latin typeface="Times New Roman" panose="02020603050405020304"/>
                <a:ea typeface="微软雅黑" panose="020B0503020204020204" pitchFamily="34" charset="-122"/>
              </a:rPr>
              <a:t>goss</a:t>
            </a:r>
            <a:r>
              <a:rPr lang="zh-CN" altLang="en-US">
                <a:solidFill>
                  <a:schemeClr val="tx1"/>
                </a:solidFill>
                <a:uFillTx/>
                <a:latin typeface="Times New Roman" panose="02020603050405020304"/>
                <a:ea typeface="微软雅黑" panose="020B0503020204020204" pitchFamily="34" charset="-122"/>
              </a:rPr>
              <a:t>（互斥特征筛选的梯度提升）、</a:t>
            </a:r>
            <a:r>
              <a:rPr lang="en-US" altLang="zh-CN">
                <a:solidFill>
                  <a:schemeClr val="tx1"/>
                </a:solidFill>
                <a:uFillTx/>
                <a:latin typeface="Times New Roman" panose="02020603050405020304"/>
                <a:ea typeface="微软雅黑" panose="020B0503020204020204" pitchFamily="34" charset="-122"/>
              </a:rPr>
              <a:t>rf</a:t>
            </a:r>
            <a:r>
              <a:rPr lang="zh-CN" altLang="en-US">
                <a:solidFill>
                  <a:schemeClr val="tx1"/>
                </a:solidFill>
                <a:uFillTx/>
                <a:latin typeface="Times New Roman" panose="02020603050405020304"/>
                <a:ea typeface="微软雅黑" panose="020B0503020204020204" pitchFamily="34" charset="-122"/>
              </a:rPr>
              <a:t>（随机森林）之一；</a:t>
            </a:r>
            <a:endParaRPr lang="zh-CN" altLang="en-US">
              <a:solidFill>
                <a:schemeClr val="tx1"/>
              </a:solidFill>
              <a:uFillTx/>
              <a:latin typeface="Times New Roman" panose="02020603050405020304"/>
              <a:ea typeface="微软雅黑" panose="020B0503020204020204" pitchFamily="34" charset="-122"/>
            </a:endParaRPr>
          </a:p>
          <a:p>
            <a:pPr marL="0" indent="0" algn="just" defTabSz="266700">
              <a:lnSpc>
                <a:spcPct val="125000"/>
              </a:lnSpc>
              <a:spcBef>
                <a:spcPct val="0"/>
              </a:spcBef>
              <a:spcAft>
                <a:spcPct val="0"/>
              </a:spcAft>
            </a:pPr>
            <a:r>
              <a:rPr lang="zh-CN" altLang="en-US">
                <a:uFillTx/>
                <a:latin typeface="Times New Roman" panose="02020603050405020304"/>
                <a:ea typeface="微软雅黑" panose="020B0503020204020204" pitchFamily="34" charset="-122"/>
                <a:sym typeface="+mn-ea"/>
              </a:rPr>
              <a:t>（</a:t>
            </a:r>
            <a:r>
              <a:rPr lang="en-US" altLang="zh-CN">
                <a:uFillTx/>
                <a:latin typeface="Times New Roman" panose="02020603050405020304"/>
                <a:ea typeface="微软雅黑" panose="020B0503020204020204" pitchFamily="34" charset="-122"/>
                <a:sym typeface="+mn-ea"/>
              </a:rPr>
              <a:t>2</a:t>
            </a:r>
            <a:r>
              <a:rPr lang="zh-CN" altLang="en-US">
                <a:uFillTx/>
                <a:latin typeface="Times New Roman" panose="02020603050405020304"/>
                <a:ea typeface="微软雅黑" panose="020B0503020204020204" pitchFamily="34" charset="-122"/>
                <a:sym typeface="+mn-ea"/>
              </a:rPr>
              <a:t>）</a:t>
            </a:r>
            <a:r>
              <a:rPr lang="zh-CN" altLang="en-US">
                <a:solidFill>
                  <a:schemeClr val="tx1"/>
                </a:solidFill>
                <a:uFillTx/>
                <a:latin typeface="Times New Roman" panose="02020603050405020304"/>
                <a:ea typeface="微软雅黑" panose="020B0503020204020204" pitchFamily="34" charset="-122"/>
              </a:rPr>
              <a:t>参数“</a:t>
            </a:r>
            <a:r>
              <a:rPr lang="en-US" altLang="zh-CN">
                <a:solidFill>
                  <a:schemeClr val="tx1"/>
                </a:solidFill>
                <a:uFillTx/>
                <a:latin typeface="Times New Roman" panose="02020603050405020304"/>
                <a:ea typeface="微软雅黑" panose="020B0503020204020204" pitchFamily="34" charset="-122"/>
              </a:rPr>
              <a:t>num_leaves”</a:t>
            </a:r>
            <a:r>
              <a:rPr lang="zh-CN" altLang="en-US">
                <a:solidFill>
                  <a:schemeClr val="tx1"/>
                </a:solidFill>
                <a:uFillTx/>
                <a:latin typeface="Times New Roman" panose="02020603050405020304"/>
                <a:ea typeface="微软雅黑" panose="020B0503020204020204" pitchFamily="34" charset="-122"/>
              </a:rPr>
              <a:t>表示每棵树中的最大叶节点数，决定了树的复杂度；</a:t>
            </a:r>
            <a:endParaRPr lang="zh-CN" altLang="en-US">
              <a:solidFill>
                <a:schemeClr val="tx1"/>
              </a:solidFill>
              <a:uFillTx/>
              <a:latin typeface="Times New Roman" panose="02020603050405020304"/>
              <a:ea typeface="微软雅黑" panose="020B0503020204020204" pitchFamily="34" charset="-122"/>
            </a:endParaRPr>
          </a:p>
          <a:p>
            <a:pPr marL="0" indent="0" algn="just" defTabSz="266700">
              <a:lnSpc>
                <a:spcPct val="125000"/>
              </a:lnSpc>
              <a:spcBef>
                <a:spcPct val="0"/>
              </a:spcBef>
              <a:spcAft>
                <a:spcPct val="0"/>
              </a:spcAft>
            </a:pPr>
            <a:r>
              <a:rPr lang="zh-CN" altLang="en-US">
                <a:uFillTx/>
                <a:latin typeface="Times New Roman" panose="02020603050405020304"/>
                <a:ea typeface="微软雅黑" panose="020B0503020204020204" pitchFamily="34" charset="-122"/>
                <a:sym typeface="+mn-ea"/>
              </a:rPr>
              <a:t>（</a:t>
            </a:r>
            <a:r>
              <a:rPr lang="en-US" altLang="zh-CN">
                <a:uFillTx/>
                <a:latin typeface="Times New Roman" panose="02020603050405020304"/>
                <a:ea typeface="微软雅黑" panose="020B0503020204020204" pitchFamily="34" charset="-122"/>
                <a:sym typeface="+mn-ea"/>
              </a:rPr>
              <a:t>3</a:t>
            </a:r>
            <a:r>
              <a:rPr lang="zh-CN" altLang="en-US">
                <a:uFillTx/>
                <a:latin typeface="Times New Roman" panose="02020603050405020304"/>
                <a:ea typeface="微软雅黑" panose="020B0503020204020204" pitchFamily="34" charset="-122"/>
                <a:sym typeface="+mn-ea"/>
              </a:rPr>
              <a:t>）</a:t>
            </a:r>
            <a:r>
              <a:rPr lang="zh-CN" altLang="en-US">
                <a:solidFill>
                  <a:schemeClr val="tx1"/>
                </a:solidFill>
                <a:uFillTx/>
                <a:latin typeface="Times New Roman" panose="02020603050405020304"/>
                <a:ea typeface="微软雅黑" panose="020B0503020204020204" pitchFamily="34" charset="-122"/>
              </a:rPr>
              <a:t>参数“</a:t>
            </a:r>
            <a:r>
              <a:rPr lang="en-US" altLang="zh-CN">
                <a:solidFill>
                  <a:schemeClr val="tx1"/>
                </a:solidFill>
                <a:uFillTx/>
                <a:latin typeface="Times New Roman" panose="02020603050405020304"/>
                <a:ea typeface="微软雅黑" panose="020B0503020204020204" pitchFamily="34" charset="-122"/>
              </a:rPr>
              <a:t>max_depth”</a:t>
            </a:r>
            <a:r>
              <a:rPr lang="zh-CN" altLang="en-US">
                <a:solidFill>
                  <a:schemeClr val="tx1"/>
                </a:solidFill>
                <a:uFillTx/>
                <a:latin typeface="Times New Roman" panose="02020603050405020304"/>
                <a:ea typeface="微软雅黑" panose="020B0503020204020204" pitchFamily="34" charset="-122"/>
              </a:rPr>
              <a:t>限制树的最大深度，用于防止过拟合；</a:t>
            </a:r>
            <a:endParaRPr lang="zh-CN" altLang="en-US">
              <a:solidFill>
                <a:schemeClr val="tx1"/>
              </a:solidFill>
              <a:uFillTx/>
              <a:latin typeface="Times New Roman" panose="02020603050405020304"/>
              <a:ea typeface="微软雅黑" panose="020B0503020204020204" pitchFamily="34" charset="-122"/>
            </a:endParaRPr>
          </a:p>
          <a:p>
            <a:pPr marL="0" indent="0" algn="just" defTabSz="266700">
              <a:lnSpc>
                <a:spcPct val="125000"/>
              </a:lnSpc>
              <a:spcBef>
                <a:spcPct val="0"/>
              </a:spcBef>
              <a:spcAft>
                <a:spcPct val="0"/>
              </a:spcAft>
            </a:pPr>
            <a:r>
              <a:rPr lang="zh-CN" altLang="en-US">
                <a:uFillTx/>
                <a:latin typeface="Times New Roman" panose="02020603050405020304"/>
                <a:ea typeface="微软雅黑" panose="020B0503020204020204" pitchFamily="34" charset="-122"/>
                <a:sym typeface="+mn-ea"/>
              </a:rPr>
              <a:t>（</a:t>
            </a:r>
            <a:r>
              <a:rPr lang="en-US" altLang="zh-CN">
                <a:uFillTx/>
                <a:latin typeface="Times New Roman" panose="02020603050405020304"/>
                <a:ea typeface="微软雅黑" panose="020B0503020204020204" pitchFamily="34" charset="-122"/>
                <a:sym typeface="+mn-ea"/>
              </a:rPr>
              <a:t>4</a:t>
            </a:r>
            <a:r>
              <a:rPr lang="zh-CN" altLang="en-US">
                <a:uFillTx/>
                <a:latin typeface="Times New Roman" panose="02020603050405020304"/>
                <a:ea typeface="微软雅黑" panose="020B0503020204020204" pitchFamily="34" charset="-122"/>
                <a:sym typeface="+mn-ea"/>
              </a:rPr>
              <a:t>）</a:t>
            </a:r>
            <a:r>
              <a:rPr lang="zh-CN" altLang="en-US">
                <a:solidFill>
                  <a:schemeClr val="tx1"/>
                </a:solidFill>
                <a:uFillTx/>
                <a:latin typeface="Times New Roman" panose="02020603050405020304"/>
                <a:ea typeface="微软雅黑" panose="020B0503020204020204" pitchFamily="34" charset="-122"/>
              </a:rPr>
              <a:t>参数“</a:t>
            </a:r>
            <a:r>
              <a:rPr lang="en-US" altLang="zh-CN">
                <a:solidFill>
                  <a:schemeClr val="tx1"/>
                </a:solidFill>
                <a:uFillTx/>
                <a:latin typeface="Times New Roman" panose="02020603050405020304"/>
                <a:ea typeface="微软雅黑" panose="020B0503020204020204" pitchFamily="34" charset="-122"/>
              </a:rPr>
              <a:t>reg_alpha”</a:t>
            </a:r>
            <a:r>
              <a:rPr lang="zh-CN" altLang="en-US">
                <a:solidFill>
                  <a:schemeClr val="tx1"/>
                </a:solidFill>
                <a:uFillTx/>
                <a:latin typeface="Times New Roman" panose="02020603050405020304"/>
                <a:ea typeface="微软雅黑" panose="020B0503020204020204" pitchFamily="34" charset="-122"/>
              </a:rPr>
              <a:t>表示</a:t>
            </a:r>
            <a:r>
              <a:rPr lang="en-US" altLang="zh-CN">
                <a:solidFill>
                  <a:schemeClr val="tx1"/>
                </a:solidFill>
                <a:uFillTx/>
                <a:latin typeface="Times New Roman" panose="02020603050405020304"/>
                <a:ea typeface="微软雅黑" panose="020B0503020204020204" pitchFamily="34" charset="-122"/>
              </a:rPr>
              <a:t>L1</a:t>
            </a:r>
            <a:r>
              <a:rPr lang="zh-CN" altLang="en-US">
                <a:solidFill>
                  <a:schemeClr val="tx1"/>
                </a:solidFill>
                <a:uFillTx/>
                <a:latin typeface="Times New Roman" panose="02020603050405020304"/>
                <a:ea typeface="微软雅黑" panose="020B0503020204020204" pitchFamily="34" charset="-122"/>
              </a:rPr>
              <a:t>正则化项的权重；</a:t>
            </a:r>
            <a:endParaRPr lang="zh-CN" altLang="en-US">
              <a:solidFill>
                <a:schemeClr val="tx1"/>
              </a:solidFill>
              <a:uFillTx/>
              <a:latin typeface="Times New Roman" panose="02020603050405020304"/>
              <a:ea typeface="微软雅黑" panose="020B0503020204020204" pitchFamily="34" charset="-122"/>
            </a:endParaRPr>
          </a:p>
          <a:p>
            <a:pPr marL="0" indent="0" algn="just" defTabSz="266700">
              <a:lnSpc>
                <a:spcPct val="125000"/>
              </a:lnSpc>
              <a:spcBef>
                <a:spcPct val="0"/>
              </a:spcBef>
              <a:spcAft>
                <a:spcPct val="0"/>
              </a:spcAft>
            </a:pPr>
            <a:r>
              <a:rPr lang="zh-CN" altLang="en-US">
                <a:uFillTx/>
                <a:latin typeface="Times New Roman" panose="02020603050405020304"/>
                <a:ea typeface="微软雅黑" panose="020B0503020204020204" pitchFamily="34" charset="-122"/>
                <a:sym typeface="+mn-ea"/>
              </a:rPr>
              <a:t>（</a:t>
            </a:r>
            <a:r>
              <a:rPr lang="en-US" altLang="zh-CN">
                <a:uFillTx/>
                <a:latin typeface="Times New Roman" panose="02020603050405020304"/>
                <a:ea typeface="微软雅黑" panose="020B0503020204020204" pitchFamily="34" charset="-122"/>
                <a:sym typeface="+mn-ea"/>
              </a:rPr>
              <a:t>5</a:t>
            </a:r>
            <a:r>
              <a:rPr lang="zh-CN" altLang="en-US">
                <a:uFillTx/>
                <a:latin typeface="Times New Roman" panose="02020603050405020304"/>
                <a:ea typeface="微软雅黑" panose="020B0503020204020204" pitchFamily="34" charset="-122"/>
                <a:sym typeface="+mn-ea"/>
              </a:rPr>
              <a:t>）</a:t>
            </a:r>
            <a:r>
              <a:rPr lang="zh-CN" altLang="en-US">
                <a:solidFill>
                  <a:schemeClr val="tx1"/>
                </a:solidFill>
                <a:uFillTx/>
                <a:latin typeface="Times New Roman" panose="02020603050405020304"/>
                <a:ea typeface="微软雅黑" panose="020B0503020204020204" pitchFamily="34" charset="-122"/>
              </a:rPr>
              <a:t>参数“</a:t>
            </a:r>
            <a:r>
              <a:rPr lang="en-US" altLang="zh-CN">
                <a:solidFill>
                  <a:schemeClr val="tx1"/>
                </a:solidFill>
                <a:uFillTx/>
                <a:latin typeface="Times New Roman" panose="02020603050405020304"/>
                <a:ea typeface="微软雅黑" panose="020B0503020204020204" pitchFamily="34" charset="-122"/>
              </a:rPr>
              <a:t>reg_lambda”</a:t>
            </a:r>
            <a:r>
              <a:rPr lang="zh-CN" altLang="en-US">
                <a:solidFill>
                  <a:schemeClr val="tx1"/>
                </a:solidFill>
                <a:uFillTx/>
                <a:latin typeface="Times New Roman" panose="02020603050405020304"/>
                <a:ea typeface="微软雅黑" panose="020B0503020204020204" pitchFamily="34" charset="-122"/>
              </a:rPr>
              <a:t>表示</a:t>
            </a:r>
            <a:r>
              <a:rPr lang="en-US" altLang="zh-CN">
                <a:solidFill>
                  <a:schemeClr val="tx1"/>
                </a:solidFill>
                <a:uFillTx/>
                <a:latin typeface="Times New Roman" panose="02020603050405020304"/>
                <a:ea typeface="微软雅黑" panose="020B0503020204020204" pitchFamily="34" charset="-122"/>
              </a:rPr>
              <a:t>L2</a:t>
            </a:r>
            <a:r>
              <a:rPr lang="zh-CN" altLang="en-US">
                <a:solidFill>
                  <a:schemeClr val="tx1"/>
                </a:solidFill>
                <a:uFillTx/>
                <a:latin typeface="Times New Roman" panose="02020603050405020304"/>
                <a:ea typeface="微软雅黑" panose="020B0503020204020204" pitchFamily="34" charset="-122"/>
              </a:rPr>
              <a:t>正则化项的权重。</a:t>
            </a:r>
            <a:endParaRPr lang="zh-CN" altLang="en-US">
              <a:solidFill>
                <a:schemeClr val="tx1"/>
              </a:solidFill>
              <a:uFillTx/>
              <a:latin typeface="Times New Roman" panose="02020603050405020304"/>
              <a:ea typeface="微软雅黑" panose="020B0503020204020204" pitchFamily="34" charset="-122"/>
            </a:endParaRPr>
          </a:p>
          <a:p>
            <a:pPr marL="0" indent="0" algn="just" defTabSz="266700">
              <a:lnSpc>
                <a:spcPct val="125000"/>
              </a:lnSpc>
              <a:spcBef>
                <a:spcPct val="0"/>
              </a:spcBef>
              <a:spcAft>
                <a:spcPct val="0"/>
              </a:spcAft>
            </a:pPr>
            <a:r>
              <a:rPr lang="zh-CN" altLang="en-US">
                <a:solidFill>
                  <a:schemeClr val="tx1"/>
                </a:solidFill>
                <a:uFillTx/>
                <a:latin typeface="Times New Roman" panose="02020603050405020304"/>
                <a:ea typeface="微软雅黑" panose="020B0503020204020204" pitchFamily="34" charset="-122"/>
              </a:rPr>
              <a:t>这些超参数在</a:t>
            </a:r>
            <a:r>
              <a:rPr lang="en-US" altLang="zh-CN">
                <a:solidFill>
                  <a:schemeClr val="tx1"/>
                </a:solidFill>
                <a:uFillTx/>
                <a:latin typeface="Times New Roman" panose="02020603050405020304"/>
                <a:ea typeface="微软雅黑" panose="020B0503020204020204" pitchFamily="34" charset="-122"/>
              </a:rPr>
              <a:t>LightGBM</a:t>
            </a:r>
            <a:r>
              <a:rPr lang="zh-CN" altLang="en-US">
                <a:solidFill>
                  <a:schemeClr val="tx1"/>
                </a:solidFill>
                <a:uFillTx/>
                <a:latin typeface="Times New Roman" panose="02020603050405020304"/>
                <a:ea typeface="微软雅黑" panose="020B0503020204020204" pitchFamily="34" charset="-122"/>
              </a:rPr>
              <a:t>中用于增强模型的性能和预测能力以及提高模型的速度。</a:t>
            </a:r>
            <a:endParaRPr lang="zh-CN" altLang="en-US">
              <a:solidFill>
                <a:schemeClr val="tx1"/>
              </a:solidFill>
              <a:uFillTx/>
              <a:latin typeface="Times New Roman" panose="02020603050405020304"/>
              <a:ea typeface="微软雅黑" panose="020B0503020204020204" pitchFamily="34" charset="-122"/>
            </a:endParaRPr>
          </a:p>
        </p:txBody>
      </p:sp>
      <p:sp>
        <p:nvSpPr>
          <p:cNvPr id="5" name="文本框 4"/>
          <p:cNvSpPr txBox="1"/>
          <p:nvPr/>
        </p:nvSpPr>
        <p:spPr>
          <a:xfrm>
            <a:off x="3149600" y="4485005"/>
            <a:ext cx="5080000" cy="1476375"/>
          </a:xfrm>
          <a:prstGeom prst="rect">
            <a:avLst/>
          </a:prstGeom>
        </p:spPr>
        <p:txBody>
          <a:bodyPr>
            <a:spAutoFit/>
          </a:bodyPr>
          <a:p>
            <a:pPr marL="114935" indent="0" defTabSz="266700">
              <a:lnSpc>
                <a:spcPts val="1200"/>
              </a:lnSpc>
            </a:pPr>
            <a:r>
              <a:rPr lang="en-US" altLang="zh-CN" sz="1200">
                <a:solidFill>
                  <a:srgbClr val="A626A4"/>
                </a:solidFill>
                <a:latin typeface="Consolas" panose="020B0609020204030204"/>
                <a:ea typeface="Consolas" panose="020B0609020204030204"/>
              </a:rPr>
              <a:t>class</a:t>
            </a:r>
            <a:r>
              <a:rPr lang="en-US" altLang="zh-CN" sz="1200">
                <a:solidFill>
                  <a:srgbClr val="5C5C5C"/>
                </a:solidFill>
                <a:latin typeface="Consolas" panose="020B0609020204030204"/>
                <a:ea typeface="Consolas" panose="020B0609020204030204"/>
              </a:rPr>
              <a:t> </a:t>
            </a:r>
            <a:r>
              <a:rPr lang="en-US" altLang="zh-CN" sz="1200">
                <a:solidFill>
                  <a:srgbClr val="C18401"/>
                </a:solidFill>
                <a:latin typeface="Consolas" panose="020B0609020204030204"/>
                <a:ea typeface="Consolas" panose="020B0609020204030204"/>
              </a:rPr>
              <a:t>lightgbm</a:t>
            </a:r>
            <a:r>
              <a:rPr lang="en-US" altLang="zh-CN" sz="1200">
                <a:solidFill>
                  <a:srgbClr val="5C5C5C"/>
                </a:solidFill>
                <a:latin typeface="Consolas" panose="020B0609020204030204"/>
                <a:ea typeface="Consolas" panose="020B0609020204030204"/>
              </a:rPr>
              <a:t>.</a:t>
            </a:r>
            <a:r>
              <a:rPr lang="en-US" altLang="zh-CN" sz="1200">
                <a:solidFill>
                  <a:srgbClr val="C18401"/>
                </a:solidFill>
                <a:latin typeface="Consolas" panose="020B0609020204030204"/>
                <a:ea typeface="Consolas" panose="020B0609020204030204"/>
              </a:rPr>
              <a:t>sklearn</a:t>
            </a:r>
            <a:r>
              <a:rPr lang="en-US" altLang="zh-CN" sz="1200">
                <a:solidFill>
                  <a:srgbClr val="5C5C5C"/>
                </a:solidFill>
                <a:latin typeface="Consolas" panose="020B0609020204030204"/>
                <a:ea typeface="Consolas" panose="020B0609020204030204"/>
              </a:rPr>
              <a:t>.</a:t>
            </a:r>
            <a:r>
              <a:rPr lang="en-US" altLang="zh-CN" sz="1200">
                <a:solidFill>
                  <a:srgbClr val="C18401"/>
                </a:solidFill>
                <a:latin typeface="Consolas" panose="020B0609020204030204"/>
                <a:ea typeface="Consolas" panose="020B0609020204030204"/>
              </a:rPr>
              <a:t>LGBMClassifier</a:t>
            </a:r>
            <a:r>
              <a:rPr lang="en-US" altLang="zh-CN" sz="1200">
                <a:solidFill>
                  <a:srgbClr val="5C5C5C"/>
                </a:solidFill>
                <a:latin typeface="Consolas" panose="020B0609020204030204"/>
                <a:ea typeface="Consolas" panose="020B0609020204030204"/>
              </a:rPr>
              <a:t>( boosting_type=</a:t>
            </a:r>
            <a:r>
              <a:rPr lang="en-US" altLang="zh-CN" sz="1200">
                <a:solidFill>
                  <a:srgbClr val="50A14F"/>
                </a:solidFill>
                <a:latin typeface="Consolas" panose="020B0609020204030204"/>
                <a:ea typeface="Consolas" panose="020B0609020204030204"/>
              </a:rPr>
              <a:t>'gbdt'</a:t>
            </a:r>
            <a:r>
              <a:rPr lang="en-US" altLang="zh-CN" sz="1200">
                <a:solidFill>
                  <a:srgbClr val="5C5C5C"/>
                </a:solidFill>
                <a:latin typeface="Consolas" panose="020B0609020204030204"/>
                <a:ea typeface="Consolas" panose="020B0609020204030204"/>
              </a:rPr>
              <a:t>, num_leaves=</a:t>
            </a:r>
            <a:r>
              <a:rPr lang="en-US" altLang="zh-CN" sz="1200">
                <a:solidFill>
                  <a:srgbClr val="986801"/>
                </a:solidFill>
                <a:latin typeface="Consolas" panose="020B0609020204030204"/>
                <a:ea typeface="Consolas" panose="020B0609020204030204"/>
              </a:rPr>
              <a:t>31</a:t>
            </a:r>
            <a:r>
              <a:rPr lang="en-US" altLang="zh-CN" sz="1200">
                <a:solidFill>
                  <a:srgbClr val="5C5C5C"/>
                </a:solidFill>
                <a:latin typeface="Consolas" panose="020B0609020204030204"/>
                <a:ea typeface="Consolas" panose="020B0609020204030204"/>
              </a:rPr>
              <a:t>, max_depth=-</a:t>
            </a:r>
            <a:r>
              <a:rPr lang="en-US" altLang="zh-CN" sz="1200">
                <a:solidFill>
                  <a:srgbClr val="986801"/>
                </a:solidFill>
                <a:latin typeface="Consolas" panose="020B0609020204030204"/>
                <a:ea typeface="Consolas" panose="020B0609020204030204"/>
              </a:rPr>
              <a:t>1</a:t>
            </a:r>
            <a:r>
              <a:rPr lang="en-US" altLang="zh-CN" sz="1200">
                <a:solidFill>
                  <a:srgbClr val="5C5C5C"/>
                </a:solidFill>
                <a:latin typeface="Consolas" panose="020B0609020204030204"/>
                <a:ea typeface="Consolas" panose="020B0609020204030204"/>
              </a:rPr>
              <a:t>, learning_rate=</a:t>
            </a:r>
            <a:r>
              <a:rPr lang="en-US" altLang="zh-CN" sz="1200">
                <a:solidFill>
                  <a:srgbClr val="986801"/>
                </a:solidFill>
                <a:latin typeface="Consolas" panose="020B0609020204030204"/>
                <a:ea typeface="Consolas" panose="020B0609020204030204"/>
              </a:rPr>
              <a:t>0.1</a:t>
            </a:r>
            <a:r>
              <a:rPr lang="en-US" altLang="zh-CN" sz="1200">
                <a:solidFill>
                  <a:srgbClr val="5C5C5C"/>
                </a:solidFill>
                <a:latin typeface="Consolas" panose="020B0609020204030204"/>
                <a:ea typeface="Consolas" panose="020B0609020204030204"/>
              </a:rPr>
              <a:t>, n_estimators=</a:t>
            </a:r>
            <a:r>
              <a:rPr lang="en-US" altLang="zh-CN" sz="1200">
                <a:solidFill>
                  <a:srgbClr val="986801"/>
                </a:solidFill>
                <a:latin typeface="Consolas" panose="020B0609020204030204"/>
                <a:ea typeface="Consolas" panose="020B0609020204030204"/>
              </a:rPr>
              <a:t>100</a:t>
            </a:r>
            <a:r>
              <a:rPr lang="en-US" altLang="zh-CN" sz="1200">
                <a:solidFill>
                  <a:srgbClr val="5C5C5C"/>
                </a:solidFill>
                <a:latin typeface="Consolas" panose="020B0609020204030204"/>
                <a:ea typeface="Consolas" panose="020B0609020204030204"/>
              </a:rPr>
              <a:t>, subsample_for_bin=</a:t>
            </a:r>
            <a:r>
              <a:rPr lang="en-US" altLang="zh-CN" sz="1200">
                <a:solidFill>
                  <a:srgbClr val="986801"/>
                </a:solidFill>
                <a:latin typeface="Consolas" panose="020B0609020204030204"/>
                <a:ea typeface="Consolas" panose="020B0609020204030204"/>
              </a:rPr>
              <a:t>200000</a:t>
            </a:r>
            <a:r>
              <a:rPr lang="en-US" altLang="zh-CN" sz="1200">
                <a:solidFill>
                  <a:srgbClr val="5C5C5C"/>
                </a:solidFill>
                <a:latin typeface="Consolas" panose="020B0609020204030204"/>
                <a:ea typeface="Consolas" panose="020B0609020204030204"/>
              </a:rPr>
              <a:t>, objective=None,</a:t>
            </a:r>
            <a:endParaRPr lang="en-US" altLang="zh-CN" sz="1200">
              <a:solidFill>
                <a:srgbClr val="5C5C5C"/>
              </a:solidFill>
              <a:latin typeface="Consolas" panose="020B0609020204030204"/>
              <a:ea typeface="Consolas" panose="020B0609020204030204"/>
            </a:endParaRPr>
          </a:p>
          <a:p>
            <a:pPr marL="114935" indent="0" defTabSz="266700">
              <a:lnSpc>
                <a:spcPts val="1200"/>
              </a:lnSpc>
            </a:pPr>
            <a:r>
              <a:rPr lang="en-US" altLang="zh-CN" sz="1200">
                <a:solidFill>
                  <a:srgbClr val="5C5C5C"/>
                </a:solidFill>
                <a:latin typeface="Consolas" panose="020B0609020204030204"/>
                <a:ea typeface="Consolas" panose="020B0609020204030204"/>
              </a:rPr>
              <a:t> class_weight=None, min_split_gain=</a:t>
            </a:r>
            <a:r>
              <a:rPr lang="en-US" altLang="zh-CN" sz="1200">
                <a:solidFill>
                  <a:srgbClr val="986801"/>
                </a:solidFill>
                <a:latin typeface="Consolas" panose="020B0609020204030204"/>
                <a:ea typeface="Consolas" panose="020B0609020204030204"/>
              </a:rPr>
              <a:t>0.0</a:t>
            </a:r>
            <a:r>
              <a:rPr lang="en-US" altLang="zh-CN" sz="1200">
                <a:solidFill>
                  <a:srgbClr val="5C5C5C"/>
                </a:solidFill>
                <a:latin typeface="Consolas" panose="020B0609020204030204"/>
                <a:ea typeface="Consolas" panose="020B0609020204030204"/>
              </a:rPr>
              <a:t>, min_child_weight=</a:t>
            </a:r>
            <a:r>
              <a:rPr lang="en-US" altLang="zh-CN" sz="1200">
                <a:solidFill>
                  <a:srgbClr val="986801"/>
                </a:solidFill>
                <a:latin typeface="Consolas" panose="020B0609020204030204"/>
                <a:ea typeface="Consolas" panose="020B0609020204030204"/>
              </a:rPr>
              <a:t>0.001</a:t>
            </a:r>
            <a:r>
              <a:rPr lang="en-US" altLang="zh-CN" sz="1200">
                <a:solidFill>
                  <a:srgbClr val="5C5C5C"/>
                </a:solidFill>
                <a:latin typeface="Consolas" panose="020B0609020204030204"/>
                <a:ea typeface="Consolas" panose="020B0609020204030204"/>
              </a:rPr>
              <a:t>, min_child_samples=</a:t>
            </a:r>
            <a:r>
              <a:rPr lang="en-US" altLang="zh-CN" sz="1200">
                <a:solidFill>
                  <a:srgbClr val="986801"/>
                </a:solidFill>
                <a:latin typeface="Consolas" panose="020B0609020204030204"/>
                <a:ea typeface="Consolas" panose="020B0609020204030204"/>
              </a:rPr>
              <a:t>20</a:t>
            </a:r>
            <a:r>
              <a:rPr lang="en-US" altLang="zh-CN" sz="1200">
                <a:solidFill>
                  <a:srgbClr val="5C5C5C"/>
                </a:solidFill>
                <a:latin typeface="Consolas" panose="020B0609020204030204"/>
                <a:ea typeface="Consolas" panose="020B0609020204030204"/>
              </a:rPr>
              <a:t>, subsample=</a:t>
            </a:r>
            <a:r>
              <a:rPr lang="en-US" altLang="zh-CN" sz="1200">
                <a:solidFill>
                  <a:srgbClr val="986801"/>
                </a:solidFill>
                <a:latin typeface="Consolas" panose="020B0609020204030204"/>
                <a:ea typeface="Consolas" panose="020B0609020204030204"/>
              </a:rPr>
              <a:t>1.0</a:t>
            </a:r>
            <a:r>
              <a:rPr lang="en-US" altLang="zh-CN" sz="1200">
                <a:solidFill>
                  <a:srgbClr val="5C5C5C"/>
                </a:solidFill>
                <a:latin typeface="Consolas" panose="020B0609020204030204"/>
                <a:ea typeface="Consolas" panose="020B0609020204030204"/>
              </a:rPr>
              <a:t>, subsample_freq=</a:t>
            </a:r>
            <a:r>
              <a:rPr lang="en-US" altLang="zh-CN" sz="1200">
                <a:solidFill>
                  <a:srgbClr val="986801"/>
                </a:solidFill>
                <a:latin typeface="Consolas" panose="020B0609020204030204"/>
                <a:ea typeface="Consolas" panose="020B0609020204030204"/>
              </a:rPr>
              <a:t>0</a:t>
            </a:r>
            <a:r>
              <a:rPr lang="en-US" altLang="zh-CN" sz="1200">
                <a:solidFill>
                  <a:srgbClr val="5C5C5C"/>
                </a:solidFill>
                <a:latin typeface="Consolas" panose="020B0609020204030204"/>
                <a:ea typeface="Consolas" panose="020B0609020204030204"/>
              </a:rPr>
              <a:t>, colsample_bytree=</a:t>
            </a:r>
            <a:r>
              <a:rPr lang="en-US" altLang="zh-CN" sz="1200">
                <a:solidFill>
                  <a:srgbClr val="986801"/>
                </a:solidFill>
                <a:latin typeface="Consolas" panose="020B0609020204030204"/>
                <a:ea typeface="Consolas" panose="020B0609020204030204"/>
              </a:rPr>
              <a:t>1.0</a:t>
            </a:r>
            <a:r>
              <a:rPr lang="en-US" altLang="zh-CN" sz="1200">
                <a:solidFill>
                  <a:srgbClr val="5C5C5C"/>
                </a:solidFill>
                <a:latin typeface="Consolas" panose="020B0609020204030204"/>
                <a:ea typeface="Consolas" panose="020B0609020204030204"/>
              </a:rPr>
              <a:t>, reg_alpha=</a:t>
            </a:r>
            <a:r>
              <a:rPr lang="en-US" altLang="zh-CN" sz="1200">
                <a:solidFill>
                  <a:srgbClr val="986801"/>
                </a:solidFill>
                <a:latin typeface="Consolas" panose="020B0609020204030204"/>
                <a:ea typeface="Consolas" panose="020B0609020204030204"/>
              </a:rPr>
              <a:t>0.0</a:t>
            </a:r>
            <a:r>
              <a:rPr lang="en-US" altLang="zh-CN" sz="1200">
                <a:solidFill>
                  <a:srgbClr val="5C5C5C"/>
                </a:solidFill>
                <a:latin typeface="Consolas" panose="020B0609020204030204"/>
                <a:ea typeface="Consolas" panose="020B0609020204030204"/>
              </a:rPr>
              <a:t>, reg_lambda=</a:t>
            </a:r>
            <a:r>
              <a:rPr lang="en-US" altLang="zh-CN" sz="1200">
                <a:solidFill>
                  <a:srgbClr val="986801"/>
                </a:solidFill>
                <a:latin typeface="Consolas" panose="020B0609020204030204"/>
                <a:ea typeface="Consolas" panose="020B0609020204030204"/>
              </a:rPr>
              <a:t>0.0</a:t>
            </a:r>
            <a:r>
              <a:rPr lang="en-US" altLang="zh-CN" sz="1200">
                <a:solidFill>
                  <a:srgbClr val="5C5C5C"/>
                </a:solidFill>
                <a:latin typeface="Consolas" panose="020B0609020204030204"/>
                <a:ea typeface="Consolas" panose="020B0609020204030204"/>
              </a:rPr>
              <a:t>, random_state=None, n_jobs=</a:t>
            </a:r>
            <a:r>
              <a:rPr lang="en-US" altLang="zh-CN" sz="1200">
                <a:solidFill>
                  <a:srgbClr val="986801"/>
                </a:solidFill>
                <a:latin typeface="Consolas" panose="020B0609020204030204"/>
                <a:ea typeface="Consolas" panose="020B0609020204030204"/>
              </a:rPr>
              <a:t>-1</a:t>
            </a:r>
            <a:r>
              <a:rPr lang="en-US" altLang="zh-CN" sz="1200">
                <a:solidFill>
                  <a:srgbClr val="5C5C5C"/>
                </a:solidFill>
                <a:latin typeface="Consolas" panose="020B0609020204030204"/>
                <a:ea typeface="Consolas" panose="020B0609020204030204"/>
              </a:rPr>
              <a:t>, silent=True, importance_type=</a:t>
            </a:r>
            <a:r>
              <a:rPr lang="en-US" altLang="zh-CN" sz="1200">
                <a:solidFill>
                  <a:srgbClr val="50A14F"/>
                </a:solidFill>
                <a:latin typeface="Consolas" panose="020B0609020204030204"/>
                <a:ea typeface="Consolas" panose="020B0609020204030204"/>
              </a:rPr>
              <a:t>'split'</a:t>
            </a:r>
            <a:r>
              <a:rPr lang="en-US" altLang="zh-CN" sz="1200">
                <a:solidFill>
                  <a:srgbClr val="5C5C5C"/>
                </a:solidFill>
                <a:latin typeface="Consolas" panose="020B0609020204030204"/>
                <a:ea typeface="Consolas" panose="020B0609020204030204"/>
              </a:rPr>
              <a:t>, **kwargs )</a:t>
            </a:r>
            <a:endParaRPr lang="en-US" altLang="zh-CN" sz="1200">
              <a:solidFill>
                <a:srgbClr val="5C5C5C"/>
              </a:solidFill>
              <a:latin typeface="Consolas" panose="020B0609020204030204"/>
              <a:ea typeface="Consolas" panose="020B0609020204030204"/>
            </a:endParaRPr>
          </a:p>
        </p:txBody>
      </p:sp>
      <p:sp>
        <p:nvSpPr>
          <p:cNvPr id="6" name="矩形 5"/>
          <p:cNvSpPr/>
          <p:nvPr/>
        </p:nvSpPr>
        <p:spPr>
          <a:xfrm>
            <a:off x="3131820" y="4448810"/>
            <a:ext cx="5223510" cy="1662430"/>
          </a:xfrm>
          <a:prstGeom prst="rect">
            <a:avLst/>
          </a:prstGeom>
          <a:solidFill>
            <a:srgbClr val="000000">
              <a:alpha val="0"/>
            </a:srgbClr>
          </a:solidFill>
          <a:ln>
            <a:solidFill>
              <a:schemeClr val="accent1"/>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实践案例：基于</a:t>
            </a:r>
            <a:r>
              <a:rPr kumimoji="0" lang="en-US" altLang="zh-CN"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LightGBM</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算法的中风预测</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pic>
        <p:nvPicPr>
          <p:cNvPr id="4" name="图片 3"/>
          <p:cNvPicPr>
            <a:picLocks noChangeAspect="1"/>
          </p:cNvPicPr>
          <p:nvPr/>
        </p:nvPicPr>
        <p:blipFill>
          <a:blip r:embed="rId1"/>
          <a:stretch>
            <a:fillRect/>
          </a:stretch>
        </p:blipFill>
        <p:spPr>
          <a:xfrm>
            <a:off x="410210" y="1155700"/>
            <a:ext cx="5722620" cy="5113020"/>
          </a:xfrm>
          <a:prstGeom prst="rect">
            <a:avLst/>
          </a:prstGeom>
        </p:spPr>
      </p:pic>
      <p:pic>
        <p:nvPicPr>
          <p:cNvPr id="7" name="图片 6"/>
          <p:cNvPicPr>
            <a:picLocks noChangeAspect="1"/>
          </p:cNvPicPr>
          <p:nvPr/>
        </p:nvPicPr>
        <p:blipFill>
          <a:blip r:embed="rId2"/>
          <a:stretch>
            <a:fillRect/>
          </a:stretch>
        </p:blipFill>
        <p:spPr>
          <a:xfrm>
            <a:off x="6256020" y="2557780"/>
            <a:ext cx="5722620" cy="371094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实践案例：基于</a:t>
            </a:r>
            <a:r>
              <a:rPr kumimoji="0" lang="en-US" altLang="zh-CN"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LightGBM</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算法的中风预测</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 name="文本框 1"/>
          <p:cNvSpPr txBox="1"/>
          <p:nvPr/>
        </p:nvSpPr>
        <p:spPr>
          <a:xfrm>
            <a:off x="766445" y="1109345"/>
            <a:ext cx="10018395" cy="3169285"/>
          </a:xfrm>
          <a:prstGeom prst="rect">
            <a:avLst/>
          </a:prstGeom>
        </p:spPr>
        <p:txBody>
          <a:bodyPr wrap="square">
            <a:spAutoFit/>
          </a:bodyPr>
          <a:p>
            <a:pPr marL="0" indent="0" algn="l" defTabSz="266700">
              <a:lnSpc>
                <a:spcPct val="125000"/>
              </a:lnSpc>
              <a:spcBef>
                <a:spcPts val="400"/>
              </a:spcBef>
              <a:spcAft>
                <a:spcPct val="0"/>
              </a:spcAft>
            </a:pPr>
            <a:r>
              <a:rPr lang="zh-CN" altLang="en-US" sz="1600" b="1">
                <a:solidFill>
                  <a:srgbClr val="C45911"/>
                </a:solidFill>
                <a:latin typeface="Times New Roman" panose="02020603050405020304" pitchFamily="18" charset="0"/>
                <a:ea typeface="微软雅黑" panose="020B0503020204020204" pitchFamily="34" charset="-122"/>
              </a:rPr>
              <a:t>输出结果：</a:t>
            </a:r>
            <a:endParaRPr lang="zh-CN" altLang="en-US" sz="1600" b="1">
              <a:solidFill>
                <a:srgbClr val="C45911"/>
              </a:solidFill>
              <a:latin typeface="Times New Roman" panose="02020603050405020304" pitchFamily="18" charset="0"/>
              <a:ea typeface="微软雅黑" panose="020B0503020204020204" pitchFamily="34" charset="-122"/>
            </a:endParaRPr>
          </a:p>
          <a:p>
            <a:pPr marL="0" indent="0" algn="l" defTabSz="266700">
              <a:lnSpc>
                <a:spcPct val="125000"/>
              </a:lnSpc>
              <a:spcBef>
                <a:spcPct val="0"/>
              </a:spcBef>
              <a:spcAft>
                <a:spcPct val="0"/>
              </a:spcAft>
            </a:pPr>
            <a:r>
              <a:rPr lang="en-US" altLang="zh-CN" sz="1600">
                <a:solidFill>
                  <a:srgbClr val="C55911"/>
                </a:solidFill>
                <a:latin typeface="Times New Roman" panose="02020603050405020304" pitchFamily="18" charset="0"/>
                <a:ea typeface="微软雅黑" panose="020B0503020204020204" pitchFamily="34" charset="-122"/>
              </a:rPr>
              <a:t>LGBM</a:t>
            </a:r>
            <a:r>
              <a:rPr lang="zh-CN" altLang="en-US" sz="1600">
                <a:solidFill>
                  <a:srgbClr val="C55911"/>
                </a:solidFill>
                <a:latin typeface="Times New Roman" panose="02020603050405020304" pitchFamily="18" charset="0"/>
                <a:ea typeface="微软雅黑" panose="020B0503020204020204" pitchFamily="34" charset="-122"/>
              </a:rPr>
              <a:t>模型准确率：</a:t>
            </a:r>
            <a:r>
              <a:rPr lang="en-US" altLang="zh-CN" sz="1600">
                <a:solidFill>
                  <a:srgbClr val="C55911"/>
                </a:solidFill>
                <a:latin typeface="Times New Roman" panose="02020603050405020304" pitchFamily="18" charset="0"/>
                <a:ea typeface="微软雅黑" panose="020B0503020204020204" pitchFamily="34" charset="-122"/>
              </a:rPr>
              <a:t>0.9461839530332681</a:t>
            </a:r>
            <a:endParaRPr lang="en-US" altLang="zh-CN" sz="1600">
              <a:solidFill>
                <a:srgbClr val="C55911"/>
              </a:solidFill>
              <a:latin typeface="Times New Roman" panose="02020603050405020304" pitchFamily="18" charset="0"/>
              <a:ea typeface="微软雅黑" panose="020B0503020204020204" pitchFamily="34" charset="-122"/>
            </a:endParaRPr>
          </a:p>
          <a:p>
            <a:pPr marL="0" indent="0" algn="l" defTabSz="266700">
              <a:lnSpc>
                <a:spcPct val="125000"/>
              </a:lnSpc>
              <a:spcBef>
                <a:spcPct val="0"/>
              </a:spcBef>
              <a:spcAft>
                <a:spcPct val="0"/>
              </a:spcAft>
            </a:pPr>
            <a:r>
              <a:rPr lang="zh-CN" altLang="en-US" sz="1600">
                <a:solidFill>
                  <a:srgbClr val="C55911"/>
                </a:solidFill>
                <a:latin typeface="Times New Roman" panose="02020603050405020304" pitchFamily="18" charset="0"/>
                <a:ea typeface="微软雅黑" panose="020B0503020204020204" pitchFamily="34" charset="-122"/>
              </a:rPr>
              <a:t>参数</a:t>
            </a:r>
            <a:r>
              <a:rPr lang="en-US" altLang="zh-CN" sz="1600">
                <a:solidFill>
                  <a:srgbClr val="C55911"/>
                </a:solidFill>
                <a:latin typeface="Times New Roman" panose="02020603050405020304" pitchFamily="18" charset="0"/>
                <a:ea typeface="微软雅黑" panose="020B0503020204020204" pitchFamily="34" charset="-122"/>
              </a:rPr>
              <a:t>learning_rate</a:t>
            </a:r>
            <a:r>
              <a:rPr lang="zh-CN" altLang="en-US" sz="1600">
                <a:solidFill>
                  <a:srgbClr val="C55911"/>
                </a:solidFill>
                <a:latin typeface="Times New Roman" panose="02020603050405020304" pitchFamily="18" charset="0"/>
                <a:ea typeface="微软雅黑" panose="020B0503020204020204" pitchFamily="34" charset="-122"/>
              </a:rPr>
              <a:t>的最佳取值</a:t>
            </a:r>
            <a:r>
              <a:rPr lang="en-US" altLang="zh-CN" sz="1600">
                <a:solidFill>
                  <a:srgbClr val="C55911"/>
                </a:solidFill>
                <a:latin typeface="Times New Roman" panose="02020603050405020304" pitchFamily="18" charset="0"/>
                <a:ea typeface="微软雅黑" panose="020B0503020204020204" pitchFamily="34" charset="-122"/>
              </a:rPr>
              <a:t>:{'learning_rate': 0.01} </a:t>
            </a:r>
            <a:endParaRPr lang="en-US" altLang="zh-CN" sz="1600">
              <a:solidFill>
                <a:srgbClr val="C55911"/>
              </a:solidFill>
              <a:latin typeface="Times New Roman" panose="02020603050405020304" pitchFamily="18" charset="0"/>
              <a:ea typeface="微软雅黑" panose="020B0503020204020204" pitchFamily="34" charset="-122"/>
            </a:endParaRPr>
          </a:p>
          <a:p>
            <a:pPr marL="0" indent="0" algn="l" defTabSz="266700">
              <a:lnSpc>
                <a:spcPct val="125000"/>
              </a:lnSpc>
              <a:spcBef>
                <a:spcPct val="0"/>
              </a:spcBef>
              <a:spcAft>
                <a:spcPct val="0"/>
              </a:spcAft>
            </a:pPr>
            <a:r>
              <a:rPr lang="en-US" altLang="zh-CN" sz="1600">
                <a:solidFill>
                  <a:srgbClr val="C55911"/>
                </a:solidFill>
                <a:latin typeface="Times New Roman" panose="02020603050405020304" pitchFamily="18" charset="0"/>
                <a:ea typeface="微软雅黑" panose="020B0503020204020204" pitchFamily="34" charset="-122"/>
              </a:rPr>
              <a:t>LGBM</a:t>
            </a:r>
            <a:r>
              <a:rPr lang="zh-CN" altLang="en-US" sz="1600">
                <a:solidFill>
                  <a:srgbClr val="C55911"/>
                </a:solidFill>
                <a:latin typeface="Times New Roman" panose="02020603050405020304" pitchFamily="18" charset="0"/>
                <a:ea typeface="微软雅黑" panose="020B0503020204020204" pitchFamily="34" charset="-122"/>
              </a:rPr>
              <a:t>最佳模型得分</a:t>
            </a:r>
            <a:r>
              <a:rPr lang="en-US" altLang="zh-CN" sz="1600">
                <a:solidFill>
                  <a:srgbClr val="C55911"/>
                </a:solidFill>
                <a:latin typeface="Times New Roman" panose="02020603050405020304" pitchFamily="18" charset="0"/>
                <a:ea typeface="微软雅黑" panose="020B0503020204020204" pitchFamily="34" charset="-122"/>
              </a:rPr>
              <a:t>:0.9522999664413442</a:t>
            </a:r>
            <a:endParaRPr lang="en-US" altLang="zh-CN" sz="1600">
              <a:solidFill>
                <a:srgbClr val="C55911"/>
              </a:solidFill>
              <a:latin typeface="Times New Roman" panose="02020603050405020304" pitchFamily="18" charset="0"/>
              <a:ea typeface="微软雅黑" panose="020B0503020204020204" pitchFamily="34" charset="-122"/>
            </a:endParaRPr>
          </a:p>
          <a:p>
            <a:pPr marL="0" indent="0" algn="l" defTabSz="266700">
              <a:lnSpc>
                <a:spcPct val="125000"/>
              </a:lnSpc>
              <a:spcBef>
                <a:spcPct val="0"/>
              </a:spcBef>
              <a:spcAft>
                <a:spcPct val="0"/>
              </a:spcAft>
            </a:pPr>
            <a:r>
              <a:rPr lang="en-US" altLang="zh-CN" sz="1600">
                <a:solidFill>
                  <a:srgbClr val="C55911"/>
                </a:solidFill>
                <a:latin typeface="Times New Roman" panose="02020603050405020304" pitchFamily="18" charset="0"/>
                <a:ea typeface="微软雅黑" panose="020B0503020204020204" pitchFamily="34" charset="-122"/>
              </a:rPr>
              <a:t>[0.95229997 0.95107627 0.9466747 ]</a:t>
            </a:r>
            <a:endParaRPr lang="en-US" altLang="zh-CN" sz="1600">
              <a:solidFill>
                <a:srgbClr val="C55911"/>
              </a:solidFill>
              <a:latin typeface="Times New Roman" panose="02020603050405020304" pitchFamily="18" charset="0"/>
              <a:ea typeface="微软雅黑" panose="020B0503020204020204" pitchFamily="34" charset="-122"/>
            </a:endParaRPr>
          </a:p>
          <a:p>
            <a:pPr marL="0" indent="0" algn="l" defTabSz="266700">
              <a:lnSpc>
                <a:spcPct val="125000"/>
              </a:lnSpc>
              <a:spcBef>
                <a:spcPct val="0"/>
              </a:spcBef>
              <a:spcAft>
                <a:spcPct val="0"/>
              </a:spcAft>
            </a:pPr>
            <a:r>
              <a:rPr lang="en-US" altLang="zh-CN" sz="1600">
                <a:solidFill>
                  <a:srgbClr val="C55911"/>
                </a:solidFill>
                <a:latin typeface="Times New Roman" panose="02020603050405020304" pitchFamily="18" charset="0"/>
                <a:ea typeface="微软雅黑" panose="020B0503020204020204" pitchFamily="34" charset="-122"/>
              </a:rPr>
              <a:t>[{'learning_rate': 0.01}, {'learning_rate': 0.05}, {'learning_rate': 0.1}]</a:t>
            </a:r>
            <a:endParaRPr lang="en-US" altLang="zh-CN" sz="1600">
              <a:solidFill>
                <a:srgbClr val="C55911"/>
              </a:solidFill>
              <a:latin typeface="Times New Roman" panose="02020603050405020304" pitchFamily="18" charset="0"/>
              <a:ea typeface="微软雅黑" panose="020B0503020204020204" pitchFamily="34" charset="-122"/>
            </a:endParaRPr>
          </a:p>
          <a:p>
            <a:pPr marL="0" indent="0" algn="l" defTabSz="266700">
              <a:lnSpc>
                <a:spcPct val="125000"/>
              </a:lnSpc>
              <a:spcBef>
                <a:spcPct val="0"/>
              </a:spcBef>
              <a:spcAft>
                <a:spcPct val="0"/>
              </a:spcAft>
            </a:pPr>
            <a:r>
              <a:rPr lang="zh-CN" altLang="en-US" sz="1600">
                <a:solidFill>
                  <a:srgbClr val="C55911"/>
                </a:solidFill>
                <a:latin typeface="Times New Roman" panose="02020603050405020304" pitchFamily="18" charset="0"/>
                <a:ea typeface="微软雅黑" panose="020B0503020204020204" pitchFamily="34" charset="-122"/>
              </a:rPr>
              <a:t>参数</a:t>
            </a:r>
            <a:r>
              <a:rPr lang="en-US" altLang="zh-CN" sz="1600">
                <a:solidFill>
                  <a:srgbClr val="C55911"/>
                </a:solidFill>
                <a:latin typeface="Times New Roman" panose="02020603050405020304" pitchFamily="18" charset="0"/>
                <a:ea typeface="微软雅黑" panose="020B0503020204020204" pitchFamily="34" charset="-122"/>
              </a:rPr>
              <a:t>feature_fraction</a:t>
            </a:r>
            <a:r>
              <a:rPr lang="zh-CN" altLang="en-US" sz="1600">
                <a:solidFill>
                  <a:srgbClr val="C55911"/>
                </a:solidFill>
                <a:latin typeface="Times New Roman" panose="02020603050405020304" pitchFamily="18" charset="0"/>
                <a:ea typeface="微软雅黑" panose="020B0503020204020204" pitchFamily="34" charset="-122"/>
              </a:rPr>
              <a:t>的最佳取值</a:t>
            </a:r>
            <a:r>
              <a:rPr lang="en-US" altLang="zh-CN" sz="1600">
                <a:solidFill>
                  <a:srgbClr val="C55911"/>
                </a:solidFill>
                <a:latin typeface="Times New Roman" panose="02020603050405020304" pitchFamily="18" charset="0"/>
                <a:ea typeface="微软雅黑" panose="020B0503020204020204" pitchFamily="34" charset="-122"/>
              </a:rPr>
              <a:t>:{'feature_fraction': 0.8}</a:t>
            </a:r>
            <a:endParaRPr lang="en-US" altLang="zh-CN" sz="1600">
              <a:solidFill>
                <a:srgbClr val="C55911"/>
              </a:solidFill>
              <a:latin typeface="Times New Roman" panose="02020603050405020304" pitchFamily="18" charset="0"/>
              <a:ea typeface="微软雅黑" panose="020B0503020204020204" pitchFamily="34" charset="-122"/>
            </a:endParaRPr>
          </a:p>
          <a:p>
            <a:pPr marL="0" indent="0" algn="l" defTabSz="266700">
              <a:lnSpc>
                <a:spcPct val="125000"/>
              </a:lnSpc>
              <a:spcBef>
                <a:spcPct val="0"/>
              </a:spcBef>
              <a:spcAft>
                <a:spcPct val="0"/>
              </a:spcAft>
            </a:pPr>
            <a:r>
              <a:rPr lang="en-US" altLang="zh-CN" sz="1600">
                <a:solidFill>
                  <a:srgbClr val="C55911"/>
                </a:solidFill>
                <a:latin typeface="Times New Roman" panose="02020603050405020304" pitchFamily="18" charset="0"/>
                <a:ea typeface="微软雅黑" panose="020B0503020204020204" pitchFamily="34" charset="-122"/>
              </a:rPr>
              <a:t>LGBM</a:t>
            </a:r>
            <a:r>
              <a:rPr lang="zh-CN" altLang="en-US" sz="1600">
                <a:solidFill>
                  <a:srgbClr val="C55911"/>
                </a:solidFill>
                <a:latin typeface="Times New Roman" panose="02020603050405020304" pitchFamily="18" charset="0"/>
                <a:ea typeface="微软雅黑" panose="020B0503020204020204" pitchFamily="34" charset="-122"/>
              </a:rPr>
              <a:t>最佳模型得分</a:t>
            </a:r>
            <a:r>
              <a:rPr lang="en-US" altLang="zh-CN" sz="1600">
                <a:solidFill>
                  <a:srgbClr val="C55911"/>
                </a:solidFill>
                <a:latin typeface="Times New Roman" panose="02020603050405020304" pitchFamily="18" charset="0"/>
                <a:ea typeface="微软雅黑" panose="020B0503020204020204" pitchFamily="34" charset="-122"/>
              </a:rPr>
              <a:t>:0.9488769835562586</a:t>
            </a:r>
            <a:endParaRPr lang="en-US" altLang="zh-CN" sz="1600">
              <a:solidFill>
                <a:srgbClr val="C55911"/>
              </a:solidFill>
              <a:latin typeface="Times New Roman" panose="02020603050405020304" pitchFamily="18" charset="0"/>
              <a:ea typeface="微软雅黑" panose="020B0503020204020204" pitchFamily="34" charset="-122"/>
            </a:endParaRPr>
          </a:p>
          <a:p>
            <a:pPr marL="0" indent="0" algn="l" defTabSz="266700">
              <a:lnSpc>
                <a:spcPct val="125000"/>
              </a:lnSpc>
              <a:spcBef>
                <a:spcPct val="0"/>
              </a:spcBef>
              <a:spcAft>
                <a:spcPct val="0"/>
              </a:spcAft>
            </a:pPr>
            <a:r>
              <a:rPr lang="en-US" altLang="zh-CN" sz="1600">
                <a:solidFill>
                  <a:srgbClr val="C55911"/>
                </a:solidFill>
                <a:latin typeface="Times New Roman" panose="02020603050405020304" pitchFamily="18" charset="0"/>
                <a:ea typeface="微软雅黑" panose="020B0503020204020204" pitchFamily="34" charset="-122"/>
              </a:rPr>
              <a:t>[0.9461857  0.94887698 0.9466747 ]</a:t>
            </a:r>
            <a:endParaRPr lang="en-US" altLang="zh-CN" sz="1600">
              <a:solidFill>
                <a:srgbClr val="C55911"/>
              </a:solidFill>
              <a:latin typeface="Times New Roman" panose="02020603050405020304" pitchFamily="18" charset="0"/>
              <a:ea typeface="微软雅黑" panose="020B0503020204020204" pitchFamily="34" charset="-122"/>
            </a:endParaRPr>
          </a:p>
          <a:p>
            <a:pPr marL="0" indent="0" algn="just" defTabSz="266700">
              <a:lnSpc>
                <a:spcPct val="125000"/>
              </a:lnSpc>
              <a:spcBef>
                <a:spcPct val="0"/>
              </a:spcBef>
              <a:spcAft>
                <a:spcPct val="0"/>
              </a:spcAft>
            </a:pPr>
            <a:r>
              <a:rPr lang="en-US" altLang="zh-CN" sz="1600">
                <a:solidFill>
                  <a:srgbClr val="C55911"/>
                </a:solidFill>
                <a:latin typeface="Times New Roman" panose="02020603050405020304" pitchFamily="18" charset="0"/>
                <a:ea typeface="微软雅黑" panose="020B0503020204020204" pitchFamily="34" charset="-122"/>
              </a:rPr>
              <a:t>[{'feature_fraction': 0.6}, {'feature_fraction': 0.8}, {'feature_fraction': 1}]</a:t>
            </a:r>
            <a:endParaRPr lang="en-US" altLang="zh-CN" sz="1600">
              <a:solidFill>
                <a:srgbClr val="C55911"/>
              </a:solidFill>
              <a:latin typeface="Times New Roman" panose="02020603050405020304" pitchFamily="18" charset="0"/>
              <a:ea typeface="微软雅黑" panose="020B0503020204020204" pitchFamily="34" charset="-122"/>
            </a:endParaRPr>
          </a:p>
        </p:txBody>
      </p:sp>
      <p:sp>
        <p:nvSpPr>
          <p:cNvPr id="5" name="文本框 4"/>
          <p:cNvSpPr txBox="1"/>
          <p:nvPr/>
        </p:nvSpPr>
        <p:spPr>
          <a:xfrm>
            <a:off x="755650" y="4831715"/>
            <a:ext cx="10680700" cy="1322070"/>
          </a:xfrm>
          <a:prstGeom prst="rect">
            <a:avLst/>
          </a:prstGeom>
        </p:spPr>
        <p:txBody>
          <a:bodyPr wrap="square">
            <a:spAutoFit/>
          </a:bodyPr>
          <a:p>
            <a:pPr marL="0" indent="304800" algn="just" defTabSz="266700">
              <a:lnSpc>
                <a:spcPct val="125000"/>
              </a:lnSpc>
              <a:spcBef>
                <a:spcPct val="0"/>
              </a:spcBef>
              <a:spcAft>
                <a:spcPct val="0"/>
              </a:spcAft>
            </a:pPr>
            <a:r>
              <a:rPr lang="zh-CN" altLang="en-US" sz="1600">
                <a:solidFill>
                  <a:schemeClr val="tx1"/>
                </a:solidFill>
                <a:uFillTx/>
                <a:latin typeface="Times New Roman" panose="02020603050405020304" pitchFamily="18" charset="0"/>
                <a:ea typeface="微软雅黑" panose="020B0503020204020204" pitchFamily="34" charset="-122"/>
              </a:rPr>
              <a:t>本案例使用准确率对</a:t>
            </a:r>
            <a:r>
              <a:rPr lang="en-US" altLang="zh-CN" sz="1600">
                <a:solidFill>
                  <a:schemeClr val="tx1"/>
                </a:solidFill>
                <a:uFillTx/>
                <a:latin typeface="Times New Roman" panose="02020603050405020304" pitchFamily="18" charset="0"/>
                <a:ea typeface="微软雅黑" panose="020B0503020204020204" pitchFamily="34" charset="-122"/>
              </a:rPr>
              <a:t>LightGBM</a:t>
            </a:r>
            <a:r>
              <a:rPr lang="zh-CN" altLang="en-US" sz="1600">
                <a:solidFill>
                  <a:schemeClr val="tx1"/>
                </a:solidFill>
                <a:uFillTx/>
                <a:latin typeface="Times New Roman" panose="02020603050405020304" pitchFamily="18" charset="0"/>
                <a:ea typeface="微软雅黑" panose="020B0503020204020204" pitchFamily="34" charset="-122"/>
              </a:rPr>
              <a:t>进行了评价。从输出结果可以观察到</a:t>
            </a:r>
            <a:r>
              <a:rPr lang="en-US" altLang="zh-CN" sz="1600">
                <a:solidFill>
                  <a:schemeClr val="tx1"/>
                </a:solidFill>
                <a:uFillTx/>
                <a:latin typeface="Times New Roman" panose="02020603050405020304" pitchFamily="18" charset="0"/>
                <a:ea typeface="微软雅黑" panose="020B0503020204020204" pitchFamily="34" charset="-122"/>
              </a:rPr>
              <a:t>LightGBM</a:t>
            </a:r>
            <a:r>
              <a:rPr lang="zh-CN" altLang="en-US" sz="1600">
                <a:solidFill>
                  <a:schemeClr val="tx1"/>
                </a:solidFill>
                <a:uFillTx/>
                <a:latin typeface="Times New Roman" panose="02020603050405020304" pitchFamily="18" charset="0"/>
                <a:ea typeface="微软雅黑" panose="020B0503020204020204" pitchFamily="34" charset="-122"/>
              </a:rPr>
              <a:t>在默认参数的条件下，准确率为</a:t>
            </a:r>
            <a:r>
              <a:rPr lang="en-US" altLang="zh-CN" sz="1600">
                <a:solidFill>
                  <a:schemeClr val="tx1"/>
                </a:solidFill>
                <a:uFillTx/>
                <a:latin typeface="Times New Roman" panose="02020603050405020304" pitchFamily="18" charset="0"/>
                <a:ea typeface="微软雅黑" panose="020B0503020204020204" pitchFamily="34" charset="-122"/>
              </a:rPr>
              <a:t>0.946</a:t>
            </a:r>
            <a:r>
              <a:rPr lang="zh-CN" altLang="en-US" sz="1600">
                <a:solidFill>
                  <a:schemeClr val="tx1"/>
                </a:solidFill>
                <a:uFillTx/>
                <a:latin typeface="Times New Roman" panose="02020603050405020304" pitchFamily="18" charset="0"/>
                <a:ea typeface="微软雅黑" panose="020B0503020204020204" pitchFamily="34" charset="-122"/>
              </a:rPr>
              <a:t>，通过网格搜索和交叉验证的方法，寻找最优参数，如学习率、树的深度等，可以将准确率提升到</a:t>
            </a:r>
            <a:r>
              <a:rPr lang="en-US" altLang="zh-CN" sz="1600">
                <a:solidFill>
                  <a:schemeClr val="tx1"/>
                </a:solidFill>
                <a:uFillTx/>
                <a:latin typeface="Times New Roman" panose="02020603050405020304" pitchFamily="18" charset="0"/>
                <a:ea typeface="微软雅黑" panose="020B0503020204020204" pitchFamily="34" charset="-122"/>
              </a:rPr>
              <a:t>0.952</a:t>
            </a:r>
            <a:r>
              <a:rPr lang="zh-CN" altLang="en-US" sz="1600">
                <a:solidFill>
                  <a:schemeClr val="tx1"/>
                </a:solidFill>
                <a:uFillTx/>
                <a:latin typeface="Times New Roman" panose="02020603050405020304" pitchFamily="18" charset="0"/>
                <a:ea typeface="微软雅黑" panose="020B0503020204020204" pitchFamily="34" charset="-122"/>
              </a:rPr>
              <a:t>。为了更全面地了解</a:t>
            </a:r>
            <a:r>
              <a:rPr lang="en-US" altLang="zh-CN" sz="1600">
                <a:solidFill>
                  <a:schemeClr val="tx1"/>
                </a:solidFill>
                <a:uFillTx/>
                <a:latin typeface="Times New Roman" panose="02020603050405020304" pitchFamily="18" charset="0"/>
                <a:ea typeface="微软雅黑" panose="020B0503020204020204" pitchFamily="34" charset="-122"/>
              </a:rPr>
              <a:t>LightGBM</a:t>
            </a:r>
            <a:r>
              <a:rPr lang="zh-CN" altLang="en-US" sz="1600">
                <a:solidFill>
                  <a:schemeClr val="tx1"/>
                </a:solidFill>
                <a:uFillTx/>
                <a:latin typeface="Times New Roman" panose="02020603050405020304" pitchFamily="18" charset="0"/>
                <a:ea typeface="微软雅黑" panose="020B0503020204020204" pitchFamily="34" charset="-122"/>
              </a:rPr>
              <a:t>模型的性能并提升准确率，可以尝试调整模型的超参数，比如</a:t>
            </a:r>
            <a:r>
              <a:rPr lang="en-US" altLang="zh-CN" sz="1600">
                <a:solidFill>
                  <a:schemeClr val="tx1"/>
                </a:solidFill>
                <a:uFillTx/>
                <a:latin typeface="Times New Roman" panose="02020603050405020304" pitchFamily="18" charset="0"/>
                <a:ea typeface="微软雅黑" panose="020B0503020204020204" pitchFamily="34" charset="-122"/>
              </a:rPr>
              <a:t>boosting_type</a:t>
            </a:r>
            <a:r>
              <a:rPr lang="zh-CN" altLang="en-US" sz="1600">
                <a:solidFill>
                  <a:schemeClr val="tx1"/>
                </a:solidFill>
                <a:uFillTx/>
                <a:latin typeface="Times New Roman" panose="02020603050405020304" pitchFamily="18" charset="0"/>
                <a:ea typeface="微软雅黑" panose="020B0503020204020204" pitchFamily="34" charset="-122"/>
              </a:rPr>
              <a:t>、</a:t>
            </a:r>
            <a:r>
              <a:rPr lang="en-US" altLang="zh-CN" sz="1600">
                <a:solidFill>
                  <a:schemeClr val="tx1"/>
                </a:solidFill>
                <a:uFillTx/>
                <a:latin typeface="Times New Roman" panose="02020603050405020304" pitchFamily="18" charset="0"/>
                <a:ea typeface="微软雅黑" panose="020B0503020204020204" pitchFamily="34" charset="-122"/>
              </a:rPr>
              <a:t>num_leaves</a:t>
            </a:r>
            <a:r>
              <a:rPr lang="zh-CN" altLang="en-US" sz="1600">
                <a:solidFill>
                  <a:schemeClr val="tx1"/>
                </a:solidFill>
                <a:uFillTx/>
                <a:latin typeface="Times New Roman" panose="02020603050405020304" pitchFamily="18" charset="0"/>
                <a:ea typeface="微软雅黑" panose="020B0503020204020204" pitchFamily="34" charset="-122"/>
              </a:rPr>
              <a:t>和</a:t>
            </a:r>
            <a:r>
              <a:rPr lang="en-US" altLang="zh-CN" sz="1600">
                <a:solidFill>
                  <a:schemeClr val="tx1"/>
                </a:solidFill>
                <a:uFillTx/>
                <a:latin typeface="Times New Roman" panose="02020603050405020304" pitchFamily="18" charset="0"/>
                <a:ea typeface="微软雅黑" panose="020B0503020204020204" pitchFamily="34" charset="-122"/>
              </a:rPr>
              <a:t>max_depth</a:t>
            </a:r>
            <a:r>
              <a:rPr lang="zh-CN" altLang="en-US" sz="1600">
                <a:solidFill>
                  <a:schemeClr val="tx1"/>
                </a:solidFill>
                <a:uFillTx/>
                <a:latin typeface="Times New Roman" panose="02020603050405020304" pitchFamily="18" charset="0"/>
                <a:ea typeface="微软雅黑" panose="020B0503020204020204" pitchFamily="34" charset="-122"/>
              </a:rPr>
              <a:t>等，以观察其对准确率的影响。</a:t>
            </a:r>
            <a:endParaRPr lang="zh-CN" altLang="en-US" sz="1600">
              <a:solidFill>
                <a:schemeClr val="tx1"/>
              </a:solidFill>
              <a:uFillTx/>
              <a:latin typeface="Times New Roman" panose="02020603050405020304" pitchFamily="18" charset="0"/>
              <a:ea typeface="微软雅黑" panose="020B0503020204020204" pitchFamily="34" charset="-122"/>
            </a:endParaRPr>
          </a:p>
        </p:txBody>
      </p:sp>
      <p:sp>
        <p:nvSpPr>
          <p:cNvPr id="6" name="矩形 5"/>
          <p:cNvSpPr/>
          <p:nvPr/>
        </p:nvSpPr>
        <p:spPr>
          <a:xfrm>
            <a:off x="766445" y="4798060"/>
            <a:ext cx="10721340" cy="1397635"/>
          </a:xfrm>
          <a:prstGeom prst="rect">
            <a:avLst/>
          </a:prstGeom>
          <a:ln>
            <a:solidFill>
              <a:schemeClr val="accent1"/>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2974694" y="2267379"/>
            <a:ext cx="7326776" cy="1352550"/>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gn="dist"/>
            <a:r>
              <a:rPr lang="zh-CN" altLang="en-US" b="0" dirty="0">
                <a:solidFill>
                  <a:schemeClr val="bg1"/>
                </a:solidFill>
                <a:latin typeface="华光综艺_CNKI" panose="02000500000000000000" pitchFamily="2" charset="-122"/>
                <a:ea typeface="华光综艺_CNKI" panose="02000500000000000000" pitchFamily="2" charset="-122"/>
              </a:rPr>
              <a:t>恳请批评指正！</a:t>
            </a:r>
            <a:endParaRPr lang="en-US" b="0" dirty="0">
              <a:solidFill>
                <a:schemeClr val="bg1"/>
              </a:solidFill>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tags/tag1.xml><?xml version="1.0" encoding="utf-8"?>
<p:tagLst xmlns:p="http://schemas.openxmlformats.org/presentationml/2006/main">
  <p:tag name="TABLE_ENDDRAG_ORIGIN_RECT" val="504*99"/>
  <p:tag name="TABLE_ENDDRAG_RECT" val="157*237*504*99"/>
</p:tagLst>
</file>

<file path=ppt/tags/tag2.xml><?xml version="1.0" encoding="utf-8"?>
<p:tagLst xmlns:p="http://schemas.openxmlformats.org/presentationml/2006/main">
  <p:tag name="TABLE_ENDDRAG_ORIGIN_RECT" val="619*212"/>
  <p:tag name="TABLE_ENDDRAG_RECT" val="78*212*619*212"/>
</p:tagLst>
</file>

<file path=ppt/tags/tag3.xml><?xml version="1.0" encoding="utf-8"?>
<p:tagLst xmlns:p="http://schemas.openxmlformats.org/presentationml/2006/main">
  <p:tag name="KSO_WPP_MARK_KEY" val="057fef28-e1f3-418f-8f7b-57f60670b37e"/>
  <p:tag name="COMMONDATA" val="eyJoZGlkIjoiNGZlODdkOGY2N2FkZjEzZjVmYjI5NGY1MTQ2NGRhNj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0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7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1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1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2_默认设计模板">
  <a:themeElements>
    <a:clrScheme name="自定义 42">
      <a:dk1>
        <a:sysClr val="windowText" lastClr="000000"/>
      </a:dk1>
      <a:lt1>
        <a:sysClr val="window" lastClr="FFFFFF"/>
      </a:lt1>
      <a:dk2>
        <a:srgbClr val="1F497D"/>
      </a:dk2>
      <a:lt2>
        <a:srgbClr val="EEECE1"/>
      </a:lt2>
      <a:accent1>
        <a:srgbClr val="1967A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muant0k">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默认设计模板">
  <a:themeElements>
    <a:clrScheme name="自定义 42">
      <a:dk1>
        <a:sysClr val="windowText" lastClr="000000"/>
      </a:dk1>
      <a:lt1>
        <a:sysClr val="window" lastClr="FFFFFF"/>
      </a:lt1>
      <a:dk2>
        <a:srgbClr val="1F497D"/>
      </a:dk2>
      <a:lt2>
        <a:srgbClr val="EEECE1"/>
      </a:lt2>
      <a:accent1>
        <a:srgbClr val="1967A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9">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18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12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9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6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6043</Words>
  <Application>WPS 演示</Application>
  <PresentationFormat>宽屏</PresentationFormat>
  <Paragraphs>352</Paragraphs>
  <Slides>31</Slides>
  <Notes>29</Notes>
  <HiddenSlides>0</HiddenSlides>
  <MMClips>0</MMClips>
  <ScaleCrop>false</ScaleCrop>
  <HeadingPairs>
    <vt:vector size="8" baseType="variant">
      <vt:variant>
        <vt:lpstr>已用的字体</vt:lpstr>
      </vt:variant>
      <vt:variant>
        <vt:i4>26</vt:i4>
      </vt:variant>
      <vt:variant>
        <vt:lpstr>主题</vt:lpstr>
      </vt:variant>
      <vt:variant>
        <vt:i4>12</vt:i4>
      </vt:variant>
      <vt:variant>
        <vt:lpstr>嵌入 OLE 服务器</vt:lpstr>
      </vt:variant>
      <vt:variant>
        <vt:i4>3</vt:i4>
      </vt:variant>
      <vt:variant>
        <vt:lpstr>幻灯片标题</vt:lpstr>
      </vt:variant>
      <vt:variant>
        <vt:i4>31</vt:i4>
      </vt:variant>
    </vt:vector>
  </HeadingPairs>
  <TitlesOfParts>
    <vt:vector size="72" baseType="lpstr">
      <vt:lpstr>Arial</vt:lpstr>
      <vt:lpstr>宋体</vt:lpstr>
      <vt:lpstr>Wingdings</vt:lpstr>
      <vt:lpstr>微软雅黑</vt:lpstr>
      <vt:lpstr>华光综艺_CNKI</vt:lpstr>
      <vt:lpstr>Arial</vt:lpstr>
      <vt:lpstr>Times New Roman</vt:lpstr>
      <vt:lpstr>Calibri</vt:lpstr>
      <vt:lpstr>Liberation Sans</vt:lpstr>
      <vt:lpstr>Segoe Print</vt:lpstr>
      <vt:lpstr>思源黑体 CN Bold</vt:lpstr>
      <vt:lpstr>Calibri</vt:lpstr>
      <vt:lpstr>思源黑体</vt:lpstr>
      <vt:lpstr>黑体</vt:lpstr>
      <vt:lpstr>Impact</vt:lpstr>
      <vt:lpstr>华文隶书</vt:lpstr>
      <vt:lpstr>Tw Cen MT</vt:lpstr>
      <vt:lpstr>华文仿宋</vt:lpstr>
      <vt:lpstr>华文新魏</vt:lpstr>
      <vt:lpstr>等线</vt:lpstr>
      <vt:lpstr>方正舒体</vt:lpstr>
      <vt:lpstr>楷体</vt:lpstr>
      <vt:lpstr>Arial Unicode MS</vt:lpstr>
      <vt:lpstr>Times New Roman</vt:lpstr>
      <vt:lpstr>Consolas</vt:lpstr>
      <vt:lpstr>Courier New</vt:lpstr>
      <vt:lpstr>Office 主题​​</vt:lpstr>
      <vt:lpstr>10_自定义设计方案</vt:lpstr>
      <vt:lpstr>17_自定义设计方案</vt:lpstr>
      <vt:lpstr>21_自定义设计方案</vt:lpstr>
      <vt:lpstr>11_自定义设计方案</vt:lpstr>
      <vt:lpstr>2_默认设计模板</vt:lpstr>
      <vt:lpstr>1_默认设计模板</vt:lpstr>
      <vt:lpstr>7_自定义设计方案</vt:lpstr>
      <vt:lpstr>18_自定义设计方案</vt:lpstr>
      <vt:lpstr>12_自定义设计方案</vt:lpstr>
      <vt:lpstr>19_自定义设计方案</vt:lpstr>
      <vt:lpstr>16_自定义设计方案</vt:lpstr>
      <vt:lpstr>Equation.DSMT4</vt:lpstr>
      <vt:lpstr>Equation.DSMT4</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2024 大数据分析-模版-吕欣.pptx</dc:title>
  <dc:creator>吕欣</dc:creator>
  <cp:lastModifiedBy>VE</cp:lastModifiedBy>
  <cp:revision>2900</cp:revision>
  <dcterms:created xsi:type="dcterms:W3CDTF">2022-05-23T09:13:00Z</dcterms:created>
  <dcterms:modified xsi:type="dcterms:W3CDTF">2025-04-17T14:04:21Z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03DF3E81453D43789918EC1D3CAC176D_12</vt:lpwstr>
  </property>
  <property fmtid="{D5CDD505-2E9C-101B-9397-08002B2CF9AE}" pid="3" name="KSOProductBuildVer">
    <vt:lpwstr>2052-12.1.0.20784</vt:lpwstr>
  </property>
</Properties>
</file>