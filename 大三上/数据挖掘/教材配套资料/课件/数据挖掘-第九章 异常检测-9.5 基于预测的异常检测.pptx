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5.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6.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7.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8.xml" ContentType="application/vnd.openxmlformats-officedocument.theme+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9.xml" ContentType="application/vnd.openxmlformats-officedocument.theme+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0.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theme/theme11.xml" ContentType="application/vnd.openxmlformats-officedocument.theme+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2">
  <p:sldMasterIdLst>
    <p:sldMasterId id="2147483648" r:id="rId1"/>
    <p:sldMasterId id="2147484409" r:id="rId2"/>
    <p:sldMasterId id="2147484466" r:id="rId3"/>
    <p:sldMasterId id="2147484493" r:id="rId4"/>
    <p:sldMasterId id="2147484519" r:id="rId5"/>
    <p:sldMasterId id="2147484635" r:id="rId6"/>
    <p:sldMasterId id="2147484651" r:id="rId7"/>
    <p:sldMasterId id="2147484950" r:id="rId8"/>
    <p:sldMasterId id="2147484968" r:id="rId9"/>
    <p:sldMasterId id="2147484995" r:id="rId10"/>
    <p:sldMasterId id="2147485044" r:id="rId11"/>
    <p:sldMasterId id="2147485105" r:id="rId12"/>
  </p:sldMasterIdLst>
  <p:notesMasterIdLst>
    <p:notesMasterId r:id="rId40"/>
  </p:notesMasterIdLst>
  <p:handoutMasterIdLst>
    <p:handoutMasterId r:id="rId41"/>
  </p:handoutMasterIdLst>
  <p:sldIdLst>
    <p:sldId id="15638" r:id="rId13"/>
    <p:sldId id="15669" r:id="rId14"/>
    <p:sldId id="15772" r:id="rId15"/>
    <p:sldId id="15870" r:id="rId16"/>
    <p:sldId id="15871" r:id="rId17"/>
    <p:sldId id="15872" r:id="rId18"/>
    <p:sldId id="15873" r:id="rId19"/>
    <p:sldId id="15874" r:id="rId20"/>
    <p:sldId id="15875" r:id="rId21"/>
    <p:sldId id="15876" r:id="rId22"/>
    <p:sldId id="15877" r:id="rId23"/>
    <p:sldId id="15878" r:id="rId24"/>
    <p:sldId id="15879" r:id="rId25"/>
    <p:sldId id="15880" r:id="rId26"/>
    <p:sldId id="15881" r:id="rId27"/>
    <p:sldId id="15882" r:id="rId28"/>
    <p:sldId id="15883" r:id="rId29"/>
    <p:sldId id="15884" r:id="rId30"/>
    <p:sldId id="15885" r:id="rId31"/>
    <p:sldId id="15850" r:id="rId32"/>
    <p:sldId id="15867" r:id="rId33"/>
    <p:sldId id="15886" r:id="rId34"/>
    <p:sldId id="15887" r:id="rId35"/>
    <p:sldId id="15888" r:id="rId36"/>
    <p:sldId id="15889" r:id="rId37"/>
    <p:sldId id="15890" r:id="rId38"/>
    <p:sldId id="15502" r:id="rId39"/>
  </p:sldIdLst>
  <p:sldSz cx="12192000"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252" userDrawn="1">
          <p15:clr>
            <a:srgbClr val="A4A3A4"/>
          </p15:clr>
        </p15:guide>
        <p15:guide id="5" orient="horz" pos="245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5C0C"/>
    <a:srgbClr val="FFFFFF"/>
    <a:srgbClr val="0066FF"/>
    <a:srgbClr val="7EA4EE"/>
    <a:srgbClr val="00FF00"/>
    <a:srgbClr val="F6F9FE"/>
    <a:srgbClr val="91CF50"/>
    <a:srgbClr val="FF66FF"/>
    <a:srgbClr val="00CCFF"/>
    <a:srgbClr val="0096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2" autoAdjust="0"/>
    <p:restoredTop sz="88617" autoAdjust="0"/>
  </p:normalViewPr>
  <p:slideViewPr>
    <p:cSldViewPr snapToGrid="0">
      <p:cViewPr varScale="1">
        <p:scale>
          <a:sx n="94" d="100"/>
          <a:sy n="94" d="100"/>
        </p:scale>
        <p:origin x="726" y="78"/>
      </p:cViewPr>
      <p:guideLst>
        <p:guide pos="2252"/>
        <p:guide orient="horz" pos="245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tags" Target="tags/tag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4.xml"/><Relationship Id="rId29"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10" Type="http://schemas.openxmlformats.org/officeDocument/2006/relationships/slideMaster" Target="slideMasters/slideMaster10.xml"/><Relationship Id="rId19" Type="http://schemas.openxmlformats.org/officeDocument/2006/relationships/slide" Target="slides/slide7.xml"/><Relationship Id="rId31" Type="http://schemas.openxmlformats.org/officeDocument/2006/relationships/slide" Target="slides/slide19.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presProps" Target="presProp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tableStyles" Target="tableStyles.xml"/><Relationship Id="rId20" Type="http://schemas.openxmlformats.org/officeDocument/2006/relationships/slide" Target="slides/slide8.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t>2025/4/17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t>2025/4/17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extLst>
      <p:ext uri="{BB962C8B-B14F-4D97-AF65-F5344CB8AC3E}">
        <p14:creationId xmlns:p14="http://schemas.microsoft.com/office/powerpoint/2010/main" val="4004672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B2364-C4ED-C4F6-5139-791D90C5A7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208D54-AB53-7A3D-FE9F-B742B0538D3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B1F1FB-5D20-0CC0-48E6-5024F25A692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C2DC0CC-ECDA-C7C5-4E37-F0F8AC80CE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39968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6E554-75CF-5A65-B810-42E36A683D9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F1F06C3-2A71-99B6-B78D-AA3567844DD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598CCE1-BB65-A77B-7133-818562C1846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3A62295-F3E0-8D7F-4FA4-ACB8E9B50B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188567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55970-6B0B-BF17-0E1C-08AAEEB393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0D513C2-78A3-9211-722A-9F1D406E905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392892F-FD79-EA08-0AB7-B6B7F8ED687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AC12313-57F8-C8F4-6ACB-969609BE04D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782115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23FB5-A33E-D7DE-E5A0-514CA667A1D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1EF4C17-CA24-E40B-245D-14225446963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7C164FB-7C84-182E-0492-1DFCD3F66C5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D52C96A-93D8-C3D6-E39A-E1E48F6C9A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3228318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91C33-3DFE-AC63-944A-D6C39EE8C61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8BE51FC-23A4-BAA8-52F8-F2DDBE6E959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9FD2D8C-30EC-B654-9778-1BFEE40B83C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0B6915C-6520-4A8D-E187-E0739D47A83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086377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AD8A4-CA42-10A0-E695-19D2C5F953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DC5C3C7-97CF-2E61-28EF-0F855C31637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D36CCBF-8265-DBBE-7862-E294D891B3E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9A7B026-14A1-B3A3-3A1B-FC724A26460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288884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6E3B8-6936-BA60-82FB-9DBF9A5B5F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CD14F2-B07E-CE27-29D7-269C61C7D75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C85495-2813-1C94-80A4-16E2722449A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AD78615-CE13-B4E8-2D07-57E4D77B45B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738509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8E300-9FFB-47A0-7BF7-1BFEE453F14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5749E2C-EE25-6974-356F-EEE9E7AAD6F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E0F153F-538C-D4A9-1D65-6C313835284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1F41430-CC18-6FB4-7DF5-5D1CC0A0567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158428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DFFAE-F2BA-596B-1358-D30AFD479C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8CAF41A-899C-FFC7-9984-926F033261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CF26AD-D1E2-3CA7-B176-4563D6D5E90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C63851E-2499-71DF-1924-8250BEF87EA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4302837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70C60-94EC-2000-AF7C-8ED93F25296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25D03BE-EED0-D884-BD5B-E55B3ACC87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8DFE82B-B26E-A2F1-A5C5-D4B7280A7EA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B363722-7F90-F6B9-B3DB-AD6C5CA3AC8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354540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75214-924F-3636-FC3B-4A5888F76C2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413240-6288-E6A4-6F84-1A249123672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DFA0566-D9DF-521C-9477-EA3D8B9026A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3750DBF-9095-3E0A-9145-85591708D6C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0311386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CD9E6-4D98-C651-5E51-4129C3C1860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918CBE-7767-B5CF-5655-77BDEC05ECD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24A6D98-7535-0CD4-6F1A-3C56C0CDEB4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67706F7-AAA2-21A2-D742-7C99BB20902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1805627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B78B9-CE65-CC7A-E4E1-13B791C486C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F449099-7A95-3352-AE2A-277560F79A2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CE3265E-D6C7-7F6D-9412-2941E114BA5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E3275F4-8977-4687-A44A-35375C33C19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79003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B9A8E-8206-BA21-2BF5-C6510CED446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23E0DD4-6AE3-82EF-07D8-6A305B54087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734F899-2324-AF4E-8292-5589D17C890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DC41002-00F5-4671-1975-98AC2920476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132371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85836-AA2B-B4A1-F20E-B1DBD9E33A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70BF89C-A20C-D112-E0EC-D648B2C214D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0BEC8B5-E800-D9F4-EF0D-442C3318BA3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7846E19-CFC9-B78B-CA6A-003C96A9A8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43311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CCA0E-8CDD-54DF-9A10-9CBB6A25D76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FA8DB67-AA24-B3D9-9C53-ECF7A6539C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FEDE0EA-188B-34BC-EB6A-B143525B7DB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89BFA50-8148-3F99-9001-6EC94D287EF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943114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E19F0-5CC8-A686-0FA3-5DB25B9095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96B9977-3809-5D6E-1B39-F75BCB3EFFC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2656FC5-E83C-696B-6989-04FBD3FE31C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7C39E5F-AADC-FC2C-D459-F8714B85681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900933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6B878-D627-436C-4083-217B55781CB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36019B-8BD5-0332-A210-1BBCEE48E6C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212BE09-8709-3584-A184-508F9796B64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45969AF-71F7-F7E5-9936-CB2F2C97408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078622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1AC82-2BA1-260A-4749-460E71B8B3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255D39-6108-AA4F-D421-E4D793E4F8E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FA45A93-6C92-CC3A-9356-EF3B65935FC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EDDC318-15C3-7F19-015B-0EAAFE596B3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62356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A6EF7-1128-D6E2-1678-D3C3290A104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D59989-A60A-F73B-0ED8-3B37246CB0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A468BC-2CD6-C6F7-15DB-9ABF8AE7A07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166016B-7367-CB90-2F3E-F10353F5047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977121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B2640-9219-1C2A-B060-877FF089943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C698AD9-4B35-22A9-A5E1-0AE33AA7CC3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87C5F8B-B76F-5C15-099A-1B900AFA818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41CDDEF-DDF5-E1CA-01D5-04AEE612D26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9996606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4473E-3FF8-3C45-B605-2F6C82AB55A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0A20810-4C7E-0BEA-34E4-348176A9F6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0714B7D-4FA6-A6B7-B40A-73EFC95F839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E52B9FF-4856-01B6-57AC-7A86FA9071E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1241050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AACA4-9577-2E3B-0788-DDABECEA8E7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48BEEB6-5A41-0334-90DE-AF434559198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A2E9F77-9A60-E1F8-CBE2-B6156849FFE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246B315-B032-2CE2-1868-3136BD07C7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589872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8D84F-C3D3-AED1-8CB4-F0F39B9FCA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A4FF32C-02E4-7036-02FF-5D723EE73D2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A038EAF-632D-1561-C6B1-38C74C707A4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D30BC60-AC66-A99D-0BC1-7DC6084F6D5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5684036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222B5-7373-7C18-B636-A8123246177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6FE13E-41B9-B0F6-CA81-D29AAA080D9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816FC48-8439-756F-D3DC-67BE9C171F4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B0FC350-DCC0-3E58-05CA-2145176F70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3846069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6.xml"/><Relationship Id="rId4" Type="http://schemas.microsoft.com/office/2007/relationships/hdphoto" Target="../media/hdphoto1.wdp"/></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4" Type="http://schemas.microsoft.com/office/2007/relationships/hdphoto" Target="../media/hdphoto1.wdp"/></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508FBC-A264-6F1A-7977-DAFCBAF3875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55"/>
          <a:stretch/>
        </p:blipFill>
        <p:spPr>
          <a:xfrm>
            <a:off x="916640" y="227763"/>
            <a:ext cx="11161059" cy="603504"/>
          </a:xfrm>
          <a:prstGeom prst="rect">
            <a:avLst/>
          </a:prstGeom>
        </p:spPr>
      </p:pic>
      <p:pic>
        <p:nvPicPr>
          <p:cNvPr id="3" name="Picture 2" descr="A logo with dots and lines&#10;&#10;Description automatically generated">
            <a:extLst>
              <a:ext uri="{FF2B5EF4-FFF2-40B4-BE49-F238E27FC236}">
                <a16:creationId xmlns:a16="http://schemas.microsoft.com/office/drawing/2014/main" id="{5467157C-6AAC-7C52-2017-1FE36A3D10C3}"/>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71D0F9-5031-B629-E802-6AEAF0F1C632}"/>
              </a:ext>
            </a:extLst>
          </p:cNvPr>
          <p:cNvPicPr>
            <a:picLocks noChangeAspect="1"/>
          </p:cNvPicPr>
          <p:nvPr userDrawn="1"/>
        </p:nvPicPr>
        <p:blipFill rotWithShape="1">
          <a:blip r:embed="rId2"/>
          <a:srcRect l="453"/>
          <a:stretch/>
        </p:blipFill>
        <p:spPr>
          <a:xfrm>
            <a:off x="0" y="0"/>
            <a:ext cx="12192000" cy="1014998"/>
          </a:xfrm>
          <a:prstGeom prst="rect">
            <a:avLst/>
          </a:prstGeom>
        </p:spPr>
      </p:pic>
      <p:sp>
        <p:nvSpPr>
          <p:cNvPr id="2" name="Rectangle 1">
            <a:extLst>
              <a:ext uri="{FF2B5EF4-FFF2-40B4-BE49-F238E27FC236}">
                <a16:creationId xmlns:a16="http://schemas.microsoft.com/office/drawing/2014/main" id="{F3F803D8-0039-D24A-E8C1-26F5161CAA45}"/>
              </a:ext>
            </a:extLst>
          </p:cNvPr>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8990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4834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p>
        </p:txBody>
      </p:sp>
      <p:sp>
        <p:nvSpPr>
          <p:cNvPr id="2" name="矩形 26">
            <a:extLst>
              <a:ext uri="{FF2B5EF4-FFF2-40B4-BE49-F238E27FC236}">
                <a16:creationId xmlns:a16="http://schemas.microsoft.com/office/drawing/2014/main" id="{09687F67-AA25-9614-8E73-69B387358195}"/>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p>
        </p:txBody>
      </p:sp>
      <p:sp>
        <p:nvSpPr>
          <p:cNvPr id="2" name="矩形 26">
            <a:extLst>
              <a:ext uri="{FF2B5EF4-FFF2-40B4-BE49-F238E27FC236}">
                <a16:creationId xmlns:a16="http://schemas.microsoft.com/office/drawing/2014/main" id="{237FF217-6AE0-9A66-FE88-108698555006}"/>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p>
        </p:txBody>
      </p:sp>
      <p:sp>
        <p:nvSpPr>
          <p:cNvPr id="2" name="矩形 26">
            <a:extLst>
              <a:ext uri="{FF2B5EF4-FFF2-40B4-BE49-F238E27FC236}">
                <a16:creationId xmlns:a16="http://schemas.microsoft.com/office/drawing/2014/main" id="{E96EBE77-5145-3DED-C2A2-D3DD459293CF}"/>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8770174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23539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4507437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6186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2235285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82581224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267507155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4618409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34682162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342575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33845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380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2684325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3346196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433335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5880842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2074857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838632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3369776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37604906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802035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4957722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6570711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8039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4/17/2025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4793253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769863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6606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502470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24178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0312220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5416086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8572895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62922012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377"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47"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7476164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237875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9879606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144960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34280979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6790264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029869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26760598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432172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35555954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9508474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4530837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547564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13326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575501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21147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4/17/2025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121994257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Tree>
    <p:extLst>
      <p:ext uri="{BB962C8B-B14F-4D97-AF65-F5344CB8AC3E}">
        <p14:creationId xmlns:p14="http://schemas.microsoft.com/office/powerpoint/2010/main" val="10999053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3809716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18798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97177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0889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1222865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9542546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0235951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4034407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95464782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75707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591100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002856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931106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96581560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4999190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5984768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460970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9440917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7924158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7547318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28578282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9990543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26540637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7750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8075647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extLst>
      <p:ext uri="{BB962C8B-B14F-4D97-AF65-F5344CB8AC3E}">
        <p14:creationId xmlns:p14="http://schemas.microsoft.com/office/powerpoint/2010/main" val="30445544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0590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815122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6629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13271703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50235392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1420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7672777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6429422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006358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559353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956585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73168294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973309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9897481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9465017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856367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2088798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9158766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5120712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376637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8350377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086269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66966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4080483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统计调查</a:t>
            </a:r>
          </a:p>
        </p:txBody>
      </p:sp>
    </p:spTree>
    <p:extLst>
      <p:ext uri="{BB962C8B-B14F-4D97-AF65-F5344CB8AC3E}">
        <p14:creationId xmlns:p14="http://schemas.microsoft.com/office/powerpoint/2010/main" val="8237704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191030678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27673099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统计调查概述</a:t>
            </a: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统计调查的实施</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调查问卷</a:t>
            </a:r>
          </a:p>
        </p:txBody>
      </p:sp>
    </p:spTree>
    <p:extLst>
      <p:ext uri="{BB962C8B-B14F-4D97-AF65-F5344CB8AC3E}">
        <p14:creationId xmlns:p14="http://schemas.microsoft.com/office/powerpoint/2010/main" val="21017715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28293709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83075896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统计调查概述</a:t>
            </a:r>
          </a:p>
        </p:txBody>
      </p:sp>
    </p:spTree>
    <p:extLst>
      <p:ext uri="{BB962C8B-B14F-4D97-AF65-F5344CB8AC3E}">
        <p14:creationId xmlns:p14="http://schemas.microsoft.com/office/powerpoint/2010/main" val="16418887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一、统计调查概述</a:t>
            </a: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959599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统计调查的实施</a:t>
            </a:r>
          </a:p>
        </p:txBody>
      </p:sp>
    </p:spTree>
    <p:extLst>
      <p:ext uri="{BB962C8B-B14F-4D97-AF65-F5344CB8AC3E}">
        <p14:creationId xmlns:p14="http://schemas.microsoft.com/office/powerpoint/2010/main" val="38381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二、统计调查的实施</a:t>
            </a:r>
          </a:p>
        </p:txBody>
      </p:sp>
    </p:spTree>
    <p:extLst>
      <p:ext uri="{BB962C8B-B14F-4D97-AF65-F5344CB8AC3E}">
        <p14:creationId xmlns:p14="http://schemas.microsoft.com/office/powerpoint/2010/main" val="29681230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调查问卷</a:t>
            </a:r>
          </a:p>
        </p:txBody>
      </p:sp>
    </p:spTree>
    <p:extLst>
      <p:ext uri="{BB962C8B-B14F-4D97-AF65-F5344CB8AC3E}">
        <p14:creationId xmlns:p14="http://schemas.microsoft.com/office/powerpoint/2010/main" val="25106697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三、调查问卷</a:t>
            </a:r>
          </a:p>
        </p:txBody>
      </p:sp>
    </p:spTree>
    <p:extLst>
      <p:ext uri="{BB962C8B-B14F-4D97-AF65-F5344CB8AC3E}">
        <p14:creationId xmlns:p14="http://schemas.microsoft.com/office/powerpoint/2010/main" val="3157779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11182516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25745050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0830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Tree>
    <p:extLst>
      <p:ext uri="{BB962C8B-B14F-4D97-AF65-F5344CB8AC3E}">
        <p14:creationId xmlns:p14="http://schemas.microsoft.com/office/powerpoint/2010/main" val="2706480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25152681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1001369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抽样的基本概念</a:t>
            </a: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分层抽样</a:t>
            </a: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简单随机抽样</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四</a:t>
            </a: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整群抽样</a:t>
            </a: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五</a:t>
            </a: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系统抽样</a:t>
            </a:r>
          </a:p>
        </p:txBody>
      </p:sp>
    </p:spTree>
    <p:extLst>
      <p:ext uri="{BB962C8B-B14F-4D97-AF65-F5344CB8AC3E}">
        <p14:creationId xmlns:p14="http://schemas.microsoft.com/office/powerpoint/2010/main" val="37813254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41432478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12208814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抽样的基本概念</a:t>
            </a:r>
          </a:p>
        </p:txBody>
      </p:sp>
    </p:spTree>
    <p:extLst>
      <p:ext uri="{BB962C8B-B14F-4D97-AF65-F5344CB8AC3E}">
        <p14:creationId xmlns:p14="http://schemas.microsoft.com/office/powerpoint/2010/main" val="24955395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一、抽样的基本概念</a:t>
            </a:r>
          </a:p>
        </p:txBody>
      </p:sp>
    </p:spTree>
    <p:extLst>
      <p:ext uri="{BB962C8B-B14F-4D97-AF65-F5344CB8AC3E}">
        <p14:creationId xmlns:p14="http://schemas.microsoft.com/office/powerpoint/2010/main" val="27230024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简单随机抽样</a:t>
            </a:r>
          </a:p>
        </p:txBody>
      </p:sp>
    </p:spTree>
    <p:extLst>
      <p:ext uri="{BB962C8B-B14F-4D97-AF65-F5344CB8AC3E}">
        <p14:creationId xmlns:p14="http://schemas.microsoft.com/office/powerpoint/2010/main" val="35245598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二、简单随机抽样</a:t>
            </a:r>
          </a:p>
        </p:txBody>
      </p:sp>
    </p:spTree>
    <p:extLst>
      <p:ext uri="{BB962C8B-B14F-4D97-AF65-F5344CB8AC3E}">
        <p14:creationId xmlns:p14="http://schemas.microsoft.com/office/powerpoint/2010/main" val="39643339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分层抽样</a:t>
            </a:r>
          </a:p>
        </p:txBody>
      </p:sp>
    </p:spTree>
    <p:extLst>
      <p:ext uri="{BB962C8B-B14F-4D97-AF65-F5344CB8AC3E}">
        <p14:creationId xmlns:p14="http://schemas.microsoft.com/office/powerpoint/2010/main" val="33798624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三、分层抽样</a:t>
            </a:r>
          </a:p>
        </p:txBody>
      </p:sp>
    </p:spTree>
    <p:extLst>
      <p:ext uri="{BB962C8B-B14F-4D97-AF65-F5344CB8AC3E}">
        <p14:creationId xmlns:p14="http://schemas.microsoft.com/office/powerpoint/2010/main" val="25278443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整群抽样</a:t>
            </a:r>
          </a:p>
        </p:txBody>
      </p:sp>
    </p:spTree>
    <p:extLst>
      <p:ext uri="{BB962C8B-B14F-4D97-AF65-F5344CB8AC3E}">
        <p14:creationId xmlns:p14="http://schemas.microsoft.com/office/powerpoint/2010/main" val="33620276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四、整群抽样</a:t>
            </a:r>
          </a:p>
        </p:txBody>
      </p:sp>
    </p:spTree>
    <p:extLst>
      <p:ext uri="{BB962C8B-B14F-4D97-AF65-F5344CB8AC3E}">
        <p14:creationId xmlns:p14="http://schemas.microsoft.com/office/powerpoint/2010/main" val="2150209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系统抽样</a:t>
            </a:r>
          </a:p>
        </p:txBody>
      </p:sp>
    </p:spTree>
    <p:extLst>
      <p:ext uri="{BB962C8B-B14F-4D97-AF65-F5344CB8AC3E}">
        <p14:creationId xmlns:p14="http://schemas.microsoft.com/office/powerpoint/2010/main" val="4039430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五、系统抽样</a:t>
            </a:r>
          </a:p>
        </p:txBody>
      </p:sp>
    </p:spTree>
    <p:extLst>
      <p:ext uri="{BB962C8B-B14F-4D97-AF65-F5344CB8AC3E}">
        <p14:creationId xmlns:p14="http://schemas.microsoft.com/office/powerpoint/2010/main" val="40878796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38477917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16654773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62527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640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521" indent="0" algn="ctr">
              <a:buNone/>
              <a:defRPr>
                <a:solidFill>
                  <a:schemeClr val="tx1">
                    <a:tint val="75000"/>
                  </a:schemeClr>
                </a:solidFill>
              </a:defRPr>
            </a:lvl2pPr>
            <a:lvl3pPr marL="1219042" indent="0" algn="ctr">
              <a:buNone/>
              <a:defRPr>
                <a:solidFill>
                  <a:schemeClr val="tx1">
                    <a:tint val="75000"/>
                  </a:schemeClr>
                </a:solidFill>
              </a:defRPr>
            </a:lvl3pPr>
            <a:lvl4pPr marL="1828561" indent="0" algn="ctr">
              <a:buNone/>
              <a:defRPr>
                <a:solidFill>
                  <a:schemeClr val="tx1">
                    <a:tint val="75000"/>
                  </a:schemeClr>
                </a:solidFill>
              </a:defRPr>
            </a:lvl4pPr>
            <a:lvl5pPr marL="2438080" indent="0" algn="ctr">
              <a:buNone/>
              <a:defRPr>
                <a:solidFill>
                  <a:schemeClr val="tx1">
                    <a:tint val="75000"/>
                  </a:schemeClr>
                </a:solidFill>
              </a:defRPr>
            </a:lvl5pPr>
            <a:lvl6pPr marL="3047601" indent="0" algn="ctr">
              <a:buNone/>
              <a:defRPr>
                <a:solidFill>
                  <a:schemeClr val="tx1">
                    <a:tint val="75000"/>
                  </a:schemeClr>
                </a:solidFill>
              </a:defRPr>
            </a:lvl6pPr>
            <a:lvl7pPr marL="3657122" indent="0" algn="ctr">
              <a:buNone/>
              <a:defRPr>
                <a:solidFill>
                  <a:schemeClr val="tx1">
                    <a:tint val="75000"/>
                  </a:schemeClr>
                </a:solidFill>
              </a:defRPr>
            </a:lvl7pPr>
            <a:lvl8pPr marL="4266641" indent="0" algn="ctr">
              <a:buNone/>
              <a:defRPr>
                <a:solidFill>
                  <a:schemeClr val="tx1">
                    <a:tint val="75000"/>
                  </a:schemeClr>
                </a:solidFill>
              </a:defRPr>
            </a:lvl8pPr>
            <a:lvl9pPr marL="4876162"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0907336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83030613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7">
                <a:solidFill>
                  <a:schemeClr val="tx1">
                    <a:tint val="75000"/>
                  </a:schemeClr>
                </a:solidFill>
              </a:defRPr>
            </a:lvl1pPr>
            <a:lvl2pPr marL="609521" indent="0">
              <a:buNone/>
              <a:defRPr sz="2400">
                <a:solidFill>
                  <a:schemeClr val="tx1">
                    <a:tint val="75000"/>
                  </a:schemeClr>
                </a:solidFill>
              </a:defRPr>
            </a:lvl2pPr>
            <a:lvl3pPr marL="1219042" indent="0">
              <a:buNone/>
              <a:defRPr sz="2133">
                <a:solidFill>
                  <a:schemeClr val="tx1">
                    <a:tint val="75000"/>
                  </a:schemeClr>
                </a:solidFill>
              </a:defRPr>
            </a:lvl3pPr>
            <a:lvl4pPr marL="1828561" indent="0">
              <a:buNone/>
              <a:defRPr sz="1867">
                <a:solidFill>
                  <a:schemeClr val="tx1">
                    <a:tint val="75000"/>
                  </a:schemeClr>
                </a:solidFill>
              </a:defRPr>
            </a:lvl4pPr>
            <a:lvl5pPr marL="2438080" indent="0">
              <a:buNone/>
              <a:defRPr sz="1867">
                <a:solidFill>
                  <a:schemeClr val="tx1">
                    <a:tint val="75000"/>
                  </a:schemeClr>
                </a:solidFill>
              </a:defRPr>
            </a:lvl5pPr>
            <a:lvl6pPr marL="3047601" indent="0">
              <a:buNone/>
              <a:defRPr sz="1867">
                <a:solidFill>
                  <a:schemeClr val="tx1">
                    <a:tint val="75000"/>
                  </a:schemeClr>
                </a:solidFill>
              </a:defRPr>
            </a:lvl6pPr>
            <a:lvl7pPr marL="3657122" indent="0">
              <a:buNone/>
              <a:defRPr sz="1867">
                <a:solidFill>
                  <a:schemeClr val="tx1">
                    <a:tint val="75000"/>
                  </a:schemeClr>
                </a:solidFill>
              </a:defRPr>
            </a:lvl7pPr>
            <a:lvl8pPr marL="4266641" indent="0">
              <a:buNone/>
              <a:defRPr sz="1867">
                <a:solidFill>
                  <a:schemeClr val="tx1">
                    <a:tint val="75000"/>
                  </a:schemeClr>
                </a:solidFill>
              </a:defRPr>
            </a:lvl8pPr>
            <a:lvl9pPr marL="4876162"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394013240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0854008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36755828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2680104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07596582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4" y="273066"/>
            <a:ext cx="6816025" cy="5853113"/>
          </a:xfrm>
          <a:prstGeom prst="rect">
            <a:avLst/>
          </a:prstGeo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41110558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7"/>
            </a:lvl1pPr>
            <a:lvl2pPr marL="609521" indent="0">
              <a:buNone/>
              <a:defRPr sz="3733"/>
            </a:lvl2pPr>
            <a:lvl3pPr marL="1219042" indent="0">
              <a:buNone/>
              <a:defRPr sz="3200"/>
            </a:lvl3pPr>
            <a:lvl4pPr marL="1828561" indent="0">
              <a:buNone/>
              <a:defRPr sz="2667"/>
            </a:lvl4pPr>
            <a:lvl5pPr marL="2438080" indent="0">
              <a:buNone/>
              <a:defRPr sz="2667"/>
            </a:lvl5pPr>
            <a:lvl6pPr marL="3047601" indent="0">
              <a:buNone/>
              <a:defRPr sz="2667"/>
            </a:lvl6pPr>
            <a:lvl7pPr marL="3657122" indent="0">
              <a:buNone/>
              <a:defRPr sz="2667"/>
            </a:lvl7pPr>
            <a:lvl8pPr marL="4266641" indent="0">
              <a:buNone/>
              <a:defRPr sz="2667"/>
            </a:lvl8pPr>
            <a:lvl9pPr marL="4876162"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4623127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34406571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75876562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7" tIns="60953" rIns="121907" bIns="60953"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4174451897"/>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718346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4124130156"/>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3796071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201496657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07749256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2530245552"/>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407209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extLst>
      <p:ext uri="{BB962C8B-B14F-4D97-AF65-F5344CB8AC3E}">
        <p14:creationId xmlns:p14="http://schemas.microsoft.com/office/powerpoint/2010/main" val="1629473426"/>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57316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321756113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05506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5"/>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0817570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20476336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3025232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63134679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1663712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38557512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50200194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20488621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565943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18018538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67860425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122311615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8847085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79513701"/>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64963397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67770"/>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2792778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261996783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86159043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9223713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51624855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25648145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503" indent="0" algn="ctr">
              <a:buNone/>
              <a:defRPr>
                <a:solidFill>
                  <a:schemeClr val="tx1">
                    <a:tint val="75000"/>
                  </a:schemeClr>
                </a:solidFill>
              </a:defRPr>
            </a:lvl2pPr>
            <a:lvl3pPr marL="1219008" indent="0" algn="ctr">
              <a:buNone/>
              <a:defRPr>
                <a:solidFill>
                  <a:schemeClr val="tx1">
                    <a:tint val="75000"/>
                  </a:schemeClr>
                </a:solidFill>
              </a:defRPr>
            </a:lvl3pPr>
            <a:lvl4pPr marL="1828512" indent="0" algn="ctr">
              <a:buNone/>
              <a:defRPr>
                <a:solidFill>
                  <a:schemeClr val="tx1">
                    <a:tint val="75000"/>
                  </a:schemeClr>
                </a:solidFill>
              </a:defRPr>
            </a:lvl4pPr>
            <a:lvl5pPr marL="2438016" indent="0" algn="ctr">
              <a:buNone/>
              <a:defRPr>
                <a:solidFill>
                  <a:schemeClr val="tx1">
                    <a:tint val="75000"/>
                  </a:schemeClr>
                </a:solidFill>
              </a:defRPr>
            </a:lvl5pPr>
            <a:lvl6pPr marL="3047521" indent="0" algn="ctr">
              <a:buNone/>
              <a:defRPr>
                <a:solidFill>
                  <a:schemeClr val="tx1">
                    <a:tint val="75000"/>
                  </a:schemeClr>
                </a:solidFill>
              </a:defRPr>
            </a:lvl6pPr>
            <a:lvl7pPr marL="3657025" indent="0" algn="ctr">
              <a:buNone/>
              <a:defRPr>
                <a:solidFill>
                  <a:schemeClr val="tx1">
                    <a:tint val="75000"/>
                  </a:schemeClr>
                </a:solidFill>
              </a:defRPr>
            </a:lvl7pPr>
            <a:lvl8pPr marL="4266529" indent="0" algn="ctr">
              <a:buNone/>
              <a:defRPr>
                <a:solidFill>
                  <a:schemeClr val="tx1">
                    <a:tint val="75000"/>
                  </a:schemeClr>
                </a:solidFill>
              </a:defRPr>
            </a:lvl8pPr>
            <a:lvl9pPr marL="4876034"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929535992"/>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0590897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7">
                <a:solidFill>
                  <a:schemeClr val="tx1">
                    <a:tint val="75000"/>
                  </a:schemeClr>
                </a:solidFill>
              </a:defRPr>
            </a:lvl1pPr>
            <a:lvl2pPr marL="609503" indent="0">
              <a:buNone/>
              <a:defRPr sz="2400">
                <a:solidFill>
                  <a:schemeClr val="tx1">
                    <a:tint val="75000"/>
                  </a:schemeClr>
                </a:solidFill>
              </a:defRPr>
            </a:lvl2pPr>
            <a:lvl3pPr marL="1219008" indent="0">
              <a:buNone/>
              <a:defRPr sz="2133">
                <a:solidFill>
                  <a:schemeClr val="tx1">
                    <a:tint val="75000"/>
                  </a:schemeClr>
                </a:solidFill>
              </a:defRPr>
            </a:lvl3pPr>
            <a:lvl4pPr marL="1828512" indent="0">
              <a:buNone/>
              <a:defRPr sz="1867">
                <a:solidFill>
                  <a:schemeClr val="tx1">
                    <a:tint val="75000"/>
                  </a:schemeClr>
                </a:solidFill>
              </a:defRPr>
            </a:lvl4pPr>
            <a:lvl5pPr marL="2438016" indent="0">
              <a:buNone/>
              <a:defRPr sz="1867">
                <a:solidFill>
                  <a:schemeClr val="tx1">
                    <a:tint val="75000"/>
                  </a:schemeClr>
                </a:solidFill>
              </a:defRPr>
            </a:lvl5pPr>
            <a:lvl6pPr marL="3047521" indent="0">
              <a:buNone/>
              <a:defRPr sz="1867">
                <a:solidFill>
                  <a:schemeClr val="tx1">
                    <a:tint val="75000"/>
                  </a:schemeClr>
                </a:solidFill>
              </a:defRPr>
            </a:lvl6pPr>
            <a:lvl7pPr marL="3657025" indent="0">
              <a:buNone/>
              <a:defRPr sz="1867">
                <a:solidFill>
                  <a:schemeClr val="tx1">
                    <a:tint val="75000"/>
                  </a:schemeClr>
                </a:solidFill>
              </a:defRPr>
            </a:lvl7pPr>
            <a:lvl8pPr marL="4266529" indent="0">
              <a:buNone/>
              <a:defRPr sz="1867">
                <a:solidFill>
                  <a:schemeClr val="tx1">
                    <a:tint val="75000"/>
                  </a:schemeClr>
                </a:solidFill>
              </a:defRPr>
            </a:lvl8pPr>
            <a:lvl9pPr marL="4876034"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2321406441"/>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739081048"/>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881558549"/>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93400213"/>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79948167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2"/>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407715691"/>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503" indent="0">
              <a:buNone/>
              <a:defRPr sz="3732"/>
            </a:lvl2pPr>
            <a:lvl3pPr marL="1219008" indent="0">
              <a:buNone/>
              <a:defRPr sz="3200"/>
            </a:lvl3pPr>
            <a:lvl4pPr marL="1828512" indent="0">
              <a:buNone/>
              <a:defRPr sz="2667"/>
            </a:lvl4pPr>
            <a:lvl5pPr marL="2438016" indent="0">
              <a:buNone/>
              <a:defRPr sz="2667"/>
            </a:lvl5pPr>
            <a:lvl6pPr marL="3047521" indent="0">
              <a:buNone/>
              <a:defRPr sz="2667"/>
            </a:lvl6pPr>
            <a:lvl7pPr marL="3657025" indent="0">
              <a:buNone/>
              <a:defRPr sz="2667"/>
            </a:lvl7pPr>
            <a:lvl8pPr marL="4266529" indent="0">
              <a:buNone/>
              <a:defRPr sz="2667"/>
            </a:lvl8pPr>
            <a:lvl9pPr marL="4876034"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5825151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50976721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2025/4/17</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17845404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4" tIns="60952" rIns="121904" bIns="60952"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3675348321"/>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0005484"/>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1718987335"/>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006569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58522570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11092592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392122716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76364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78780943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1117324"/>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3600038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10654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7617827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201288357"/>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58046193"/>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355921409"/>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5292269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61752247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936015495"/>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85092156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473182540"/>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08801688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70896162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86787202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50110946"/>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86792521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99094710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65465653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71373997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09380426"/>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923270866"/>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320787"/>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18658091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50573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09497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57100377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185384709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40386405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275346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3198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25170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15325411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1611721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253351438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6326135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6138444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69648905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72732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29280551"/>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4626305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99249759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1398044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71637486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8621666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812839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theme" Target="../theme/theme2.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image" Target="../media/image9.gif"/><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image" Target="../media/image8.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image" Target="../media/image13.gif"/><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image" Target="../media/image8.jpg"/><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theme" Target="../theme/theme4.xml"/><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image" Target="../media/image14.png"/><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image" Target="../media/image8.jp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theme" Target="../theme/theme5.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image" Target="../media/image14.png"/><Relationship Id="rId10" Type="http://schemas.openxmlformats.org/officeDocument/2006/relationships/slideLayout" Target="../slideLayouts/slideLayout94.xml"/><Relationship Id="rId19" Type="http://schemas.openxmlformats.org/officeDocument/2006/relationships/slideLayout" Target="../slideLayouts/slideLayout103.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image" Target="../media/image8.jp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image" Target="../media/image15.png"/><Relationship Id="rId2" Type="http://schemas.openxmlformats.org/officeDocument/2006/relationships/slideLayout" Target="../slideLayouts/slideLayout111.xml"/><Relationship Id="rId16" Type="http://schemas.openxmlformats.org/officeDocument/2006/relationships/theme" Target="../theme/theme6.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32.xml"/><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3" Type="http://schemas.openxmlformats.org/officeDocument/2006/relationships/slideLayout" Target="../slideLayouts/slideLayout127.xml"/><Relationship Id="rId21" Type="http://schemas.openxmlformats.org/officeDocument/2006/relationships/theme" Target="../theme/theme7.xml"/><Relationship Id="rId7" Type="http://schemas.openxmlformats.org/officeDocument/2006/relationships/slideLayout" Target="../slideLayouts/slideLayout131.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5" Type="http://schemas.openxmlformats.org/officeDocument/2006/relationships/slideLayout" Target="../slideLayouts/slideLayout129.xml"/><Relationship Id="rId15" Type="http://schemas.openxmlformats.org/officeDocument/2006/relationships/slideLayout" Target="../slideLayouts/slideLayout139.xml"/><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image" Target="../media/image15.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slideLayout" Target="../slideLayouts/slideLayout157.xml"/><Relationship Id="rId18" Type="http://schemas.openxmlformats.org/officeDocument/2006/relationships/theme" Target="../theme/theme8.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17" Type="http://schemas.openxmlformats.org/officeDocument/2006/relationships/slideLayout" Target="../slideLayouts/slideLayout161.xml"/><Relationship Id="rId2" Type="http://schemas.openxmlformats.org/officeDocument/2006/relationships/slideLayout" Target="../slideLayouts/slideLayout146.xml"/><Relationship Id="rId16" Type="http://schemas.openxmlformats.org/officeDocument/2006/relationships/slideLayout" Target="../slideLayouts/slideLayout160.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5" Type="http://schemas.openxmlformats.org/officeDocument/2006/relationships/slideLayout" Target="../slideLayouts/slideLayout15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 Id="rId14" Type="http://schemas.openxmlformats.org/officeDocument/2006/relationships/slideLayout" Target="../slideLayouts/slideLayout15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69.xml"/><Relationship Id="rId13" Type="http://schemas.openxmlformats.org/officeDocument/2006/relationships/slideLayout" Target="../slideLayouts/slideLayout174.xml"/><Relationship Id="rId18" Type="http://schemas.openxmlformats.org/officeDocument/2006/relationships/slideLayout" Target="../slideLayouts/slideLayout179.xml"/><Relationship Id="rId26" Type="http://schemas.openxmlformats.org/officeDocument/2006/relationships/slideLayout" Target="../slideLayouts/slideLayout187.xml"/><Relationship Id="rId3" Type="http://schemas.openxmlformats.org/officeDocument/2006/relationships/slideLayout" Target="../slideLayouts/slideLayout164.xml"/><Relationship Id="rId21" Type="http://schemas.openxmlformats.org/officeDocument/2006/relationships/slideLayout" Target="../slideLayouts/slideLayout182.xml"/><Relationship Id="rId7" Type="http://schemas.openxmlformats.org/officeDocument/2006/relationships/slideLayout" Target="../slideLayouts/slideLayout168.xml"/><Relationship Id="rId12" Type="http://schemas.openxmlformats.org/officeDocument/2006/relationships/slideLayout" Target="../slideLayouts/slideLayout173.xml"/><Relationship Id="rId17" Type="http://schemas.openxmlformats.org/officeDocument/2006/relationships/slideLayout" Target="../slideLayouts/slideLayout178.xml"/><Relationship Id="rId25" Type="http://schemas.openxmlformats.org/officeDocument/2006/relationships/slideLayout" Target="../slideLayouts/slideLayout186.xml"/><Relationship Id="rId2" Type="http://schemas.openxmlformats.org/officeDocument/2006/relationships/slideLayout" Target="../slideLayouts/slideLayout163.xml"/><Relationship Id="rId16" Type="http://schemas.openxmlformats.org/officeDocument/2006/relationships/slideLayout" Target="../slideLayouts/slideLayout177.xml"/><Relationship Id="rId20" Type="http://schemas.openxmlformats.org/officeDocument/2006/relationships/slideLayout" Target="../slideLayouts/slideLayout181.xml"/><Relationship Id="rId29" Type="http://schemas.openxmlformats.org/officeDocument/2006/relationships/image" Target="../media/image14.png"/><Relationship Id="rId1" Type="http://schemas.openxmlformats.org/officeDocument/2006/relationships/slideLayout" Target="../slideLayouts/slideLayout162.xml"/><Relationship Id="rId6" Type="http://schemas.openxmlformats.org/officeDocument/2006/relationships/slideLayout" Target="../slideLayouts/slideLayout167.xml"/><Relationship Id="rId11" Type="http://schemas.openxmlformats.org/officeDocument/2006/relationships/slideLayout" Target="../slideLayouts/slideLayout172.xml"/><Relationship Id="rId24" Type="http://schemas.openxmlformats.org/officeDocument/2006/relationships/slideLayout" Target="../slideLayouts/slideLayout185.xml"/><Relationship Id="rId5" Type="http://schemas.openxmlformats.org/officeDocument/2006/relationships/slideLayout" Target="../slideLayouts/slideLayout166.xml"/><Relationship Id="rId15" Type="http://schemas.openxmlformats.org/officeDocument/2006/relationships/slideLayout" Target="../slideLayouts/slideLayout176.xml"/><Relationship Id="rId23" Type="http://schemas.openxmlformats.org/officeDocument/2006/relationships/slideLayout" Target="../slideLayouts/slideLayout184.xml"/><Relationship Id="rId28" Type="http://schemas.openxmlformats.org/officeDocument/2006/relationships/image" Target="../media/image8.jpg"/><Relationship Id="rId10" Type="http://schemas.openxmlformats.org/officeDocument/2006/relationships/slideLayout" Target="../slideLayouts/slideLayout171.xml"/><Relationship Id="rId19" Type="http://schemas.openxmlformats.org/officeDocument/2006/relationships/slideLayout" Target="../slideLayouts/slideLayout180.xml"/><Relationship Id="rId4" Type="http://schemas.openxmlformats.org/officeDocument/2006/relationships/slideLayout" Target="../slideLayouts/slideLayout165.xml"/><Relationship Id="rId9" Type="http://schemas.openxmlformats.org/officeDocument/2006/relationships/slideLayout" Target="../slideLayouts/slideLayout170.xml"/><Relationship Id="rId14" Type="http://schemas.openxmlformats.org/officeDocument/2006/relationships/slideLayout" Target="../slideLayouts/slideLayout175.xml"/><Relationship Id="rId22" Type="http://schemas.openxmlformats.org/officeDocument/2006/relationships/slideLayout" Target="../slideLayouts/slideLayout183.xml"/><Relationship Id="rId27"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95.xml"/><Relationship Id="rId13" Type="http://schemas.openxmlformats.org/officeDocument/2006/relationships/slideLayout" Target="../slideLayouts/slideLayout200.xml"/><Relationship Id="rId18" Type="http://schemas.openxmlformats.org/officeDocument/2006/relationships/theme" Target="../theme/theme10.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slideLayout" Target="../slideLayouts/slideLayout199.xml"/><Relationship Id="rId17" Type="http://schemas.openxmlformats.org/officeDocument/2006/relationships/slideLayout" Target="../slideLayouts/slideLayout204.xml"/><Relationship Id="rId2" Type="http://schemas.openxmlformats.org/officeDocument/2006/relationships/slideLayout" Target="../slideLayouts/slideLayout189.xml"/><Relationship Id="rId16" Type="http://schemas.openxmlformats.org/officeDocument/2006/relationships/slideLayout" Target="../slideLayouts/slideLayout203.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5" Type="http://schemas.openxmlformats.org/officeDocument/2006/relationships/slideLayout" Target="../slideLayouts/slideLayout192.xml"/><Relationship Id="rId15" Type="http://schemas.openxmlformats.org/officeDocument/2006/relationships/slideLayout" Target="../slideLayouts/slideLayout202.xml"/><Relationship Id="rId10" Type="http://schemas.openxmlformats.org/officeDocument/2006/relationships/slideLayout" Target="../slideLayouts/slideLayout197.xml"/><Relationship Id="rId4" Type="http://schemas.openxmlformats.org/officeDocument/2006/relationships/slideLayout" Target="../slideLayouts/slideLayout191.xml"/><Relationship Id="rId9" Type="http://schemas.openxmlformats.org/officeDocument/2006/relationships/slideLayout" Target="../slideLayouts/slideLayout196.xml"/><Relationship Id="rId14" Type="http://schemas.openxmlformats.org/officeDocument/2006/relationships/slideLayout" Target="../slideLayouts/slideLayout201.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slideLayout" Target="../slideLayouts/slideLayout217.xml"/><Relationship Id="rId18" Type="http://schemas.openxmlformats.org/officeDocument/2006/relationships/slideLayout" Target="../slideLayouts/slideLayout222.xml"/><Relationship Id="rId26" Type="http://schemas.openxmlformats.org/officeDocument/2006/relationships/theme" Target="../theme/theme11.xml"/><Relationship Id="rId3" Type="http://schemas.openxmlformats.org/officeDocument/2006/relationships/slideLayout" Target="../slideLayouts/slideLayout207.xml"/><Relationship Id="rId21" Type="http://schemas.openxmlformats.org/officeDocument/2006/relationships/slideLayout" Target="../slideLayouts/slideLayout225.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17" Type="http://schemas.openxmlformats.org/officeDocument/2006/relationships/slideLayout" Target="../slideLayouts/slideLayout221.xml"/><Relationship Id="rId25" Type="http://schemas.openxmlformats.org/officeDocument/2006/relationships/slideLayout" Target="../slideLayouts/slideLayout229.xml"/><Relationship Id="rId2" Type="http://schemas.openxmlformats.org/officeDocument/2006/relationships/slideLayout" Target="../slideLayouts/slideLayout206.xml"/><Relationship Id="rId16" Type="http://schemas.openxmlformats.org/officeDocument/2006/relationships/slideLayout" Target="../slideLayouts/slideLayout220.xml"/><Relationship Id="rId20" Type="http://schemas.openxmlformats.org/officeDocument/2006/relationships/slideLayout" Target="../slideLayouts/slideLayout224.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24" Type="http://schemas.openxmlformats.org/officeDocument/2006/relationships/slideLayout" Target="../slideLayouts/slideLayout228.xml"/><Relationship Id="rId5" Type="http://schemas.openxmlformats.org/officeDocument/2006/relationships/slideLayout" Target="../slideLayouts/slideLayout209.xml"/><Relationship Id="rId15" Type="http://schemas.openxmlformats.org/officeDocument/2006/relationships/slideLayout" Target="../slideLayouts/slideLayout219.xml"/><Relationship Id="rId23" Type="http://schemas.openxmlformats.org/officeDocument/2006/relationships/slideLayout" Target="../slideLayouts/slideLayout227.xml"/><Relationship Id="rId28" Type="http://schemas.openxmlformats.org/officeDocument/2006/relationships/image" Target="../media/image14.png"/><Relationship Id="rId10" Type="http://schemas.openxmlformats.org/officeDocument/2006/relationships/slideLayout" Target="../slideLayouts/slideLayout214.xml"/><Relationship Id="rId19" Type="http://schemas.openxmlformats.org/officeDocument/2006/relationships/slideLayout" Target="../slideLayouts/slideLayout223.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slideLayout" Target="../slideLayouts/slideLayout218.xml"/><Relationship Id="rId22" Type="http://schemas.openxmlformats.org/officeDocument/2006/relationships/slideLayout" Target="../slideLayouts/slideLayout226.xml"/><Relationship Id="rId27" Type="http://schemas.openxmlformats.org/officeDocument/2006/relationships/image" Target="../media/image8.jp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37.xml"/><Relationship Id="rId13" Type="http://schemas.openxmlformats.org/officeDocument/2006/relationships/slideLayout" Target="../slideLayouts/slideLayout242.xml"/><Relationship Id="rId18" Type="http://schemas.openxmlformats.org/officeDocument/2006/relationships/slideLayout" Target="../slideLayouts/slideLayout247.xml"/><Relationship Id="rId3" Type="http://schemas.openxmlformats.org/officeDocument/2006/relationships/slideLayout" Target="../slideLayouts/slideLayout232.xml"/><Relationship Id="rId21" Type="http://schemas.openxmlformats.org/officeDocument/2006/relationships/slideLayout" Target="../slideLayouts/slideLayout250.xml"/><Relationship Id="rId7" Type="http://schemas.openxmlformats.org/officeDocument/2006/relationships/slideLayout" Target="../slideLayouts/slideLayout236.xml"/><Relationship Id="rId12" Type="http://schemas.openxmlformats.org/officeDocument/2006/relationships/slideLayout" Target="../slideLayouts/slideLayout241.xml"/><Relationship Id="rId17" Type="http://schemas.openxmlformats.org/officeDocument/2006/relationships/slideLayout" Target="../slideLayouts/slideLayout246.xml"/><Relationship Id="rId25" Type="http://schemas.openxmlformats.org/officeDocument/2006/relationships/image" Target="../media/image14.png"/><Relationship Id="rId2" Type="http://schemas.openxmlformats.org/officeDocument/2006/relationships/slideLayout" Target="../slideLayouts/slideLayout231.xml"/><Relationship Id="rId16" Type="http://schemas.openxmlformats.org/officeDocument/2006/relationships/slideLayout" Target="../slideLayouts/slideLayout245.xml"/><Relationship Id="rId20" Type="http://schemas.openxmlformats.org/officeDocument/2006/relationships/slideLayout" Target="../slideLayouts/slideLayout249.xml"/><Relationship Id="rId1" Type="http://schemas.openxmlformats.org/officeDocument/2006/relationships/slideLayout" Target="../slideLayouts/slideLayout230.xml"/><Relationship Id="rId6" Type="http://schemas.openxmlformats.org/officeDocument/2006/relationships/slideLayout" Target="../slideLayouts/slideLayout235.xml"/><Relationship Id="rId11" Type="http://schemas.openxmlformats.org/officeDocument/2006/relationships/slideLayout" Target="../slideLayouts/slideLayout240.xml"/><Relationship Id="rId24" Type="http://schemas.openxmlformats.org/officeDocument/2006/relationships/image" Target="../media/image8.jpg"/><Relationship Id="rId5" Type="http://schemas.openxmlformats.org/officeDocument/2006/relationships/slideLayout" Target="../slideLayouts/slideLayout234.xml"/><Relationship Id="rId15" Type="http://schemas.openxmlformats.org/officeDocument/2006/relationships/slideLayout" Target="../slideLayouts/slideLayout244.xml"/><Relationship Id="rId23" Type="http://schemas.openxmlformats.org/officeDocument/2006/relationships/theme" Target="../theme/theme12.xml"/><Relationship Id="rId10" Type="http://schemas.openxmlformats.org/officeDocument/2006/relationships/slideLayout" Target="../slideLayouts/slideLayout239.xml"/><Relationship Id="rId19" Type="http://schemas.openxmlformats.org/officeDocument/2006/relationships/slideLayout" Target="../slideLayouts/slideLayout248.xml"/><Relationship Id="rId4" Type="http://schemas.openxmlformats.org/officeDocument/2006/relationships/slideLayout" Target="../slideLayouts/slideLayout233.xml"/><Relationship Id="rId9" Type="http://schemas.openxmlformats.org/officeDocument/2006/relationships/slideLayout" Target="../slideLayouts/slideLayout238.xml"/><Relationship Id="rId14" Type="http://schemas.openxmlformats.org/officeDocument/2006/relationships/slideLayout" Target="../slideLayouts/slideLayout243.xml"/><Relationship Id="rId22" Type="http://schemas.openxmlformats.org/officeDocument/2006/relationships/slideLayout" Target="../slideLayouts/slideLayout2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4634" r:id="rId3"/>
    <p:sldLayoutId id="2147484633" r:id="rId4"/>
    <p:sldLayoutId id="2147483651" r:id="rId5"/>
    <p:sldLayoutId id="2147483652" r:id="rId6"/>
    <p:sldLayoutId id="2147483653" r:id="rId7"/>
    <p:sldLayoutId id="2147483654" r:id="rId8"/>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a:extLst>
              <a:ext uri="{FF2B5EF4-FFF2-40B4-BE49-F238E27FC236}">
                <a16:creationId xmlns:a16="http://schemas.microsoft.com/office/drawing/2014/main" id="{BF0A28E6-27C8-F660-D593-EFD6DA226780}"/>
              </a:ext>
            </a:extLst>
          </p:cNvPr>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a:extLst>
              <a:ext uri="{FF2B5EF4-FFF2-40B4-BE49-F238E27FC236}">
                <a16:creationId xmlns:a16="http://schemas.microsoft.com/office/drawing/2014/main" id="{C2F7084D-7EAE-2DD4-8488-B494D6C1479E}"/>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0809" t="23955" r="40919" b="37048"/>
          <a:stretch/>
        </p:blipFill>
        <p:spPr>
          <a:xfrm>
            <a:off x="152401" y="50489"/>
            <a:ext cx="461681" cy="517417"/>
          </a:xfrm>
          <a:prstGeom prst="rect">
            <a:avLst/>
          </a:prstGeom>
        </p:spPr>
      </p:pic>
    </p:spTree>
    <p:extLst>
      <p:ext uri="{BB962C8B-B14F-4D97-AF65-F5344CB8AC3E}">
        <p14:creationId xmlns:p14="http://schemas.microsoft.com/office/powerpoint/2010/main" val="1683504170"/>
      </p:ext>
    </p:extLst>
  </p:cSld>
  <p:clrMap bg1="lt1" tx1="dk1" bg2="lt2" tx2="dk2" accent1="accent1" accent2="accent2" accent3="accent3" accent4="accent4" accent5="accent5" accent6="accent6" hlink="hlink" folHlink="folHlink"/>
  <p:sldLayoutIdLst>
    <p:sldLayoutId id="2147484410" r:id="rId1"/>
    <p:sldLayoutId id="2147484411" r:id="rId2"/>
    <p:sldLayoutId id="2147484412" r:id="rId3"/>
    <p:sldLayoutId id="2147484413" r:id="rId4"/>
    <p:sldLayoutId id="2147484414" r:id="rId5"/>
    <p:sldLayoutId id="2147484415" r:id="rId6"/>
    <p:sldLayoutId id="2147484416" r:id="rId7"/>
    <p:sldLayoutId id="2147484417" r:id="rId8"/>
    <p:sldLayoutId id="2147484418" r:id="rId9"/>
    <p:sldLayoutId id="2147484419" r:id="rId10"/>
    <p:sldLayoutId id="2147484420" r:id="rId11"/>
    <p:sldLayoutId id="2147484421" r:id="rId12"/>
    <p:sldLayoutId id="2147484422" r:id="rId13"/>
    <p:sldLayoutId id="2147484423" r:id="rId14"/>
    <p:sldLayoutId id="2147484424" r:id="rId15"/>
    <p:sldLayoutId id="2147484425" r:id="rId16"/>
    <p:sldLayoutId id="2147484426" r:id="rId17"/>
    <p:sldLayoutId id="2147484427" r:id="rId18"/>
    <p:sldLayoutId id="2147484428" r:id="rId19"/>
    <p:sldLayoutId id="2147484429" r:id="rId20"/>
    <p:sldLayoutId id="2147484430" r:id="rId21"/>
    <p:sldLayoutId id="2147484431" r:id="rId22"/>
    <p:sldLayoutId id="2147484432" r:id="rId23"/>
    <p:sldLayoutId id="2147484433" r:id="rId24"/>
    <p:sldLayoutId id="2147484435"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21" algn="ctr" rtl="0" fontAlgn="base">
        <a:spcBef>
          <a:spcPct val="0"/>
        </a:spcBef>
        <a:spcAft>
          <a:spcPct val="0"/>
        </a:spcAft>
        <a:defRPr sz="3100">
          <a:solidFill>
            <a:schemeClr val="tx2"/>
          </a:solidFill>
          <a:latin typeface="Arial" charset="0"/>
          <a:ea typeface="宋体" pitchFamily="2" charset="-122"/>
        </a:defRPr>
      </a:lvl6pPr>
      <a:lvl7pPr marL="642845" algn="ctr" rtl="0" fontAlgn="base">
        <a:spcBef>
          <a:spcPct val="0"/>
        </a:spcBef>
        <a:spcAft>
          <a:spcPct val="0"/>
        </a:spcAft>
        <a:defRPr sz="3100">
          <a:solidFill>
            <a:schemeClr val="tx2"/>
          </a:solidFill>
          <a:latin typeface="Arial" charset="0"/>
          <a:ea typeface="宋体" pitchFamily="2" charset="-122"/>
        </a:defRPr>
      </a:lvl7pPr>
      <a:lvl8pPr marL="964266" algn="ctr" rtl="0" fontAlgn="base">
        <a:spcBef>
          <a:spcPct val="0"/>
        </a:spcBef>
        <a:spcAft>
          <a:spcPct val="0"/>
        </a:spcAft>
        <a:defRPr sz="3100">
          <a:solidFill>
            <a:schemeClr val="tx2"/>
          </a:solidFill>
          <a:latin typeface="Arial" charset="0"/>
          <a:ea typeface="宋体" pitchFamily="2" charset="-122"/>
        </a:defRPr>
      </a:lvl8pPr>
      <a:lvl9pPr marL="1285687" algn="ctr" rtl="0" fontAlgn="base">
        <a:spcBef>
          <a:spcPct val="0"/>
        </a:spcBef>
        <a:spcAft>
          <a:spcPct val="0"/>
        </a:spcAft>
        <a:defRPr sz="3100">
          <a:solidFill>
            <a:schemeClr val="tx2"/>
          </a:solidFill>
          <a:latin typeface="Arial" charset="0"/>
          <a:ea typeface="宋体" pitchFamily="2" charset="-122"/>
        </a:defRPr>
      </a:lvl9pPr>
    </p:titleStyle>
    <p:bodyStyle>
      <a:lvl1pPr marL="241066" indent="-241066" algn="l" rtl="0" eaLnBrk="0" fontAlgn="base" hangingPunct="0">
        <a:spcBef>
          <a:spcPct val="20000"/>
        </a:spcBef>
        <a:spcAft>
          <a:spcPct val="0"/>
        </a:spcAft>
        <a:buChar char="•"/>
        <a:defRPr sz="2200">
          <a:solidFill>
            <a:schemeClr val="tx1"/>
          </a:solidFill>
          <a:latin typeface="+mn-lt"/>
          <a:ea typeface="+mn-ea"/>
          <a:cs typeface="+mn-cs"/>
        </a:defRPr>
      </a:lvl1pPr>
      <a:lvl2pPr marL="522310" indent="-202006" algn="l" rtl="0" eaLnBrk="0" fontAlgn="base" hangingPunct="0">
        <a:spcBef>
          <a:spcPct val="20000"/>
        </a:spcBef>
        <a:spcAft>
          <a:spcPct val="0"/>
        </a:spcAft>
        <a:buChar char="–"/>
        <a:defRPr sz="2000">
          <a:solidFill>
            <a:schemeClr val="tx1"/>
          </a:solidFill>
          <a:latin typeface="+mn-lt"/>
          <a:ea typeface="+mn-ea"/>
        </a:defRPr>
      </a:lvl2pPr>
      <a:lvl3pPr marL="803555" indent="-160712" algn="l" rtl="0" eaLnBrk="0" fontAlgn="base" hangingPunct="0">
        <a:spcBef>
          <a:spcPct val="20000"/>
        </a:spcBef>
        <a:spcAft>
          <a:spcPct val="0"/>
        </a:spcAft>
        <a:buChar char="•"/>
        <a:defRPr sz="1700">
          <a:solidFill>
            <a:schemeClr val="tx1"/>
          </a:solidFill>
          <a:latin typeface="+mn-lt"/>
          <a:ea typeface="+mn-ea"/>
        </a:defRPr>
      </a:lvl3pPr>
      <a:lvl4pPr marL="1124978" indent="-161828" algn="l" rtl="0" eaLnBrk="0" fontAlgn="base" hangingPunct="0">
        <a:spcBef>
          <a:spcPct val="20000"/>
        </a:spcBef>
        <a:spcAft>
          <a:spcPct val="0"/>
        </a:spcAft>
        <a:buChar char="–"/>
        <a:defRPr sz="1400">
          <a:solidFill>
            <a:schemeClr val="tx1"/>
          </a:solidFill>
          <a:latin typeface="+mn-lt"/>
          <a:ea typeface="+mn-ea"/>
        </a:defRPr>
      </a:lvl4pPr>
      <a:lvl5pPr marL="1446400" indent="-160712" algn="l" rtl="0" eaLnBrk="0" fontAlgn="base" hangingPunct="0">
        <a:spcBef>
          <a:spcPct val="20000"/>
        </a:spcBef>
        <a:spcAft>
          <a:spcPct val="0"/>
        </a:spcAft>
        <a:buChar char="»"/>
        <a:defRPr sz="1400">
          <a:solidFill>
            <a:schemeClr val="tx1"/>
          </a:solidFill>
          <a:latin typeface="+mn-lt"/>
          <a:ea typeface="+mn-ea"/>
        </a:defRPr>
      </a:lvl5pPr>
      <a:lvl6pPr marL="1767822" indent="-160712" algn="l" rtl="0" fontAlgn="base">
        <a:spcBef>
          <a:spcPct val="20000"/>
        </a:spcBef>
        <a:spcAft>
          <a:spcPct val="0"/>
        </a:spcAft>
        <a:buChar char="»"/>
        <a:defRPr sz="1400">
          <a:solidFill>
            <a:schemeClr val="tx1"/>
          </a:solidFill>
          <a:latin typeface="+mn-lt"/>
          <a:ea typeface="+mn-ea"/>
        </a:defRPr>
      </a:lvl6pPr>
      <a:lvl7pPr marL="2089245" indent="-160712" algn="l" rtl="0" fontAlgn="base">
        <a:spcBef>
          <a:spcPct val="20000"/>
        </a:spcBef>
        <a:spcAft>
          <a:spcPct val="0"/>
        </a:spcAft>
        <a:buChar char="»"/>
        <a:defRPr sz="1400">
          <a:solidFill>
            <a:schemeClr val="tx1"/>
          </a:solidFill>
          <a:latin typeface="+mn-lt"/>
          <a:ea typeface="+mn-ea"/>
        </a:defRPr>
      </a:lvl7pPr>
      <a:lvl8pPr marL="2410666" indent="-160712" algn="l" rtl="0" fontAlgn="base">
        <a:spcBef>
          <a:spcPct val="20000"/>
        </a:spcBef>
        <a:spcAft>
          <a:spcPct val="0"/>
        </a:spcAft>
        <a:buChar char="»"/>
        <a:defRPr sz="1400">
          <a:solidFill>
            <a:schemeClr val="tx1"/>
          </a:solidFill>
          <a:latin typeface="+mn-lt"/>
          <a:ea typeface="+mn-ea"/>
        </a:defRPr>
      </a:lvl8pPr>
      <a:lvl9pPr marL="2732087" indent="-160712"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45" rtl="0" eaLnBrk="1" latinLnBrk="0" hangingPunct="1">
        <a:defRPr sz="1300" kern="1200">
          <a:solidFill>
            <a:schemeClr val="tx1"/>
          </a:solidFill>
          <a:latin typeface="+mn-lt"/>
          <a:ea typeface="+mn-ea"/>
          <a:cs typeface="+mn-cs"/>
        </a:defRPr>
      </a:lvl1pPr>
      <a:lvl2pPr marL="321421" algn="l" defTabSz="642845" rtl="0" eaLnBrk="1" latinLnBrk="0" hangingPunct="1">
        <a:defRPr sz="1300" kern="1200">
          <a:solidFill>
            <a:schemeClr val="tx1"/>
          </a:solidFill>
          <a:latin typeface="+mn-lt"/>
          <a:ea typeface="+mn-ea"/>
          <a:cs typeface="+mn-cs"/>
        </a:defRPr>
      </a:lvl2pPr>
      <a:lvl3pPr marL="642845" algn="l" defTabSz="642845" rtl="0" eaLnBrk="1" latinLnBrk="0" hangingPunct="1">
        <a:defRPr sz="1300" kern="1200">
          <a:solidFill>
            <a:schemeClr val="tx1"/>
          </a:solidFill>
          <a:latin typeface="+mn-lt"/>
          <a:ea typeface="+mn-ea"/>
          <a:cs typeface="+mn-cs"/>
        </a:defRPr>
      </a:lvl3pPr>
      <a:lvl4pPr marL="964266" algn="l" defTabSz="642845" rtl="0" eaLnBrk="1" latinLnBrk="0" hangingPunct="1">
        <a:defRPr sz="1300" kern="1200">
          <a:solidFill>
            <a:schemeClr val="tx1"/>
          </a:solidFill>
          <a:latin typeface="+mn-lt"/>
          <a:ea typeface="+mn-ea"/>
          <a:cs typeface="+mn-cs"/>
        </a:defRPr>
      </a:lvl4pPr>
      <a:lvl5pPr marL="1285687" algn="l" defTabSz="642845" rtl="0" eaLnBrk="1" latinLnBrk="0" hangingPunct="1">
        <a:defRPr sz="1300" kern="1200">
          <a:solidFill>
            <a:schemeClr val="tx1"/>
          </a:solidFill>
          <a:latin typeface="+mn-lt"/>
          <a:ea typeface="+mn-ea"/>
          <a:cs typeface="+mn-cs"/>
        </a:defRPr>
      </a:lvl5pPr>
      <a:lvl6pPr marL="1607112" algn="l" defTabSz="642845" rtl="0" eaLnBrk="1" latinLnBrk="0" hangingPunct="1">
        <a:defRPr sz="1300" kern="1200">
          <a:solidFill>
            <a:schemeClr val="tx1"/>
          </a:solidFill>
          <a:latin typeface="+mn-lt"/>
          <a:ea typeface="+mn-ea"/>
          <a:cs typeface="+mn-cs"/>
        </a:defRPr>
      </a:lvl6pPr>
      <a:lvl7pPr marL="1928532" algn="l" defTabSz="642845" rtl="0" eaLnBrk="1" latinLnBrk="0" hangingPunct="1">
        <a:defRPr sz="1300" kern="1200">
          <a:solidFill>
            <a:schemeClr val="tx1"/>
          </a:solidFill>
          <a:latin typeface="+mn-lt"/>
          <a:ea typeface="+mn-ea"/>
          <a:cs typeface="+mn-cs"/>
        </a:defRPr>
      </a:lvl7pPr>
      <a:lvl8pPr marL="2249955" algn="l" defTabSz="642845" rtl="0" eaLnBrk="1" latinLnBrk="0" hangingPunct="1">
        <a:defRPr sz="1300" kern="1200">
          <a:solidFill>
            <a:schemeClr val="tx1"/>
          </a:solidFill>
          <a:latin typeface="+mn-lt"/>
          <a:ea typeface="+mn-ea"/>
          <a:cs typeface="+mn-cs"/>
        </a:defRPr>
      </a:lvl8pPr>
      <a:lvl9pPr marL="2571376" algn="l" defTabSz="642845"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a:extLst>
              <a:ext uri="{FF2B5EF4-FFF2-40B4-BE49-F238E27FC236}">
                <a16:creationId xmlns:a16="http://schemas.microsoft.com/office/drawing/2014/main" id="{51B61907-CE38-43EF-ABC9-71DF18B992B9}"/>
              </a:ext>
            </a:extLst>
          </p:cNvPr>
          <p:cNvPicPr>
            <a:picLocks noChangeAspect="1"/>
          </p:cNvPicPr>
          <p:nvPr userDrawn="1"/>
        </p:nvPicPr>
        <p:blipFill>
          <a:blip r:embed="rId29"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extLst>
      <p:ext uri="{BB962C8B-B14F-4D97-AF65-F5344CB8AC3E}">
        <p14:creationId xmlns:p14="http://schemas.microsoft.com/office/powerpoint/2010/main" val="2341582964"/>
      </p:ext>
    </p:extLst>
  </p:cSld>
  <p:clrMap bg1="lt1" tx1="dk1" bg2="lt2" tx2="dk2" accent1="accent1" accent2="accent2" accent3="accent3" accent4="accent4" accent5="accent5" accent6="accent6" hlink="hlink" folHlink="folHlink"/>
  <p:sldLayoutIdLst>
    <p:sldLayoutId id="2147484467" r:id="rId1"/>
    <p:sldLayoutId id="2147484468" r:id="rId2"/>
    <p:sldLayoutId id="2147484469" r:id="rId3"/>
    <p:sldLayoutId id="2147484470" r:id="rId4"/>
    <p:sldLayoutId id="2147484471" r:id="rId5"/>
    <p:sldLayoutId id="2147484472" r:id="rId6"/>
    <p:sldLayoutId id="2147484473" r:id="rId7"/>
    <p:sldLayoutId id="2147484474" r:id="rId8"/>
    <p:sldLayoutId id="2147484475" r:id="rId9"/>
    <p:sldLayoutId id="2147484476" r:id="rId10"/>
    <p:sldLayoutId id="2147484477" r:id="rId11"/>
    <p:sldLayoutId id="2147484478" r:id="rId12"/>
    <p:sldLayoutId id="2147484479" r:id="rId13"/>
    <p:sldLayoutId id="2147484480" r:id="rId14"/>
    <p:sldLayoutId id="2147484481" r:id="rId15"/>
    <p:sldLayoutId id="2147484482" r:id="rId16"/>
    <p:sldLayoutId id="2147484483" r:id="rId17"/>
    <p:sldLayoutId id="2147484484" r:id="rId18"/>
    <p:sldLayoutId id="2147484485" r:id="rId19"/>
    <p:sldLayoutId id="2147484486" r:id="rId20"/>
    <p:sldLayoutId id="2147484487" r:id="rId21"/>
    <p:sldLayoutId id="2147484488" r:id="rId22"/>
    <p:sldLayoutId id="2147484489" r:id="rId23"/>
    <p:sldLayoutId id="2147484490" r:id="rId24"/>
    <p:sldLayoutId id="2147484491" r:id="rId25"/>
    <p:sldLayoutId id="2147484492" r:id="rId26"/>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13" algn="ctr" rtl="0" fontAlgn="base">
        <a:spcBef>
          <a:spcPct val="0"/>
        </a:spcBef>
        <a:spcAft>
          <a:spcPct val="0"/>
        </a:spcAft>
        <a:defRPr sz="3100">
          <a:solidFill>
            <a:schemeClr val="tx2"/>
          </a:solidFill>
          <a:latin typeface="Arial" charset="0"/>
          <a:ea typeface="宋体" pitchFamily="2" charset="-122"/>
        </a:defRPr>
      </a:lvl6pPr>
      <a:lvl7pPr marL="642829" algn="ctr" rtl="0" fontAlgn="base">
        <a:spcBef>
          <a:spcPct val="0"/>
        </a:spcBef>
        <a:spcAft>
          <a:spcPct val="0"/>
        </a:spcAft>
        <a:defRPr sz="3100">
          <a:solidFill>
            <a:schemeClr val="tx2"/>
          </a:solidFill>
          <a:latin typeface="Arial" charset="0"/>
          <a:ea typeface="宋体" pitchFamily="2" charset="-122"/>
        </a:defRPr>
      </a:lvl7pPr>
      <a:lvl8pPr marL="964243" algn="ctr" rtl="0" fontAlgn="base">
        <a:spcBef>
          <a:spcPct val="0"/>
        </a:spcBef>
        <a:spcAft>
          <a:spcPct val="0"/>
        </a:spcAft>
        <a:defRPr sz="3100">
          <a:solidFill>
            <a:schemeClr val="tx2"/>
          </a:solidFill>
          <a:latin typeface="Arial" charset="0"/>
          <a:ea typeface="宋体" pitchFamily="2" charset="-122"/>
        </a:defRPr>
      </a:lvl8pPr>
      <a:lvl9pPr marL="1285655" algn="ctr" rtl="0" fontAlgn="base">
        <a:spcBef>
          <a:spcPct val="0"/>
        </a:spcBef>
        <a:spcAft>
          <a:spcPct val="0"/>
        </a:spcAft>
        <a:defRPr sz="3100">
          <a:solidFill>
            <a:schemeClr val="tx2"/>
          </a:solidFill>
          <a:latin typeface="Arial" charset="0"/>
          <a:ea typeface="宋体" pitchFamily="2" charset="-122"/>
        </a:defRPr>
      </a:lvl9pPr>
    </p:titleStyle>
    <p:bodyStyle>
      <a:lvl1pPr marL="241061" indent="-241061" algn="l" rtl="0" eaLnBrk="0" fontAlgn="base" hangingPunct="0">
        <a:spcBef>
          <a:spcPct val="20000"/>
        </a:spcBef>
        <a:spcAft>
          <a:spcPct val="0"/>
        </a:spcAft>
        <a:buChar char="•"/>
        <a:defRPr sz="2200">
          <a:solidFill>
            <a:schemeClr val="tx1"/>
          </a:solidFill>
          <a:latin typeface="+mn-lt"/>
          <a:ea typeface="+mn-ea"/>
          <a:cs typeface="+mn-cs"/>
        </a:defRPr>
      </a:lvl1pPr>
      <a:lvl2pPr marL="522298" indent="-202002" algn="l" rtl="0" eaLnBrk="0" fontAlgn="base" hangingPunct="0">
        <a:spcBef>
          <a:spcPct val="20000"/>
        </a:spcBef>
        <a:spcAft>
          <a:spcPct val="0"/>
        </a:spcAft>
        <a:buChar char="–"/>
        <a:defRPr sz="2000">
          <a:solidFill>
            <a:schemeClr val="tx1"/>
          </a:solidFill>
          <a:latin typeface="+mn-lt"/>
          <a:ea typeface="+mn-ea"/>
        </a:defRPr>
      </a:lvl2pPr>
      <a:lvl3pPr marL="803535" indent="-160708" algn="l" rtl="0" eaLnBrk="0" fontAlgn="base" hangingPunct="0">
        <a:spcBef>
          <a:spcPct val="20000"/>
        </a:spcBef>
        <a:spcAft>
          <a:spcPct val="0"/>
        </a:spcAft>
        <a:buChar char="•"/>
        <a:defRPr sz="1700">
          <a:solidFill>
            <a:schemeClr val="tx1"/>
          </a:solidFill>
          <a:latin typeface="+mn-lt"/>
          <a:ea typeface="+mn-ea"/>
        </a:defRPr>
      </a:lvl3pPr>
      <a:lvl4pPr marL="1124951" indent="-161824" algn="l" rtl="0" eaLnBrk="0" fontAlgn="base" hangingPunct="0">
        <a:spcBef>
          <a:spcPct val="20000"/>
        </a:spcBef>
        <a:spcAft>
          <a:spcPct val="0"/>
        </a:spcAft>
        <a:buChar char="–"/>
        <a:defRPr sz="1400">
          <a:solidFill>
            <a:schemeClr val="tx1"/>
          </a:solidFill>
          <a:latin typeface="+mn-lt"/>
          <a:ea typeface="+mn-ea"/>
        </a:defRPr>
      </a:lvl4pPr>
      <a:lvl5pPr marL="1446364" indent="-160708" algn="l" rtl="0" eaLnBrk="0" fontAlgn="base" hangingPunct="0">
        <a:spcBef>
          <a:spcPct val="20000"/>
        </a:spcBef>
        <a:spcAft>
          <a:spcPct val="0"/>
        </a:spcAft>
        <a:buChar char="»"/>
        <a:defRPr sz="1400">
          <a:solidFill>
            <a:schemeClr val="tx1"/>
          </a:solidFill>
          <a:latin typeface="+mn-lt"/>
          <a:ea typeface="+mn-ea"/>
        </a:defRPr>
      </a:lvl5pPr>
      <a:lvl6pPr marL="1767778" indent="-160708" algn="l" rtl="0" fontAlgn="base">
        <a:spcBef>
          <a:spcPct val="20000"/>
        </a:spcBef>
        <a:spcAft>
          <a:spcPct val="0"/>
        </a:spcAft>
        <a:buChar char="»"/>
        <a:defRPr sz="1400">
          <a:solidFill>
            <a:schemeClr val="tx1"/>
          </a:solidFill>
          <a:latin typeface="+mn-lt"/>
          <a:ea typeface="+mn-ea"/>
        </a:defRPr>
      </a:lvl6pPr>
      <a:lvl7pPr marL="2089193" indent="-160708" algn="l" rtl="0" fontAlgn="base">
        <a:spcBef>
          <a:spcPct val="20000"/>
        </a:spcBef>
        <a:spcAft>
          <a:spcPct val="0"/>
        </a:spcAft>
        <a:buChar char="»"/>
        <a:defRPr sz="1400">
          <a:solidFill>
            <a:schemeClr val="tx1"/>
          </a:solidFill>
          <a:latin typeface="+mn-lt"/>
          <a:ea typeface="+mn-ea"/>
        </a:defRPr>
      </a:lvl7pPr>
      <a:lvl8pPr marL="2410606" indent="-160708" algn="l" rtl="0" fontAlgn="base">
        <a:spcBef>
          <a:spcPct val="20000"/>
        </a:spcBef>
        <a:spcAft>
          <a:spcPct val="0"/>
        </a:spcAft>
        <a:buChar char="»"/>
        <a:defRPr sz="1400">
          <a:solidFill>
            <a:schemeClr val="tx1"/>
          </a:solidFill>
          <a:latin typeface="+mn-lt"/>
          <a:ea typeface="+mn-ea"/>
        </a:defRPr>
      </a:lvl8pPr>
      <a:lvl9pPr marL="2732018" indent="-16070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29" rtl="0" eaLnBrk="1" latinLnBrk="0" hangingPunct="1">
        <a:defRPr sz="1300" kern="1200">
          <a:solidFill>
            <a:schemeClr val="tx1"/>
          </a:solidFill>
          <a:latin typeface="+mn-lt"/>
          <a:ea typeface="+mn-ea"/>
          <a:cs typeface="+mn-cs"/>
        </a:defRPr>
      </a:lvl1pPr>
      <a:lvl2pPr marL="321413" algn="l" defTabSz="642829" rtl="0" eaLnBrk="1" latinLnBrk="0" hangingPunct="1">
        <a:defRPr sz="1300" kern="1200">
          <a:solidFill>
            <a:schemeClr val="tx1"/>
          </a:solidFill>
          <a:latin typeface="+mn-lt"/>
          <a:ea typeface="+mn-ea"/>
          <a:cs typeface="+mn-cs"/>
        </a:defRPr>
      </a:lvl2pPr>
      <a:lvl3pPr marL="642829" algn="l" defTabSz="642829" rtl="0" eaLnBrk="1" latinLnBrk="0" hangingPunct="1">
        <a:defRPr sz="1300" kern="1200">
          <a:solidFill>
            <a:schemeClr val="tx1"/>
          </a:solidFill>
          <a:latin typeface="+mn-lt"/>
          <a:ea typeface="+mn-ea"/>
          <a:cs typeface="+mn-cs"/>
        </a:defRPr>
      </a:lvl3pPr>
      <a:lvl4pPr marL="964243" algn="l" defTabSz="642829" rtl="0" eaLnBrk="1" latinLnBrk="0" hangingPunct="1">
        <a:defRPr sz="1300" kern="1200">
          <a:solidFill>
            <a:schemeClr val="tx1"/>
          </a:solidFill>
          <a:latin typeface="+mn-lt"/>
          <a:ea typeface="+mn-ea"/>
          <a:cs typeface="+mn-cs"/>
        </a:defRPr>
      </a:lvl4pPr>
      <a:lvl5pPr marL="1285655" algn="l" defTabSz="642829" rtl="0" eaLnBrk="1" latinLnBrk="0" hangingPunct="1">
        <a:defRPr sz="1300" kern="1200">
          <a:solidFill>
            <a:schemeClr val="tx1"/>
          </a:solidFill>
          <a:latin typeface="+mn-lt"/>
          <a:ea typeface="+mn-ea"/>
          <a:cs typeface="+mn-cs"/>
        </a:defRPr>
      </a:lvl5pPr>
      <a:lvl6pPr marL="1607072" algn="l" defTabSz="642829" rtl="0" eaLnBrk="1" latinLnBrk="0" hangingPunct="1">
        <a:defRPr sz="1300" kern="1200">
          <a:solidFill>
            <a:schemeClr val="tx1"/>
          </a:solidFill>
          <a:latin typeface="+mn-lt"/>
          <a:ea typeface="+mn-ea"/>
          <a:cs typeface="+mn-cs"/>
        </a:defRPr>
      </a:lvl6pPr>
      <a:lvl7pPr marL="1928484" algn="l" defTabSz="642829" rtl="0" eaLnBrk="1" latinLnBrk="0" hangingPunct="1">
        <a:defRPr sz="1300" kern="1200">
          <a:solidFill>
            <a:schemeClr val="tx1"/>
          </a:solidFill>
          <a:latin typeface="+mn-lt"/>
          <a:ea typeface="+mn-ea"/>
          <a:cs typeface="+mn-cs"/>
        </a:defRPr>
      </a:lvl7pPr>
      <a:lvl8pPr marL="2249898" algn="l" defTabSz="642829" rtl="0" eaLnBrk="1" latinLnBrk="0" hangingPunct="1">
        <a:defRPr sz="1300" kern="1200">
          <a:solidFill>
            <a:schemeClr val="tx1"/>
          </a:solidFill>
          <a:latin typeface="+mn-lt"/>
          <a:ea typeface="+mn-ea"/>
          <a:cs typeface="+mn-cs"/>
        </a:defRPr>
      </a:lvl8pPr>
      <a:lvl9pPr marL="2571312" algn="l" defTabSz="642829"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5"/>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31155714"/>
      </p:ext>
    </p:extLst>
  </p:cSld>
  <p:clrMap bg1="lt1" tx1="dk1" bg2="lt2" tx2="dk2" accent1="accent1" accent2="accent2" accent3="accent3" accent4="accent4" accent5="accent5" accent6="accent6" hlink="hlink" folHlink="folHlink"/>
  <p:sldLayoutIdLst>
    <p:sldLayoutId id="2147484494" r:id="rId1"/>
    <p:sldLayoutId id="2147484495" r:id="rId2"/>
    <p:sldLayoutId id="2147484496" r:id="rId3"/>
    <p:sldLayoutId id="2147484497" r:id="rId4"/>
    <p:sldLayoutId id="2147484498" r:id="rId5"/>
    <p:sldLayoutId id="2147484499" r:id="rId6"/>
    <p:sldLayoutId id="2147484500" r:id="rId7"/>
    <p:sldLayoutId id="2147484501" r:id="rId8"/>
    <p:sldLayoutId id="2147484502" r:id="rId9"/>
    <p:sldLayoutId id="2147484503" r:id="rId10"/>
    <p:sldLayoutId id="2147484504" r:id="rId11"/>
    <p:sldLayoutId id="2147484505" r:id="rId12"/>
    <p:sldLayoutId id="2147484506" r:id="rId13"/>
    <p:sldLayoutId id="2147484507" r:id="rId14"/>
    <p:sldLayoutId id="2147484508" r:id="rId15"/>
    <p:sldLayoutId id="2147484509" r:id="rId16"/>
    <p:sldLayoutId id="2147484510" r:id="rId17"/>
    <p:sldLayoutId id="2147484511" r:id="rId18"/>
    <p:sldLayoutId id="2147484512" r:id="rId19"/>
    <p:sldLayoutId id="2147484513" r:id="rId20"/>
    <p:sldLayoutId id="2147484514" r:id="rId21"/>
    <p:sldLayoutId id="2147484515" r:id="rId22"/>
    <p:sldLayoutId id="2147484516" r:id="rId23"/>
    <p:sldLayoutId id="2147484517" r:id="rId24"/>
    <p:sldLayoutId id="2147484518"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88" algn="ctr" rtl="0" fontAlgn="base">
        <a:spcBef>
          <a:spcPct val="0"/>
        </a:spcBef>
        <a:spcAft>
          <a:spcPct val="0"/>
        </a:spcAft>
        <a:defRPr sz="3100">
          <a:solidFill>
            <a:schemeClr val="tx2"/>
          </a:solidFill>
          <a:latin typeface="Arial" charset="0"/>
          <a:ea typeface="宋体" pitchFamily="2" charset="-122"/>
        </a:defRPr>
      </a:lvl6pPr>
      <a:lvl7pPr marL="642777" algn="ctr" rtl="0" fontAlgn="base">
        <a:spcBef>
          <a:spcPct val="0"/>
        </a:spcBef>
        <a:spcAft>
          <a:spcPct val="0"/>
        </a:spcAft>
        <a:defRPr sz="3100">
          <a:solidFill>
            <a:schemeClr val="tx2"/>
          </a:solidFill>
          <a:latin typeface="Arial" charset="0"/>
          <a:ea typeface="宋体" pitchFamily="2" charset="-122"/>
        </a:defRPr>
      </a:lvl7pPr>
      <a:lvl8pPr marL="964165" algn="ctr" rtl="0" fontAlgn="base">
        <a:spcBef>
          <a:spcPct val="0"/>
        </a:spcBef>
        <a:spcAft>
          <a:spcPct val="0"/>
        </a:spcAft>
        <a:defRPr sz="3100">
          <a:solidFill>
            <a:schemeClr val="tx2"/>
          </a:solidFill>
          <a:latin typeface="Arial" charset="0"/>
          <a:ea typeface="宋体" pitchFamily="2" charset="-122"/>
        </a:defRPr>
      </a:lvl8pPr>
      <a:lvl9pPr marL="1285551" algn="ctr" rtl="0" fontAlgn="base">
        <a:spcBef>
          <a:spcPct val="0"/>
        </a:spcBef>
        <a:spcAft>
          <a:spcPct val="0"/>
        </a:spcAft>
        <a:defRPr sz="3100">
          <a:solidFill>
            <a:schemeClr val="tx2"/>
          </a:solidFill>
          <a:latin typeface="Arial" charset="0"/>
          <a:ea typeface="宋体" pitchFamily="2" charset="-122"/>
        </a:defRPr>
      </a:lvl9pPr>
    </p:titleStyle>
    <p:bodyStyle>
      <a:lvl1pPr marL="241041" indent="-241041" algn="l" rtl="0" eaLnBrk="0" fontAlgn="base" hangingPunct="0">
        <a:spcBef>
          <a:spcPct val="20000"/>
        </a:spcBef>
        <a:spcAft>
          <a:spcPct val="0"/>
        </a:spcAft>
        <a:buChar char="•"/>
        <a:defRPr sz="2200">
          <a:solidFill>
            <a:schemeClr val="tx1"/>
          </a:solidFill>
          <a:latin typeface="+mn-lt"/>
          <a:ea typeface="+mn-ea"/>
          <a:cs typeface="+mn-cs"/>
        </a:defRPr>
      </a:lvl1pPr>
      <a:lvl2pPr marL="522255" indent="-201984" algn="l" rtl="0" eaLnBrk="0" fontAlgn="base" hangingPunct="0">
        <a:spcBef>
          <a:spcPct val="20000"/>
        </a:spcBef>
        <a:spcAft>
          <a:spcPct val="0"/>
        </a:spcAft>
        <a:buChar char="–"/>
        <a:defRPr sz="2000">
          <a:solidFill>
            <a:schemeClr val="tx1"/>
          </a:solidFill>
          <a:latin typeface="+mn-lt"/>
          <a:ea typeface="+mn-ea"/>
        </a:defRPr>
      </a:lvl2pPr>
      <a:lvl3pPr marL="803471" indent="-160695" algn="l" rtl="0" eaLnBrk="0" fontAlgn="base" hangingPunct="0">
        <a:spcBef>
          <a:spcPct val="20000"/>
        </a:spcBef>
        <a:spcAft>
          <a:spcPct val="0"/>
        </a:spcAft>
        <a:buChar char="•"/>
        <a:defRPr sz="1700">
          <a:solidFill>
            <a:schemeClr val="tx1"/>
          </a:solidFill>
          <a:latin typeface="+mn-lt"/>
          <a:ea typeface="+mn-ea"/>
        </a:defRPr>
      </a:lvl3pPr>
      <a:lvl4pPr marL="1124860" indent="-161811" algn="l" rtl="0" eaLnBrk="0" fontAlgn="base" hangingPunct="0">
        <a:spcBef>
          <a:spcPct val="20000"/>
        </a:spcBef>
        <a:spcAft>
          <a:spcPct val="0"/>
        </a:spcAft>
        <a:buChar char="–"/>
        <a:defRPr sz="1400">
          <a:solidFill>
            <a:schemeClr val="tx1"/>
          </a:solidFill>
          <a:latin typeface="+mn-lt"/>
          <a:ea typeface="+mn-ea"/>
        </a:defRPr>
      </a:lvl4pPr>
      <a:lvl5pPr marL="1446247" indent="-160695" algn="l" rtl="0" eaLnBrk="0" fontAlgn="base" hangingPunct="0">
        <a:spcBef>
          <a:spcPct val="20000"/>
        </a:spcBef>
        <a:spcAft>
          <a:spcPct val="0"/>
        </a:spcAft>
        <a:buChar char="»"/>
        <a:defRPr sz="1400">
          <a:solidFill>
            <a:schemeClr val="tx1"/>
          </a:solidFill>
          <a:latin typeface="+mn-lt"/>
          <a:ea typeface="+mn-ea"/>
        </a:defRPr>
      </a:lvl5pPr>
      <a:lvl6pPr marL="1767634" indent="-160695" algn="l" rtl="0" fontAlgn="base">
        <a:spcBef>
          <a:spcPct val="20000"/>
        </a:spcBef>
        <a:spcAft>
          <a:spcPct val="0"/>
        </a:spcAft>
        <a:buChar char="»"/>
        <a:defRPr sz="1400">
          <a:solidFill>
            <a:schemeClr val="tx1"/>
          </a:solidFill>
          <a:latin typeface="+mn-lt"/>
          <a:ea typeface="+mn-ea"/>
        </a:defRPr>
      </a:lvl6pPr>
      <a:lvl7pPr marL="2089022" indent="-160695" algn="l" rtl="0" fontAlgn="base">
        <a:spcBef>
          <a:spcPct val="20000"/>
        </a:spcBef>
        <a:spcAft>
          <a:spcPct val="0"/>
        </a:spcAft>
        <a:buChar char="»"/>
        <a:defRPr sz="1400">
          <a:solidFill>
            <a:schemeClr val="tx1"/>
          </a:solidFill>
          <a:latin typeface="+mn-lt"/>
          <a:ea typeface="+mn-ea"/>
        </a:defRPr>
      </a:lvl7pPr>
      <a:lvl8pPr marL="2410409" indent="-160695" algn="l" rtl="0" fontAlgn="base">
        <a:spcBef>
          <a:spcPct val="20000"/>
        </a:spcBef>
        <a:spcAft>
          <a:spcPct val="0"/>
        </a:spcAft>
        <a:buChar char="»"/>
        <a:defRPr sz="1400">
          <a:solidFill>
            <a:schemeClr val="tx1"/>
          </a:solidFill>
          <a:latin typeface="+mn-lt"/>
          <a:ea typeface="+mn-ea"/>
        </a:defRPr>
      </a:lvl8pPr>
      <a:lvl9pPr marL="2731798" indent="-16069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77" rtl="0" eaLnBrk="1" latinLnBrk="0" hangingPunct="1">
        <a:defRPr sz="1300" kern="1200">
          <a:solidFill>
            <a:schemeClr val="tx1"/>
          </a:solidFill>
          <a:latin typeface="+mn-lt"/>
          <a:ea typeface="+mn-ea"/>
          <a:cs typeface="+mn-cs"/>
        </a:defRPr>
      </a:lvl1pPr>
      <a:lvl2pPr marL="321388" algn="l" defTabSz="642777" rtl="0" eaLnBrk="1" latinLnBrk="0" hangingPunct="1">
        <a:defRPr sz="1300" kern="1200">
          <a:solidFill>
            <a:schemeClr val="tx1"/>
          </a:solidFill>
          <a:latin typeface="+mn-lt"/>
          <a:ea typeface="+mn-ea"/>
          <a:cs typeface="+mn-cs"/>
        </a:defRPr>
      </a:lvl2pPr>
      <a:lvl3pPr marL="642777" algn="l" defTabSz="642777" rtl="0" eaLnBrk="1" latinLnBrk="0" hangingPunct="1">
        <a:defRPr sz="1300" kern="1200">
          <a:solidFill>
            <a:schemeClr val="tx1"/>
          </a:solidFill>
          <a:latin typeface="+mn-lt"/>
          <a:ea typeface="+mn-ea"/>
          <a:cs typeface="+mn-cs"/>
        </a:defRPr>
      </a:lvl3pPr>
      <a:lvl4pPr marL="964165" algn="l" defTabSz="642777" rtl="0" eaLnBrk="1" latinLnBrk="0" hangingPunct="1">
        <a:defRPr sz="1300" kern="1200">
          <a:solidFill>
            <a:schemeClr val="tx1"/>
          </a:solidFill>
          <a:latin typeface="+mn-lt"/>
          <a:ea typeface="+mn-ea"/>
          <a:cs typeface="+mn-cs"/>
        </a:defRPr>
      </a:lvl4pPr>
      <a:lvl5pPr marL="1285551" algn="l" defTabSz="642777" rtl="0" eaLnBrk="1" latinLnBrk="0" hangingPunct="1">
        <a:defRPr sz="1300" kern="1200">
          <a:solidFill>
            <a:schemeClr val="tx1"/>
          </a:solidFill>
          <a:latin typeface="+mn-lt"/>
          <a:ea typeface="+mn-ea"/>
          <a:cs typeface="+mn-cs"/>
        </a:defRPr>
      </a:lvl5pPr>
      <a:lvl6pPr marL="1606942" algn="l" defTabSz="642777" rtl="0" eaLnBrk="1" latinLnBrk="0" hangingPunct="1">
        <a:defRPr sz="1300" kern="1200">
          <a:solidFill>
            <a:schemeClr val="tx1"/>
          </a:solidFill>
          <a:latin typeface="+mn-lt"/>
          <a:ea typeface="+mn-ea"/>
          <a:cs typeface="+mn-cs"/>
        </a:defRPr>
      </a:lvl6pPr>
      <a:lvl7pPr marL="1928328" algn="l" defTabSz="642777" rtl="0" eaLnBrk="1" latinLnBrk="0" hangingPunct="1">
        <a:defRPr sz="1300" kern="1200">
          <a:solidFill>
            <a:schemeClr val="tx1"/>
          </a:solidFill>
          <a:latin typeface="+mn-lt"/>
          <a:ea typeface="+mn-ea"/>
          <a:cs typeface="+mn-cs"/>
        </a:defRPr>
      </a:lvl7pPr>
      <a:lvl8pPr marL="2249716" algn="l" defTabSz="642777" rtl="0" eaLnBrk="1" latinLnBrk="0" hangingPunct="1">
        <a:defRPr sz="1300" kern="1200">
          <a:solidFill>
            <a:schemeClr val="tx1"/>
          </a:solidFill>
          <a:latin typeface="+mn-lt"/>
          <a:ea typeface="+mn-ea"/>
          <a:cs typeface="+mn-cs"/>
        </a:defRPr>
      </a:lvl8pPr>
      <a:lvl9pPr marL="2571104" algn="l" defTabSz="642777"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2" y="9963"/>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343"/>
          </a:xfrm>
          <a:prstGeom prst="rect">
            <a:avLst/>
          </a:prstGeom>
          <a:noFill/>
        </p:spPr>
        <p:txBody>
          <a:bodyPr wrap="none" rtlCol="0">
            <a:spAutoFit/>
          </a:bodyPr>
          <a:lstStyle/>
          <a:p>
            <a:r>
              <a:rPr lang="zh-CN" alt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1306689"/>
      </p:ext>
    </p:extLst>
  </p:cSld>
  <p:clrMap bg1="lt1" tx1="dk1" bg2="lt2" tx2="dk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 id="2147484531" r:id="rId12"/>
    <p:sldLayoutId id="2147484532" r:id="rId13"/>
    <p:sldLayoutId id="2147484533" r:id="rId14"/>
    <p:sldLayoutId id="2147484534" r:id="rId15"/>
    <p:sldLayoutId id="2147484535" r:id="rId16"/>
    <p:sldLayoutId id="2147484536" r:id="rId17"/>
    <p:sldLayoutId id="2147484537" r:id="rId18"/>
    <p:sldLayoutId id="2147484538" r:id="rId19"/>
    <p:sldLayoutId id="2147484539" r:id="rId20"/>
    <p:sldLayoutId id="2147484540" r:id="rId21"/>
    <p:sldLayoutId id="2147484541" r:id="rId22"/>
    <p:sldLayoutId id="2147484542" r:id="rId23"/>
    <p:sldLayoutId id="2147484543" r:id="rId24"/>
    <p:sldLayoutId id="2147484544"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96" algn="ctr" rtl="0" fontAlgn="base">
        <a:spcBef>
          <a:spcPct val="0"/>
        </a:spcBef>
        <a:spcAft>
          <a:spcPct val="0"/>
        </a:spcAft>
        <a:defRPr sz="3100">
          <a:solidFill>
            <a:schemeClr val="tx2"/>
          </a:solidFill>
          <a:latin typeface="Arial" charset="0"/>
          <a:ea typeface="宋体" pitchFamily="2" charset="-122"/>
        </a:defRPr>
      </a:lvl6pPr>
      <a:lvl7pPr marL="642793" algn="ctr" rtl="0" fontAlgn="base">
        <a:spcBef>
          <a:spcPct val="0"/>
        </a:spcBef>
        <a:spcAft>
          <a:spcPct val="0"/>
        </a:spcAft>
        <a:defRPr sz="3100">
          <a:solidFill>
            <a:schemeClr val="tx2"/>
          </a:solidFill>
          <a:latin typeface="Arial" charset="0"/>
          <a:ea typeface="宋体" pitchFamily="2" charset="-122"/>
        </a:defRPr>
      </a:lvl7pPr>
      <a:lvl8pPr marL="964189" algn="ctr" rtl="0" fontAlgn="base">
        <a:spcBef>
          <a:spcPct val="0"/>
        </a:spcBef>
        <a:spcAft>
          <a:spcPct val="0"/>
        </a:spcAft>
        <a:defRPr sz="3100">
          <a:solidFill>
            <a:schemeClr val="tx2"/>
          </a:solidFill>
          <a:latin typeface="Arial" charset="0"/>
          <a:ea typeface="宋体" pitchFamily="2" charset="-122"/>
        </a:defRPr>
      </a:lvl8pPr>
      <a:lvl9pPr marL="1285583" algn="ctr" rtl="0" fontAlgn="base">
        <a:spcBef>
          <a:spcPct val="0"/>
        </a:spcBef>
        <a:spcAft>
          <a:spcPct val="0"/>
        </a:spcAft>
        <a:defRPr sz="3100">
          <a:solidFill>
            <a:schemeClr val="tx2"/>
          </a:solidFill>
          <a:latin typeface="Arial" charset="0"/>
          <a:ea typeface="宋体" pitchFamily="2" charset="-122"/>
        </a:defRPr>
      </a:lvl9pPr>
    </p:titleStyle>
    <p:bodyStyle>
      <a:lvl1pPr marL="241047" indent="-241047" algn="l" rtl="0" eaLnBrk="0" fontAlgn="base" hangingPunct="0">
        <a:spcBef>
          <a:spcPct val="20000"/>
        </a:spcBef>
        <a:spcAft>
          <a:spcPct val="0"/>
        </a:spcAft>
        <a:buChar char="•"/>
        <a:defRPr sz="2200">
          <a:solidFill>
            <a:schemeClr val="tx1"/>
          </a:solidFill>
          <a:latin typeface="+mn-lt"/>
          <a:ea typeface="+mn-ea"/>
          <a:cs typeface="+mn-cs"/>
        </a:defRPr>
      </a:lvl1pPr>
      <a:lvl2pPr marL="522268" indent="-201989" algn="l" rtl="0" eaLnBrk="0" fontAlgn="base" hangingPunct="0">
        <a:spcBef>
          <a:spcPct val="20000"/>
        </a:spcBef>
        <a:spcAft>
          <a:spcPct val="0"/>
        </a:spcAft>
        <a:buChar char="–"/>
        <a:defRPr sz="2000">
          <a:solidFill>
            <a:schemeClr val="tx1"/>
          </a:solidFill>
          <a:latin typeface="+mn-lt"/>
          <a:ea typeface="+mn-ea"/>
        </a:defRPr>
      </a:lvl2pPr>
      <a:lvl3pPr marL="803490" indent="-160698" algn="l" rtl="0" eaLnBrk="0" fontAlgn="base" hangingPunct="0">
        <a:spcBef>
          <a:spcPct val="20000"/>
        </a:spcBef>
        <a:spcAft>
          <a:spcPct val="0"/>
        </a:spcAft>
        <a:buChar char="•"/>
        <a:defRPr sz="1700">
          <a:solidFill>
            <a:schemeClr val="tx1"/>
          </a:solidFill>
          <a:latin typeface="+mn-lt"/>
          <a:ea typeface="+mn-ea"/>
        </a:defRPr>
      </a:lvl3pPr>
      <a:lvl4pPr marL="1124888" indent="-161814" algn="l" rtl="0" eaLnBrk="0" fontAlgn="base" hangingPunct="0">
        <a:spcBef>
          <a:spcPct val="20000"/>
        </a:spcBef>
        <a:spcAft>
          <a:spcPct val="0"/>
        </a:spcAft>
        <a:buChar char="–"/>
        <a:defRPr sz="1400">
          <a:solidFill>
            <a:schemeClr val="tx1"/>
          </a:solidFill>
          <a:latin typeface="+mn-lt"/>
          <a:ea typeface="+mn-ea"/>
        </a:defRPr>
      </a:lvl4pPr>
      <a:lvl5pPr marL="1446282" indent="-160698" algn="l" rtl="0" eaLnBrk="0" fontAlgn="base" hangingPunct="0">
        <a:spcBef>
          <a:spcPct val="20000"/>
        </a:spcBef>
        <a:spcAft>
          <a:spcPct val="0"/>
        </a:spcAft>
        <a:buChar char="»"/>
        <a:defRPr sz="1400">
          <a:solidFill>
            <a:schemeClr val="tx1"/>
          </a:solidFill>
          <a:latin typeface="+mn-lt"/>
          <a:ea typeface="+mn-ea"/>
        </a:defRPr>
      </a:lvl5pPr>
      <a:lvl6pPr marL="1767679" indent="-160698" algn="l" rtl="0" fontAlgn="base">
        <a:spcBef>
          <a:spcPct val="20000"/>
        </a:spcBef>
        <a:spcAft>
          <a:spcPct val="0"/>
        </a:spcAft>
        <a:buChar char="»"/>
        <a:defRPr sz="1400">
          <a:solidFill>
            <a:schemeClr val="tx1"/>
          </a:solidFill>
          <a:latin typeface="+mn-lt"/>
          <a:ea typeface="+mn-ea"/>
        </a:defRPr>
      </a:lvl6pPr>
      <a:lvl7pPr marL="2089075" indent="-160698" algn="l" rtl="0" fontAlgn="base">
        <a:spcBef>
          <a:spcPct val="20000"/>
        </a:spcBef>
        <a:spcAft>
          <a:spcPct val="0"/>
        </a:spcAft>
        <a:buChar char="»"/>
        <a:defRPr sz="1400">
          <a:solidFill>
            <a:schemeClr val="tx1"/>
          </a:solidFill>
          <a:latin typeface="+mn-lt"/>
          <a:ea typeface="+mn-ea"/>
        </a:defRPr>
      </a:lvl7pPr>
      <a:lvl8pPr marL="2410469" indent="-160698" algn="l" rtl="0" fontAlgn="base">
        <a:spcBef>
          <a:spcPct val="20000"/>
        </a:spcBef>
        <a:spcAft>
          <a:spcPct val="0"/>
        </a:spcAft>
        <a:buChar char="»"/>
        <a:defRPr sz="1400">
          <a:solidFill>
            <a:schemeClr val="tx1"/>
          </a:solidFill>
          <a:latin typeface="+mn-lt"/>
          <a:ea typeface="+mn-ea"/>
        </a:defRPr>
      </a:lvl8pPr>
      <a:lvl9pPr marL="2731866" indent="-16069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93" rtl="0" eaLnBrk="1" latinLnBrk="0" hangingPunct="1">
        <a:defRPr sz="1300" kern="1200">
          <a:solidFill>
            <a:schemeClr val="tx1"/>
          </a:solidFill>
          <a:latin typeface="+mn-lt"/>
          <a:ea typeface="+mn-ea"/>
          <a:cs typeface="+mn-cs"/>
        </a:defRPr>
      </a:lvl1pPr>
      <a:lvl2pPr marL="321396" algn="l" defTabSz="642793" rtl="0" eaLnBrk="1" latinLnBrk="0" hangingPunct="1">
        <a:defRPr sz="1300" kern="1200">
          <a:solidFill>
            <a:schemeClr val="tx1"/>
          </a:solidFill>
          <a:latin typeface="+mn-lt"/>
          <a:ea typeface="+mn-ea"/>
          <a:cs typeface="+mn-cs"/>
        </a:defRPr>
      </a:lvl2pPr>
      <a:lvl3pPr marL="642793" algn="l" defTabSz="642793" rtl="0" eaLnBrk="1" latinLnBrk="0" hangingPunct="1">
        <a:defRPr sz="1300" kern="1200">
          <a:solidFill>
            <a:schemeClr val="tx1"/>
          </a:solidFill>
          <a:latin typeface="+mn-lt"/>
          <a:ea typeface="+mn-ea"/>
          <a:cs typeface="+mn-cs"/>
        </a:defRPr>
      </a:lvl3pPr>
      <a:lvl4pPr marL="964189" algn="l" defTabSz="642793" rtl="0" eaLnBrk="1" latinLnBrk="0" hangingPunct="1">
        <a:defRPr sz="1300" kern="1200">
          <a:solidFill>
            <a:schemeClr val="tx1"/>
          </a:solidFill>
          <a:latin typeface="+mn-lt"/>
          <a:ea typeface="+mn-ea"/>
          <a:cs typeface="+mn-cs"/>
        </a:defRPr>
      </a:lvl4pPr>
      <a:lvl5pPr marL="1285583" algn="l" defTabSz="642793" rtl="0" eaLnBrk="1" latinLnBrk="0" hangingPunct="1">
        <a:defRPr sz="1300" kern="1200">
          <a:solidFill>
            <a:schemeClr val="tx1"/>
          </a:solidFill>
          <a:latin typeface="+mn-lt"/>
          <a:ea typeface="+mn-ea"/>
          <a:cs typeface="+mn-cs"/>
        </a:defRPr>
      </a:lvl5pPr>
      <a:lvl6pPr marL="1606982" algn="l" defTabSz="642793" rtl="0" eaLnBrk="1" latinLnBrk="0" hangingPunct="1">
        <a:defRPr sz="1300" kern="1200">
          <a:solidFill>
            <a:schemeClr val="tx1"/>
          </a:solidFill>
          <a:latin typeface="+mn-lt"/>
          <a:ea typeface="+mn-ea"/>
          <a:cs typeface="+mn-cs"/>
        </a:defRPr>
      </a:lvl6pPr>
      <a:lvl7pPr marL="1928376" algn="l" defTabSz="642793" rtl="0" eaLnBrk="1" latinLnBrk="0" hangingPunct="1">
        <a:defRPr sz="1300" kern="1200">
          <a:solidFill>
            <a:schemeClr val="tx1"/>
          </a:solidFill>
          <a:latin typeface="+mn-lt"/>
          <a:ea typeface="+mn-ea"/>
          <a:cs typeface="+mn-cs"/>
        </a:defRPr>
      </a:lvl7pPr>
      <a:lvl8pPr marL="2249772" algn="l" defTabSz="642793" rtl="0" eaLnBrk="1" latinLnBrk="0" hangingPunct="1">
        <a:defRPr sz="1300" kern="1200">
          <a:solidFill>
            <a:schemeClr val="tx1"/>
          </a:solidFill>
          <a:latin typeface="+mn-lt"/>
          <a:ea typeface="+mn-ea"/>
          <a:cs typeface="+mn-cs"/>
        </a:defRPr>
      </a:lvl8pPr>
      <a:lvl9pPr marL="2571168" algn="l" defTabSz="642793"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7">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114422936"/>
      </p:ext>
    </p:extLst>
  </p:cSld>
  <p:clrMap bg1="lt1" tx1="dk1" bg2="lt2" tx2="dk2" accent1="accent1" accent2="accent2" accent3="accent3" accent4="accent4" accent5="accent5" accent6="accent6" hlink="hlink" folHlink="folHlink"/>
  <p:sldLayoutIdLst>
    <p:sldLayoutId id="2147484636" r:id="rId1"/>
    <p:sldLayoutId id="2147484637" r:id="rId2"/>
    <p:sldLayoutId id="2147484638" r:id="rId3"/>
    <p:sldLayoutId id="2147484639" r:id="rId4"/>
    <p:sldLayoutId id="2147484640" r:id="rId5"/>
    <p:sldLayoutId id="2147484641" r:id="rId6"/>
    <p:sldLayoutId id="2147484642" r:id="rId7"/>
    <p:sldLayoutId id="2147484643" r:id="rId8"/>
    <p:sldLayoutId id="2147484644" r:id="rId9"/>
    <p:sldLayoutId id="2147484645" r:id="rId10"/>
    <p:sldLayoutId id="2147484646" r:id="rId11"/>
    <p:sldLayoutId id="2147484647" r:id="rId12"/>
    <p:sldLayoutId id="2147484648" r:id="rId13"/>
    <p:sldLayoutId id="2147484649" r:id="rId14"/>
    <p:sldLayoutId id="2147484650" r:id="rId1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852148186"/>
      </p:ext>
    </p:extLst>
  </p:cSld>
  <p:clrMap bg1="lt1" tx1="dk1" bg2="lt2" tx2="dk2" accent1="accent1" accent2="accent2" accent3="accent3" accent4="accent4" accent5="accent5" accent6="accent6" hlink="hlink" folHlink="folHlink"/>
  <p:sldLayoutIdLst>
    <p:sldLayoutId id="2147484652" r:id="rId1"/>
    <p:sldLayoutId id="2147484653" r:id="rId2"/>
    <p:sldLayoutId id="2147484654" r:id="rId3"/>
    <p:sldLayoutId id="2147484655" r:id="rId4"/>
    <p:sldLayoutId id="2147484656" r:id="rId5"/>
    <p:sldLayoutId id="2147484657" r:id="rId6"/>
    <p:sldLayoutId id="2147484658" r:id="rId7"/>
    <p:sldLayoutId id="2147484659" r:id="rId8"/>
    <p:sldLayoutId id="2147484660" r:id="rId9"/>
    <p:sldLayoutId id="2147484661" r:id="rId10"/>
    <p:sldLayoutId id="2147484662" r:id="rId11"/>
    <p:sldLayoutId id="2147484663" r:id="rId12"/>
    <p:sldLayoutId id="2147484664" r:id="rId13"/>
    <p:sldLayoutId id="2147484665" r:id="rId14"/>
    <p:sldLayoutId id="2147484666" r:id="rId15"/>
    <p:sldLayoutId id="2147484667" r:id="rId16"/>
    <p:sldLayoutId id="2147484668" r:id="rId17"/>
    <p:sldLayoutId id="2147484669" r:id="rId18"/>
    <p:sldLayoutId id="2147484670" r:id="rId19"/>
    <p:sldLayoutId id="2147484671" r:id="rId20"/>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2400">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1796894543"/>
      </p:ext>
    </p:extLst>
  </p:cSld>
  <p:clrMap bg1="lt1" tx1="dk1" bg2="lt2" tx2="dk2" accent1="accent1" accent2="accent2" accent3="accent3" accent4="accent4" accent5="accent5" accent6="accent6" hlink="hlink" folHlink="folHlink"/>
  <p:sldLayoutIdLst>
    <p:sldLayoutId id="2147484951" r:id="rId1"/>
    <p:sldLayoutId id="2147484952" r:id="rId2"/>
    <p:sldLayoutId id="2147484953" r:id="rId3"/>
    <p:sldLayoutId id="2147484954" r:id="rId4"/>
    <p:sldLayoutId id="2147484955" r:id="rId5"/>
    <p:sldLayoutId id="2147484956" r:id="rId6"/>
    <p:sldLayoutId id="2147484957" r:id="rId7"/>
    <p:sldLayoutId id="2147484958" r:id="rId8"/>
    <p:sldLayoutId id="2147484959" r:id="rId9"/>
    <p:sldLayoutId id="2147484960" r:id="rId10"/>
    <p:sldLayoutId id="2147484961" r:id="rId11"/>
    <p:sldLayoutId id="2147484962" r:id="rId12"/>
    <p:sldLayoutId id="2147484963" r:id="rId13"/>
    <p:sldLayoutId id="2147484964" r:id="rId14"/>
    <p:sldLayoutId id="2147484965" r:id="rId15"/>
    <p:sldLayoutId id="2147484966" r:id="rId16"/>
    <p:sldLayoutId id="2147484967" r:id="rId17"/>
  </p:sldLayoutIdLst>
  <p:txStyles>
    <p:titleStyle>
      <a:lvl1pPr algn="ctr" defTabSz="1219042" rtl="0" eaLnBrk="1" latinLnBrk="0" hangingPunct="1">
        <a:spcBef>
          <a:spcPct val="0"/>
        </a:spcBef>
        <a:buNone/>
        <a:defRPr sz="5867" kern="1200">
          <a:solidFill>
            <a:schemeClr val="tx1"/>
          </a:solidFill>
          <a:latin typeface="+mj-lt"/>
          <a:ea typeface="+mj-ea"/>
          <a:cs typeface="+mj-cs"/>
        </a:defRPr>
      </a:lvl1pPr>
    </p:titleStyle>
    <p:bodyStyle>
      <a:lvl1pPr marL="457141" indent="-457141" algn="l" defTabSz="1219042" rtl="0" eaLnBrk="1" latinLnBrk="0" hangingPunct="1">
        <a:spcBef>
          <a:spcPct val="20000"/>
        </a:spcBef>
        <a:buFont typeface="Arial" panose="020B0604020202020204" pitchFamily="34" charset="0"/>
        <a:buChar char="•"/>
        <a:defRPr sz="4267" kern="1200">
          <a:solidFill>
            <a:schemeClr val="tx1"/>
          </a:solidFill>
          <a:latin typeface="+mn-lt"/>
          <a:ea typeface="+mn-ea"/>
          <a:cs typeface="+mn-cs"/>
        </a:defRPr>
      </a:lvl1pPr>
      <a:lvl2pPr marL="990470" indent="-380950" algn="l" defTabSz="1219042" rtl="0" eaLnBrk="1" latinLnBrk="0" hangingPunct="1">
        <a:spcBef>
          <a:spcPct val="20000"/>
        </a:spcBef>
        <a:buFont typeface="Arial" panose="020B0604020202020204" pitchFamily="34" charset="0"/>
        <a:buChar char="–"/>
        <a:defRPr sz="3733" kern="1200">
          <a:solidFill>
            <a:schemeClr val="tx1"/>
          </a:solidFill>
          <a:latin typeface="+mn-lt"/>
          <a:ea typeface="+mn-ea"/>
          <a:cs typeface="+mn-cs"/>
        </a:defRPr>
      </a:lvl2pPr>
      <a:lvl3pPr marL="1523802" indent="-304760" algn="l" defTabSz="1219042"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320"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839"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36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88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40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92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42" rtl="0" eaLnBrk="1" latinLnBrk="0" hangingPunct="1">
        <a:defRPr sz="2400" kern="1200">
          <a:solidFill>
            <a:schemeClr val="tx1"/>
          </a:solidFill>
          <a:latin typeface="+mn-lt"/>
          <a:ea typeface="+mn-ea"/>
          <a:cs typeface="+mn-cs"/>
        </a:defRPr>
      </a:lvl1pPr>
      <a:lvl2pPr marL="609521" algn="l" defTabSz="1219042" rtl="0" eaLnBrk="1" latinLnBrk="0" hangingPunct="1">
        <a:defRPr sz="2400" kern="1200">
          <a:solidFill>
            <a:schemeClr val="tx1"/>
          </a:solidFill>
          <a:latin typeface="+mn-lt"/>
          <a:ea typeface="+mn-ea"/>
          <a:cs typeface="+mn-cs"/>
        </a:defRPr>
      </a:lvl2pPr>
      <a:lvl3pPr marL="1219042" algn="l" defTabSz="1219042" rtl="0" eaLnBrk="1" latinLnBrk="0" hangingPunct="1">
        <a:defRPr sz="2400" kern="1200">
          <a:solidFill>
            <a:schemeClr val="tx1"/>
          </a:solidFill>
          <a:latin typeface="+mn-lt"/>
          <a:ea typeface="+mn-ea"/>
          <a:cs typeface="+mn-cs"/>
        </a:defRPr>
      </a:lvl3pPr>
      <a:lvl4pPr marL="1828561" algn="l" defTabSz="1219042" rtl="0" eaLnBrk="1" latinLnBrk="0" hangingPunct="1">
        <a:defRPr sz="2400" kern="1200">
          <a:solidFill>
            <a:schemeClr val="tx1"/>
          </a:solidFill>
          <a:latin typeface="+mn-lt"/>
          <a:ea typeface="+mn-ea"/>
          <a:cs typeface="+mn-cs"/>
        </a:defRPr>
      </a:lvl4pPr>
      <a:lvl5pPr marL="2438080" algn="l" defTabSz="1219042" rtl="0" eaLnBrk="1" latinLnBrk="0" hangingPunct="1">
        <a:defRPr sz="2400" kern="1200">
          <a:solidFill>
            <a:schemeClr val="tx1"/>
          </a:solidFill>
          <a:latin typeface="+mn-lt"/>
          <a:ea typeface="+mn-ea"/>
          <a:cs typeface="+mn-cs"/>
        </a:defRPr>
      </a:lvl5pPr>
      <a:lvl6pPr marL="3047601" algn="l" defTabSz="1219042" rtl="0" eaLnBrk="1" latinLnBrk="0" hangingPunct="1">
        <a:defRPr sz="2400" kern="1200">
          <a:solidFill>
            <a:schemeClr val="tx1"/>
          </a:solidFill>
          <a:latin typeface="+mn-lt"/>
          <a:ea typeface="+mn-ea"/>
          <a:cs typeface="+mn-cs"/>
        </a:defRPr>
      </a:lvl6pPr>
      <a:lvl7pPr marL="3657122" algn="l" defTabSz="1219042" rtl="0" eaLnBrk="1" latinLnBrk="0" hangingPunct="1">
        <a:defRPr sz="2400" kern="1200">
          <a:solidFill>
            <a:schemeClr val="tx1"/>
          </a:solidFill>
          <a:latin typeface="+mn-lt"/>
          <a:ea typeface="+mn-ea"/>
          <a:cs typeface="+mn-cs"/>
        </a:defRPr>
      </a:lvl7pPr>
      <a:lvl8pPr marL="4266641" algn="l" defTabSz="1219042" rtl="0" eaLnBrk="1" latinLnBrk="0" hangingPunct="1">
        <a:defRPr sz="2400" kern="1200">
          <a:solidFill>
            <a:schemeClr val="tx1"/>
          </a:solidFill>
          <a:latin typeface="+mn-lt"/>
          <a:ea typeface="+mn-ea"/>
          <a:cs typeface="+mn-cs"/>
        </a:defRPr>
      </a:lvl8pPr>
      <a:lvl9pPr marL="4876162" algn="l" defTabSz="1219042"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9"/>
          <a:stretch>
            <a:fillRect/>
          </a:stretch>
        </p:blipFill>
        <p:spPr>
          <a:xfrm>
            <a:off x="104824" y="9968"/>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8838937"/>
      </p:ext>
    </p:extLst>
  </p:cSld>
  <p:clrMap bg1="lt1" tx1="dk1" bg2="lt2" tx2="dk2" accent1="accent1" accent2="accent2" accent3="accent3" accent4="accent4" accent5="accent5" accent6="accent6" hlink="hlink" folHlink="folHlink"/>
  <p:sldLayoutIdLst>
    <p:sldLayoutId id="2147484969" r:id="rId1"/>
    <p:sldLayoutId id="2147484970" r:id="rId2"/>
    <p:sldLayoutId id="2147484971" r:id="rId3"/>
    <p:sldLayoutId id="2147484972" r:id="rId4"/>
    <p:sldLayoutId id="2147484973" r:id="rId5"/>
    <p:sldLayoutId id="2147484974" r:id="rId6"/>
    <p:sldLayoutId id="2147484975" r:id="rId7"/>
    <p:sldLayoutId id="2147484976" r:id="rId8"/>
    <p:sldLayoutId id="2147484977" r:id="rId9"/>
    <p:sldLayoutId id="2147484978" r:id="rId10"/>
    <p:sldLayoutId id="2147484979" r:id="rId11"/>
    <p:sldLayoutId id="2147484980" r:id="rId12"/>
    <p:sldLayoutId id="2147484981" r:id="rId13"/>
    <p:sldLayoutId id="2147484982" r:id="rId14"/>
    <p:sldLayoutId id="2147484983" r:id="rId15"/>
    <p:sldLayoutId id="2147484984" r:id="rId16"/>
    <p:sldLayoutId id="2147484985" r:id="rId17"/>
    <p:sldLayoutId id="2147484986" r:id="rId18"/>
    <p:sldLayoutId id="2147484987" r:id="rId19"/>
    <p:sldLayoutId id="2147484988" r:id="rId20"/>
    <p:sldLayoutId id="2147484989" r:id="rId21"/>
    <p:sldLayoutId id="2147484990" r:id="rId22"/>
    <p:sldLayoutId id="2147484991" r:id="rId23"/>
    <p:sldLayoutId id="2147484992" r:id="rId24"/>
    <p:sldLayoutId id="2147484993" r:id="rId25"/>
    <p:sldLayoutId id="2147484994"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25" algn="ctr" rtl="0" fontAlgn="base">
        <a:spcBef>
          <a:spcPct val="0"/>
        </a:spcBef>
        <a:spcAft>
          <a:spcPct val="0"/>
        </a:spcAft>
        <a:defRPr sz="3100">
          <a:solidFill>
            <a:schemeClr val="tx2"/>
          </a:solidFill>
          <a:latin typeface="Arial" charset="0"/>
          <a:ea typeface="宋体" pitchFamily="2" charset="-122"/>
        </a:defRPr>
      </a:lvl6pPr>
      <a:lvl7pPr marL="642652" algn="ctr" rtl="0" fontAlgn="base">
        <a:spcBef>
          <a:spcPct val="0"/>
        </a:spcBef>
        <a:spcAft>
          <a:spcPct val="0"/>
        </a:spcAft>
        <a:defRPr sz="3100">
          <a:solidFill>
            <a:schemeClr val="tx2"/>
          </a:solidFill>
          <a:latin typeface="Arial" charset="0"/>
          <a:ea typeface="宋体" pitchFamily="2" charset="-122"/>
        </a:defRPr>
      </a:lvl7pPr>
      <a:lvl8pPr marL="963979" algn="ctr" rtl="0" fontAlgn="base">
        <a:spcBef>
          <a:spcPct val="0"/>
        </a:spcBef>
        <a:spcAft>
          <a:spcPct val="0"/>
        </a:spcAft>
        <a:defRPr sz="3100">
          <a:solidFill>
            <a:schemeClr val="tx2"/>
          </a:solidFill>
          <a:latin typeface="Arial" charset="0"/>
          <a:ea typeface="宋体" pitchFamily="2" charset="-122"/>
        </a:defRPr>
      </a:lvl8pPr>
      <a:lvl9pPr marL="1285304" algn="ctr" rtl="0" fontAlgn="base">
        <a:spcBef>
          <a:spcPct val="0"/>
        </a:spcBef>
        <a:spcAft>
          <a:spcPct val="0"/>
        </a:spcAft>
        <a:defRPr sz="3100">
          <a:solidFill>
            <a:schemeClr val="tx2"/>
          </a:solidFill>
          <a:latin typeface="Arial" charset="0"/>
          <a:ea typeface="宋体" pitchFamily="2" charset="-122"/>
        </a:defRPr>
      </a:lvl9pPr>
    </p:titleStyle>
    <p:bodyStyle>
      <a:lvl1pPr marL="240995" indent="-240995" algn="l" rtl="0" eaLnBrk="0" fontAlgn="base" hangingPunct="0">
        <a:spcBef>
          <a:spcPct val="20000"/>
        </a:spcBef>
        <a:spcAft>
          <a:spcPct val="0"/>
        </a:spcAft>
        <a:buChar char="•"/>
        <a:defRPr sz="2200">
          <a:solidFill>
            <a:schemeClr val="tx1"/>
          </a:solidFill>
          <a:latin typeface="+mn-lt"/>
          <a:ea typeface="+mn-ea"/>
          <a:cs typeface="+mn-cs"/>
        </a:defRPr>
      </a:lvl1pPr>
      <a:lvl2pPr marL="522155" indent="-201946" algn="l" rtl="0" eaLnBrk="0" fontAlgn="base" hangingPunct="0">
        <a:spcBef>
          <a:spcPct val="20000"/>
        </a:spcBef>
        <a:spcAft>
          <a:spcPct val="0"/>
        </a:spcAft>
        <a:buChar char="–"/>
        <a:defRPr sz="2000">
          <a:solidFill>
            <a:schemeClr val="tx1"/>
          </a:solidFill>
          <a:latin typeface="+mn-lt"/>
          <a:ea typeface="+mn-ea"/>
        </a:defRPr>
      </a:lvl2pPr>
      <a:lvl3pPr marL="803316" indent="-160664" algn="l" rtl="0" eaLnBrk="0" fontAlgn="base" hangingPunct="0">
        <a:spcBef>
          <a:spcPct val="20000"/>
        </a:spcBef>
        <a:spcAft>
          <a:spcPct val="0"/>
        </a:spcAft>
        <a:buChar char="•"/>
        <a:defRPr sz="1700">
          <a:solidFill>
            <a:schemeClr val="tx1"/>
          </a:solidFill>
          <a:latin typeface="+mn-lt"/>
          <a:ea typeface="+mn-ea"/>
        </a:defRPr>
      </a:lvl3pPr>
      <a:lvl4pPr marL="1124644" indent="-161780" algn="l" rtl="0" eaLnBrk="0" fontAlgn="base" hangingPunct="0">
        <a:spcBef>
          <a:spcPct val="20000"/>
        </a:spcBef>
        <a:spcAft>
          <a:spcPct val="0"/>
        </a:spcAft>
        <a:buChar char="–"/>
        <a:defRPr sz="1400">
          <a:solidFill>
            <a:schemeClr val="tx1"/>
          </a:solidFill>
          <a:latin typeface="+mn-lt"/>
          <a:ea typeface="+mn-ea"/>
        </a:defRPr>
      </a:lvl4pPr>
      <a:lvl5pPr marL="1445969" indent="-160664" algn="l" rtl="0" eaLnBrk="0" fontAlgn="base" hangingPunct="0">
        <a:spcBef>
          <a:spcPct val="20000"/>
        </a:spcBef>
        <a:spcAft>
          <a:spcPct val="0"/>
        </a:spcAft>
        <a:buChar char="»"/>
        <a:defRPr sz="1400">
          <a:solidFill>
            <a:schemeClr val="tx1"/>
          </a:solidFill>
          <a:latin typeface="+mn-lt"/>
          <a:ea typeface="+mn-ea"/>
        </a:defRPr>
      </a:lvl5pPr>
      <a:lvl6pPr marL="1767294" indent="-160664" algn="l" rtl="0" fontAlgn="base">
        <a:spcBef>
          <a:spcPct val="20000"/>
        </a:spcBef>
        <a:spcAft>
          <a:spcPct val="0"/>
        </a:spcAft>
        <a:buChar char="»"/>
        <a:defRPr sz="1400">
          <a:solidFill>
            <a:schemeClr val="tx1"/>
          </a:solidFill>
          <a:latin typeface="+mn-lt"/>
          <a:ea typeface="+mn-ea"/>
        </a:defRPr>
      </a:lvl6pPr>
      <a:lvl7pPr marL="2088621" indent="-160664" algn="l" rtl="0" fontAlgn="base">
        <a:spcBef>
          <a:spcPct val="20000"/>
        </a:spcBef>
        <a:spcAft>
          <a:spcPct val="0"/>
        </a:spcAft>
        <a:buChar char="»"/>
        <a:defRPr sz="1400">
          <a:solidFill>
            <a:schemeClr val="tx1"/>
          </a:solidFill>
          <a:latin typeface="+mn-lt"/>
          <a:ea typeface="+mn-ea"/>
        </a:defRPr>
      </a:lvl7pPr>
      <a:lvl8pPr marL="2409946" indent="-160664" algn="l" rtl="0" fontAlgn="base">
        <a:spcBef>
          <a:spcPct val="20000"/>
        </a:spcBef>
        <a:spcAft>
          <a:spcPct val="0"/>
        </a:spcAft>
        <a:buChar char="»"/>
        <a:defRPr sz="1400">
          <a:solidFill>
            <a:schemeClr val="tx1"/>
          </a:solidFill>
          <a:latin typeface="+mn-lt"/>
          <a:ea typeface="+mn-ea"/>
        </a:defRPr>
      </a:lvl8pPr>
      <a:lvl9pPr marL="2731272" indent="-160664"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52" rtl="0" eaLnBrk="1" latinLnBrk="0" hangingPunct="1">
        <a:defRPr sz="1300" kern="1200">
          <a:solidFill>
            <a:schemeClr val="tx1"/>
          </a:solidFill>
          <a:latin typeface="+mn-lt"/>
          <a:ea typeface="+mn-ea"/>
          <a:cs typeface="+mn-cs"/>
        </a:defRPr>
      </a:lvl1pPr>
      <a:lvl2pPr marL="321325" algn="l" defTabSz="642652" rtl="0" eaLnBrk="1" latinLnBrk="0" hangingPunct="1">
        <a:defRPr sz="1300" kern="1200">
          <a:solidFill>
            <a:schemeClr val="tx1"/>
          </a:solidFill>
          <a:latin typeface="+mn-lt"/>
          <a:ea typeface="+mn-ea"/>
          <a:cs typeface="+mn-cs"/>
        </a:defRPr>
      </a:lvl2pPr>
      <a:lvl3pPr marL="642652" algn="l" defTabSz="642652" rtl="0" eaLnBrk="1" latinLnBrk="0" hangingPunct="1">
        <a:defRPr sz="1300" kern="1200">
          <a:solidFill>
            <a:schemeClr val="tx1"/>
          </a:solidFill>
          <a:latin typeface="+mn-lt"/>
          <a:ea typeface="+mn-ea"/>
          <a:cs typeface="+mn-cs"/>
        </a:defRPr>
      </a:lvl3pPr>
      <a:lvl4pPr marL="963979" algn="l" defTabSz="642652" rtl="0" eaLnBrk="1" latinLnBrk="0" hangingPunct="1">
        <a:defRPr sz="1300" kern="1200">
          <a:solidFill>
            <a:schemeClr val="tx1"/>
          </a:solidFill>
          <a:latin typeface="+mn-lt"/>
          <a:ea typeface="+mn-ea"/>
          <a:cs typeface="+mn-cs"/>
        </a:defRPr>
      </a:lvl4pPr>
      <a:lvl5pPr marL="1285304" algn="l" defTabSz="642652" rtl="0" eaLnBrk="1" latinLnBrk="0" hangingPunct="1">
        <a:defRPr sz="1300" kern="1200">
          <a:solidFill>
            <a:schemeClr val="tx1"/>
          </a:solidFill>
          <a:latin typeface="+mn-lt"/>
          <a:ea typeface="+mn-ea"/>
          <a:cs typeface="+mn-cs"/>
        </a:defRPr>
      </a:lvl5pPr>
      <a:lvl6pPr marL="1606633" algn="l" defTabSz="642652" rtl="0" eaLnBrk="1" latinLnBrk="0" hangingPunct="1">
        <a:defRPr sz="1300" kern="1200">
          <a:solidFill>
            <a:schemeClr val="tx1"/>
          </a:solidFill>
          <a:latin typeface="+mn-lt"/>
          <a:ea typeface="+mn-ea"/>
          <a:cs typeface="+mn-cs"/>
        </a:defRPr>
      </a:lvl6pPr>
      <a:lvl7pPr marL="1927956" algn="l" defTabSz="642652" rtl="0" eaLnBrk="1" latinLnBrk="0" hangingPunct="1">
        <a:defRPr sz="1300" kern="1200">
          <a:solidFill>
            <a:schemeClr val="tx1"/>
          </a:solidFill>
          <a:latin typeface="+mn-lt"/>
          <a:ea typeface="+mn-ea"/>
          <a:cs typeface="+mn-cs"/>
        </a:defRPr>
      </a:lvl7pPr>
      <a:lvl8pPr marL="2249284" algn="l" defTabSz="642652" rtl="0" eaLnBrk="1" latinLnBrk="0" hangingPunct="1">
        <a:defRPr sz="1300" kern="1200">
          <a:solidFill>
            <a:schemeClr val="tx1"/>
          </a:solidFill>
          <a:latin typeface="+mn-lt"/>
          <a:ea typeface="+mn-ea"/>
          <a:cs typeface="+mn-cs"/>
        </a:defRPr>
      </a:lvl8pPr>
      <a:lvl9pPr marL="2570608" algn="l" defTabSz="642652"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3332">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2">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2089915709"/>
      </p:ext>
    </p:extLst>
  </p:cSld>
  <p:clrMap bg1="lt1" tx1="dk1" bg2="lt2" tx2="dk2" accent1="accent1" accent2="accent2" accent3="accent3" accent4="accent4" accent5="accent5" accent6="accent6" hlink="hlink" folHlink="folHlink"/>
  <p:sldLayoutIdLst>
    <p:sldLayoutId id="2147484996" r:id="rId1"/>
    <p:sldLayoutId id="2147484997" r:id="rId2"/>
    <p:sldLayoutId id="2147484998" r:id="rId3"/>
    <p:sldLayoutId id="2147484999" r:id="rId4"/>
    <p:sldLayoutId id="2147485000" r:id="rId5"/>
    <p:sldLayoutId id="2147485001" r:id="rId6"/>
    <p:sldLayoutId id="2147485002" r:id="rId7"/>
    <p:sldLayoutId id="2147485003" r:id="rId8"/>
    <p:sldLayoutId id="2147485004" r:id="rId9"/>
    <p:sldLayoutId id="2147485005" r:id="rId10"/>
    <p:sldLayoutId id="2147485006" r:id="rId11"/>
    <p:sldLayoutId id="2147485007" r:id="rId12"/>
    <p:sldLayoutId id="2147485008" r:id="rId13"/>
    <p:sldLayoutId id="2147485009" r:id="rId14"/>
    <p:sldLayoutId id="2147485010" r:id="rId15"/>
    <p:sldLayoutId id="2147485011" r:id="rId16"/>
    <p:sldLayoutId id="2147485012" r:id="rId17"/>
  </p:sldLayoutIdLst>
  <p:txStyles>
    <p:titleStyle>
      <a:lvl1pPr algn="ctr" defTabSz="1219008" rtl="0" eaLnBrk="1" latinLnBrk="0" hangingPunct="1">
        <a:spcBef>
          <a:spcPct val="0"/>
        </a:spcBef>
        <a:buNone/>
        <a:defRPr sz="5867" kern="1200">
          <a:solidFill>
            <a:schemeClr val="tx1"/>
          </a:solidFill>
          <a:latin typeface="+mj-lt"/>
          <a:ea typeface="+mj-ea"/>
          <a:cs typeface="+mj-cs"/>
        </a:defRPr>
      </a:lvl1pPr>
    </p:titleStyle>
    <p:bodyStyle>
      <a:lvl1pPr marL="457127" indent="-457127" algn="l" defTabSz="1219008"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445" indent="-380940" algn="l" defTabSz="1219008" rtl="0" eaLnBrk="1" latinLnBrk="0" hangingPunct="1">
        <a:spcBef>
          <a:spcPct val="20000"/>
        </a:spcBef>
        <a:buFont typeface="Arial" panose="020B0604020202020204" pitchFamily="34" charset="0"/>
        <a:buChar char="–"/>
        <a:defRPr sz="3732" kern="1200">
          <a:solidFill>
            <a:schemeClr val="tx1"/>
          </a:solidFill>
          <a:latin typeface="+mn-lt"/>
          <a:ea typeface="+mn-ea"/>
          <a:cs typeface="+mn-cs"/>
        </a:defRPr>
      </a:lvl2pPr>
      <a:lvl3pPr marL="1523761" indent="-304752" algn="l" defTabSz="1219008"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264"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769"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27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777"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28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785"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08" rtl="0" eaLnBrk="1" latinLnBrk="0" hangingPunct="1">
        <a:defRPr sz="2400" kern="1200">
          <a:solidFill>
            <a:schemeClr val="tx1"/>
          </a:solidFill>
          <a:latin typeface="+mn-lt"/>
          <a:ea typeface="+mn-ea"/>
          <a:cs typeface="+mn-cs"/>
        </a:defRPr>
      </a:lvl1pPr>
      <a:lvl2pPr marL="609503" algn="l" defTabSz="1219008" rtl="0" eaLnBrk="1" latinLnBrk="0" hangingPunct="1">
        <a:defRPr sz="2400" kern="1200">
          <a:solidFill>
            <a:schemeClr val="tx1"/>
          </a:solidFill>
          <a:latin typeface="+mn-lt"/>
          <a:ea typeface="+mn-ea"/>
          <a:cs typeface="+mn-cs"/>
        </a:defRPr>
      </a:lvl2pPr>
      <a:lvl3pPr marL="1219008" algn="l" defTabSz="1219008" rtl="0" eaLnBrk="1" latinLnBrk="0" hangingPunct="1">
        <a:defRPr sz="2400" kern="1200">
          <a:solidFill>
            <a:schemeClr val="tx1"/>
          </a:solidFill>
          <a:latin typeface="+mn-lt"/>
          <a:ea typeface="+mn-ea"/>
          <a:cs typeface="+mn-cs"/>
        </a:defRPr>
      </a:lvl3pPr>
      <a:lvl4pPr marL="1828512" algn="l" defTabSz="1219008" rtl="0" eaLnBrk="1" latinLnBrk="0" hangingPunct="1">
        <a:defRPr sz="2400" kern="1200">
          <a:solidFill>
            <a:schemeClr val="tx1"/>
          </a:solidFill>
          <a:latin typeface="+mn-lt"/>
          <a:ea typeface="+mn-ea"/>
          <a:cs typeface="+mn-cs"/>
        </a:defRPr>
      </a:lvl4pPr>
      <a:lvl5pPr marL="2438016" algn="l" defTabSz="1219008" rtl="0" eaLnBrk="1" latinLnBrk="0" hangingPunct="1">
        <a:defRPr sz="2400" kern="1200">
          <a:solidFill>
            <a:schemeClr val="tx1"/>
          </a:solidFill>
          <a:latin typeface="+mn-lt"/>
          <a:ea typeface="+mn-ea"/>
          <a:cs typeface="+mn-cs"/>
        </a:defRPr>
      </a:lvl5pPr>
      <a:lvl6pPr marL="3047521" algn="l" defTabSz="1219008" rtl="0" eaLnBrk="1" latinLnBrk="0" hangingPunct="1">
        <a:defRPr sz="2400" kern="1200">
          <a:solidFill>
            <a:schemeClr val="tx1"/>
          </a:solidFill>
          <a:latin typeface="+mn-lt"/>
          <a:ea typeface="+mn-ea"/>
          <a:cs typeface="+mn-cs"/>
        </a:defRPr>
      </a:lvl6pPr>
      <a:lvl7pPr marL="3657025" algn="l" defTabSz="1219008" rtl="0" eaLnBrk="1" latinLnBrk="0" hangingPunct="1">
        <a:defRPr sz="2400" kern="1200">
          <a:solidFill>
            <a:schemeClr val="tx1"/>
          </a:solidFill>
          <a:latin typeface="+mn-lt"/>
          <a:ea typeface="+mn-ea"/>
          <a:cs typeface="+mn-cs"/>
        </a:defRPr>
      </a:lvl7pPr>
      <a:lvl8pPr marL="4266529" algn="l" defTabSz="1219008" rtl="0" eaLnBrk="1" latinLnBrk="0" hangingPunct="1">
        <a:defRPr sz="2400" kern="1200">
          <a:solidFill>
            <a:schemeClr val="tx1"/>
          </a:solidFill>
          <a:latin typeface="+mn-lt"/>
          <a:ea typeface="+mn-ea"/>
          <a:cs typeface="+mn-cs"/>
        </a:defRPr>
      </a:lvl8pPr>
      <a:lvl9pPr marL="4876034" algn="l" defTabSz="1219008"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6"/>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0778278"/>
      </p:ext>
    </p:extLst>
  </p:cSld>
  <p:clrMap bg1="lt1" tx1="dk1" bg2="lt2" tx2="dk2" accent1="accent1" accent2="accent2" accent3="accent3" accent4="accent4" accent5="accent5" accent6="accent6" hlink="hlink" folHlink="folHlink"/>
  <p:sldLayoutIdLst>
    <p:sldLayoutId id="2147485045" r:id="rId1"/>
    <p:sldLayoutId id="2147485046" r:id="rId2"/>
    <p:sldLayoutId id="2147485047" r:id="rId3"/>
    <p:sldLayoutId id="2147485048" r:id="rId4"/>
    <p:sldLayoutId id="2147485049" r:id="rId5"/>
    <p:sldLayoutId id="2147485050" r:id="rId6"/>
    <p:sldLayoutId id="2147485051" r:id="rId7"/>
    <p:sldLayoutId id="2147485052" r:id="rId8"/>
    <p:sldLayoutId id="2147485053" r:id="rId9"/>
    <p:sldLayoutId id="2147485054" r:id="rId10"/>
    <p:sldLayoutId id="2147485055" r:id="rId11"/>
    <p:sldLayoutId id="2147485056" r:id="rId12"/>
    <p:sldLayoutId id="2147485057" r:id="rId13"/>
    <p:sldLayoutId id="2147485058" r:id="rId14"/>
    <p:sldLayoutId id="2147485059" r:id="rId15"/>
    <p:sldLayoutId id="2147485060" r:id="rId16"/>
    <p:sldLayoutId id="2147485061" r:id="rId17"/>
    <p:sldLayoutId id="2147485062" r:id="rId18"/>
    <p:sldLayoutId id="2147485063" r:id="rId19"/>
    <p:sldLayoutId id="2147485064" r:id="rId20"/>
    <p:sldLayoutId id="2147485065" r:id="rId21"/>
    <p:sldLayoutId id="2147485066" r:id="rId22"/>
    <p:sldLayoutId id="2147485067" r:id="rId23"/>
    <p:sldLayoutId id="2147485068" r:id="rId24"/>
    <p:sldLayoutId id="2147485069"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48" algn="ctr" rtl="0" fontAlgn="base">
        <a:spcBef>
          <a:spcPct val="0"/>
        </a:spcBef>
        <a:spcAft>
          <a:spcPct val="0"/>
        </a:spcAft>
        <a:defRPr sz="3100">
          <a:solidFill>
            <a:schemeClr val="tx2"/>
          </a:solidFill>
          <a:latin typeface="Arial" charset="0"/>
          <a:ea typeface="宋体" pitchFamily="2" charset="-122"/>
        </a:defRPr>
      </a:lvl6pPr>
      <a:lvl7pPr marL="642700" algn="ctr" rtl="0" fontAlgn="base">
        <a:spcBef>
          <a:spcPct val="0"/>
        </a:spcBef>
        <a:spcAft>
          <a:spcPct val="0"/>
        </a:spcAft>
        <a:defRPr sz="3100">
          <a:solidFill>
            <a:schemeClr val="tx2"/>
          </a:solidFill>
          <a:latin typeface="Arial" charset="0"/>
          <a:ea typeface="宋体" pitchFamily="2" charset="-122"/>
        </a:defRPr>
      </a:lvl7pPr>
      <a:lvl8pPr marL="964048" algn="ctr" rtl="0" fontAlgn="base">
        <a:spcBef>
          <a:spcPct val="0"/>
        </a:spcBef>
        <a:spcAft>
          <a:spcPct val="0"/>
        </a:spcAft>
        <a:defRPr sz="3100">
          <a:solidFill>
            <a:schemeClr val="tx2"/>
          </a:solidFill>
          <a:latin typeface="Arial" charset="0"/>
          <a:ea typeface="宋体" pitchFamily="2" charset="-122"/>
        </a:defRPr>
      </a:lvl8pPr>
      <a:lvl9pPr marL="1285396" algn="ctr" rtl="0" fontAlgn="base">
        <a:spcBef>
          <a:spcPct val="0"/>
        </a:spcBef>
        <a:spcAft>
          <a:spcPct val="0"/>
        </a:spcAft>
        <a:defRPr sz="3100">
          <a:solidFill>
            <a:schemeClr val="tx2"/>
          </a:solidFill>
          <a:latin typeface="Arial" charset="0"/>
          <a:ea typeface="宋体" pitchFamily="2" charset="-122"/>
        </a:defRPr>
      </a:lvl9pPr>
    </p:titleStyle>
    <p:bodyStyle>
      <a:lvl1pPr marL="241013" indent="-241013" algn="l" rtl="0" eaLnBrk="0" fontAlgn="base" hangingPunct="0">
        <a:spcBef>
          <a:spcPct val="20000"/>
        </a:spcBef>
        <a:spcAft>
          <a:spcPct val="0"/>
        </a:spcAft>
        <a:buChar char="•"/>
        <a:defRPr sz="2200">
          <a:solidFill>
            <a:schemeClr val="tx1"/>
          </a:solidFill>
          <a:latin typeface="+mn-lt"/>
          <a:ea typeface="+mn-ea"/>
          <a:cs typeface="+mn-cs"/>
        </a:defRPr>
      </a:lvl1pPr>
      <a:lvl2pPr marL="522191" indent="-201960" algn="l" rtl="0" eaLnBrk="0" fontAlgn="base" hangingPunct="0">
        <a:spcBef>
          <a:spcPct val="20000"/>
        </a:spcBef>
        <a:spcAft>
          <a:spcPct val="0"/>
        </a:spcAft>
        <a:buChar char="–"/>
        <a:defRPr sz="2000">
          <a:solidFill>
            <a:schemeClr val="tx1"/>
          </a:solidFill>
          <a:latin typeface="+mn-lt"/>
          <a:ea typeface="+mn-ea"/>
        </a:defRPr>
      </a:lvl2pPr>
      <a:lvl3pPr marL="803373" indent="-160676" algn="l" rtl="0" eaLnBrk="0" fontAlgn="base" hangingPunct="0">
        <a:spcBef>
          <a:spcPct val="20000"/>
        </a:spcBef>
        <a:spcAft>
          <a:spcPct val="0"/>
        </a:spcAft>
        <a:buChar char="•"/>
        <a:defRPr sz="1700">
          <a:solidFill>
            <a:schemeClr val="tx1"/>
          </a:solidFill>
          <a:latin typeface="+mn-lt"/>
          <a:ea typeface="+mn-ea"/>
        </a:defRPr>
      </a:lvl3pPr>
      <a:lvl4pPr marL="1124725" indent="-161791" algn="l" rtl="0" eaLnBrk="0" fontAlgn="base" hangingPunct="0">
        <a:spcBef>
          <a:spcPct val="20000"/>
        </a:spcBef>
        <a:spcAft>
          <a:spcPct val="0"/>
        </a:spcAft>
        <a:buChar char="–"/>
        <a:defRPr sz="1400">
          <a:solidFill>
            <a:schemeClr val="tx1"/>
          </a:solidFill>
          <a:latin typeface="+mn-lt"/>
          <a:ea typeface="+mn-ea"/>
        </a:defRPr>
      </a:lvl4pPr>
      <a:lvl5pPr marL="1446073" indent="-160676" algn="l" rtl="0" eaLnBrk="0" fontAlgn="base" hangingPunct="0">
        <a:spcBef>
          <a:spcPct val="20000"/>
        </a:spcBef>
        <a:spcAft>
          <a:spcPct val="0"/>
        </a:spcAft>
        <a:buChar char="»"/>
        <a:defRPr sz="1400">
          <a:solidFill>
            <a:schemeClr val="tx1"/>
          </a:solidFill>
          <a:latin typeface="+mn-lt"/>
          <a:ea typeface="+mn-ea"/>
        </a:defRPr>
      </a:lvl5pPr>
      <a:lvl6pPr marL="1767422" indent="-160676" algn="l" rtl="0" fontAlgn="base">
        <a:spcBef>
          <a:spcPct val="20000"/>
        </a:spcBef>
        <a:spcAft>
          <a:spcPct val="0"/>
        </a:spcAft>
        <a:buChar char="»"/>
        <a:defRPr sz="1400">
          <a:solidFill>
            <a:schemeClr val="tx1"/>
          </a:solidFill>
          <a:latin typeface="+mn-lt"/>
          <a:ea typeface="+mn-ea"/>
        </a:defRPr>
      </a:lvl6pPr>
      <a:lvl7pPr marL="2088773" indent="-160676" algn="l" rtl="0" fontAlgn="base">
        <a:spcBef>
          <a:spcPct val="20000"/>
        </a:spcBef>
        <a:spcAft>
          <a:spcPct val="0"/>
        </a:spcAft>
        <a:buChar char="»"/>
        <a:defRPr sz="1400">
          <a:solidFill>
            <a:schemeClr val="tx1"/>
          </a:solidFill>
          <a:latin typeface="+mn-lt"/>
          <a:ea typeface="+mn-ea"/>
        </a:defRPr>
      </a:lvl7pPr>
      <a:lvl8pPr marL="2410121" indent="-160676" algn="l" rtl="0" fontAlgn="base">
        <a:spcBef>
          <a:spcPct val="20000"/>
        </a:spcBef>
        <a:spcAft>
          <a:spcPct val="0"/>
        </a:spcAft>
        <a:buChar char="»"/>
        <a:defRPr sz="1400">
          <a:solidFill>
            <a:schemeClr val="tx1"/>
          </a:solidFill>
          <a:latin typeface="+mn-lt"/>
          <a:ea typeface="+mn-ea"/>
        </a:defRPr>
      </a:lvl8pPr>
      <a:lvl9pPr marL="2731469" indent="-160676"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00" rtl="0" eaLnBrk="1" latinLnBrk="0" hangingPunct="1">
        <a:defRPr sz="1300" kern="1200">
          <a:solidFill>
            <a:schemeClr val="tx1"/>
          </a:solidFill>
          <a:latin typeface="+mn-lt"/>
          <a:ea typeface="+mn-ea"/>
          <a:cs typeface="+mn-cs"/>
        </a:defRPr>
      </a:lvl1pPr>
      <a:lvl2pPr marL="321348" algn="l" defTabSz="642700" rtl="0" eaLnBrk="1" latinLnBrk="0" hangingPunct="1">
        <a:defRPr sz="1300" kern="1200">
          <a:solidFill>
            <a:schemeClr val="tx1"/>
          </a:solidFill>
          <a:latin typeface="+mn-lt"/>
          <a:ea typeface="+mn-ea"/>
          <a:cs typeface="+mn-cs"/>
        </a:defRPr>
      </a:lvl2pPr>
      <a:lvl3pPr marL="642700" algn="l" defTabSz="642700" rtl="0" eaLnBrk="1" latinLnBrk="0" hangingPunct="1">
        <a:defRPr sz="1300" kern="1200">
          <a:solidFill>
            <a:schemeClr val="tx1"/>
          </a:solidFill>
          <a:latin typeface="+mn-lt"/>
          <a:ea typeface="+mn-ea"/>
          <a:cs typeface="+mn-cs"/>
        </a:defRPr>
      </a:lvl3pPr>
      <a:lvl4pPr marL="964048" algn="l" defTabSz="642700" rtl="0" eaLnBrk="1" latinLnBrk="0" hangingPunct="1">
        <a:defRPr sz="1300" kern="1200">
          <a:solidFill>
            <a:schemeClr val="tx1"/>
          </a:solidFill>
          <a:latin typeface="+mn-lt"/>
          <a:ea typeface="+mn-ea"/>
          <a:cs typeface="+mn-cs"/>
        </a:defRPr>
      </a:lvl4pPr>
      <a:lvl5pPr marL="1285396" algn="l" defTabSz="642700" rtl="0" eaLnBrk="1" latinLnBrk="0" hangingPunct="1">
        <a:defRPr sz="1300" kern="1200">
          <a:solidFill>
            <a:schemeClr val="tx1"/>
          </a:solidFill>
          <a:latin typeface="+mn-lt"/>
          <a:ea typeface="+mn-ea"/>
          <a:cs typeface="+mn-cs"/>
        </a:defRPr>
      </a:lvl5pPr>
      <a:lvl6pPr marL="1606749" algn="l" defTabSz="642700" rtl="0" eaLnBrk="1" latinLnBrk="0" hangingPunct="1">
        <a:defRPr sz="1300" kern="1200">
          <a:solidFill>
            <a:schemeClr val="tx1"/>
          </a:solidFill>
          <a:latin typeface="+mn-lt"/>
          <a:ea typeface="+mn-ea"/>
          <a:cs typeface="+mn-cs"/>
        </a:defRPr>
      </a:lvl6pPr>
      <a:lvl7pPr marL="1928096" algn="l" defTabSz="642700" rtl="0" eaLnBrk="1" latinLnBrk="0" hangingPunct="1">
        <a:defRPr sz="1300" kern="1200">
          <a:solidFill>
            <a:schemeClr val="tx1"/>
          </a:solidFill>
          <a:latin typeface="+mn-lt"/>
          <a:ea typeface="+mn-ea"/>
          <a:cs typeface="+mn-cs"/>
        </a:defRPr>
      </a:lvl7pPr>
      <a:lvl8pPr marL="2249446" algn="l" defTabSz="642700" rtl="0" eaLnBrk="1" latinLnBrk="0" hangingPunct="1">
        <a:defRPr sz="1300" kern="1200">
          <a:solidFill>
            <a:schemeClr val="tx1"/>
          </a:solidFill>
          <a:latin typeface="+mn-lt"/>
          <a:ea typeface="+mn-ea"/>
          <a:cs typeface="+mn-cs"/>
        </a:defRPr>
      </a:lvl8pPr>
      <a:lvl9pPr marL="2570794" algn="l" defTabSz="64270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4">
            <a:extLst>
              <a:ext uri="{28A0092B-C50C-407E-A947-70E740481C1C}">
                <a14:useLocalDpi xmlns:a14="http://schemas.microsoft.com/office/drawing/2010/main" val="0"/>
              </a:ext>
            </a:extLst>
          </a:blip>
          <a:srcRect b="91440"/>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5"/>
          <a:stretch>
            <a:fillRect/>
          </a:stretch>
        </p:blipFill>
        <p:spPr>
          <a:xfrm>
            <a:off x="104820" y="9961"/>
            <a:ext cx="793019" cy="589809"/>
          </a:xfrm>
          <a:prstGeom prst="rect">
            <a:avLst/>
          </a:prstGeom>
        </p:spPr>
      </p:pic>
    </p:spTree>
    <p:extLst>
      <p:ext uri="{BB962C8B-B14F-4D97-AF65-F5344CB8AC3E}">
        <p14:creationId xmlns:p14="http://schemas.microsoft.com/office/powerpoint/2010/main" val="1700741087"/>
      </p:ext>
    </p:extLst>
  </p:cSld>
  <p:clrMap bg1="lt1" tx1="dk1" bg2="lt2" tx2="dk2" accent1="accent1" accent2="accent2" accent3="accent3" accent4="accent4" accent5="accent5" accent6="accent6" hlink="hlink" folHlink="folHlink"/>
  <p:sldLayoutIdLst>
    <p:sldLayoutId id="2147485106" r:id="rId1"/>
    <p:sldLayoutId id="2147485107" r:id="rId2"/>
    <p:sldLayoutId id="2147485108" r:id="rId3"/>
    <p:sldLayoutId id="2147485109" r:id="rId4"/>
    <p:sldLayoutId id="2147485110" r:id="rId5"/>
    <p:sldLayoutId id="2147485111" r:id="rId6"/>
    <p:sldLayoutId id="2147485112" r:id="rId7"/>
    <p:sldLayoutId id="2147485113" r:id="rId8"/>
    <p:sldLayoutId id="2147485114" r:id="rId9"/>
    <p:sldLayoutId id="2147485115" r:id="rId10"/>
    <p:sldLayoutId id="2147485116" r:id="rId11"/>
    <p:sldLayoutId id="2147485117" r:id="rId12"/>
    <p:sldLayoutId id="2147485118" r:id="rId13"/>
    <p:sldLayoutId id="2147485119" r:id="rId14"/>
    <p:sldLayoutId id="2147485120" r:id="rId15"/>
    <p:sldLayoutId id="2147485121" r:id="rId16"/>
    <p:sldLayoutId id="2147485122" r:id="rId17"/>
    <p:sldLayoutId id="2147485123" r:id="rId18"/>
    <p:sldLayoutId id="2147485124" r:id="rId19"/>
    <p:sldLayoutId id="2147485125" r:id="rId20"/>
    <p:sldLayoutId id="2147485126" r:id="rId21"/>
    <p:sldLayoutId id="2147485127" r:id="rId22"/>
  </p:sldLayoutIdLst>
  <mc:AlternateContent xmlns:mc="http://schemas.openxmlformats.org/markup-compatibility/2006" xmlns:p14="http://schemas.microsoft.com/office/powerpoint/2010/main">
    <mc:Choice Requires="p14">
      <p:transition p14:dur="250"/>
    </mc:Choice>
    <mc:Fallback xmlns="">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00" algn="ctr" rtl="0" fontAlgn="base">
        <a:spcBef>
          <a:spcPct val="0"/>
        </a:spcBef>
        <a:spcAft>
          <a:spcPct val="0"/>
        </a:spcAft>
        <a:defRPr sz="3100">
          <a:solidFill>
            <a:schemeClr val="tx2"/>
          </a:solidFill>
          <a:latin typeface="Arial" charset="0"/>
          <a:ea typeface="宋体" pitchFamily="2" charset="-122"/>
        </a:defRPr>
      </a:lvl6pPr>
      <a:lvl7pPr marL="642803" algn="ctr" rtl="0" fontAlgn="base">
        <a:spcBef>
          <a:spcPct val="0"/>
        </a:spcBef>
        <a:spcAft>
          <a:spcPct val="0"/>
        </a:spcAft>
        <a:defRPr sz="3100">
          <a:solidFill>
            <a:schemeClr val="tx2"/>
          </a:solidFill>
          <a:latin typeface="Arial" charset="0"/>
          <a:ea typeface="宋体" pitchFamily="2" charset="-122"/>
        </a:defRPr>
      </a:lvl7pPr>
      <a:lvl8pPr marL="964204" algn="ctr" rtl="0" fontAlgn="base">
        <a:spcBef>
          <a:spcPct val="0"/>
        </a:spcBef>
        <a:spcAft>
          <a:spcPct val="0"/>
        </a:spcAft>
        <a:defRPr sz="3100">
          <a:solidFill>
            <a:schemeClr val="tx2"/>
          </a:solidFill>
          <a:latin typeface="Arial" charset="0"/>
          <a:ea typeface="宋体" pitchFamily="2" charset="-122"/>
        </a:defRPr>
      </a:lvl8pPr>
      <a:lvl9pPr marL="1285604" algn="ctr" rtl="0" fontAlgn="base">
        <a:spcBef>
          <a:spcPct val="0"/>
        </a:spcBef>
        <a:spcAft>
          <a:spcPct val="0"/>
        </a:spcAft>
        <a:defRPr sz="3100">
          <a:solidFill>
            <a:schemeClr val="tx2"/>
          </a:solidFill>
          <a:latin typeface="Arial" charset="0"/>
          <a:ea typeface="宋体" pitchFamily="2" charset="-122"/>
        </a:defRPr>
      </a:lvl9pPr>
    </p:titleStyle>
    <p:bodyStyle>
      <a:lvl1pPr marL="241050" indent="-241050" algn="l" rtl="0" eaLnBrk="0" fontAlgn="base" hangingPunct="0">
        <a:spcBef>
          <a:spcPct val="20000"/>
        </a:spcBef>
        <a:spcAft>
          <a:spcPct val="0"/>
        </a:spcAft>
        <a:buChar char="•"/>
        <a:defRPr sz="2200">
          <a:solidFill>
            <a:schemeClr val="tx1"/>
          </a:solidFill>
          <a:latin typeface="+mn-lt"/>
          <a:ea typeface="+mn-ea"/>
          <a:cs typeface="+mn-cs"/>
        </a:defRPr>
      </a:lvl1pPr>
      <a:lvl2pPr marL="522276" indent="-201992" algn="l" rtl="0" eaLnBrk="0" fontAlgn="base" hangingPunct="0">
        <a:spcBef>
          <a:spcPct val="20000"/>
        </a:spcBef>
        <a:spcAft>
          <a:spcPct val="0"/>
        </a:spcAft>
        <a:buChar char="–"/>
        <a:defRPr sz="2000">
          <a:solidFill>
            <a:schemeClr val="tx1"/>
          </a:solidFill>
          <a:latin typeface="+mn-lt"/>
          <a:ea typeface="+mn-ea"/>
        </a:defRPr>
      </a:lvl2pPr>
      <a:lvl3pPr marL="803503" indent="-160701" algn="l" rtl="0" eaLnBrk="0" fontAlgn="base" hangingPunct="0">
        <a:spcBef>
          <a:spcPct val="20000"/>
        </a:spcBef>
        <a:spcAft>
          <a:spcPct val="0"/>
        </a:spcAft>
        <a:buChar char="•"/>
        <a:defRPr sz="1700">
          <a:solidFill>
            <a:schemeClr val="tx1"/>
          </a:solidFill>
          <a:latin typeface="+mn-lt"/>
          <a:ea typeface="+mn-ea"/>
        </a:defRPr>
      </a:lvl3pPr>
      <a:lvl4pPr marL="1124905" indent="-161817" algn="l" rtl="0" eaLnBrk="0" fontAlgn="base" hangingPunct="0">
        <a:spcBef>
          <a:spcPct val="20000"/>
        </a:spcBef>
        <a:spcAft>
          <a:spcPct val="0"/>
        </a:spcAft>
        <a:buChar char="–"/>
        <a:defRPr sz="1400">
          <a:solidFill>
            <a:schemeClr val="tx1"/>
          </a:solidFill>
          <a:latin typeface="+mn-lt"/>
          <a:ea typeface="+mn-ea"/>
        </a:defRPr>
      </a:lvl4pPr>
      <a:lvl5pPr marL="1446305" indent="-160701" algn="l" rtl="0" eaLnBrk="0" fontAlgn="base" hangingPunct="0">
        <a:spcBef>
          <a:spcPct val="20000"/>
        </a:spcBef>
        <a:spcAft>
          <a:spcPct val="0"/>
        </a:spcAft>
        <a:buChar char="»"/>
        <a:defRPr sz="1400">
          <a:solidFill>
            <a:schemeClr val="tx1"/>
          </a:solidFill>
          <a:latin typeface="+mn-lt"/>
          <a:ea typeface="+mn-ea"/>
        </a:defRPr>
      </a:lvl5pPr>
      <a:lvl6pPr marL="1767706" indent="-160701" algn="l" rtl="0" fontAlgn="base">
        <a:spcBef>
          <a:spcPct val="20000"/>
        </a:spcBef>
        <a:spcAft>
          <a:spcPct val="0"/>
        </a:spcAft>
        <a:buChar char="»"/>
        <a:defRPr sz="1400">
          <a:solidFill>
            <a:schemeClr val="tx1"/>
          </a:solidFill>
          <a:latin typeface="+mn-lt"/>
          <a:ea typeface="+mn-ea"/>
        </a:defRPr>
      </a:lvl6pPr>
      <a:lvl7pPr marL="2089108" indent="-160701" algn="l" rtl="0" fontAlgn="base">
        <a:spcBef>
          <a:spcPct val="20000"/>
        </a:spcBef>
        <a:spcAft>
          <a:spcPct val="0"/>
        </a:spcAft>
        <a:buChar char="»"/>
        <a:defRPr sz="1400">
          <a:solidFill>
            <a:schemeClr val="tx1"/>
          </a:solidFill>
          <a:latin typeface="+mn-lt"/>
          <a:ea typeface="+mn-ea"/>
        </a:defRPr>
      </a:lvl7pPr>
      <a:lvl8pPr marL="2410509" indent="-160701" algn="l" rtl="0" fontAlgn="base">
        <a:spcBef>
          <a:spcPct val="20000"/>
        </a:spcBef>
        <a:spcAft>
          <a:spcPct val="0"/>
        </a:spcAft>
        <a:buChar char="»"/>
        <a:defRPr sz="1400">
          <a:solidFill>
            <a:schemeClr val="tx1"/>
          </a:solidFill>
          <a:latin typeface="+mn-lt"/>
          <a:ea typeface="+mn-ea"/>
        </a:defRPr>
      </a:lvl8pPr>
      <a:lvl9pPr marL="2731909" indent="-160701"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03" rtl="0" eaLnBrk="1" latinLnBrk="0" hangingPunct="1">
        <a:defRPr sz="1300" kern="1200">
          <a:solidFill>
            <a:schemeClr val="tx1"/>
          </a:solidFill>
          <a:latin typeface="+mn-lt"/>
          <a:ea typeface="+mn-ea"/>
          <a:cs typeface="+mn-cs"/>
        </a:defRPr>
      </a:lvl1pPr>
      <a:lvl2pPr marL="321400" algn="l" defTabSz="642803" rtl="0" eaLnBrk="1" latinLnBrk="0" hangingPunct="1">
        <a:defRPr sz="1300" kern="1200">
          <a:solidFill>
            <a:schemeClr val="tx1"/>
          </a:solidFill>
          <a:latin typeface="+mn-lt"/>
          <a:ea typeface="+mn-ea"/>
          <a:cs typeface="+mn-cs"/>
        </a:defRPr>
      </a:lvl2pPr>
      <a:lvl3pPr marL="642803" algn="l" defTabSz="642803" rtl="0" eaLnBrk="1" latinLnBrk="0" hangingPunct="1">
        <a:defRPr sz="1300" kern="1200">
          <a:solidFill>
            <a:schemeClr val="tx1"/>
          </a:solidFill>
          <a:latin typeface="+mn-lt"/>
          <a:ea typeface="+mn-ea"/>
          <a:cs typeface="+mn-cs"/>
        </a:defRPr>
      </a:lvl3pPr>
      <a:lvl4pPr marL="964204" algn="l" defTabSz="642803" rtl="0" eaLnBrk="1" latinLnBrk="0" hangingPunct="1">
        <a:defRPr sz="1300" kern="1200">
          <a:solidFill>
            <a:schemeClr val="tx1"/>
          </a:solidFill>
          <a:latin typeface="+mn-lt"/>
          <a:ea typeface="+mn-ea"/>
          <a:cs typeface="+mn-cs"/>
        </a:defRPr>
      </a:lvl4pPr>
      <a:lvl5pPr marL="1285604" algn="l" defTabSz="642803" rtl="0" eaLnBrk="1" latinLnBrk="0" hangingPunct="1">
        <a:defRPr sz="1300" kern="1200">
          <a:solidFill>
            <a:schemeClr val="tx1"/>
          </a:solidFill>
          <a:latin typeface="+mn-lt"/>
          <a:ea typeface="+mn-ea"/>
          <a:cs typeface="+mn-cs"/>
        </a:defRPr>
      </a:lvl5pPr>
      <a:lvl6pPr marL="1607006" algn="l" defTabSz="642803" rtl="0" eaLnBrk="1" latinLnBrk="0" hangingPunct="1">
        <a:defRPr sz="1300" kern="1200">
          <a:solidFill>
            <a:schemeClr val="tx1"/>
          </a:solidFill>
          <a:latin typeface="+mn-lt"/>
          <a:ea typeface="+mn-ea"/>
          <a:cs typeface="+mn-cs"/>
        </a:defRPr>
      </a:lvl6pPr>
      <a:lvl7pPr marL="1928406" algn="l" defTabSz="642803" rtl="0" eaLnBrk="1" latinLnBrk="0" hangingPunct="1">
        <a:defRPr sz="1300" kern="1200">
          <a:solidFill>
            <a:schemeClr val="tx1"/>
          </a:solidFill>
          <a:latin typeface="+mn-lt"/>
          <a:ea typeface="+mn-ea"/>
          <a:cs typeface="+mn-cs"/>
        </a:defRPr>
      </a:lvl7pPr>
      <a:lvl8pPr marL="2249808" algn="l" defTabSz="642803" rtl="0" eaLnBrk="1" latinLnBrk="0" hangingPunct="1">
        <a:defRPr sz="1300" kern="1200">
          <a:solidFill>
            <a:schemeClr val="tx1"/>
          </a:solidFill>
          <a:latin typeface="+mn-lt"/>
          <a:ea typeface="+mn-ea"/>
          <a:cs typeface="+mn-cs"/>
        </a:defRPr>
      </a:lvl8pPr>
      <a:lvl9pPr marL="2571209" algn="l" defTabSz="642803"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6.wmf"/></Relationships>
</file>

<file path=ppt/slides/_rels/slide4.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1.emf"/><Relationship Id="rId4"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6.emf"/><Relationship Id="rId4" Type="http://schemas.openxmlformats.org/officeDocument/2006/relationships/image" Target="../media/image35.svg"/></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8.emf"/><Relationship Id="rId4" Type="http://schemas.openxmlformats.org/officeDocument/2006/relationships/image" Target="../media/image37.emf"/></Relationships>
</file>

<file path=ppt/slides/_rels/slide16.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9.sv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CBC5161-4448-DA26-9386-B6055113A398}"/>
              </a:ext>
            </a:extLst>
          </p:cNvPr>
          <p:cNvSpPr txBox="1">
            <a:spLocks/>
          </p:cNvSpPr>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9.5</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基于预测的异常检测</a:t>
            </a:r>
          </a:p>
        </p:txBody>
      </p:sp>
    </p:spTree>
    <p:extLst>
      <p:ext uri="{BB962C8B-B14F-4D97-AF65-F5344CB8AC3E}">
        <p14:creationId xmlns:p14="http://schemas.microsoft.com/office/powerpoint/2010/main" val="38309531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4B536-A18F-2B1B-8F1F-2882FB9ED22B}"/>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2B537DC0-F4BE-6724-1330-CDCA8268D233}"/>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基本原理</a:t>
            </a:r>
            <a:endParaRPr kumimoji="0" 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0FDBF35D-1811-E453-3027-485898E79B3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文本框 12">
            <a:extLst>
              <a:ext uri="{FF2B5EF4-FFF2-40B4-BE49-F238E27FC236}">
                <a16:creationId xmlns:a16="http://schemas.microsoft.com/office/drawing/2014/main" id="{5AD098E4-9374-2881-E182-628D9EB32F9B}"/>
              </a:ext>
            </a:extLst>
          </p:cNvPr>
          <p:cNvSpPr txBox="1"/>
          <p:nvPr/>
        </p:nvSpPr>
        <p:spPr>
          <a:xfrm>
            <a:off x="350803" y="1344862"/>
            <a:ext cx="11307127" cy="2243050"/>
          </a:xfrm>
          <a:prstGeom prst="rect">
            <a:avLst/>
          </a:prstGeom>
          <a:noFill/>
        </p:spPr>
        <p:txBody>
          <a:bodyPr wrap="square">
            <a:spAutoFit/>
          </a:bodyPr>
          <a:lstStyle/>
          <a:p>
            <a:pPr algn="just">
              <a:lnSpc>
                <a:spcPct val="150000"/>
              </a:lnSpc>
            </a:pPr>
            <a:r>
              <a:rPr lang="zh-CN" altLang="en-US" sz="2400" dirty="0">
                <a:latin typeface="微软雅黑" panose="020B0503020204020204" pitchFamily="34" charset="-122"/>
                <a:ea typeface="微软雅黑" panose="020B0503020204020204" pitchFamily="34" charset="-122"/>
              </a:rPr>
              <a:t>   基于预测的异常检测算法的基本思路是通过建立模型来捕捉历史数据的变化模式或规律，然后利用该模型对时间序列进行预测。当数据出现异常时，预测值与实际值的偏差通常会显著增大。因此，当</a:t>
            </a:r>
            <a:r>
              <a:rPr lang="zh-CN" altLang="en-US" sz="2400" b="1" u="sng" dirty="0">
                <a:latin typeface="微软雅黑" panose="020B0503020204020204" pitchFamily="34" charset="-122"/>
                <a:ea typeface="微软雅黑" panose="020B0503020204020204" pitchFamily="34" charset="-122"/>
              </a:rPr>
              <a:t>预测值与实际值的偏差超过设定的阈值</a:t>
            </a:r>
            <a:r>
              <a:rPr lang="zh-CN" altLang="en-US" sz="2400" dirty="0">
                <a:latin typeface="微软雅黑" panose="020B0503020204020204" pitchFamily="34" charset="-122"/>
                <a:ea typeface="微软雅黑" panose="020B0503020204020204" pitchFamily="34" charset="-122"/>
              </a:rPr>
              <a:t>时，可以判定为出现异常。</a:t>
            </a:r>
            <a:endParaRPr lang="zh-CN" altLang="zh-CN" sz="2400"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0D94FD8E-33B4-ACBE-A96B-51EEB20016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9280" y="3184997"/>
            <a:ext cx="5430361" cy="3556886"/>
          </a:xfrm>
          <a:prstGeom prst="rect">
            <a:avLst/>
          </a:prstGeom>
        </p:spPr>
      </p:pic>
    </p:spTree>
    <p:extLst>
      <p:ext uri="{BB962C8B-B14F-4D97-AF65-F5344CB8AC3E}">
        <p14:creationId xmlns:p14="http://schemas.microsoft.com/office/powerpoint/2010/main" val="30584645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57A67-0160-44A1-A966-03B59952A87B}"/>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A2C509F0-80A7-652D-BC02-F377E658DF57}"/>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向量自回归模型</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0D827F71-DA99-405F-9CDA-46AA8E796CA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65503EF8-19DE-DB61-F5BA-A82C9C15E3A1}"/>
              </a:ext>
            </a:extLst>
          </p:cNvPr>
          <p:cNvSpPr>
            <a:spLocks noChangeArrowheads="1"/>
          </p:cNvSpPr>
          <p:nvPr/>
        </p:nvSpPr>
        <p:spPr bwMode="auto">
          <a:xfrm>
            <a:off x="5840036" y="1609825"/>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2000" b="0" i="0" u="none" strike="noStrike" cap="none" normalizeH="0" baseline="0">
              <a:ln>
                <a:noFill/>
              </a:ln>
              <a:solidFill>
                <a:schemeClr val="tx1"/>
              </a:solidFill>
              <a:effectLst/>
              <a:latin typeface="Arial" panose="020B0604020202020204" pitchFamily="34" charset="0"/>
            </a:endParaRPr>
          </a:p>
        </p:txBody>
      </p:sp>
      <p:sp>
        <p:nvSpPr>
          <p:cNvPr id="5" name="文本框 4">
            <a:extLst>
              <a:ext uri="{FF2B5EF4-FFF2-40B4-BE49-F238E27FC236}">
                <a16:creationId xmlns:a16="http://schemas.microsoft.com/office/drawing/2014/main" id="{F22DA8F2-5A41-E557-62CC-A17193D507C9}"/>
              </a:ext>
            </a:extLst>
          </p:cNvPr>
          <p:cNvSpPr txBox="1"/>
          <p:nvPr/>
        </p:nvSpPr>
        <p:spPr>
          <a:xfrm>
            <a:off x="551180" y="1228083"/>
            <a:ext cx="10821670" cy="2730491"/>
          </a:xfrm>
          <a:prstGeom prst="rect">
            <a:avLst/>
          </a:prstGeom>
          <a:noFill/>
        </p:spPr>
        <p:txBody>
          <a:bodyPr wrap="square">
            <a:spAutoFit/>
          </a:bodyPr>
          <a:lstStyle/>
          <a:p>
            <a:pPr indent="306070" algn="just">
              <a:lnSpc>
                <a:spcPct val="125000"/>
              </a:lnSpc>
            </a:pPr>
            <a:r>
              <a:rPr lang="zh-CN" altLang="en-US"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向量自回归模型</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Vector Autoregressive model</a:t>
            </a:r>
            <a:r>
              <a:rPr lang="zh-CN" altLang="en-US"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VAR</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是一个用于分析和预测多个时间序列之间相互关系的统计模型。该模型基于</a:t>
            </a:r>
            <a:r>
              <a:rPr lang="zh-CN" altLang="en-US"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线性关系</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，利用所有当前时刻的变量值以及这些变量过去时刻的自身延迟值来构建。其主要目的是研究一个系统中</a:t>
            </a:r>
            <a:r>
              <a:rPr lang="zh-CN" altLang="en-US"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不同时间序列变量之间的动态影响</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，以及分析</a:t>
            </a:r>
            <a:r>
              <a:rPr lang="zh-CN" altLang="en-US"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随机扰动</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对整个系统的冲击效应。</a:t>
            </a:r>
            <a:endPar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2" name="对象 1">
            <a:extLst>
              <a:ext uri="{FF2B5EF4-FFF2-40B4-BE49-F238E27FC236}">
                <a16:creationId xmlns:a16="http://schemas.microsoft.com/office/drawing/2014/main" id="{A8AE6E99-5185-3BDC-B3AB-352AD0765B3F}"/>
              </a:ext>
            </a:extLst>
          </p:cNvPr>
          <p:cNvGraphicFramePr>
            <a:graphicFrameLocks noChangeAspect="1"/>
          </p:cNvGraphicFramePr>
          <p:nvPr>
            <p:extLst>
              <p:ext uri="{D42A27DB-BD31-4B8C-83A1-F6EECF244321}">
                <p14:modId xmlns:p14="http://schemas.microsoft.com/office/powerpoint/2010/main" val="231309425"/>
              </p:ext>
            </p:extLst>
          </p:nvPr>
        </p:nvGraphicFramePr>
        <p:xfrm>
          <a:off x="2309943" y="4010755"/>
          <a:ext cx="7060185" cy="1437403"/>
        </p:xfrm>
        <a:graphic>
          <a:graphicData uri="http://schemas.openxmlformats.org/presentationml/2006/ole">
            <mc:AlternateContent xmlns:mc="http://schemas.openxmlformats.org/markup-compatibility/2006">
              <mc:Choice xmlns:v="urn:schemas-microsoft-com:vml" Requires="v">
                <p:oleObj name="Equation" r:id="rId3" imgW="2120760" imgH="431640" progId="Equation.DSMT4">
                  <p:embed/>
                </p:oleObj>
              </mc:Choice>
              <mc:Fallback>
                <p:oleObj name="Equation" r:id="rId3" imgW="2120760" imgH="431640" progId="Equation.DSMT4">
                  <p:embed/>
                  <p:pic>
                    <p:nvPicPr>
                      <p:cNvPr id="0" name=""/>
                      <p:cNvPicPr/>
                      <p:nvPr/>
                    </p:nvPicPr>
                    <p:blipFill>
                      <a:blip r:embed="rId4"/>
                      <a:stretch>
                        <a:fillRect/>
                      </a:stretch>
                    </p:blipFill>
                    <p:spPr>
                      <a:xfrm>
                        <a:off x="2309943" y="4010755"/>
                        <a:ext cx="7060185" cy="1437403"/>
                      </a:xfrm>
                      <a:prstGeom prst="rect">
                        <a:avLst/>
                      </a:prstGeom>
                    </p:spPr>
                  </p:pic>
                </p:oleObj>
              </mc:Fallback>
            </mc:AlternateContent>
          </a:graphicData>
        </a:graphic>
      </p:graphicFrame>
      <p:cxnSp>
        <p:nvCxnSpPr>
          <p:cNvPr id="7" name="直接箭头连接符 6">
            <a:extLst>
              <a:ext uri="{FF2B5EF4-FFF2-40B4-BE49-F238E27FC236}">
                <a16:creationId xmlns:a16="http://schemas.microsoft.com/office/drawing/2014/main" id="{A5C826DA-8068-E427-2EEE-BC62084E27FD}"/>
              </a:ext>
            </a:extLst>
          </p:cNvPr>
          <p:cNvCxnSpPr>
            <a:cxnSpLocks/>
          </p:cNvCxnSpPr>
          <p:nvPr/>
        </p:nvCxnSpPr>
        <p:spPr>
          <a:xfrm flipH="1">
            <a:off x="4328160" y="5127391"/>
            <a:ext cx="1209041" cy="60284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9BEFC02C-BC7B-1433-5F3A-ACDB1AA43C3E}"/>
              </a:ext>
            </a:extLst>
          </p:cNvPr>
          <p:cNvSpPr txBox="1"/>
          <p:nvPr/>
        </p:nvSpPr>
        <p:spPr>
          <a:xfrm>
            <a:off x="3573782" y="5730240"/>
            <a:ext cx="1485900" cy="461665"/>
          </a:xfrm>
          <a:prstGeom prst="rect">
            <a:avLst/>
          </a:prstGeom>
          <a:noFill/>
        </p:spPr>
        <p:txBody>
          <a:bodyPr wrap="square" rtlCol="0">
            <a:spAutoFit/>
          </a:bodyPr>
          <a:lstStyle/>
          <a:p>
            <a:r>
              <a:rPr lang="zh-CN" altLang="en-US" sz="2400" b="1" dirty="0">
                <a:solidFill>
                  <a:srgbClr val="094DB2"/>
                </a:solidFill>
                <a:latin typeface="楷体" panose="02010609060101010101" pitchFamily="49" charset="-122"/>
                <a:ea typeface="楷体" panose="02010609060101010101" pitchFamily="49" charset="-122"/>
              </a:rPr>
              <a:t>历史数据</a:t>
            </a:r>
          </a:p>
        </p:txBody>
      </p:sp>
      <p:cxnSp>
        <p:nvCxnSpPr>
          <p:cNvPr id="13" name="直接箭头连接符 12">
            <a:extLst>
              <a:ext uri="{FF2B5EF4-FFF2-40B4-BE49-F238E27FC236}">
                <a16:creationId xmlns:a16="http://schemas.microsoft.com/office/drawing/2014/main" id="{6B530027-C779-3E17-78B0-2A8C85745C4D}"/>
              </a:ext>
            </a:extLst>
          </p:cNvPr>
          <p:cNvCxnSpPr>
            <a:cxnSpLocks/>
          </p:cNvCxnSpPr>
          <p:nvPr/>
        </p:nvCxnSpPr>
        <p:spPr>
          <a:xfrm>
            <a:off x="6654800" y="5127391"/>
            <a:ext cx="1209040" cy="60284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39F51B43-42D8-A250-53B2-ECC3800CC0A6}"/>
              </a:ext>
            </a:extLst>
          </p:cNvPr>
          <p:cNvSpPr txBox="1"/>
          <p:nvPr/>
        </p:nvSpPr>
        <p:spPr>
          <a:xfrm>
            <a:off x="7120890" y="5730240"/>
            <a:ext cx="1485900" cy="461665"/>
          </a:xfrm>
          <a:prstGeom prst="rect">
            <a:avLst/>
          </a:prstGeom>
          <a:noFill/>
        </p:spPr>
        <p:txBody>
          <a:bodyPr wrap="square" rtlCol="0">
            <a:spAutoFit/>
          </a:bodyPr>
          <a:lstStyle/>
          <a:p>
            <a:r>
              <a:rPr lang="zh-CN" altLang="en-US" sz="2400" b="1" dirty="0">
                <a:solidFill>
                  <a:srgbClr val="094DB2"/>
                </a:solidFill>
                <a:latin typeface="楷体" panose="02010609060101010101" pitchFamily="49" charset="-122"/>
                <a:ea typeface="楷体" panose="02010609060101010101" pitchFamily="49" charset="-122"/>
              </a:rPr>
              <a:t>随机扰动</a:t>
            </a:r>
          </a:p>
        </p:txBody>
      </p:sp>
    </p:spTree>
    <p:extLst>
      <p:ext uri="{BB962C8B-B14F-4D97-AF65-F5344CB8AC3E}">
        <p14:creationId xmlns:p14="http://schemas.microsoft.com/office/powerpoint/2010/main" val="385578760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D020E-93EC-C47A-BF4F-2CB1A6A9FAFB}"/>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9C9AF926-A4B5-99D3-C263-DF1AD152B491}"/>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向量自回归模型</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0EAA1B5D-C548-C013-EA0B-776474E3344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FF597DA5-67F0-8636-ED1B-28BA8722B181}"/>
              </a:ext>
            </a:extLst>
          </p:cNvPr>
          <p:cNvSpPr>
            <a:spLocks noChangeArrowheads="1"/>
          </p:cNvSpPr>
          <p:nvPr/>
        </p:nvSpPr>
        <p:spPr bwMode="auto">
          <a:xfrm>
            <a:off x="5840036" y="1609825"/>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2000" b="0" i="0" u="none" strike="noStrike" cap="none" normalizeH="0" baseline="0">
              <a:ln>
                <a:noFill/>
              </a:ln>
              <a:solidFill>
                <a:schemeClr val="tx1"/>
              </a:solidFill>
              <a:effectLst/>
              <a:latin typeface="Arial" panose="020B0604020202020204" pitchFamily="34" charset="0"/>
            </a:endParaRPr>
          </a:p>
        </p:txBody>
      </p:sp>
      <p:sp>
        <p:nvSpPr>
          <p:cNvPr id="4" name="矩形: 圆角 55">
            <a:extLst>
              <a:ext uri="{FF2B5EF4-FFF2-40B4-BE49-F238E27FC236}">
                <a16:creationId xmlns:a16="http://schemas.microsoft.com/office/drawing/2014/main" id="{C65DBE59-D72B-3C6C-1CB2-87C2249AB585}"/>
              </a:ext>
            </a:extLst>
          </p:cNvPr>
          <p:cNvSpPr/>
          <p:nvPr/>
        </p:nvSpPr>
        <p:spPr>
          <a:xfrm>
            <a:off x="438873" y="1196636"/>
            <a:ext cx="4062007" cy="584764"/>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基于</a:t>
            </a:r>
            <a:r>
              <a:rPr kumimoji="0" lang="en-US" altLang="zh-CN"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VAR</a:t>
            </a: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进行异常检测</a:t>
            </a:r>
          </a:p>
        </p:txBody>
      </p:sp>
      <p:pic>
        <p:nvPicPr>
          <p:cNvPr id="9" name="图片 8">
            <a:extLst>
              <a:ext uri="{FF2B5EF4-FFF2-40B4-BE49-F238E27FC236}">
                <a16:creationId xmlns:a16="http://schemas.microsoft.com/office/drawing/2014/main" id="{F2F82E12-1EEE-CA6D-87F4-A2D80976C32E}"/>
              </a:ext>
            </a:extLst>
          </p:cNvPr>
          <p:cNvPicPr>
            <a:picLocks noChangeAspect="1"/>
          </p:cNvPicPr>
          <p:nvPr/>
        </p:nvPicPr>
        <p:blipFill>
          <a:blip r:embed="rId3"/>
          <a:stretch>
            <a:fillRect/>
          </a:stretch>
        </p:blipFill>
        <p:spPr>
          <a:xfrm>
            <a:off x="1052699" y="2107827"/>
            <a:ext cx="9574673" cy="4750173"/>
          </a:xfrm>
          <a:prstGeom prst="rect">
            <a:avLst/>
          </a:prstGeom>
        </p:spPr>
      </p:pic>
    </p:spTree>
    <p:extLst>
      <p:ext uri="{BB962C8B-B14F-4D97-AF65-F5344CB8AC3E}">
        <p14:creationId xmlns:p14="http://schemas.microsoft.com/office/powerpoint/2010/main" val="1842633027"/>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EDDC7-3048-126D-86FB-D82C4AAA5DA3}"/>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3B85FDCE-BE5E-B30A-6640-5E47AB65B0A5}"/>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向量自回归模型</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A4661E49-4C8C-D447-BF47-98D86AF356B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等线"/>
              <a:ea typeface="+mn-ea"/>
              <a:cs typeface="+mn-cs"/>
            </a:endParaRPr>
          </a:p>
        </p:txBody>
      </p:sp>
      <p:sp>
        <p:nvSpPr>
          <p:cNvPr id="16" name="Rectangle 4">
            <a:extLst>
              <a:ext uri="{FF2B5EF4-FFF2-40B4-BE49-F238E27FC236}">
                <a16:creationId xmlns:a16="http://schemas.microsoft.com/office/drawing/2014/main" id="{EA9ECF47-4722-1057-D574-8B6D14F379D0}"/>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0" name="文本框 9">
            <a:extLst>
              <a:ext uri="{FF2B5EF4-FFF2-40B4-BE49-F238E27FC236}">
                <a16:creationId xmlns:a16="http://schemas.microsoft.com/office/drawing/2014/main" id="{2F447F08-EBB7-F8AD-AD53-EB6C3304A759}"/>
              </a:ext>
            </a:extLst>
          </p:cNvPr>
          <p:cNvSpPr txBox="1"/>
          <p:nvPr/>
        </p:nvSpPr>
        <p:spPr>
          <a:xfrm>
            <a:off x="1103376" y="1310366"/>
            <a:ext cx="9985248" cy="4530086"/>
          </a:xfrm>
          <a:prstGeom prst="rect">
            <a:avLst/>
          </a:prstGeom>
          <a:noFill/>
          <a:ln w="19050">
            <a:solidFill>
              <a:srgbClr val="3484FF"/>
            </a:solidFill>
            <a:prstDash val="dash"/>
          </a:ln>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3484FF"/>
                </a:solidFill>
                <a:effectLst/>
                <a:uLnTx/>
                <a:uFillTx/>
                <a:latin typeface="微软雅黑" panose="020B0503020204020204" pitchFamily="34" charset="-122"/>
                <a:ea typeface="微软雅黑" panose="020B0503020204020204" pitchFamily="34" charset="-122"/>
                <a:cs typeface="+mn-cs"/>
              </a:rPr>
              <a:t>算法评价：</a:t>
            </a:r>
            <a:endParaRPr kumimoji="0" lang="en-US" altLang="zh-CN" sz="2800" b="1" i="0" u="none" strike="noStrike" kern="1200" cap="none" spc="0" normalizeH="0" baseline="0" noProof="0" dirty="0">
              <a:ln>
                <a:noFill/>
              </a:ln>
              <a:solidFill>
                <a:srgbClr val="3484FF"/>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使用</a:t>
            </a:r>
            <a:r>
              <a:rPr kumimoji="0" lang="en-US" altLang="zh-CN"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VAR</a:t>
            </a:r>
            <a:r>
              <a:rPr kumimoji="0" lang="zh-CN" altLang="en-US"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模型进行异常检测的优点在于其能够</a:t>
            </a:r>
            <a:r>
              <a:rPr kumimoji="0" lang="zh-CN" altLang="en-US" sz="2400" b="1" i="0" u="none" strike="noStrike" kern="1200" cap="none" spc="0" normalizeH="0" noProof="0" dirty="0">
                <a:ln>
                  <a:noFill/>
                </a:ln>
                <a:solidFill>
                  <a:srgbClr val="FF0000"/>
                </a:solidFill>
                <a:effectLst/>
                <a:uLnTx/>
                <a:uFillTx/>
                <a:latin typeface="Times New Roman" panose="02020603050405020304" pitchFamily="18" charset="0"/>
                <a:ea typeface="楷体" panose="02010609060101010101" pitchFamily="49" charset="-122"/>
                <a:cs typeface="+mn-cs"/>
              </a:rPr>
              <a:t>捕捉多变量时间序列数据之间的动态关系</a:t>
            </a:r>
            <a:r>
              <a:rPr kumimoji="0" lang="zh-CN" altLang="en-US"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，从而更好地识别异常。</a:t>
            </a:r>
            <a:r>
              <a:rPr kumimoji="0" lang="en-US" altLang="zh-CN"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VAR</a:t>
            </a:r>
            <a:r>
              <a:rPr kumimoji="0" lang="zh-CN" altLang="en-US"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模型能够考虑不同变量之间的相互影响，有助于发现异常事件对整体系统的影响，提高异常检测的准确性和可靠性。</a:t>
            </a:r>
            <a:endParaRPr kumimoji="0" lang="en-US" altLang="zh-CN"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然而，</a:t>
            </a:r>
            <a:r>
              <a:rPr kumimoji="0" lang="en-US" altLang="zh-CN"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VAR</a:t>
            </a:r>
            <a:r>
              <a:rPr kumimoji="0" lang="zh-CN" altLang="en-US"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模型需要足够多的历史数据来建立有效的模型，这在某些情况下可能会限制其应用。此外，</a:t>
            </a:r>
            <a:r>
              <a:rPr kumimoji="0" lang="en-US" altLang="zh-CN"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VAR</a:t>
            </a:r>
            <a:r>
              <a:rPr kumimoji="0" lang="zh-CN" altLang="en-US"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模型在处理高维数据时计算复杂度较高，需要耗费较多的计算资源和时间。</a:t>
            </a:r>
          </a:p>
        </p:txBody>
      </p:sp>
    </p:spTree>
    <p:extLst>
      <p:ext uri="{BB962C8B-B14F-4D97-AF65-F5344CB8AC3E}">
        <p14:creationId xmlns:p14="http://schemas.microsoft.com/office/powerpoint/2010/main" val="26811939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045CB-BD0F-4A64-A2BA-996DA8A052FA}"/>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300D707A-4285-4B20-1433-80772BA505FD}"/>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自回归差分移动平均模型</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70144A00-4CF1-B56D-93FD-D6BC6475C5B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78D407DB-951E-A209-689D-5DBB9C472517}"/>
              </a:ext>
            </a:extLst>
          </p:cNvPr>
          <p:cNvSpPr>
            <a:spLocks noChangeArrowheads="1"/>
          </p:cNvSpPr>
          <p:nvPr/>
        </p:nvSpPr>
        <p:spPr bwMode="auto">
          <a:xfrm>
            <a:off x="5840036" y="1609825"/>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2000" b="0" i="0" u="none" strike="noStrike" cap="none" normalizeH="0" baseline="0">
              <a:ln>
                <a:noFill/>
              </a:ln>
              <a:solidFill>
                <a:schemeClr val="tx1"/>
              </a:solidFill>
              <a:effectLst/>
              <a:latin typeface="Arial" panose="020B0604020202020204" pitchFamily="34" charset="0"/>
            </a:endParaRPr>
          </a:p>
        </p:txBody>
      </p:sp>
      <p:sp>
        <p:nvSpPr>
          <p:cNvPr id="5" name="文本框 4">
            <a:extLst>
              <a:ext uri="{FF2B5EF4-FFF2-40B4-BE49-F238E27FC236}">
                <a16:creationId xmlns:a16="http://schemas.microsoft.com/office/drawing/2014/main" id="{EA5C12BC-DA2D-E470-8725-36ED6C7DD766}"/>
              </a:ext>
            </a:extLst>
          </p:cNvPr>
          <p:cNvSpPr txBox="1"/>
          <p:nvPr/>
        </p:nvSpPr>
        <p:spPr>
          <a:xfrm>
            <a:off x="551180" y="1228083"/>
            <a:ext cx="10821670" cy="2730491"/>
          </a:xfrm>
          <a:prstGeom prst="rect">
            <a:avLst/>
          </a:prstGeom>
          <a:noFill/>
        </p:spPr>
        <p:txBody>
          <a:bodyPr wrap="square">
            <a:spAutoFit/>
          </a:bodyPr>
          <a:lstStyle/>
          <a:p>
            <a:pPr indent="306070" algn="just">
              <a:lnSpc>
                <a:spcPct val="125000"/>
              </a:lnSpc>
            </a:pPr>
            <a:r>
              <a:rPr lang="zh-CN" altLang="en-US"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自回归差分移动平均模型</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Autoregressive Integrated Moving Average</a:t>
            </a:r>
            <a:r>
              <a:rPr lang="zh-CN" altLang="en-US"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ARIMA</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常用于建模和预测具有自相关性和趋势性的时间序列数据。</a:t>
            </a:r>
            <a:r>
              <a:rPr lang="en-US" altLang="zh-CN" sz="2800" kern="100" dirty="0">
                <a:effectLst/>
                <a:latin typeface="Times New Roman" panose="02020603050405020304" pitchFamily="18" charset="0"/>
                <a:ea typeface="楷体" panose="02010609060101010101" pitchFamily="49" charset="-122"/>
                <a:cs typeface="Times New Roman" panose="02020603050405020304" pitchFamily="18" charset="0"/>
              </a:rPr>
              <a:t>ARIMA</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模型同时适用于单变量时间序列和多元时间序列的异常检测，可通过比较模型预测值与实际值的差异对观测数据进行异常判别。</a:t>
            </a:r>
            <a:endPar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3A975E8A-9111-F300-47C9-276B895E5198}"/>
              </a:ext>
            </a:extLst>
          </p:cNvPr>
          <p:cNvSpPr txBox="1"/>
          <p:nvPr/>
        </p:nvSpPr>
        <p:spPr>
          <a:xfrm>
            <a:off x="685165" y="4340316"/>
            <a:ext cx="10821670" cy="1653273"/>
          </a:xfrm>
          <a:prstGeom prst="rect">
            <a:avLst/>
          </a:prstGeom>
          <a:noFill/>
          <a:ln w="38100">
            <a:solidFill>
              <a:schemeClr val="accent1"/>
            </a:solidFill>
            <a:prstDash val="dash"/>
          </a:ln>
        </p:spPr>
        <p:txBody>
          <a:bodyPr wrap="square">
            <a:spAutoFit/>
          </a:bodyPr>
          <a:lstStyle/>
          <a:p>
            <a:pPr indent="306070" algn="just">
              <a:lnSpc>
                <a:spcPct val="125000"/>
              </a:lnSpc>
            </a:pPr>
            <a:r>
              <a:rPr lang="de-DE" altLang="zh-CN" sz="2800" kern="100" dirty="0">
                <a:effectLst/>
                <a:latin typeface="Times New Roman" panose="02020603050405020304" pitchFamily="18" charset="0"/>
                <a:ea typeface="楷体" panose="02010609060101010101" pitchFamily="49" charset="-122"/>
                <a:cs typeface="Times New Roman" panose="02020603050405020304" pitchFamily="18" charset="0"/>
              </a:rPr>
              <a:t>ARIMA</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模型由</a:t>
            </a:r>
            <a:r>
              <a:rPr lang="zh-CN" altLang="en-US"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自回归</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de-DE" altLang="zh-CN" sz="2800" kern="100" dirty="0">
                <a:effectLst/>
                <a:latin typeface="Times New Roman" panose="02020603050405020304" pitchFamily="18" charset="0"/>
                <a:ea typeface="楷体" panose="02010609060101010101" pitchFamily="49" charset="-122"/>
                <a:cs typeface="Times New Roman" panose="02020603050405020304" pitchFamily="18" charset="0"/>
              </a:rPr>
              <a:t>Autoregressive</a:t>
            </a:r>
            <a:r>
              <a:rPr lang="zh-CN" altLang="de-DE" sz="280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de-DE" altLang="zh-CN" sz="2800" kern="100" dirty="0">
                <a:effectLst/>
                <a:latin typeface="Times New Roman" panose="02020603050405020304" pitchFamily="18" charset="0"/>
                <a:ea typeface="楷体" panose="02010609060101010101" pitchFamily="49" charset="-122"/>
                <a:cs typeface="Times New Roman" panose="02020603050405020304" pitchFamily="18" charset="0"/>
              </a:rPr>
              <a:t>AR</a:t>
            </a:r>
            <a:r>
              <a:rPr lang="zh-CN" altLang="de-DE" sz="280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模型、</a:t>
            </a:r>
            <a:r>
              <a:rPr lang="zh-CN" altLang="en-US"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差分</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de-DE" altLang="zh-CN" sz="2800" kern="100" dirty="0">
                <a:effectLst/>
                <a:latin typeface="Times New Roman" panose="02020603050405020304" pitchFamily="18" charset="0"/>
                <a:ea typeface="楷体" panose="02010609060101010101" pitchFamily="49" charset="-122"/>
                <a:cs typeface="Times New Roman" panose="02020603050405020304" pitchFamily="18" charset="0"/>
              </a:rPr>
              <a:t>Integrated</a:t>
            </a:r>
            <a:r>
              <a:rPr lang="zh-CN" altLang="de-DE" sz="280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de-DE" altLang="zh-CN" sz="2800" kern="100" dirty="0">
                <a:effectLst/>
                <a:latin typeface="Times New Roman" panose="02020603050405020304" pitchFamily="18" charset="0"/>
                <a:ea typeface="楷体" panose="02010609060101010101" pitchFamily="49" charset="-122"/>
                <a:cs typeface="Times New Roman" panose="02020603050405020304" pitchFamily="18" charset="0"/>
              </a:rPr>
              <a:t>I</a:t>
            </a:r>
            <a:r>
              <a:rPr lang="zh-CN" altLang="de-DE" sz="280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模型、</a:t>
            </a:r>
            <a:r>
              <a:rPr lang="zh-CN" altLang="en-US"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移动平均</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de-DE" altLang="zh-CN" sz="2800" kern="100" dirty="0">
                <a:effectLst/>
                <a:latin typeface="Times New Roman" panose="02020603050405020304" pitchFamily="18" charset="0"/>
                <a:ea typeface="楷体" panose="02010609060101010101" pitchFamily="49" charset="-122"/>
                <a:cs typeface="Times New Roman" panose="02020603050405020304" pitchFamily="18" charset="0"/>
              </a:rPr>
              <a:t>Moving Average</a:t>
            </a:r>
            <a:r>
              <a:rPr lang="zh-CN" altLang="de-DE" sz="280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de-DE" altLang="zh-CN" sz="2800" kern="100" dirty="0">
                <a:effectLst/>
                <a:latin typeface="Times New Roman" panose="02020603050405020304" pitchFamily="18" charset="0"/>
                <a:ea typeface="楷体" panose="02010609060101010101" pitchFamily="49" charset="-122"/>
                <a:cs typeface="Times New Roman" panose="02020603050405020304" pitchFamily="18" charset="0"/>
              </a:rPr>
              <a:t>MA</a:t>
            </a:r>
            <a:r>
              <a:rPr lang="zh-CN" altLang="de-DE" sz="280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模型三部分构成。</a:t>
            </a:r>
            <a:endPar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56664599"/>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76F05-FA9B-256E-BBAE-7EF86212F6F0}"/>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1644FFFD-7B08-F621-B334-C5030C9AB202}"/>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自回归差分移动平均模型</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BCEE3A20-5170-B154-A29A-EBBCEDF4969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0A780A5D-25A4-1AD8-F729-CCDA42245C39}"/>
              </a:ext>
            </a:extLst>
          </p:cNvPr>
          <p:cNvSpPr>
            <a:spLocks noChangeArrowheads="1"/>
          </p:cNvSpPr>
          <p:nvPr/>
        </p:nvSpPr>
        <p:spPr bwMode="auto">
          <a:xfrm>
            <a:off x="5840036" y="1609825"/>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2000" b="0" i="0" u="none" strike="noStrike" cap="none" normalizeH="0" baseline="0">
              <a:ln>
                <a:noFill/>
              </a:ln>
              <a:solidFill>
                <a:schemeClr val="tx1"/>
              </a:solidFill>
              <a:effectLst/>
              <a:latin typeface="Arial" panose="020B0604020202020204" pitchFamily="34" charset="0"/>
            </a:endParaRPr>
          </a:p>
        </p:txBody>
      </p:sp>
      <p:pic>
        <p:nvPicPr>
          <p:cNvPr id="2" name="图片 1">
            <a:extLst>
              <a:ext uri="{FF2B5EF4-FFF2-40B4-BE49-F238E27FC236}">
                <a16:creationId xmlns:a16="http://schemas.microsoft.com/office/drawing/2014/main" id="{FCEAD477-0DAD-1ABD-08A8-0E99B6BF4F0E}"/>
              </a:ext>
            </a:extLst>
          </p:cNvPr>
          <p:cNvPicPr>
            <a:picLocks noChangeAspect="1"/>
          </p:cNvPicPr>
          <p:nvPr/>
        </p:nvPicPr>
        <p:blipFill>
          <a:blip r:embed="rId3"/>
          <a:stretch>
            <a:fillRect/>
          </a:stretch>
        </p:blipFill>
        <p:spPr>
          <a:xfrm>
            <a:off x="891486" y="1609825"/>
            <a:ext cx="10409028" cy="4704080"/>
          </a:xfrm>
          <a:prstGeom prst="rect">
            <a:avLst/>
          </a:prstGeom>
        </p:spPr>
      </p:pic>
    </p:spTree>
    <p:extLst>
      <p:ext uri="{BB962C8B-B14F-4D97-AF65-F5344CB8AC3E}">
        <p14:creationId xmlns:p14="http://schemas.microsoft.com/office/powerpoint/2010/main" val="3275990304"/>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B3E26-9E50-5FD3-8265-2E4C5451A26E}"/>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91C9AA2C-B8B9-8B7D-9EB1-36422AEAD1DD}"/>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自回归差分移动平均模型</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2DD4AA84-B7FD-F177-6282-A8D3A9F35AE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324966AD-D860-6A66-531E-9F6D6FC789A8}"/>
              </a:ext>
            </a:extLst>
          </p:cNvPr>
          <p:cNvSpPr>
            <a:spLocks noChangeArrowheads="1"/>
          </p:cNvSpPr>
          <p:nvPr/>
        </p:nvSpPr>
        <p:spPr bwMode="auto">
          <a:xfrm>
            <a:off x="5840036" y="1609825"/>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2000" b="0" i="0" u="none" strike="noStrike" cap="none" normalizeH="0" baseline="0">
              <a:ln>
                <a:noFill/>
              </a:ln>
              <a:solidFill>
                <a:schemeClr val="tx1"/>
              </a:solidFill>
              <a:effectLst/>
              <a:latin typeface="Arial" panose="020B0604020202020204" pitchFamily="34" charset="0"/>
            </a:endParaRPr>
          </a:p>
        </p:txBody>
      </p:sp>
      <p:pic>
        <p:nvPicPr>
          <p:cNvPr id="4" name="图片 3">
            <a:extLst>
              <a:ext uri="{FF2B5EF4-FFF2-40B4-BE49-F238E27FC236}">
                <a16:creationId xmlns:a16="http://schemas.microsoft.com/office/drawing/2014/main" id="{59E84808-B791-1ADE-F491-C3F9395247C9}"/>
              </a:ext>
            </a:extLst>
          </p:cNvPr>
          <p:cNvPicPr>
            <a:picLocks noChangeAspect="1"/>
          </p:cNvPicPr>
          <p:nvPr/>
        </p:nvPicPr>
        <p:blipFill>
          <a:blip r:embed="rId3"/>
          <a:stretch>
            <a:fillRect/>
          </a:stretch>
        </p:blipFill>
        <p:spPr>
          <a:xfrm>
            <a:off x="590445" y="1693021"/>
            <a:ext cx="11011109" cy="3471957"/>
          </a:xfrm>
          <a:prstGeom prst="rect">
            <a:avLst/>
          </a:prstGeom>
        </p:spPr>
      </p:pic>
    </p:spTree>
    <p:extLst>
      <p:ext uri="{BB962C8B-B14F-4D97-AF65-F5344CB8AC3E}">
        <p14:creationId xmlns:p14="http://schemas.microsoft.com/office/powerpoint/2010/main" val="410342011"/>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A0DD5-E7E4-55B2-715E-859F419E1632}"/>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518A3DC-0762-E880-530E-1FAD61172147}"/>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自回归差分移动平均模型</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4D54EDC8-8C84-CAF1-7EAB-FACAA9B6863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C2BD4B43-9A57-4CCD-B4AA-FC9361F16761}"/>
              </a:ext>
            </a:extLst>
          </p:cNvPr>
          <p:cNvSpPr>
            <a:spLocks noChangeArrowheads="1"/>
          </p:cNvSpPr>
          <p:nvPr/>
        </p:nvSpPr>
        <p:spPr bwMode="auto">
          <a:xfrm>
            <a:off x="5840036" y="1609825"/>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2000" b="0" i="0" u="none" strike="noStrike" cap="none" normalizeH="0" baseline="0">
              <a:ln>
                <a:noFill/>
              </a:ln>
              <a:solidFill>
                <a:schemeClr val="tx1"/>
              </a:solidFill>
              <a:effectLst/>
              <a:latin typeface="Arial" panose="020B0604020202020204" pitchFamily="34" charset="0"/>
            </a:endParaRPr>
          </a:p>
        </p:txBody>
      </p:sp>
      <p:pic>
        <p:nvPicPr>
          <p:cNvPr id="2" name="图片 1">
            <a:extLst>
              <a:ext uri="{FF2B5EF4-FFF2-40B4-BE49-F238E27FC236}">
                <a16:creationId xmlns:a16="http://schemas.microsoft.com/office/drawing/2014/main" id="{B2B01B3A-D580-A328-70EE-AA5FB4DEA486}"/>
              </a:ext>
            </a:extLst>
          </p:cNvPr>
          <p:cNvPicPr>
            <a:picLocks noChangeAspect="1"/>
          </p:cNvPicPr>
          <p:nvPr/>
        </p:nvPicPr>
        <p:blipFill>
          <a:blip r:embed="rId3"/>
          <a:srcRect b="10407"/>
          <a:stretch/>
        </p:blipFill>
        <p:spPr>
          <a:xfrm>
            <a:off x="1202111" y="1081159"/>
            <a:ext cx="9275850" cy="5055481"/>
          </a:xfrm>
          <a:prstGeom prst="rect">
            <a:avLst/>
          </a:prstGeom>
        </p:spPr>
      </p:pic>
      <p:graphicFrame>
        <p:nvGraphicFramePr>
          <p:cNvPr id="5" name="对象 4">
            <a:extLst>
              <a:ext uri="{FF2B5EF4-FFF2-40B4-BE49-F238E27FC236}">
                <a16:creationId xmlns:a16="http://schemas.microsoft.com/office/drawing/2014/main" id="{4FAAD4F4-188F-A1AE-F255-D0B24F11B1CE}"/>
              </a:ext>
            </a:extLst>
          </p:cNvPr>
          <p:cNvGraphicFramePr>
            <a:graphicFrameLocks noChangeAspect="1"/>
          </p:cNvGraphicFramePr>
          <p:nvPr>
            <p:extLst>
              <p:ext uri="{D42A27DB-BD31-4B8C-83A1-F6EECF244321}">
                <p14:modId xmlns:p14="http://schemas.microsoft.com/office/powerpoint/2010/main" val="4156410263"/>
              </p:ext>
            </p:extLst>
          </p:nvPr>
        </p:nvGraphicFramePr>
        <p:xfrm>
          <a:off x="5213726" y="6059718"/>
          <a:ext cx="2327274" cy="544282"/>
        </p:xfrm>
        <a:graphic>
          <a:graphicData uri="http://schemas.openxmlformats.org/presentationml/2006/ole">
            <mc:AlternateContent xmlns:mc="http://schemas.openxmlformats.org/markup-compatibility/2006">
              <mc:Choice xmlns:v="urn:schemas-microsoft-com:vml" Requires="v">
                <p:oleObj name="Equation" r:id="rId4" imgW="1180653" imgH="276110" progId="Equation.DSMT4">
                  <p:embed/>
                </p:oleObj>
              </mc:Choice>
              <mc:Fallback>
                <p:oleObj name="Equation" r:id="rId4" imgW="1180653" imgH="276110" progId="Equation.DSMT4">
                  <p:embed/>
                  <p:pic>
                    <p:nvPicPr>
                      <p:cNvPr id="0" name=""/>
                      <p:cNvPicPr/>
                      <p:nvPr/>
                    </p:nvPicPr>
                    <p:blipFill>
                      <a:blip r:embed="rId5"/>
                      <a:stretch>
                        <a:fillRect/>
                      </a:stretch>
                    </p:blipFill>
                    <p:spPr>
                      <a:xfrm>
                        <a:off x="5213726" y="6059718"/>
                        <a:ext cx="2327274" cy="544282"/>
                      </a:xfrm>
                      <a:prstGeom prst="rect">
                        <a:avLst/>
                      </a:prstGeom>
                    </p:spPr>
                  </p:pic>
                </p:oleObj>
              </mc:Fallback>
            </mc:AlternateContent>
          </a:graphicData>
        </a:graphic>
      </p:graphicFrame>
    </p:spTree>
    <p:extLst>
      <p:ext uri="{BB962C8B-B14F-4D97-AF65-F5344CB8AC3E}">
        <p14:creationId xmlns:p14="http://schemas.microsoft.com/office/powerpoint/2010/main" val="3702864563"/>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0F277-EF33-5407-C6BF-23F8D764F988}"/>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FF0B66E1-9023-BD6D-869D-A4627FDBC06A}"/>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自回归差分移动平均模型</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65C540C1-4CE1-B35A-40BB-3A251D9CA8E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75E8A669-A760-E6CB-C1E8-5F6C30F3C7A6}"/>
              </a:ext>
            </a:extLst>
          </p:cNvPr>
          <p:cNvSpPr>
            <a:spLocks noChangeArrowheads="1"/>
          </p:cNvSpPr>
          <p:nvPr/>
        </p:nvSpPr>
        <p:spPr bwMode="auto">
          <a:xfrm>
            <a:off x="5840036" y="1609825"/>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2000" b="0" i="0" u="none" strike="noStrike" cap="none" normalizeH="0" baseline="0">
              <a:ln>
                <a:noFill/>
              </a:ln>
              <a:solidFill>
                <a:schemeClr val="tx1"/>
              </a:solidFill>
              <a:effectLst/>
              <a:latin typeface="Arial" panose="020B0604020202020204" pitchFamily="34" charset="0"/>
            </a:endParaRPr>
          </a:p>
        </p:txBody>
      </p:sp>
      <p:pic>
        <p:nvPicPr>
          <p:cNvPr id="4" name="图片 3">
            <a:extLst>
              <a:ext uri="{FF2B5EF4-FFF2-40B4-BE49-F238E27FC236}">
                <a16:creationId xmlns:a16="http://schemas.microsoft.com/office/drawing/2014/main" id="{E0A6DE1A-F78C-60EA-84A8-DC00F9CCEC31}"/>
              </a:ext>
            </a:extLst>
          </p:cNvPr>
          <p:cNvPicPr>
            <a:picLocks noChangeAspect="1"/>
          </p:cNvPicPr>
          <p:nvPr/>
        </p:nvPicPr>
        <p:blipFill>
          <a:blip r:embed="rId3"/>
          <a:stretch>
            <a:fillRect/>
          </a:stretch>
        </p:blipFill>
        <p:spPr>
          <a:xfrm>
            <a:off x="1392761" y="1081159"/>
            <a:ext cx="9406478" cy="5431462"/>
          </a:xfrm>
          <a:prstGeom prst="rect">
            <a:avLst/>
          </a:prstGeom>
        </p:spPr>
      </p:pic>
    </p:spTree>
    <p:extLst>
      <p:ext uri="{BB962C8B-B14F-4D97-AF65-F5344CB8AC3E}">
        <p14:creationId xmlns:p14="http://schemas.microsoft.com/office/powerpoint/2010/main" val="1697769360"/>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7DB3F-F934-3A6C-192B-4950AEE60F50}"/>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4849C065-EFB0-12D9-6EE3-961689831AC6}"/>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自回归差分移动平均模型</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14426FA9-0260-22C0-9166-B1D004CE0E9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C4D2C4D7-DE42-BC79-C23D-4B7972DA12F1}"/>
              </a:ext>
            </a:extLst>
          </p:cNvPr>
          <p:cNvSpPr>
            <a:spLocks noChangeArrowheads="1"/>
          </p:cNvSpPr>
          <p:nvPr/>
        </p:nvSpPr>
        <p:spPr bwMode="auto">
          <a:xfrm>
            <a:off x="5840036" y="1609825"/>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2000" b="0" i="0" u="none" strike="noStrike" cap="none" normalizeH="0" baseline="0">
              <a:ln>
                <a:noFill/>
              </a:ln>
              <a:solidFill>
                <a:schemeClr val="tx1"/>
              </a:solidFill>
              <a:effectLst/>
              <a:latin typeface="Arial" panose="020B0604020202020204" pitchFamily="34" charset="0"/>
            </a:endParaRPr>
          </a:p>
        </p:txBody>
      </p:sp>
      <p:sp>
        <p:nvSpPr>
          <p:cNvPr id="2" name="矩形: 圆角 55">
            <a:extLst>
              <a:ext uri="{FF2B5EF4-FFF2-40B4-BE49-F238E27FC236}">
                <a16:creationId xmlns:a16="http://schemas.microsoft.com/office/drawing/2014/main" id="{7E8117FB-1CF2-F07A-FCBD-35206CC8E027}"/>
              </a:ext>
            </a:extLst>
          </p:cNvPr>
          <p:cNvSpPr/>
          <p:nvPr/>
        </p:nvSpPr>
        <p:spPr>
          <a:xfrm>
            <a:off x="438873" y="1196636"/>
            <a:ext cx="4275367" cy="584764"/>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基于</a:t>
            </a:r>
            <a:r>
              <a:rPr kumimoji="0" lang="en-US" altLang="zh-CN"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ARIMA</a:t>
            </a: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进行异常检测</a:t>
            </a:r>
          </a:p>
        </p:txBody>
      </p:sp>
      <p:pic>
        <p:nvPicPr>
          <p:cNvPr id="5" name="图片 4">
            <a:extLst>
              <a:ext uri="{FF2B5EF4-FFF2-40B4-BE49-F238E27FC236}">
                <a16:creationId xmlns:a16="http://schemas.microsoft.com/office/drawing/2014/main" id="{0E7472EA-6028-64C3-D246-017D8CBB30B2}"/>
              </a:ext>
            </a:extLst>
          </p:cNvPr>
          <p:cNvPicPr>
            <a:picLocks noChangeAspect="1"/>
          </p:cNvPicPr>
          <p:nvPr/>
        </p:nvPicPr>
        <p:blipFill>
          <a:blip r:embed="rId3"/>
          <a:stretch>
            <a:fillRect/>
          </a:stretch>
        </p:blipFill>
        <p:spPr>
          <a:xfrm>
            <a:off x="845356" y="2520836"/>
            <a:ext cx="9989360" cy="3877310"/>
          </a:xfrm>
          <a:prstGeom prst="rect">
            <a:avLst/>
          </a:prstGeom>
        </p:spPr>
      </p:pic>
    </p:spTree>
    <p:extLst>
      <p:ext uri="{BB962C8B-B14F-4D97-AF65-F5344CB8AC3E}">
        <p14:creationId xmlns:p14="http://schemas.microsoft.com/office/powerpoint/2010/main" val="3995099635"/>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0AA2C-3143-2BB7-2436-581CBA1971A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751098B5-C771-993C-05C9-2F7E1C9B4512}"/>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自回归差分移动平均模型</a:t>
            </a:r>
          </a:p>
        </p:txBody>
      </p:sp>
      <p:sp>
        <p:nvSpPr>
          <p:cNvPr id="15" name="Rectangle 3">
            <a:extLst>
              <a:ext uri="{FF2B5EF4-FFF2-40B4-BE49-F238E27FC236}">
                <a16:creationId xmlns:a16="http://schemas.microsoft.com/office/drawing/2014/main" id="{4A745CD5-FFD7-21A9-4AAC-AAC6887D819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等线"/>
              <a:ea typeface="+mn-ea"/>
              <a:cs typeface="+mn-cs"/>
            </a:endParaRPr>
          </a:p>
        </p:txBody>
      </p:sp>
      <p:sp>
        <p:nvSpPr>
          <p:cNvPr id="16" name="Rectangle 4">
            <a:extLst>
              <a:ext uri="{FF2B5EF4-FFF2-40B4-BE49-F238E27FC236}">
                <a16:creationId xmlns:a16="http://schemas.microsoft.com/office/drawing/2014/main" id="{7A82DA65-D18A-9E16-760D-50623CDF5B9E}"/>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0" name="文本框 9">
            <a:extLst>
              <a:ext uri="{FF2B5EF4-FFF2-40B4-BE49-F238E27FC236}">
                <a16:creationId xmlns:a16="http://schemas.microsoft.com/office/drawing/2014/main" id="{C870959A-01EA-8D2B-09A5-C25221383AB8}"/>
              </a:ext>
            </a:extLst>
          </p:cNvPr>
          <p:cNvSpPr txBox="1"/>
          <p:nvPr/>
        </p:nvSpPr>
        <p:spPr>
          <a:xfrm>
            <a:off x="1103376" y="1310366"/>
            <a:ext cx="9985248" cy="4530086"/>
          </a:xfrm>
          <a:prstGeom prst="rect">
            <a:avLst/>
          </a:prstGeom>
          <a:noFill/>
          <a:ln w="19050">
            <a:solidFill>
              <a:srgbClr val="3484FF"/>
            </a:solidFill>
            <a:prstDash val="dash"/>
          </a:ln>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3484FF"/>
                </a:solidFill>
                <a:effectLst/>
                <a:uLnTx/>
                <a:uFillTx/>
                <a:latin typeface="微软雅黑" panose="020B0503020204020204" pitchFamily="34" charset="-122"/>
                <a:ea typeface="微软雅黑" panose="020B0503020204020204" pitchFamily="34" charset="-122"/>
                <a:cs typeface="+mn-cs"/>
              </a:rPr>
              <a:t>算法评价：</a:t>
            </a:r>
            <a:endParaRPr kumimoji="0" lang="en-US" altLang="zh-CN" sz="2800" b="1" i="0" u="none" strike="noStrike" kern="1200" cap="none" spc="0" normalizeH="0" baseline="0" noProof="0" dirty="0">
              <a:ln>
                <a:noFill/>
              </a:ln>
              <a:solidFill>
                <a:srgbClr val="3484FF"/>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ARIMA</a:t>
            </a:r>
            <a:r>
              <a:rPr kumimoji="0" lang="zh-CN" altLang="en-US"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模型在异常检测方面展现出独特的优势，它能够处理多种类型的时间序列数据，具有强大的适用性和灵活性。此外，模型能够有效捕捉时间序列的趋势和季节性模式，是一种相对稳健的异常检测方法。</a:t>
            </a:r>
            <a:endParaRPr kumimoji="0" lang="en-US" altLang="zh-CN"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然而，</a:t>
            </a:r>
            <a:r>
              <a:rPr kumimoji="0" lang="en-US" altLang="zh-CN"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ARIMA</a:t>
            </a:r>
            <a:r>
              <a:rPr kumimoji="0" lang="zh-CN" altLang="en-US"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模型也面临着一些局限性。首先，它假设时间序列的生成过程是线性的，这可能限制了其在处理复杂</a:t>
            </a:r>
            <a:r>
              <a:rPr kumimoji="0" lang="zh-CN" altLang="en-US" sz="2400" b="1" i="0" u="none" strike="noStrike" kern="1200" cap="none" spc="0" normalizeH="0" noProof="0" dirty="0">
                <a:ln>
                  <a:noFill/>
                </a:ln>
                <a:solidFill>
                  <a:srgbClr val="FF0000"/>
                </a:solidFill>
                <a:effectLst/>
                <a:uLnTx/>
                <a:uFillTx/>
                <a:latin typeface="Times New Roman" panose="02020603050405020304" pitchFamily="18" charset="0"/>
                <a:ea typeface="楷体" panose="02010609060101010101" pitchFamily="49" charset="-122"/>
                <a:cs typeface="+mn-cs"/>
              </a:rPr>
              <a:t>非线性</a:t>
            </a:r>
            <a:r>
              <a:rPr kumimoji="0" lang="zh-CN" altLang="en-US"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模式时的有效性。此外，模型性能高度依赖于</a:t>
            </a:r>
            <a:r>
              <a:rPr kumimoji="0" lang="zh-CN" altLang="en-US" sz="2400" b="1" i="0" u="none" strike="noStrike" kern="1200" cap="none" spc="0" normalizeH="0" noProof="0" dirty="0">
                <a:ln>
                  <a:noFill/>
                </a:ln>
                <a:solidFill>
                  <a:srgbClr val="FF0000"/>
                </a:solidFill>
                <a:effectLst/>
                <a:uLnTx/>
                <a:uFillTx/>
                <a:latin typeface="Times New Roman" panose="02020603050405020304" pitchFamily="18" charset="0"/>
                <a:ea typeface="楷体" panose="02010609060101010101" pitchFamily="49" charset="-122"/>
                <a:cs typeface="+mn-cs"/>
              </a:rPr>
              <a:t>参数选择</a:t>
            </a:r>
            <a:r>
              <a:rPr kumimoji="0" lang="zh-CN" altLang="en-US"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，而合适的参数</a:t>
            </a:r>
            <a:r>
              <a:rPr kumimoji="0" lang="zh-CN" altLang="en-US"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p</a:t>
            </a:r>
            <a:r>
              <a:rPr lang="en-US" altLang="zh-CN" sz="24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d</a:t>
            </a:r>
            <a:r>
              <a:rPr lang="en-US" altLang="zh-CN" sz="24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q</a:t>
            </a:r>
            <a:r>
              <a:rPr kumimoji="0" lang="zh-CN" altLang="en-US"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往往难以确定，需要依赖于专业知识或试错法。</a:t>
            </a:r>
          </a:p>
        </p:txBody>
      </p:sp>
    </p:spTree>
    <p:extLst>
      <p:ext uri="{BB962C8B-B14F-4D97-AF65-F5344CB8AC3E}">
        <p14:creationId xmlns:p14="http://schemas.microsoft.com/office/powerpoint/2010/main" val="2231381707"/>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699B7-0C9F-C1E8-C44D-6A970EA69BFC}"/>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D89B2974-CB25-4C45-A949-DCDC9D8960FD}"/>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zh-CN" sz="3200" dirty="0">
                <a:solidFill>
                  <a:srgbClr val="FFFF00"/>
                </a:solidFill>
                <a:latin typeface="华光综艺_CNKI" panose="02000500000000000000" pitchFamily="2" charset="-122"/>
                <a:ea typeface="华光综艺_CNKI" panose="02000500000000000000" pitchFamily="2" charset="-122"/>
              </a:rPr>
              <a:t>LSTM</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89A23016-24D9-B6DA-35CD-D90FD5FAF70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3CDD1F5E-4E3C-DEB6-7B94-F64A6FD5BD6E}"/>
              </a:ext>
            </a:extLst>
          </p:cNvPr>
          <p:cNvSpPr>
            <a:spLocks noChangeArrowheads="1"/>
          </p:cNvSpPr>
          <p:nvPr/>
        </p:nvSpPr>
        <p:spPr bwMode="auto">
          <a:xfrm>
            <a:off x="5840036" y="1609825"/>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2000" b="0" i="0" u="none" strike="noStrike" cap="none" normalizeH="0" baseline="0">
              <a:ln>
                <a:noFill/>
              </a:ln>
              <a:solidFill>
                <a:schemeClr val="tx1"/>
              </a:solidFill>
              <a:effectLst/>
              <a:latin typeface="Arial" panose="020B0604020202020204" pitchFamily="34" charset="0"/>
            </a:endParaRPr>
          </a:p>
        </p:txBody>
      </p:sp>
      <p:sp>
        <p:nvSpPr>
          <p:cNvPr id="5" name="文本框 4">
            <a:extLst>
              <a:ext uri="{FF2B5EF4-FFF2-40B4-BE49-F238E27FC236}">
                <a16:creationId xmlns:a16="http://schemas.microsoft.com/office/drawing/2014/main" id="{A56B9905-6318-C72D-18ED-32AD50D91533}"/>
              </a:ext>
            </a:extLst>
          </p:cNvPr>
          <p:cNvSpPr txBox="1"/>
          <p:nvPr/>
        </p:nvSpPr>
        <p:spPr>
          <a:xfrm>
            <a:off x="551180" y="1228083"/>
            <a:ext cx="10821670" cy="1653273"/>
          </a:xfrm>
          <a:prstGeom prst="rect">
            <a:avLst/>
          </a:prstGeom>
          <a:noFill/>
        </p:spPr>
        <p:txBody>
          <a:bodyPr wrap="square">
            <a:spAutoFit/>
          </a:bodyPr>
          <a:lstStyle/>
          <a:p>
            <a:pPr indent="306070" algn="just">
              <a:lnSpc>
                <a:spcPct val="125000"/>
              </a:lnSpc>
            </a:pPr>
            <a:r>
              <a:rPr lang="zh-CN" altLang="en-US"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长短期记忆</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Long Short-Term Memory, LSTM</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人工神经网络是一种特殊的循环网络（</a:t>
            </a:r>
            <a:r>
              <a:rPr lang="en-US" altLang="zh-CN" sz="2800" kern="100" dirty="0">
                <a:effectLst/>
                <a:latin typeface="Times New Roman" panose="02020603050405020304" pitchFamily="18" charset="0"/>
                <a:ea typeface="楷体" panose="02010609060101010101" pitchFamily="49" charset="-122"/>
                <a:cs typeface="Times New Roman" panose="02020603050405020304" pitchFamily="18" charset="0"/>
              </a:rPr>
              <a:t>RNN</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），它能够有效地捕捉和处理时间序列数据中的长期依赖关系。</a:t>
            </a:r>
            <a:endPar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文本框 1">
            <a:extLst>
              <a:ext uri="{FF2B5EF4-FFF2-40B4-BE49-F238E27FC236}">
                <a16:creationId xmlns:a16="http://schemas.microsoft.com/office/drawing/2014/main" id="{6183B36B-964F-019D-C0C3-47927AB09E05}"/>
              </a:ext>
            </a:extLst>
          </p:cNvPr>
          <p:cNvSpPr txBox="1"/>
          <p:nvPr/>
        </p:nvSpPr>
        <p:spPr>
          <a:xfrm>
            <a:off x="593532" y="2881356"/>
            <a:ext cx="10821670" cy="3269100"/>
          </a:xfrm>
          <a:prstGeom prst="rect">
            <a:avLst/>
          </a:prstGeom>
          <a:noFill/>
        </p:spPr>
        <p:txBody>
          <a:bodyPr wrap="square">
            <a:spAutoFit/>
          </a:bodyPr>
          <a:lstStyle/>
          <a:p>
            <a:pPr indent="306070" algn="just">
              <a:lnSpc>
                <a:spcPct val="125000"/>
              </a:lnSpc>
            </a:pPr>
            <a:r>
              <a:rPr lang="zh-CN" altLang="en-US"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循环神经网络</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Recurrent Neural Network</a:t>
            </a:r>
            <a:r>
              <a:rPr lang="zh-CN" altLang="en-US"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RNN</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是一类以序列数据为输入，在序列的演进方向进行递归且所有节点（循环单元）按链式连接的递归神经网络。</a:t>
            </a:r>
            <a:r>
              <a:rPr lang="en-US" altLang="zh-CN" sz="2800" kern="100" dirty="0">
                <a:effectLst/>
                <a:latin typeface="Times New Roman" panose="02020603050405020304" pitchFamily="18" charset="0"/>
                <a:ea typeface="楷体" panose="02010609060101010101" pitchFamily="49" charset="-122"/>
                <a:cs typeface="Times New Roman" panose="02020603050405020304" pitchFamily="18" charset="0"/>
              </a:rPr>
              <a:t>RNN</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的主要思想是将前一时刻的输出作为当前时刻的输入，并将当前时刻的输出传递给下一时刻，以此来实现对序列数据的处理。这种</a:t>
            </a:r>
            <a:r>
              <a:rPr lang="zh-CN" altLang="en-US"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时序的反馈机制</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使得</a:t>
            </a:r>
            <a:r>
              <a:rPr lang="en-US" altLang="zh-CN" sz="2800" kern="100" dirty="0">
                <a:effectLst/>
                <a:latin typeface="Times New Roman" panose="02020603050405020304" pitchFamily="18" charset="0"/>
                <a:ea typeface="楷体" panose="02010609060101010101" pitchFamily="49" charset="-122"/>
                <a:cs typeface="Times New Roman" panose="02020603050405020304" pitchFamily="18" charset="0"/>
              </a:rPr>
              <a:t>RNN</a:t>
            </a:r>
            <a:r>
              <a:rPr lang="zh-CN" altLang="en-US" sz="2800" kern="100" dirty="0">
                <a:effectLst/>
                <a:latin typeface="Times New Roman" panose="02020603050405020304" pitchFamily="18" charset="0"/>
                <a:ea typeface="楷体" panose="02010609060101010101" pitchFamily="49" charset="-122"/>
                <a:cs typeface="Times New Roman" panose="02020603050405020304" pitchFamily="18" charset="0"/>
              </a:rPr>
              <a:t>能够处理变长序列和捕捉序列中的动态模式。</a:t>
            </a:r>
            <a:endPar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64525095"/>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2304E-E5DA-ABA2-7839-64BF5B359081}"/>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045D86A2-396C-3630-01D1-5BB040B8B41F}"/>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zh-CN" sz="3200" dirty="0">
                <a:solidFill>
                  <a:srgbClr val="FFFF00"/>
                </a:solidFill>
                <a:latin typeface="华光综艺_CNKI" panose="02000500000000000000" pitchFamily="2" charset="-122"/>
                <a:ea typeface="华光综艺_CNKI" panose="02000500000000000000" pitchFamily="2" charset="-122"/>
              </a:rPr>
              <a:t>RNN</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0E70534C-F886-8BD0-D633-63FEC04C43F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25916955-7310-1ACB-E64B-0C603054FF99}"/>
              </a:ext>
            </a:extLst>
          </p:cNvPr>
          <p:cNvSpPr>
            <a:spLocks noChangeArrowheads="1"/>
          </p:cNvSpPr>
          <p:nvPr/>
        </p:nvSpPr>
        <p:spPr bwMode="auto">
          <a:xfrm>
            <a:off x="5840036" y="1609825"/>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2000" b="0" i="0" u="none" strike="noStrike" cap="none" normalizeH="0" baseline="0">
              <a:ln>
                <a:noFill/>
              </a:ln>
              <a:solidFill>
                <a:schemeClr val="tx1"/>
              </a:solidFill>
              <a:effectLst/>
              <a:latin typeface="Arial" panose="020B0604020202020204" pitchFamily="34" charset="0"/>
            </a:endParaRPr>
          </a:p>
        </p:txBody>
      </p:sp>
      <p:pic>
        <p:nvPicPr>
          <p:cNvPr id="7" name="图形 10">
            <a:extLst>
              <a:ext uri="{FF2B5EF4-FFF2-40B4-BE49-F238E27FC236}">
                <a16:creationId xmlns:a16="http://schemas.microsoft.com/office/drawing/2014/main" id="{DA3778FC-2645-317F-DB42-6F3071C3D900}"/>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32323" y="3166110"/>
            <a:ext cx="8615424" cy="3295650"/>
          </a:xfrm>
          <a:prstGeom prst="rect">
            <a:avLst/>
          </a:prstGeom>
        </p:spPr>
      </p:pic>
      <p:pic>
        <p:nvPicPr>
          <p:cNvPr id="10" name="图片 9">
            <a:extLst>
              <a:ext uri="{FF2B5EF4-FFF2-40B4-BE49-F238E27FC236}">
                <a16:creationId xmlns:a16="http://schemas.microsoft.com/office/drawing/2014/main" id="{1FACF9F7-3369-A8B5-4FDB-38BB324796E4}"/>
              </a:ext>
            </a:extLst>
          </p:cNvPr>
          <p:cNvPicPr>
            <a:picLocks noChangeAspect="1"/>
          </p:cNvPicPr>
          <p:nvPr/>
        </p:nvPicPr>
        <p:blipFill>
          <a:blip r:embed="rId5"/>
          <a:stretch>
            <a:fillRect/>
          </a:stretch>
        </p:blipFill>
        <p:spPr>
          <a:xfrm>
            <a:off x="489627" y="1081159"/>
            <a:ext cx="10700817" cy="1955901"/>
          </a:xfrm>
          <a:prstGeom prst="rect">
            <a:avLst/>
          </a:prstGeom>
        </p:spPr>
      </p:pic>
    </p:spTree>
    <p:extLst>
      <p:ext uri="{BB962C8B-B14F-4D97-AF65-F5344CB8AC3E}">
        <p14:creationId xmlns:p14="http://schemas.microsoft.com/office/powerpoint/2010/main" val="1012647044"/>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1C00D-21FB-F539-B194-AF16859D4F6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6C948B3-E35C-D675-083D-7E7EB4F9E725}"/>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zh-CN" sz="3200" dirty="0">
                <a:solidFill>
                  <a:srgbClr val="FFFF00"/>
                </a:solidFill>
                <a:latin typeface="华光综艺_CNKI" panose="02000500000000000000" pitchFamily="2" charset="-122"/>
                <a:ea typeface="华光综艺_CNKI" panose="02000500000000000000" pitchFamily="2" charset="-122"/>
              </a:rPr>
              <a:t>LSTM</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BDB339C2-9605-5350-2E13-5BD05E91B66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EF1DC8B8-9BC1-91E2-EA5E-160E347A2DDE}"/>
              </a:ext>
            </a:extLst>
          </p:cNvPr>
          <p:cNvSpPr>
            <a:spLocks noChangeArrowheads="1"/>
          </p:cNvSpPr>
          <p:nvPr/>
        </p:nvSpPr>
        <p:spPr bwMode="auto">
          <a:xfrm>
            <a:off x="5840036" y="1609825"/>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2000" b="0" i="0" u="none" strike="noStrike" cap="none" normalizeH="0" baseline="0">
              <a:ln>
                <a:noFill/>
              </a:ln>
              <a:solidFill>
                <a:schemeClr val="tx1"/>
              </a:solidFill>
              <a:effectLst/>
              <a:latin typeface="Arial" panose="020B0604020202020204" pitchFamily="34" charset="0"/>
            </a:endParaRPr>
          </a:p>
        </p:txBody>
      </p:sp>
      <p:sp>
        <p:nvSpPr>
          <p:cNvPr id="9" name="文本框 8">
            <a:extLst>
              <a:ext uri="{FF2B5EF4-FFF2-40B4-BE49-F238E27FC236}">
                <a16:creationId xmlns:a16="http://schemas.microsoft.com/office/drawing/2014/main" id="{DD785E0B-AF7D-A6E6-DA65-8EEF069BC70C}"/>
              </a:ext>
            </a:extLst>
          </p:cNvPr>
          <p:cNvSpPr txBox="1"/>
          <p:nvPr/>
        </p:nvSpPr>
        <p:spPr>
          <a:xfrm>
            <a:off x="166155" y="1053943"/>
            <a:ext cx="11524298" cy="973472"/>
          </a:xfrm>
          <a:prstGeom prst="rect">
            <a:avLst/>
          </a:prstGeom>
          <a:noFill/>
        </p:spPr>
        <p:txBody>
          <a:bodyPr wrap="square">
            <a:spAutoFit/>
          </a:bodyPr>
          <a:lstStyle>
            <a:defPPr>
              <a:defRPr lang="zh-CN"/>
            </a:defPPr>
            <a:lvl1pPr indent="304800" algn="just">
              <a:lnSpc>
                <a:spcPct val="125000"/>
              </a:lnSpc>
              <a:defRPr sz="2400">
                <a:latin typeface="微软雅黑" panose="020B0503020204020204" pitchFamily="34" charset="-122"/>
                <a:ea typeface="微软雅黑" panose="020B0503020204020204" pitchFamily="34" charset="-122"/>
              </a:defRPr>
            </a:lvl1pPr>
          </a:lstStyle>
          <a:p>
            <a:r>
              <a:rPr lang="zh-CN" altLang="en-US" dirty="0"/>
              <a:t>    细胞（</a:t>
            </a:r>
            <a:r>
              <a:rPr lang="en-US" altLang="zh-CN" dirty="0"/>
              <a:t>cell</a:t>
            </a:r>
            <a:r>
              <a:rPr lang="zh-CN" altLang="en-US" dirty="0"/>
              <a:t>）是</a:t>
            </a:r>
            <a:r>
              <a:rPr lang="en-US" altLang="zh-CN" dirty="0"/>
              <a:t>LSTM</a:t>
            </a:r>
            <a:r>
              <a:rPr lang="zh-CN" altLang="en-US" dirty="0"/>
              <a:t>的记忆单元，它会保存从序列的前一时间步传递过来的信息，并通过一系列的门机制来选择性地更新和传递这些信息。其公式为</a:t>
            </a:r>
          </a:p>
        </p:txBody>
      </p:sp>
      <p:graphicFrame>
        <p:nvGraphicFramePr>
          <p:cNvPr id="11" name="对象 10">
            <a:extLst>
              <a:ext uri="{FF2B5EF4-FFF2-40B4-BE49-F238E27FC236}">
                <a16:creationId xmlns:a16="http://schemas.microsoft.com/office/drawing/2014/main" id="{B81A2750-8046-AABC-1774-CE83F4AFA727}"/>
              </a:ext>
            </a:extLst>
          </p:cNvPr>
          <p:cNvGraphicFramePr>
            <a:graphicFrameLocks noChangeAspect="1"/>
          </p:cNvGraphicFramePr>
          <p:nvPr>
            <p:extLst>
              <p:ext uri="{D42A27DB-BD31-4B8C-83A1-F6EECF244321}">
                <p14:modId xmlns:p14="http://schemas.microsoft.com/office/powerpoint/2010/main" val="3113995918"/>
              </p:ext>
            </p:extLst>
          </p:nvPr>
        </p:nvGraphicFramePr>
        <p:xfrm>
          <a:off x="4190972" y="2042179"/>
          <a:ext cx="3626790" cy="619208"/>
        </p:xfrm>
        <a:graphic>
          <a:graphicData uri="http://schemas.openxmlformats.org/presentationml/2006/ole">
            <mc:AlternateContent xmlns:mc="http://schemas.openxmlformats.org/markup-compatibility/2006">
              <mc:Choice xmlns:v="urn:schemas-microsoft-com:vml" Requires="v">
                <p:oleObj name="Equation" r:id="rId3" imgW="1561369" imgH="266751" progId="Equation.DSMT4">
                  <p:embed/>
                </p:oleObj>
              </mc:Choice>
              <mc:Fallback>
                <p:oleObj name="Equation" r:id="rId3" imgW="1561369" imgH="266751" progId="Equation.DSMT4">
                  <p:embed/>
                  <p:pic>
                    <p:nvPicPr>
                      <p:cNvPr id="0" name=""/>
                      <p:cNvPicPr/>
                      <p:nvPr/>
                    </p:nvPicPr>
                    <p:blipFill>
                      <a:blip r:embed="rId4"/>
                      <a:stretch>
                        <a:fillRect/>
                      </a:stretch>
                    </p:blipFill>
                    <p:spPr>
                      <a:xfrm>
                        <a:off x="4190972" y="2042179"/>
                        <a:ext cx="3626790" cy="619208"/>
                      </a:xfrm>
                      <a:prstGeom prst="rect">
                        <a:avLst/>
                      </a:prstGeom>
                    </p:spPr>
                  </p:pic>
                </p:oleObj>
              </mc:Fallback>
            </mc:AlternateContent>
          </a:graphicData>
        </a:graphic>
      </p:graphicFrame>
      <p:pic>
        <p:nvPicPr>
          <p:cNvPr id="12" name="图片 11">
            <a:extLst>
              <a:ext uri="{FF2B5EF4-FFF2-40B4-BE49-F238E27FC236}">
                <a16:creationId xmlns:a16="http://schemas.microsoft.com/office/drawing/2014/main" id="{D6988D67-4BCA-ECD4-D964-67FA0890D6D9}"/>
              </a:ext>
            </a:extLst>
          </p:cNvPr>
          <p:cNvPicPr>
            <a:picLocks noChangeAspect="1"/>
          </p:cNvPicPr>
          <p:nvPr/>
        </p:nvPicPr>
        <p:blipFill>
          <a:blip r:embed="rId5"/>
          <a:stretch>
            <a:fillRect/>
          </a:stretch>
        </p:blipFill>
        <p:spPr>
          <a:xfrm>
            <a:off x="333851" y="2661387"/>
            <a:ext cx="11524298" cy="4090840"/>
          </a:xfrm>
          <a:prstGeom prst="rect">
            <a:avLst/>
          </a:prstGeom>
        </p:spPr>
      </p:pic>
    </p:spTree>
    <p:extLst>
      <p:ext uri="{BB962C8B-B14F-4D97-AF65-F5344CB8AC3E}">
        <p14:creationId xmlns:p14="http://schemas.microsoft.com/office/powerpoint/2010/main" val="1907078954"/>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FCDD2-7E07-2384-3434-81274F78BBF7}"/>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7283FF2-C854-C193-010A-C106469BECA9}"/>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zh-CN" sz="3200" dirty="0">
                <a:solidFill>
                  <a:srgbClr val="FFFF00"/>
                </a:solidFill>
                <a:latin typeface="华光综艺_CNKI" panose="02000500000000000000" pitchFamily="2" charset="-122"/>
                <a:ea typeface="华光综艺_CNKI" panose="02000500000000000000" pitchFamily="2" charset="-122"/>
              </a:rPr>
              <a:t>LSTM</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1899B898-B54B-014E-E348-45C33876579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8CD0DDE4-B436-B588-573D-E9B49C5AB118}"/>
              </a:ext>
            </a:extLst>
          </p:cNvPr>
          <p:cNvSpPr>
            <a:spLocks noChangeArrowheads="1"/>
          </p:cNvSpPr>
          <p:nvPr/>
        </p:nvSpPr>
        <p:spPr bwMode="auto">
          <a:xfrm>
            <a:off x="5840036" y="1609825"/>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2000" b="0" i="0" u="none" strike="noStrike" cap="none" normalizeH="0" baseline="0">
              <a:ln>
                <a:noFill/>
              </a:ln>
              <a:solidFill>
                <a:schemeClr val="tx1"/>
              </a:solidFill>
              <a:effectLst/>
              <a:latin typeface="Arial" panose="020B0604020202020204" pitchFamily="34" charset="0"/>
            </a:endParaRPr>
          </a:p>
        </p:txBody>
      </p:sp>
      <p:pic>
        <p:nvPicPr>
          <p:cNvPr id="13" name="图片 12">
            <a:extLst>
              <a:ext uri="{FF2B5EF4-FFF2-40B4-BE49-F238E27FC236}">
                <a16:creationId xmlns:a16="http://schemas.microsoft.com/office/drawing/2014/main" id="{0980A23E-1E7C-970D-8D2C-DC548B626334}"/>
              </a:ext>
            </a:extLst>
          </p:cNvPr>
          <p:cNvPicPr>
            <a:picLocks noChangeAspect="1"/>
          </p:cNvPicPr>
          <p:nvPr/>
        </p:nvPicPr>
        <p:blipFill>
          <a:blip r:embed="rId3"/>
          <a:stretch>
            <a:fillRect/>
          </a:stretch>
        </p:blipFill>
        <p:spPr>
          <a:xfrm>
            <a:off x="1499176" y="908764"/>
            <a:ext cx="8681720" cy="5949236"/>
          </a:xfrm>
          <a:prstGeom prst="rect">
            <a:avLst/>
          </a:prstGeom>
        </p:spPr>
      </p:pic>
    </p:spTree>
    <p:extLst>
      <p:ext uri="{BB962C8B-B14F-4D97-AF65-F5344CB8AC3E}">
        <p14:creationId xmlns:p14="http://schemas.microsoft.com/office/powerpoint/2010/main" val="2299222935"/>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C8634-A24F-E4BF-0234-35AE5BC6E455}"/>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1F7237E2-9B5F-A2F8-6C21-50A590C926E9}"/>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zh-CN" sz="3200" dirty="0">
                <a:solidFill>
                  <a:srgbClr val="FFFF00"/>
                </a:solidFill>
                <a:latin typeface="华光综艺_CNKI" panose="02000500000000000000" pitchFamily="2" charset="-122"/>
                <a:ea typeface="华光综艺_CNKI" panose="02000500000000000000" pitchFamily="2" charset="-122"/>
              </a:rPr>
              <a:t>LSTM</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05568099-A803-14E2-4BF3-EEA4EE005F9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DD881E4F-4366-ABD0-6240-F09B72232219}"/>
              </a:ext>
            </a:extLst>
          </p:cNvPr>
          <p:cNvSpPr>
            <a:spLocks noChangeArrowheads="1"/>
          </p:cNvSpPr>
          <p:nvPr/>
        </p:nvSpPr>
        <p:spPr bwMode="auto">
          <a:xfrm>
            <a:off x="5840036" y="1609825"/>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2000" b="0" i="0" u="none" strike="noStrike" cap="none" normalizeH="0" baseline="0">
              <a:ln>
                <a:noFill/>
              </a:ln>
              <a:solidFill>
                <a:schemeClr val="tx1"/>
              </a:solidFill>
              <a:effectLst/>
              <a:latin typeface="Arial" panose="020B0604020202020204" pitchFamily="34" charset="0"/>
            </a:endParaRPr>
          </a:p>
        </p:txBody>
      </p:sp>
      <p:pic>
        <p:nvPicPr>
          <p:cNvPr id="2" name="图片 1">
            <a:extLst>
              <a:ext uri="{FF2B5EF4-FFF2-40B4-BE49-F238E27FC236}">
                <a16:creationId xmlns:a16="http://schemas.microsoft.com/office/drawing/2014/main" id="{00B3AED6-1F92-4A5C-7E14-385CFAC26A14}"/>
              </a:ext>
            </a:extLst>
          </p:cNvPr>
          <p:cNvPicPr>
            <a:picLocks noChangeAspect="1"/>
          </p:cNvPicPr>
          <p:nvPr/>
        </p:nvPicPr>
        <p:blipFill>
          <a:blip r:embed="rId3"/>
          <a:stretch>
            <a:fillRect/>
          </a:stretch>
        </p:blipFill>
        <p:spPr>
          <a:xfrm>
            <a:off x="1248767" y="1109361"/>
            <a:ext cx="9182537" cy="5748639"/>
          </a:xfrm>
          <a:prstGeom prst="rect">
            <a:avLst/>
          </a:prstGeom>
        </p:spPr>
      </p:pic>
    </p:spTree>
    <p:extLst>
      <p:ext uri="{BB962C8B-B14F-4D97-AF65-F5344CB8AC3E}">
        <p14:creationId xmlns:p14="http://schemas.microsoft.com/office/powerpoint/2010/main" val="803410048"/>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FF53A-1472-AC73-712F-CE0E25555912}"/>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2BDCC77C-1E0F-42ED-059F-F5968C0D732B}"/>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zh-CN" sz="3200" dirty="0">
                <a:solidFill>
                  <a:srgbClr val="FFFF00"/>
                </a:solidFill>
                <a:latin typeface="华光综艺_CNKI" panose="02000500000000000000" pitchFamily="2" charset="-122"/>
                <a:ea typeface="华光综艺_CNKI" panose="02000500000000000000" pitchFamily="2" charset="-122"/>
              </a:rPr>
              <a:t>LSTM</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B5D455DC-0D66-524B-A051-A453AAA2746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EEB617A0-108C-CBA7-3FD9-DCC818925A3F}"/>
              </a:ext>
            </a:extLst>
          </p:cNvPr>
          <p:cNvSpPr>
            <a:spLocks noChangeArrowheads="1"/>
          </p:cNvSpPr>
          <p:nvPr/>
        </p:nvSpPr>
        <p:spPr bwMode="auto">
          <a:xfrm>
            <a:off x="5840036" y="1609825"/>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2000" b="0" i="0" u="none" strike="noStrike" cap="none" normalizeH="0" baseline="0">
              <a:ln>
                <a:noFill/>
              </a:ln>
              <a:solidFill>
                <a:schemeClr val="tx1"/>
              </a:solidFill>
              <a:effectLst/>
              <a:latin typeface="Arial" panose="020B0604020202020204" pitchFamily="34" charset="0"/>
            </a:endParaRPr>
          </a:p>
        </p:txBody>
      </p:sp>
      <p:sp>
        <p:nvSpPr>
          <p:cNvPr id="4" name="矩形: 圆角 55">
            <a:extLst>
              <a:ext uri="{FF2B5EF4-FFF2-40B4-BE49-F238E27FC236}">
                <a16:creationId xmlns:a16="http://schemas.microsoft.com/office/drawing/2014/main" id="{F795F5EE-F9AB-F744-F3EC-9F5B460A1BC0}"/>
              </a:ext>
            </a:extLst>
          </p:cNvPr>
          <p:cNvSpPr/>
          <p:nvPr/>
        </p:nvSpPr>
        <p:spPr>
          <a:xfrm>
            <a:off x="438873" y="1196636"/>
            <a:ext cx="4275367" cy="584764"/>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基于</a:t>
            </a:r>
            <a:r>
              <a:rPr kumimoji="0" lang="en-US" altLang="zh-CN"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LSTM</a:t>
            </a: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进行异常检测</a:t>
            </a:r>
          </a:p>
        </p:txBody>
      </p:sp>
      <p:pic>
        <p:nvPicPr>
          <p:cNvPr id="5" name="图片 4">
            <a:extLst>
              <a:ext uri="{FF2B5EF4-FFF2-40B4-BE49-F238E27FC236}">
                <a16:creationId xmlns:a16="http://schemas.microsoft.com/office/drawing/2014/main" id="{7458645F-315B-64AA-985D-E4433496EFC0}"/>
              </a:ext>
            </a:extLst>
          </p:cNvPr>
          <p:cNvPicPr>
            <a:picLocks noChangeAspect="1"/>
          </p:cNvPicPr>
          <p:nvPr/>
        </p:nvPicPr>
        <p:blipFill>
          <a:blip r:embed="rId3"/>
          <a:stretch>
            <a:fillRect/>
          </a:stretch>
        </p:blipFill>
        <p:spPr>
          <a:xfrm>
            <a:off x="1003958" y="1917602"/>
            <a:ext cx="9672155" cy="5080985"/>
          </a:xfrm>
          <a:prstGeom prst="rect">
            <a:avLst/>
          </a:prstGeom>
        </p:spPr>
      </p:pic>
    </p:spTree>
    <p:extLst>
      <p:ext uri="{BB962C8B-B14F-4D97-AF65-F5344CB8AC3E}">
        <p14:creationId xmlns:p14="http://schemas.microsoft.com/office/powerpoint/2010/main" val="2372845521"/>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C176A-5010-79DB-C1F2-44B14E832DAC}"/>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98B17C46-AFC8-163B-AFDC-6FF59AC05D88}"/>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FFFF00"/>
                </a:solidFill>
                <a:latin typeface="华光综艺_CNKI" panose="02000500000000000000" pitchFamily="2" charset="-122"/>
                <a:ea typeface="华光综艺_CNKI" panose="02000500000000000000" pitchFamily="2" charset="-122"/>
              </a:rPr>
              <a:t>LSTM</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15" name="Rectangle 3">
            <a:extLst>
              <a:ext uri="{FF2B5EF4-FFF2-40B4-BE49-F238E27FC236}">
                <a16:creationId xmlns:a16="http://schemas.microsoft.com/office/drawing/2014/main" id="{16604B4B-695E-4A20-49BE-2B015699195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等线"/>
              <a:ea typeface="+mn-ea"/>
              <a:cs typeface="+mn-cs"/>
            </a:endParaRPr>
          </a:p>
        </p:txBody>
      </p:sp>
      <p:sp>
        <p:nvSpPr>
          <p:cNvPr id="16" name="Rectangle 4">
            <a:extLst>
              <a:ext uri="{FF2B5EF4-FFF2-40B4-BE49-F238E27FC236}">
                <a16:creationId xmlns:a16="http://schemas.microsoft.com/office/drawing/2014/main" id="{E532C8B4-8C25-3AE7-0A62-15E22E8490D7}"/>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0" name="文本框 9">
            <a:extLst>
              <a:ext uri="{FF2B5EF4-FFF2-40B4-BE49-F238E27FC236}">
                <a16:creationId xmlns:a16="http://schemas.microsoft.com/office/drawing/2014/main" id="{8A1863BD-517E-8A0C-C15D-3C11669EF0C8}"/>
              </a:ext>
            </a:extLst>
          </p:cNvPr>
          <p:cNvSpPr txBox="1"/>
          <p:nvPr/>
        </p:nvSpPr>
        <p:spPr>
          <a:xfrm>
            <a:off x="1103376" y="1310366"/>
            <a:ext cx="9985248" cy="5100563"/>
          </a:xfrm>
          <a:prstGeom prst="rect">
            <a:avLst/>
          </a:prstGeom>
          <a:noFill/>
          <a:ln w="19050">
            <a:solidFill>
              <a:srgbClr val="3484FF"/>
            </a:solidFill>
            <a:prstDash val="dash"/>
          </a:ln>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3484FF"/>
                </a:solidFill>
                <a:effectLst/>
                <a:uLnTx/>
                <a:uFillTx/>
                <a:latin typeface="微软雅黑" panose="020B0503020204020204" pitchFamily="34" charset="-122"/>
                <a:ea typeface="微软雅黑" panose="020B0503020204020204" pitchFamily="34" charset="-122"/>
                <a:cs typeface="+mn-cs"/>
              </a:rPr>
              <a:t>算法评价：</a:t>
            </a:r>
            <a:endParaRPr kumimoji="0" lang="en-US" altLang="zh-CN" sz="2800" b="1" i="0" u="none" strike="noStrike" kern="1200" cap="none" spc="0" normalizeH="0" baseline="0" noProof="0" dirty="0">
              <a:ln>
                <a:noFill/>
              </a:ln>
              <a:solidFill>
                <a:srgbClr val="3484FF"/>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LSTM</a:t>
            </a:r>
            <a:r>
              <a:rPr kumimoji="0" lang="zh-CN" altLang="en-US"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模型在异常检测中的显著优势在于其能够有效地捕捉数据序列中的</a:t>
            </a:r>
            <a:r>
              <a:rPr kumimoji="0" lang="zh-CN" altLang="en-US" sz="2400" b="1" i="0" u="none" strike="noStrike" kern="1200" cap="none" spc="0" normalizeH="0" noProof="0" dirty="0">
                <a:ln>
                  <a:noFill/>
                </a:ln>
                <a:solidFill>
                  <a:srgbClr val="FF0000"/>
                </a:solidFill>
                <a:effectLst/>
                <a:uLnTx/>
                <a:uFillTx/>
                <a:latin typeface="Times New Roman" panose="02020603050405020304" pitchFamily="18" charset="0"/>
                <a:ea typeface="楷体" panose="02010609060101010101" pitchFamily="49" charset="-122"/>
                <a:cs typeface="+mn-cs"/>
              </a:rPr>
              <a:t>长期依赖关系</a:t>
            </a:r>
            <a:r>
              <a:rPr kumimoji="0" lang="zh-CN" altLang="en-US"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，通过记忆单元的设计，有助于学习和表征数据中的复杂模式，从而实现对异常行为的准确识别。</a:t>
            </a:r>
            <a:endParaRPr kumimoji="0" lang="en-US" altLang="zh-CN"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然而，随着数据维度的增加，</a:t>
            </a:r>
            <a:r>
              <a:rPr kumimoji="0" lang="en-US" altLang="zh-CN"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LSTM</a:t>
            </a:r>
            <a:r>
              <a:rPr kumimoji="0" lang="zh-CN" altLang="en-US"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模型可能面临着</a:t>
            </a:r>
            <a:r>
              <a:rPr kumimoji="0" lang="zh-CN" altLang="en-US" sz="2400" b="1" i="0" u="none" strike="noStrike" kern="1200" cap="none" spc="0" normalizeH="0" noProof="0" dirty="0">
                <a:ln>
                  <a:noFill/>
                </a:ln>
                <a:solidFill>
                  <a:srgbClr val="FF0000"/>
                </a:solidFill>
                <a:effectLst/>
                <a:uLnTx/>
                <a:uFillTx/>
                <a:latin typeface="Times New Roman" panose="02020603050405020304" pitchFamily="18" charset="0"/>
                <a:ea typeface="楷体" panose="02010609060101010101" pitchFamily="49" charset="-122"/>
                <a:cs typeface="+mn-cs"/>
              </a:rPr>
              <a:t>计算和内存开销较大</a:t>
            </a:r>
            <a:r>
              <a:rPr kumimoji="0" lang="zh-CN" altLang="en-US"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的挑战，并且在训练过程中需要充足的数据样本以获得准确的模型。此外，对序列长度和时间跨度的限制可能会影响</a:t>
            </a:r>
            <a:r>
              <a:rPr kumimoji="0" lang="en-US" altLang="zh-CN"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LSTM</a:t>
            </a:r>
            <a:r>
              <a:rPr kumimoji="0" lang="zh-CN" altLang="en-US"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模型在某些情况下捕获足够长期依赖关系的能力。因此，在应用</a:t>
            </a:r>
            <a:r>
              <a:rPr kumimoji="0" lang="en-US" altLang="zh-CN"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LSTM</a:t>
            </a:r>
            <a:r>
              <a:rPr kumimoji="0" lang="zh-CN" altLang="en-US" sz="2400" b="0" i="0" u="none" strike="noStrike" kern="1200" cap="none" spc="0" normalizeH="0" noProof="0" dirty="0">
                <a:ln>
                  <a:noFill/>
                </a:ln>
                <a:solidFill>
                  <a:prstClr val="black"/>
                </a:solidFill>
                <a:effectLst/>
                <a:uLnTx/>
                <a:uFillTx/>
                <a:latin typeface="Times New Roman" panose="02020603050405020304" pitchFamily="18" charset="0"/>
                <a:ea typeface="楷体" panose="02010609060101010101" pitchFamily="49" charset="-122"/>
                <a:cs typeface="+mn-cs"/>
              </a:rPr>
              <a:t>模型时，需要综合考虑其优势和局限性，并根据具体情况做出合适的权衡和调整。</a:t>
            </a:r>
          </a:p>
        </p:txBody>
      </p:sp>
    </p:spTree>
    <p:extLst>
      <p:ext uri="{BB962C8B-B14F-4D97-AF65-F5344CB8AC3E}">
        <p14:creationId xmlns:p14="http://schemas.microsoft.com/office/powerpoint/2010/main" val="708922471"/>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78DAC-B673-4353-40D8-657961795A6C}"/>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2217CF0-DCC2-44E5-5A0D-3969EA560FAC}"/>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LSTM</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的股票收盘价格异常检测</a:t>
            </a:r>
          </a:p>
        </p:txBody>
      </p:sp>
      <p:sp>
        <p:nvSpPr>
          <p:cNvPr id="15" name="Rectangle 3">
            <a:extLst>
              <a:ext uri="{FF2B5EF4-FFF2-40B4-BE49-F238E27FC236}">
                <a16:creationId xmlns:a16="http://schemas.microsoft.com/office/drawing/2014/main" id="{EF0F45D7-A32A-18E1-50F7-27F83F9B1CB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2C004A51-C1AA-CF2A-A8B5-528DA9AA262B}"/>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6DA32EFD-7084-A974-325F-A82DAEC98D7F}"/>
              </a:ext>
            </a:extLst>
          </p:cNvPr>
          <p:cNvSpPr txBox="1"/>
          <p:nvPr/>
        </p:nvSpPr>
        <p:spPr>
          <a:xfrm>
            <a:off x="166155" y="983047"/>
            <a:ext cx="11873445" cy="1688860"/>
          </a:xfrm>
          <a:prstGeom prst="rect">
            <a:avLst/>
          </a:prstGeom>
          <a:noFill/>
        </p:spPr>
        <p:txBody>
          <a:bodyPr wrap="square">
            <a:spAutoFit/>
          </a:bodyPr>
          <a:lstStyle/>
          <a:p>
            <a:pP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本节利用</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LSTM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算法对标普</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500</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指数（</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SPX</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）的日收盘价序列进行异常检测。数据集的时间跨度为</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1986</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年</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月</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日至</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2018</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年</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月</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29</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日，将训练集和测试集按照</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95:5</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的比例划分，因此测试集的时间跨度为</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2017</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年</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月至</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2018</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年</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月。</a:t>
            </a:r>
          </a:p>
        </p:txBody>
      </p:sp>
      <p:pic>
        <p:nvPicPr>
          <p:cNvPr id="4" name="图片 3">
            <a:extLst>
              <a:ext uri="{FF2B5EF4-FFF2-40B4-BE49-F238E27FC236}">
                <a16:creationId xmlns:a16="http://schemas.microsoft.com/office/drawing/2014/main" id="{C65FC02E-7696-3CA3-CE9C-DD9038D6227C}"/>
              </a:ext>
            </a:extLst>
          </p:cNvPr>
          <p:cNvPicPr>
            <a:picLocks noChangeAspect="1"/>
          </p:cNvPicPr>
          <p:nvPr/>
        </p:nvPicPr>
        <p:blipFill>
          <a:blip r:embed="rId3"/>
          <a:stretch>
            <a:fillRect/>
          </a:stretch>
        </p:blipFill>
        <p:spPr>
          <a:xfrm>
            <a:off x="815319" y="3076519"/>
            <a:ext cx="10561362" cy="3404679"/>
          </a:xfrm>
          <a:prstGeom prst="rect">
            <a:avLst/>
          </a:prstGeom>
        </p:spPr>
      </p:pic>
    </p:spTree>
    <p:extLst>
      <p:ext uri="{BB962C8B-B14F-4D97-AF65-F5344CB8AC3E}">
        <p14:creationId xmlns:p14="http://schemas.microsoft.com/office/powerpoint/2010/main" val="3243947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7DC9D-830F-624C-17DD-7576EE4717A6}"/>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B6C7267-53D0-32F3-C99D-8BA94523D832}"/>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LSTM</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的股票收盘价格异常检测</a:t>
            </a:r>
          </a:p>
        </p:txBody>
      </p:sp>
      <p:sp>
        <p:nvSpPr>
          <p:cNvPr id="15" name="Rectangle 3">
            <a:extLst>
              <a:ext uri="{FF2B5EF4-FFF2-40B4-BE49-F238E27FC236}">
                <a16:creationId xmlns:a16="http://schemas.microsoft.com/office/drawing/2014/main" id="{6B8B8B41-6F4D-567D-0DAC-706E3FCB658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10F6AF56-ED5C-0485-F2E2-33E1F71B6A1C}"/>
              </a:ext>
            </a:extLst>
          </p:cNvPr>
          <p:cNvSpPr>
            <a:spLocks noChangeArrowheads="1"/>
          </p:cNvSpPr>
          <p:nvPr/>
        </p:nvSpPr>
        <p:spPr bwMode="auto">
          <a:xfrm>
            <a:off x="12700" y="13690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DE1B75B8-9A68-1F8D-4F2F-A68D1C2BF9DB}"/>
              </a:ext>
            </a:extLst>
          </p:cNvPr>
          <p:cNvSpPr txBox="1"/>
          <p:nvPr/>
        </p:nvSpPr>
        <p:spPr>
          <a:xfrm>
            <a:off x="662941" y="2140592"/>
            <a:ext cx="4020552" cy="2981522"/>
          </a:xfrm>
          <a:prstGeom prst="rect">
            <a:avLst/>
          </a:prstGeom>
          <a:noFill/>
        </p:spPr>
        <p:txBody>
          <a:bodyPr wrap="square">
            <a:spAutoFit/>
          </a:bodyPr>
          <a:lstStyle/>
          <a:p>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数据预处理。</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数据集划分</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读取数据并划分训练集与测试集，在本小节中，将训练集和测试集按照</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95:5</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的比例划分。</a:t>
            </a:r>
          </a:p>
        </p:txBody>
      </p:sp>
      <p:pic>
        <p:nvPicPr>
          <p:cNvPr id="4" name="图片 3">
            <a:extLst>
              <a:ext uri="{FF2B5EF4-FFF2-40B4-BE49-F238E27FC236}">
                <a16:creationId xmlns:a16="http://schemas.microsoft.com/office/drawing/2014/main" id="{6A864EF2-9D3B-0F3A-96AA-FB16DACD190E}"/>
              </a:ext>
            </a:extLst>
          </p:cNvPr>
          <p:cNvPicPr>
            <a:picLocks noChangeAspect="1"/>
          </p:cNvPicPr>
          <p:nvPr/>
        </p:nvPicPr>
        <p:blipFill>
          <a:blip r:embed="rId3"/>
          <a:stretch>
            <a:fillRect/>
          </a:stretch>
        </p:blipFill>
        <p:spPr>
          <a:xfrm>
            <a:off x="5069454" y="918863"/>
            <a:ext cx="5943857" cy="5822435"/>
          </a:xfrm>
          <a:prstGeom prst="rect">
            <a:avLst/>
          </a:prstGeom>
        </p:spPr>
      </p:pic>
    </p:spTree>
    <p:extLst>
      <p:ext uri="{BB962C8B-B14F-4D97-AF65-F5344CB8AC3E}">
        <p14:creationId xmlns:p14="http://schemas.microsoft.com/office/powerpoint/2010/main" val="5140397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2F6B0-2BF3-5F20-2160-20CAFC6AD641}"/>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6AE18AA4-F9B6-B5FF-1427-E4368E0AF019}"/>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LSTM</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的股票收盘价格异常检测</a:t>
            </a:r>
          </a:p>
        </p:txBody>
      </p:sp>
      <p:sp>
        <p:nvSpPr>
          <p:cNvPr id="15" name="Rectangle 3">
            <a:extLst>
              <a:ext uri="{FF2B5EF4-FFF2-40B4-BE49-F238E27FC236}">
                <a16:creationId xmlns:a16="http://schemas.microsoft.com/office/drawing/2014/main" id="{5976B26B-EA0F-3B33-9EC5-01A3C9FD72C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45584BAA-8B7B-EE98-55BB-2BCA50985854}"/>
              </a:ext>
            </a:extLst>
          </p:cNvPr>
          <p:cNvSpPr>
            <a:spLocks noChangeArrowheads="1"/>
          </p:cNvSpPr>
          <p:nvPr/>
        </p:nvSpPr>
        <p:spPr bwMode="auto">
          <a:xfrm>
            <a:off x="12700" y="13690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E3D82F87-7182-FEDC-5E20-E0721879BACC}"/>
              </a:ext>
            </a:extLst>
          </p:cNvPr>
          <p:cNvSpPr txBox="1"/>
          <p:nvPr/>
        </p:nvSpPr>
        <p:spPr>
          <a:xfrm>
            <a:off x="480060" y="1369077"/>
            <a:ext cx="9131299" cy="1319528"/>
          </a:xfrm>
          <a:prstGeom prst="rect">
            <a:avLst/>
          </a:prstGeom>
          <a:noFill/>
        </p:spPr>
        <p:txBody>
          <a:bodyPr wrap="square">
            <a:spAutoFit/>
          </a:bodyPr>
          <a:lstStyle/>
          <a:p>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数据预处理。</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数据标准化</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使用</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StandardScaler</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函数对数据进行归一化处理。</a:t>
            </a:r>
          </a:p>
        </p:txBody>
      </p:sp>
      <p:pic>
        <p:nvPicPr>
          <p:cNvPr id="2" name="图片 1">
            <a:extLst>
              <a:ext uri="{FF2B5EF4-FFF2-40B4-BE49-F238E27FC236}">
                <a16:creationId xmlns:a16="http://schemas.microsoft.com/office/drawing/2014/main" id="{7D20E0EA-DADA-625B-7410-753F3FD34710}"/>
              </a:ext>
            </a:extLst>
          </p:cNvPr>
          <p:cNvPicPr>
            <a:picLocks noChangeAspect="1"/>
          </p:cNvPicPr>
          <p:nvPr/>
        </p:nvPicPr>
        <p:blipFill>
          <a:blip r:embed="rId3"/>
          <a:stretch>
            <a:fillRect/>
          </a:stretch>
        </p:blipFill>
        <p:spPr>
          <a:xfrm>
            <a:off x="552233" y="3235960"/>
            <a:ext cx="11087533" cy="3104261"/>
          </a:xfrm>
          <a:prstGeom prst="rect">
            <a:avLst/>
          </a:prstGeom>
        </p:spPr>
      </p:pic>
    </p:spTree>
    <p:extLst>
      <p:ext uri="{BB962C8B-B14F-4D97-AF65-F5344CB8AC3E}">
        <p14:creationId xmlns:p14="http://schemas.microsoft.com/office/powerpoint/2010/main" val="1429874073"/>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B1FF1-66F2-4B87-0629-2735874C6323}"/>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77F48DE0-F843-A60B-1911-8F28EA1F106B}"/>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LSTM</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的股票收盘价格异常检测</a:t>
            </a:r>
          </a:p>
        </p:txBody>
      </p:sp>
      <p:sp>
        <p:nvSpPr>
          <p:cNvPr id="15" name="Rectangle 3">
            <a:extLst>
              <a:ext uri="{FF2B5EF4-FFF2-40B4-BE49-F238E27FC236}">
                <a16:creationId xmlns:a16="http://schemas.microsoft.com/office/drawing/2014/main" id="{D714155A-DD10-06EC-0AE4-E4285A3A68E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F777DC3E-75F8-0F1F-3B3F-F8841C6A9F32}"/>
              </a:ext>
            </a:extLst>
          </p:cNvPr>
          <p:cNvSpPr>
            <a:spLocks noChangeArrowheads="1"/>
          </p:cNvSpPr>
          <p:nvPr/>
        </p:nvSpPr>
        <p:spPr bwMode="auto">
          <a:xfrm>
            <a:off x="12700" y="13690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ABBD9FCC-0847-39D7-F189-ADD9A2E9C1D9}"/>
              </a:ext>
            </a:extLst>
          </p:cNvPr>
          <p:cNvSpPr txBox="1"/>
          <p:nvPr/>
        </p:nvSpPr>
        <p:spPr>
          <a:xfrm>
            <a:off x="480061" y="2272913"/>
            <a:ext cx="3512820" cy="2981522"/>
          </a:xfrm>
          <a:prstGeom prst="rect">
            <a:avLst/>
          </a:prstGeom>
          <a:noFill/>
        </p:spPr>
        <p:txBody>
          <a:bodyPr wrap="square">
            <a:spAutoFit/>
          </a:bodyPr>
          <a:lstStyle/>
          <a:p>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模型训练。</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使用</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keras</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中的</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LSTM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模块对测试集中的股票价格进行预测，并对预测误差进行可视化。</a:t>
            </a:r>
          </a:p>
        </p:txBody>
      </p:sp>
      <p:pic>
        <p:nvPicPr>
          <p:cNvPr id="4" name="图片 3">
            <a:extLst>
              <a:ext uri="{FF2B5EF4-FFF2-40B4-BE49-F238E27FC236}">
                <a16:creationId xmlns:a16="http://schemas.microsoft.com/office/drawing/2014/main" id="{DAB39BFD-617B-257C-23C3-E3DFCAF8E65B}"/>
              </a:ext>
            </a:extLst>
          </p:cNvPr>
          <p:cNvPicPr>
            <a:picLocks noChangeAspect="1"/>
          </p:cNvPicPr>
          <p:nvPr/>
        </p:nvPicPr>
        <p:blipFill>
          <a:blip r:embed="rId3"/>
          <a:stretch>
            <a:fillRect/>
          </a:stretch>
        </p:blipFill>
        <p:spPr>
          <a:xfrm>
            <a:off x="4559172" y="1081159"/>
            <a:ext cx="7152767" cy="5605520"/>
          </a:xfrm>
          <a:prstGeom prst="rect">
            <a:avLst/>
          </a:prstGeom>
        </p:spPr>
      </p:pic>
    </p:spTree>
    <p:extLst>
      <p:ext uri="{BB962C8B-B14F-4D97-AF65-F5344CB8AC3E}">
        <p14:creationId xmlns:p14="http://schemas.microsoft.com/office/powerpoint/2010/main" val="1230883505"/>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FA5D8-B7C7-ED53-EE31-F36A8668C4CC}"/>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51AFE01D-5616-EBC4-C24E-3285C5E22183}"/>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LSTM</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的股票收盘价格异常检测</a:t>
            </a:r>
          </a:p>
        </p:txBody>
      </p:sp>
      <p:sp>
        <p:nvSpPr>
          <p:cNvPr id="15" name="Rectangle 3">
            <a:extLst>
              <a:ext uri="{FF2B5EF4-FFF2-40B4-BE49-F238E27FC236}">
                <a16:creationId xmlns:a16="http://schemas.microsoft.com/office/drawing/2014/main" id="{737817E7-2F35-1CFA-8185-3974B2014BA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93655ED5-051A-CAEC-A5B4-1499B10E920B}"/>
              </a:ext>
            </a:extLst>
          </p:cNvPr>
          <p:cNvSpPr>
            <a:spLocks noChangeArrowheads="1"/>
          </p:cNvSpPr>
          <p:nvPr/>
        </p:nvSpPr>
        <p:spPr bwMode="auto">
          <a:xfrm>
            <a:off x="12700" y="13690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D9B5FDE0-971B-DA41-8766-F29C0E41A558}"/>
              </a:ext>
            </a:extLst>
          </p:cNvPr>
          <p:cNvSpPr txBox="1"/>
          <p:nvPr/>
        </p:nvSpPr>
        <p:spPr>
          <a:xfrm>
            <a:off x="358077" y="1744838"/>
            <a:ext cx="3939538" cy="4089517"/>
          </a:xfrm>
          <a:prstGeom prst="rect">
            <a:avLst/>
          </a:prstGeom>
          <a:noFill/>
        </p:spPr>
        <p:txBody>
          <a:bodyPr wrap="square">
            <a:spAutoFit/>
          </a:bodyPr>
          <a:lstStyle/>
          <a:p>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异常检测。</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将预测值与实际值的差（</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loss</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）作为异常得分。本例中将阈值设为前</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loss</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的值（假设数据中的异常比例为</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），当</a:t>
            </a: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loss</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大于阈值</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时标记为异常。</a:t>
            </a:r>
          </a:p>
        </p:txBody>
      </p:sp>
      <p:pic>
        <p:nvPicPr>
          <p:cNvPr id="2" name="图片 1">
            <a:extLst>
              <a:ext uri="{FF2B5EF4-FFF2-40B4-BE49-F238E27FC236}">
                <a16:creationId xmlns:a16="http://schemas.microsoft.com/office/drawing/2014/main" id="{7FE2CF4A-E5D6-570E-CB3D-DC380676D280}"/>
              </a:ext>
            </a:extLst>
          </p:cNvPr>
          <p:cNvPicPr>
            <a:picLocks noChangeAspect="1"/>
          </p:cNvPicPr>
          <p:nvPr/>
        </p:nvPicPr>
        <p:blipFill>
          <a:blip r:embed="rId3"/>
          <a:stretch>
            <a:fillRect/>
          </a:stretch>
        </p:blipFill>
        <p:spPr>
          <a:xfrm>
            <a:off x="4642992" y="1283843"/>
            <a:ext cx="6908927" cy="5159220"/>
          </a:xfrm>
          <a:prstGeom prst="rect">
            <a:avLst/>
          </a:prstGeom>
        </p:spPr>
      </p:pic>
    </p:spTree>
    <p:extLst>
      <p:ext uri="{BB962C8B-B14F-4D97-AF65-F5344CB8AC3E}">
        <p14:creationId xmlns:p14="http://schemas.microsoft.com/office/powerpoint/2010/main" val="2419766047"/>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A8348-522A-2A6D-84CC-45893153122E}"/>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776552A1-B64B-BC0D-9AE9-9A31507ADE90}"/>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LSTM</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的股票收盘价格异常检测</a:t>
            </a:r>
          </a:p>
        </p:txBody>
      </p:sp>
      <p:sp>
        <p:nvSpPr>
          <p:cNvPr id="15" name="Rectangle 3">
            <a:extLst>
              <a:ext uri="{FF2B5EF4-FFF2-40B4-BE49-F238E27FC236}">
                <a16:creationId xmlns:a16="http://schemas.microsoft.com/office/drawing/2014/main" id="{9C9E632C-41E6-8419-234E-68591978E44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A524C1F3-979A-96A7-BADC-F0B2518942FD}"/>
              </a:ext>
            </a:extLst>
          </p:cNvPr>
          <p:cNvSpPr>
            <a:spLocks noChangeArrowheads="1"/>
          </p:cNvSpPr>
          <p:nvPr/>
        </p:nvSpPr>
        <p:spPr bwMode="auto">
          <a:xfrm>
            <a:off x="12700" y="13690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15C3ADB9-F029-ABCC-D130-B344D026A70F}"/>
              </a:ext>
            </a:extLst>
          </p:cNvPr>
          <p:cNvSpPr txBox="1"/>
          <p:nvPr/>
        </p:nvSpPr>
        <p:spPr>
          <a:xfrm>
            <a:off x="104077" y="1369077"/>
            <a:ext cx="3939538" cy="4469750"/>
          </a:xfrm>
          <a:prstGeom prst="rect">
            <a:avLst/>
          </a:prstGeom>
          <a:noFill/>
        </p:spPr>
        <p:txBody>
          <a:bodyPr wrap="square">
            <a:spAutoFit/>
          </a:bodyPr>
          <a:lstStyle/>
          <a:p>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输出结果。</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输出的第一幅图是一个概率密度直方图，揭示了模型在训练过程中每日的平均绝对误差（</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MAE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）分布情况。这张图通过横轴上的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MAE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值和纵轴上相应的天数，清晰地表明了绝大多数的预测误差集中在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以下，显示出模型在训练集上具有良好的预测能力。</a:t>
            </a:r>
          </a:p>
        </p:txBody>
      </p:sp>
      <p:pic>
        <p:nvPicPr>
          <p:cNvPr id="4" name="图片 3">
            <a:extLst>
              <a:ext uri="{FF2B5EF4-FFF2-40B4-BE49-F238E27FC236}">
                <a16:creationId xmlns:a16="http://schemas.microsoft.com/office/drawing/2014/main" id="{08CD89AA-73FA-3EA7-DBBE-419B0D395856}"/>
              </a:ext>
            </a:extLst>
          </p:cNvPr>
          <p:cNvPicPr>
            <a:picLocks noChangeAspect="1"/>
          </p:cNvPicPr>
          <p:nvPr/>
        </p:nvPicPr>
        <p:blipFill>
          <a:blip r:embed="rId3"/>
          <a:stretch>
            <a:fillRect/>
          </a:stretch>
        </p:blipFill>
        <p:spPr>
          <a:xfrm>
            <a:off x="4232089" y="1905194"/>
            <a:ext cx="7642474" cy="3821237"/>
          </a:xfrm>
          <a:prstGeom prst="rect">
            <a:avLst/>
          </a:prstGeom>
        </p:spPr>
      </p:pic>
    </p:spTree>
    <p:extLst>
      <p:ext uri="{BB962C8B-B14F-4D97-AF65-F5344CB8AC3E}">
        <p14:creationId xmlns:p14="http://schemas.microsoft.com/office/powerpoint/2010/main" val="944733209"/>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D95B5-22D7-9F70-136C-7A645E3AC0CA}"/>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F9863C82-2FE8-4663-B6DF-F65BF87193CB}"/>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LSTM</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的股票收盘价格异常检测</a:t>
            </a:r>
          </a:p>
        </p:txBody>
      </p:sp>
      <p:sp>
        <p:nvSpPr>
          <p:cNvPr id="15" name="Rectangle 3">
            <a:extLst>
              <a:ext uri="{FF2B5EF4-FFF2-40B4-BE49-F238E27FC236}">
                <a16:creationId xmlns:a16="http://schemas.microsoft.com/office/drawing/2014/main" id="{3ADB9FD9-D74B-2523-28B8-C001723DB05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46E4C8E7-C4B5-0D42-9641-08726CBFA578}"/>
              </a:ext>
            </a:extLst>
          </p:cNvPr>
          <p:cNvSpPr>
            <a:spLocks noChangeArrowheads="1"/>
          </p:cNvSpPr>
          <p:nvPr/>
        </p:nvSpPr>
        <p:spPr bwMode="auto">
          <a:xfrm>
            <a:off x="12700" y="13690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3B9DC3F9-0D37-2894-2E2F-445D028B481B}"/>
              </a:ext>
            </a:extLst>
          </p:cNvPr>
          <p:cNvSpPr txBox="1"/>
          <p:nvPr/>
        </p:nvSpPr>
        <p:spPr>
          <a:xfrm>
            <a:off x="104077" y="1369077"/>
            <a:ext cx="3939538" cy="4931415"/>
          </a:xfrm>
          <a:prstGeom prst="rect">
            <a:avLst/>
          </a:prstGeom>
          <a:noFill/>
        </p:spPr>
        <p:txBody>
          <a:bodyPr wrap="square">
            <a:spAutoFit/>
          </a:bodyPr>
          <a:lstStyle/>
          <a:p>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输出结果。</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输出的第二幅图是异常检测结果。其中，蓝色曲线表示原始的日价格数据，而红色标记显示了被模型识别为异常的数据点。从这张图中，我们可以观察到在价格出现显著波动的时段，异常检测机制倾向于将这些时段中的点识别为异常，这可能反映了市场的重大事件或突发新闻影响。</a:t>
            </a:r>
          </a:p>
        </p:txBody>
      </p:sp>
      <p:pic>
        <p:nvPicPr>
          <p:cNvPr id="2" name="图形 13">
            <a:extLst>
              <a:ext uri="{FF2B5EF4-FFF2-40B4-BE49-F238E27FC236}">
                <a16:creationId xmlns:a16="http://schemas.microsoft.com/office/drawing/2014/main" id="{115E7B28-9EA3-64DD-0781-DF1E1ADE1123}"/>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26134" y="2280955"/>
            <a:ext cx="7469143" cy="3733762"/>
          </a:xfrm>
          <a:prstGeom prst="rect">
            <a:avLst/>
          </a:prstGeom>
        </p:spPr>
      </p:pic>
    </p:spTree>
    <p:extLst>
      <p:ext uri="{BB962C8B-B14F-4D97-AF65-F5344CB8AC3E}">
        <p14:creationId xmlns:p14="http://schemas.microsoft.com/office/powerpoint/2010/main" val="1495813094"/>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3E28D3-CC25-4935-9535-3CA44F295BD0}">
  <we:reference id="wa200005669" version="2.0.0.0" store="en-U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5143</TotalTime>
  <Words>1358</Words>
  <Application>Microsoft Office PowerPoint</Application>
  <PresentationFormat>宽屏</PresentationFormat>
  <Paragraphs>119</Paragraphs>
  <Slides>27</Slides>
  <Notes>27</Notes>
  <HiddenSlides>0</HiddenSlides>
  <MMClips>0</MMClips>
  <ScaleCrop>false</ScaleCrop>
  <HeadingPairs>
    <vt:vector size="8" baseType="variant">
      <vt:variant>
        <vt:lpstr>已用的字体</vt:lpstr>
      </vt:variant>
      <vt:variant>
        <vt:i4>10</vt:i4>
      </vt:variant>
      <vt:variant>
        <vt:lpstr>主题</vt:lpstr>
      </vt:variant>
      <vt:variant>
        <vt:i4>12</vt:i4>
      </vt:variant>
      <vt:variant>
        <vt:lpstr>嵌入 OLE 服务器</vt:lpstr>
      </vt:variant>
      <vt:variant>
        <vt:i4>2</vt:i4>
      </vt:variant>
      <vt:variant>
        <vt:lpstr>幻灯片标题</vt:lpstr>
      </vt:variant>
      <vt:variant>
        <vt:i4>27</vt:i4>
      </vt:variant>
    </vt:vector>
  </HeadingPairs>
  <TitlesOfParts>
    <vt:vector size="51" baseType="lpstr">
      <vt:lpstr>等线</vt:lpstr>
      <vt:lpstr>华光综艺_CNKI</vt:lpstr>
      <vt:lpstr>楷体</vt:lpstr>
      <vt:lpstr>思源黑体</vt:lpstr>
      <vt:lpstr>思源黑体 CN Bold</vt:lpstr>
      <vt:lpstr>微软雅黑</vt:lpstr>
      <vt:lpstr>Arial</vt:lpstr>
      <vt:lpstr>Calibri</vt:lpstr>
      <vt:lpstr>Times New Roman</vt:lpstr>
      <vt:lpstr>Wingdings</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Photo Editor 照片</vt:lpstr>
      <vt:lpstr>MathType 7.0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Mengxin Ou</cp:lastModifiedBy>
  <cp:revision>2900</cp:revision>
  <dcterms:created xsi:type="dcterms:W3CDTF">2022-05-23T09:13:00Z</dcterms:created>
  <dcterms:modified xsi:type="dcterms:W3CDTF">2025-04-17T15:50:30Z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03DF3E81453D43789918EC1D3CAC176D_12</vt:lpwstr>
  </property>
  <property fmtid="{D5CDD505-2E9C-101B-9397-08002B2CF9AE}" pid="3" name="KSOProductBuildVer">
    <vt:lpwstr>2052-11.1.0.14309</vt:lpwstr>
  </property>
</Properties>
</file>