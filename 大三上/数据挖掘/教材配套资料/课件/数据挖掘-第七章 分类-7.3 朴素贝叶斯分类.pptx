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3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4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theme/theme5.xml" ContentType="application/vnd.openxmlformats-officedocument.theme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theme/theme6.xml" ContentType="application/vnd.openxmlformats-officedocument.theme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theme/theme7.xml" ContentType="application/vnd.openxmlformats-officedocument.theme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theme/theme8.xml" ContentType="application/vnd.openxmlformats-officedocument.theme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theme/theme9.xml" ContentType="application/vnd.openxmlformats-officedocument.theme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theme/theme10.xml" ContentType="application/vnd.openxmlformats-officedocument.theme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theme/theme11.xml" ContentType="application/vnd.openxmlformats-officedocument.theme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2">
  <p:sldMasterIdLst>
    <p:sldMasterId id="2147483648" r:id="rId1"/>
    <p:sldMasterId id="2147484409" r:id="rId2"/>
    <p:sldMasterId id="2147484466" r:id="rId3"/>
    <p:sldMasterId id="2147484493" r:id="rId4"/>
    <p:sldMasterId id="2147484519" r:id="rId5"/>
    <p:sldMasterId id="2147484635" r:id="rId6"/>
    <p:sldMasterId id="2147484651" r:id="rId7"/>
    <p:sldMasterId id="2147484950" r:id="rId8"/>
    <p:sldMasterId id="2147484968" r:id="rId9"/>
    <p:sldMasterId id="2147484995" r:id="rId10"/>
    <p:sldMasterId id="2147485044" r:id="rId11"/>
    <p:sldMasterId id="2147485105" r:id="rId12"/>
  </p:sldMasterIdLst>
  <p:notesMasterIdLst>
    <p:notesMasterId r:id="rId33"/>
  </p:notesMasterIdLst>
  <p:handoutMasterIdLst>
    <p:handoutMasterId r:id="rId34"/>
  </p:handoutMasterIdLst>
  <p:sldIdLst>
    <p:sldId id="15638" r:id="rId13"/>
    <p:sldId id="15691" r:id="rId14"/>
    <p:sldId id="15666" r:id="rId15"/>
    <p:sldId id="15692" r:id="rId16"/>
    <p:sldId id="15693" r:id="rId17"/>
    <p:sldId id="15697" r:id="rId18"/>
    <p:sldId id="15694" r:id="rId19"/>
    <p:sldId id="15699" r:id="rId20"/>
    <p:sldId id="15695" r:id="rId21"/>
    <p:sldId id="15696" r:id="rId22"/>
    <p:sldId id="15700" r:id="rId23"/>
    <p:sldId id="15701" r:id="rId24"/>
    <p:sldId id="15702" r:id="rId25"/>
    <p:sldId id="15704" r:id="rId26"/>
    <p:sldId id="15705" r:id="rId27"/>
    <p:sldId id="15706" r:id="rId28"/>
    <p:sldId id="15707" r:id="rId29"/>
    <p:sldId id="15708" r:id="rId30"/>
    <p:sldId id="15709" r:id="rId31"/>
    <p:sldId id="15502" r:id="rId32"/>
  </p:sldIdLst>
  <p:sldSz cx="12192000" cy="6858000"/>
  <p:notesSz cx="6858000" cy="914400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2230" userDrawn="1">
          <p15:clr>
            <a:srgbClr val="A4A3A4"/>
          </p15:clr>
        </p15:guide>
        <p15:guide id="5" orient="horz" pos="245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5C0C"/>
    <a:srgbClr val="FFFFFF"/>
    <a:srgbClr val="0066FF"/>
    <a:srgbClr val="7EA4EE"/>
    <a:srgbClr val="00FF00"/>
    <a:srgbClr val="F6F9FE"/>
    <a:srgbClr val="91CF50"/>
    <a:srgbClr val="FF66FF"/>
    <a:srgbClr val="00CCFF"/>
    <a:srgbClr val="0096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32" autoAdjust="0"/>
    <p:restoredTop sz="88617" autoAdjust="0"/>
  </p:normalViewPr>
  <p:slideViewPr>
    <p:cSldViewPr snapToGrid="0">
      <p:cViewPr varScale="1">
        <p:scale>
          <a:sx n="40" d="100"/>
          <a:sy n="40" d="100"/>
        </p:scale>
        <p:origin x="44" y="328"/>
      </p:cViewPr>
      <p:guideLst>
        <p:guide pos="2230"/>
        <p:guide orient="horz" pos="24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2428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9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9.xml"/><Relationship Id="rId34" Type="http://schemas.openxmlformats.org/officeDocument/2006/relationships/handoutMaster" Target="handoutMasters/handout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slide" Target="slides/slide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682E4-1D3E-4E21-8E57-F0A36E8AFBBC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C971F6-C60D-4682-BD97-627ABF3553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B80EC0-271A-47A3-B94A-5AACB63D0D64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6F833C-0931-4030-8352-AFD9186768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F833C-0931-4030-8352-AFD9186768B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672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8FDEA-0026-97F9-7D12-95B742E2C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FD040A5-1D17-287F-6F97-6ADE6A098A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021FE7-C616-7784-34EB-CC44ABC37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A152C5-769E-6415-FB65-DD631E020C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5000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32054-570E-3C56-9371-2466635C3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A1D511-ED1E-F41C-B412-9445C7F5B0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AC6C79C-5D90-C8F7-4EAE-CFA1C7D8F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B92DF9-D21D-177F-11F5-77715DF44D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9773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5B7ED-1743-292A-4B3E-634E11C50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3E5818-CB27-48C7-779A-4D62B041D7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AF0F7B-9311-014E-7FC7-833EBD7F04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2D0354-8845-5E8A-7BE0-647E51D861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1061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94AF5-9D60-9B07-7F75-7EFC8720E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76CE369-9301-3310-FC11-2CAAA7EAAC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BE2F9C4-334C-281B-148D-F646F01D81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D5E522-4B8C-F280-181F-999F971A8A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40426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74707-63A0-0ADC-EB5E-73E87D227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33FB4B-8E2C-B45D-55DF-96CEBCE60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D36FAE-330B-618F-27E1-0B2051DE4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BEA57A-7C91-8011-C1A7-53595AC243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26864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4382A-37C9-68D4-B0ED-0488D64C5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4E16248-EEB9-F610-8A5F-E345C49FB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68720F9-FED7-A524-8C81-C38A24EDF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AC2E44-DC43-F1D1-4EEB-0132F7B28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32472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A06CC-B66C-DAEA-1507-C2624623F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AEE179B-F89C-836D-B64A-B81F7A691C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372AAF6-8523-22AA-3FCE-8640BE0F0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B3653A-81D8-4706-0127-8D36728B41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13367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4EAD9-E8BE-1663-B96E-15B47FFCE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D356058-BC20-AFB2-A658-2C3B619CA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0640B00-BB28-FE6E-FC87-FF0FCC66D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4BC683-ACC7-0A1A-0AC5-994121695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41962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A6483-ACF6-F748-ADE4-CD481EC66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36DF5D-6FF3-255F-FBC4-BFA0CB8718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9F21ED-DE0B-BCC6-DF7F-60CAB09C6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F4AB56-93E3-DD91-16ED-D2D177765C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55814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272F4-9DF8-60D1-F00B-2B74CB906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963546-B070-DC76-1801-2BCA9EF09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0101974-4F8B-4B05-4E22-531875FA1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E040F4-BA75-625D-08D3-53BC186996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87670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B5407-3265-F6DC-053B-A4719E92F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83EC293-3F64-3612-F3C2-F4F654799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4FE49A3-D89A-0932-66B8-87221C599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59E12C-5F4F-3B64-1713-8CA0C96AC4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60527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AD900-83A7-C66D-1614-0558DE606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5EEB7BD-BB7D-1F1C-C65C-65CC895F2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E7BCC69-2F77-4C9B-7C9E-A211A2575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EC8C3B-0196-DF80-D53E-FB26079EFE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33370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35375-D826-442D-178D-D5B4D5214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46C316F-F795-C761-0571-29A44D697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E31C5B1-9532-E269-436E-692AAB7DC2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A85824-7719-2BF2-B5E1-638F8603BB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69456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86AF2-6527-A84B-E8DB-46E8DD66C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D64332-3BF9-34BE-DB63-B851634612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9C6AA9-EDFC-050F-7388-130A3CD2D4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02155D-5F41-899C-AEC0-A6E4DCA5F8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61740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0F45A-2CF8-C1A1-D55E-FF3F24E63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F3992E-191D-BECE-EEB4-0B495BD5DB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C50121-1C9E-9893-8D96-1FA1F9BF2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0E526D-CFC1-575D-5FB4-1A093F4B13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07366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99751-D7EC-7654-E9D1-88DD0F9AC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89E8327-FC16-4558-F2E0-DF83E1EA5E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4170BB-3E2B-534A-8BDF-CC38DA476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7D0EFB-E0B7-B650-E3E0-69064D02E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78911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64182-5FEF-4D92-D43F-64523E9FB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DA0003-D64A-D395-A8EE-ABFD34B14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0E42476-E61A-699A-94EB-3A7B39B9F8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47A15C-03F9-233A-64C1-AA3A679579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71022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AF672-6F97-5F34-8B8B-8A48A3AB7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3E0D72-39C8-A0FD-B624-86F53CFB6F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B55F67A-EA6E-DA0F-C0AD-1BEFF98A2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C0C54F-7FB7-943E-7962-872042758F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37538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409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6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6.xml"/><Relationship Id="rId4" Type="http://schemas.microsoft.com/office/2007/relationships/hdphoto" Target="../media/hdphoto1.wdp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6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6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7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7.xml"/><Relationship Id="rId4" Type="http://schemas.microsoft.com/office/2007/relationships/hdphoto" Target="../media/hdphoto1.wdp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7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7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4.png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4.png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9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24.png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24.png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1.xml"/></Relationships>
</file>

<file path=ppt/slideLayouts/_rels/slideLayout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2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2.xml"/></Relationships>
</file>

<file path=ppt/slideLayouts/_rels/slideLayout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 bwMode="auto">
          <a:xfrm>
            <a:off x="0" y="1771650"/>
            <a:ext cx="12192000" cy="126149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2394901"/>
            <a:ext cx="12192000" cy="3796496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928495"/>
            <a:endParaRPr lang="zh-CN" altLang="en-US" sz="1400" dirty="0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0" y="2291460"/>
            <a:ext cx="12192000" cy="4004169"/>
            <a:chOff x="1960583" y="2188019"/>
            <a:chExt cx="9297266" cy="4004169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rot="10800000" flipH="1">
              <a:off x="1960583" y="6087956"/>
              <a:ext cx="9297266" cy="104232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flipH="1">
              <a:off x="1960583" y="2188019"/>
              <a:ext cx="9297266" cy="10423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508FBC-A264-6F1A-7977-DAFCBAF387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5"/>
          <a:stretch/>
        </p:blipFill>
        <p:spPr>
          <a:xfrm>
            <a:off x="916640" y="227763"/>
            <a:ext cx="11161059" cy="603504"/>
          </a:xfrm>
          <a:prstGeom prst="rect">
            <a:avLst/>
          </a:prstGeom>
        </p:spPr>
      </p:pic>
      <p:pic>
        <p:nvPicPr>
          <p:cNvPr id="3" name="Picture 2" descr="A logo with dots and lines&#10;&#10;Description automatically generated">
            <a:extLst>
              <a:ext uri="{FF2B5EF4-FFF2-40B4-BE49-F238E27FC236}">
                <a16:creationId xmlns:a16="http://schemas.microsoft.com/office/drawing/2014/main" id="{5467157C-6AAC-7C52-2017-1FE36A3D10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8" r="8389" b="36069"/>
          <a:stretch/>
        </p:blipFill>
        <p:spPr>
          <a:xfrm>
            <a:off x="11249224" y="166730"/>
            <a:ext cx="828475" cy="72557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71D0F9-5031-B629-E802-6AEAF0F1C6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53"/>
          <a:stretch/>
        </p:blipFill>
        <p:spPr>
          <a:xfrm>
            <a:off x="0" y="0"/>
            <a:ext cx="12192000" cy="101499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F803D8-0039-D24A-E8C1-26F5161CAA45}"/>
              </a:ext>
            </a:extLst>
          </p:cNvPr>
          <p:cNvSpPr/>
          <p:nvPr userDrawn="1"/>
        </p:nvSpPr>
        <p:spPr>
          <a:xfrm>
            <a:off x="5982657" y="0"/>
            <a:ext cx="202179" cy="1014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99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7483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二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二、主要工作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09687F67-AA25-9614-8E73-69B387358195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三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三、总结展望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237FF217-6AE0-9A66-FE88-108698555006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1531166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结束语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E96EBE77-5145-3DED-C2A2-D3DD459293CF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纯背景带校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4" y="202985"/>
            <a:ext cx="10036507" cy="422454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7017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9235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743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7618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3528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8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19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9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4" y="4863384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4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5812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8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19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9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4" y="4863384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4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5071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8" y="1316727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184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AAD130C-ED07-484A-9AB4-E1251588E4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8164" y="124413"/>
            <a:ext cx="322937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en-US" sz="2000" b="1" kern="120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cs typeface="Times New Roman" panose="02020603050405020304" pitchFamily="18" charset="0"/>
              </a:defRPr>
            </a:lvl1pPr>
          </a:lstStyle>
          <a:p>
            <a:pPr marL="0" lvl="0" algn="r" defTabSz="91440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A302F4-29FB-4385-966A-B8B23A0BA4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2871" y="83597"/>
            <a:ext cx="311943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73" tIns="32136" rIns="64273" bIns="32136">
            <a:spAutoFit/>
          </a:bodyPr>
          <a:lstStyle>
            <a:lvl1pPr marL="0" indent="0" algn="l">
              <a:buFontTx/>
              <a:buNone/>
              <a:defRPr lang="en-US" sz="2400" b="1" kern="1200" smtClean="0">
                <a:solidFill>
                  <a:srgbClr val="FFFFFF"/>
                </a:solidFill>
                <a:latin typeface="+mn-ea"/>
                <a:cs typeface="Times New Roman" panose="02020603050405020304" pitchFamily="18" charset="0"/>
              </a:defRPr>
            </a:lvl1pPr>
            <a:lvl2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>
              <a:defRPr lang="en-US" sz="2600" kern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lvl="0" defTabSz="130048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8216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257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1" y="124413"/>
            <a:ext cx="50449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45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4" y="124413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80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26843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33461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3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43333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3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3588084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4207485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1838632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3369776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4565" y="124410"/>
            <a:ext cx="4519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0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3760490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80203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1495772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657071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803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CFAC3-5A54-4C24-B1C2-7ACDC1C03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3F0A2-8D54-42B6-A1EF-0C2F8892D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6CA9A-ECD6-464E-B3EA-9096A8DA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74627-CDE5-4A8F-897B-5EFB05EA8145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F2BC-1743-4566-BE9E-A92FD07F2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5D4BB-D5EC-458E-BA84-2D7C1FB2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6834-A87A-4DEE-945A-772F6B935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25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6"/>
            <a:ext cx="10036507" cy="422455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9863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660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247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724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1222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1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7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160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1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7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7289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922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AAD130C-ED07-484A-9AB4-E1251588E4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8164" y="124413"/>
            <a:ext cx="322937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en-US" sz="2000" b="1" kern="120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cs typeface="Times New Roman" panose="02020603050405020304" pitchFamily="18" charset="0"/>
              </a:defRPr>
            </a:lvl1pPr>
          </a:lstStyle>
          <a:p>
            <a:pPr marL="0" lvl="0" algn="r" defTabSz="914377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A302F4-29FB-4385-966A-B8B23A0BA4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2872" y="83597"/>
            <a:ext cx="311943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73" tIns="32136" rIns="64273" bIns="32136">
            <a:spAutoFit/>
          </a:bodyPr>
          <a:lstStyle>
            <a:lvl1pPr marL="0" indent="0" algn="l">
              <a:buFontTx/>
              <a:buNone/>
              <a:defRPr lang="en-US" sz="2400" b="1" kern="1200" smtClean="0">
                <a:solidFill>
                  <a:srgbClr val="FFFFFF"/>
                </a:solidFill>
                <a:latin typeface="+mn-ea"/>
                <a:cs typeface="Times New Roman" panose="02020603050405020304" pitchFamily="18" charset="0"/>
              </a:defRPr>
            </a:lvl1pPr>
            <a:lvl2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>
              <a:defRPr lang="en-US" sz="2600" kern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lvl="0" defTabSz="1300447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7616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78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3" y="124413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96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6" y="124413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496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342809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167902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3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502986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3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76059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43217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355559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2950847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7132" y="124409"/>
            <a:ext cx="4516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1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45308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35475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113326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3257550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11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CFAC3-5A54-4C24-B1C2-7ACDC1C03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3F0A2-8D54-42B6-A1EF-0C2F8892D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6CA9A-ECD6-464E-B3EA-9096A8DA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74627-CDE5-4A8F-897B-5EFB05EA8145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F2BC-1743-4566-BE9E-A92FD07F2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5D4BB-D5EC-458E-BA84-2D7C1FB2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6834-A87A-4DEE-945A-772F6B935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42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86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  <p:sp>
        <p:nvSpPr>
          <p:cNvPr id="4" name="文本框 3"/>
          <p:cNvSpPr txBox="1">
            <a:spLocks noChangeArrowheads="1"/>
          </p:cNvSpPr>
          <p:nvPr userDrawn="1"/>
        </p:nvSpPr>
        <p:spPr bwMode="auto">
          <a:xfrm>
            <a:off x="0" y="137411"/>
            <a:ext cx="1219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  研究成果与主要创新</a:t>
            </a:r>
            <a:endParaRPr lang="zh-CN" altLang="en-US" sz="3600" b="1" spc="300" dirty="0">
              <a:solidFill>
                <a:schemeClr val="accent4">
                  <a:lumMod val="40000"/>
                  <a:lumOff val="6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7"/>
          <p:cNvSpPr/>
          <p:nvPr userDrawn="1"/>
        </p:nvSpPr>
        <p:spPr>
          <a:xfrm>
            <a:off x="0" y="6713999"/>
            <a:ext cx="12192000" cy="14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905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6"/>
            <a:ext cx="10036507" cy="422455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2" y="87767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71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187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1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088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2286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9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3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29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6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9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9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4254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9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3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29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6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9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9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359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440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647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570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3" y="124415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110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7" y="124415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85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393110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296581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5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49991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5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598476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460970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194409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79241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7132" y="124411"/>
            <a:ext cx="4516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1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75473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2857828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999054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2654063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775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64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4" y="202986"/>
            <a:ext cx="10036507" cy="422454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4" tIns="45717" rIns="91434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8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0" y="87766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5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059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1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662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7170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2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20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2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5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2353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2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20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2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5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7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4" tIns="45717" rIns="91434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8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727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942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635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1" y="124414"/>
            <a:ext cx="50449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935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5" y="124414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58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731682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997330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4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9897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4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946501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85636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220887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91587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4565" y="124411"/>
            <a:ext cx="4519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0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512071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03766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835037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0862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6696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48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967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 bwMode="auto">
          <a:xfrm flipV="1">
            <a:off x="0" y="3648210"/>
            <a:ext cx="12192000" cy="4571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9000">
                <a:srgbClr val="FFFFFF"/>
              </a:gs>
              <a:gs pos="29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658257"/>
          </a:xfrm>
          <a:prstGeom prst="rect">
            <a:avLst/>
          </a:prstGeom>
        </p:spPr>
      </p:pic>
      <p:sp>
        <p:nvSpPr>
          <p:cNvPr id="15" name="Rectangle: Rounded Corners 19"/>
          <p:cNvSpPr/>
          <p:nvPr userDrawn="1"/>
        </p:nvSpPr>
        <p:spPr>
          <a:xfrm>
            <a:off x="4003118" y="5517233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系统工程学院装备管理工程系</a:t>
            </a:r>
          </a:p>
        </p:txBody>
      </p:sp>
      <p:sp>
        <p:nvSpPr>
          <p:cNvPr id="16" name="TextBox 9"/>
          <p:cNvSpPr txBox="1"/>
          <p:nvPr userDrawn="1"/>
        </p:nvSpPr>
        <p:spPr>
          <a:xfrm>
            <a:off x="216536" y="546389"/>
            <a:ext cx="7172129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300" normalizeH="0" baseline="0" noProof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rgbClr val="1967A5">
                        <a:shade val="30000"/>
                        <a:satMod val="115000"/>
                      </a:srgbClr>
                    </a:gs>
                    <a:gs pos="50000">
                      <a:srgbClr val="1967A5">
                        <a:shade val="67500"/>
                        <a:satMod val="115000"/>
                      </a:srgbClr>
                    </a:gs>
                    <a:gs pos="100000">
                      <a:srgbClr val="1967A5"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>
                  <a:glow rad="38100">
                    <a:prstClr val="white">
                      <a:alpha val="82000"/>
                    </a:prstClr>
                  </a:glow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Liberation Sans" panose="020B0604020202020204" pitchFamily="34" charset="0"/>
                <a:sym typeface="Times New Roman" panose="02020603050405020304" pitchFamily="18" charset="0"/>
              </a:rPr>
              <a:t>应用统计学</a:t>
            </a:r>
            <a:endParaRPr kumimoji="0" lang="zh-CN" altLang="en-US" sz="7200" b="1" i="0" u="none" strike="noStrike" kern="1200" cap="none" spc="300" normalizeH="0" baseline="0" noProof="0" dirty="0">
              <a:ln w="3175">
                <a:noFill/>
                <a:prstDash val="solid"/>
              </a:ln>
              <a:gradFill flip="none" rotWithShape="1">
                <a:gsLst>
                  <a:gs pos="0">
                    <a:srgbClr val="1967A5">
                      <a:shade val="30000"/>
                      <a:satMod val="115000"/>
                    </a:srgbClr>
                  </a:gs>
                  <a:gs pos="50000">
                    <a:srgbClr val="1967A5">
                      <a:shade val="67500"/>
                      <a:satMod val="115000"/>
                    </a:srgbClr>
                  </a:gs>
                  <a:gs pos="100000">
                    <a:srgbClr val="1967A5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effectLst>
                <a:glow rad="38100">
                  <a:prstClr val="white">
                    <a:alpha val="82000"/>
                  </a:prstClr>
                </a:glow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Liberation Sans" panose="020B0604020202020204" pitchFamily="34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964919" y="4878034"/>
            <a:ext cx="2262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黄生俊   副教授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8" name="Rectangle: Rounded Corners 18"/>
          <p:cNvSpPr/>
          <p:nvPr userDrawn="1"/>
        </p:nvSpPr>
        <p:spPr>
          <a:xfrm>
            <a:off x="2509937" y="3182187"/>
            <a:ext cx="7172129" cy="952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101600" dir="5400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第四讲 统计调查</a:t>
            </a:r>
          </a:p>
        </p:txBody>
      </p:sp>
    </p:spTree>
    <p:extLst>
      <p:ext uri="{BB962C8B-B14F-4D97-AF65-F5344CB8AC3E}">
        <p14:creationId xmlns:p14="http://schemas.microsoft.com/office/powerpoint/2010/main" val="823770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2598854" y="2846974"/>
            <a:ext cx="15856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Q&amp;A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Picture 3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6" b="99414" l="10938" r="97656">
                        <a14:foregroundMark x1="41016" y1="6250" x2="41016" y2="6250"/>
                        <a14:foregroundMark x1="39063" y1="4883" x2="39063" y2="4883"/>
                        <a14:foregroundMark x1="31250" y1="5859" x2="31250" y2="5859"/>
                        <a14:foregroundMark x1="33594" y1="5859" x2="33594" y2="5859"/>
                        <a14:foregroundMark x1="29492" y1="6641" x2="29492" y2="6641"/>
                        <a14:foregroundMark x1="46289" y1="6250" x2="46289" y2="6250"/>
                        <a14:foregroundMark x1="43750" y1="4297" x2="43750" y2="4297"/>
                        <a14:foregroundMark x1="41016" y1="4297" x2="41016" y2="4297"/>
                        <a14:foregroundMark x1="37695" y1="4492" x2="37695" y2="4492"/>
                        <a14:foregroundMark x1="35547" y1="5273" x2="35547" y2="5273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851" y="1357117"/>
            <a:ext cx="5103488" cy="3827617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910306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5497" y="978875"/>
            <a:ext cx="4869095" cy="44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309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504" cy="6858001"/>
          </a:xfrm>
          <a:prstGeom prst="rect">
            <a:avLst/>
          </a:prstGeom>
        </p:spPr>
      </p:pic>
      <p:sp>
        <p:nvSpPr>
          <p:cNvPr id="29" name="矩形: 圆角 28"/>
          <p:cNvSpPr/>
          <p:nvPr userDrawn="1"/>
        </p:nvSpPr>
        <p:spPr bwMode="auto">
          <a:xfrm>
            <a:off x="336000" y="483688"/>
            <a:ext cx="11520000" cy="6149312"/>
          </a:xfrm>
          <a:prstGeom prst="roundRect">
            <a:avLst>
              <a:gd name="adj" fmla="val 4879"/>
            </a:avLst>
          </a:prstGeom>
          <a:solidFill>
            <a:schemeClr val="bg1">
              <a:alpha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>
            <a:off x="2749563" y="2348880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</a:p>
        </p:txBody>
      </p:sp>
      <p:sp>
        <p:nvSpPr>
          <p:cNvPr id="20" name="矩形 19"/>
          <p:cNvSpPr/>
          <p:nvPr userDrawn="1"/>
        </p:nvSpPr>
        <p:spPr>
          <a:xfrm>
            <a:off x="3791744" y="2380494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统计调查概述</a:t>
            </a:r>
          </a:p>
        </p:txBody>
      </p:sp>
      <p:sp>
        <p:nvSpPr>
          <p:cNvPr id="23" name="椭圆 22"/>
          <p:cNvSpPr/>
          <p:nvPr userDrawn="1"/>
        </p:nvSpPr>
        <p:spPr>
          <a:xfrm>
            <a:off x="2749563" y="3388677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3791744" y="3420291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统计调查的实施</a:t>
            </a:r>
          </a:p>
        </p:txBody>
      </p:sp>
      <p:sp>
        <p:nvSpPr>
          <p:cNvPr id="28" name="任意多边形: 形状 27"/>
          <p:cNvSpPr/>
          <p:nvPr userDrawn="1"/>
        </p:nvSpPr>
        <p:spPr>
          <a:xfrm rot="5400000">
            <a:off x="5222531" y="-453329"/>
            <a:ext cx="1746938" cy="2653596"/>
          </a:xfrm>
          <a:custGeom>
            <a:avLst/>
            <a:gdLst>
              <a:gd name="connsiteX0" fmla="*/ 0 w 2026508"/>
              <a:gd name="connsiteY0" fmla="*/ 2308696 h 2308696"/>
              <a:gd name="connsiteX1" fmla="*/ 0 w 2026508"/>
              <a:gd name="connsiteY1" fmla="*/ 0 h 2308696"/>
              <a:gd name="connsiteX2" fmla="*/ 872160 w 2026508"/>
              <a:gd name="connsiteY2" fmla="*/ 0 h 2308696"/>
              <a:gd name="connsiteX3" fmla="*/ 2026508 w 2026508"/>
              <a:gd name="connsiteY3" fmla="*/ 1154348 h 2308696"/>
              <a:gd name="connsiteX4" fmla="*/ 2026507 w 2026508"/>
              <a:gd name="connsiteY4" fmla="*/ 1154348 h 2308696"/>
              <a:gd name="connsiteX5" fmla="*/ 872159 w 2026508"/>
              <a:gd name="connsiteY5" fmla="*/ 2308696 h 230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6508" h="2308696">
                <a:moveTo>
                  <a:pt x="0" y="2308696"/>
                </a:moveTo>
                <a:lnTo>
                  <a:pt x="0" y="0"/>
                </a:lnTo>
                <a:lnTo>
                  <a:pt x="872160" y="0"/>
                </a:lnTo>
                <a:cubicBezTo>
                  <a:pt x="1509689" y="0"/>
                  <a:pt x="2026508" y="516819"/>
                  <a:pt x="2026508" y="1154348"/>
                </a:cubicBezTo>
                <a:lnTo>
                  <a:pt x="2026507" y="1154348"/>
                </a:lnTo>
                <a:cubicBezTo>
                  <a:pt x="2026507" y="1791877"/>
                  <a:pt x="1509688" y="2308696"/>
                  <a:pt x="872159" y="2308696"/>
                </a:cubicBezTo>
                <a:close/>
              </a:path>
            </a:pathLst>
          </a:custGeom>
          <a:solidFill>
            <a:srgbClr val="1967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6" name="文本框 41"/>
          <p:cNvSpPr txBox="1"/>
          <p:nvPr userDrawn="1"/>
        </p:nvSpPr>
        <p:spPr>
          <a:xfrm>
            <a:off x="5355252" y="146761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7" name="文本框 42"/>
          <p:cNvSpPr txBox="1"/>
          <p:nvPr userDrawn="1"/>
        </p:nvSpPr>
        <p:spPr>
          <a:xfrm>
            <a:off x="4911477" y="901341"/>
            <a:ext cx="236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CONTENTS</a:t>
            </a:r>
          </a:p>
        </p:txBody>
      </p:sp>
      <p:sp>
        <p:nvSpPr>
          <p:cNvPr id="11" name="椭圆 10"/>
          <p:cNvSpPr/>
          <p:nvPr userDrawn="1"/>
        </p:nvSpPr>
        <p:spPr>
          <a:xfrm>
            <a:off x="2735627" y="4437112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3777808" y="4468726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调查问卷</a:t>
            </a:r>
          </a:p>
        </p:txBody>
      </p:sp>
    </p:spTree>
    <p:extLst>
      <p:ext uri="{BB962C8B-B14F-4D97-AF65-F5344CB8AC3E}">
        <p14:creationId xmlns:p14="http://schemas.microsoft.com/office/powerpoint/2010/main" val="2101771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1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复习回顾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370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2" y="78012"/>
            <a:ext cx="98456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引 言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75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8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第一部分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503718" y="2852936"/>
            <a:ext cx="11184565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360000" tIns="45720" rIns="360000" bIns="4572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统计调查概述</a:t>
            </a:r>
          </a:p>
        </p:txBody>
      </p:sp>
    </p:spTree>
    <p:extLst>
      <p:ext uri="{BB962C8B-B14F-4D97-AF65-F5344CB8AC3E}">
        <p14:creationId xmlns:p14="http://schemas.microsoft.com/office/powerpoint/2010/main" val="164188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00595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一、统计调查概述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9595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第二部分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503718" y="2852936"/>
            <a:ext cx="11184565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360000" tIns="45720" rIns="360000" bIns="4572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统计调查的实施</a:t>
            </a:r>
          </a:p>
        </p:txBody>
      </p:sp>
    </p:spTree>
    <p:extLst>
      <p:ext uri="{BB962C8B-B14F-4D97-AF65-F5344CB8AC3E}">
        <p14:creationId xmlns:p14="http://schemas.microsoft.com/office/powerpoint/2010/main" val="38381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3586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二、统计调查的实施</a:t>
            </a:r>
          </a:p>
        </p:txBody>
      </p:sp>
    </p:spTree>
    <p:extLst>
      <p:ext uri="{BB962C8B-B14F-4D97-AF65-F5344CB8AC3E}">
        <p14:creationId xmlns:p14="http://schemas.microsoft.com/office/powerpoint/2010/main" val="296812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第三部分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调查问卷</a:t>
            </a:r>
          </a:p>
        </p:txBody>
      </p:sp>
    </p:spTree>
    <p:extLst>
      <p:ext uri="{BB962C8B-B14F-4D97-AF65-F5344CB8AC3E}">
        <p14:creationId xmlns:p14="http://schemas.microsoft.com/office/powerpoint/2010/main" val="251066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三、调查问卷</a:t>
            </a:r>
          </a:p>
        </p:txBody>
      </p:sp>
    </p:spTree>
    <p:extLst>
      <p:ext uri="{BB962C8B-B14F-4D97-AF65-F5344CB8AC3E}">
        <p14:creationId xmlns:p14="http://schemas.microsoft.com/office/powerpoint/2010/main" val="315777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课堂总结</a:t>
            </a:r>
          </a:p>
        </p:txBody>
      </p:sp>
    </p:spTree>
    <p:extLst>
      <p:ext uri="{BB962C8B-B14F-4D97-AF65-F5344CB8AC3E}">
        <p14:creationId xmlns:p14="http://schemas.microsoft.com/office/powerpoint/2010/main" val="111825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课后作业</a:t>
            </a:r>
          </a:p>
        </p:txBody>
      </p:sp>
    </p:spTree>
    <p:extLst>
      <p:ext uri="{BB962C8B-B14F-4D97-AF65-F5344CB8AC3E}">
        <p14:creationId xmlns:p14="http://schemas.microsoft.com/office/powerpoint/2010/main" val="2574505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5083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967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 bwMode="auto">
          <a:xfrm flipV="1">
            <a:off x="0" y="3648210"/>
            <a:ext cx="12192000" cy="4571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9000">
                <a:srgbClr val="FFFFFF"/>
              </a:gs>
              <a:gs pos="29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658257"/>
          </a:xfrm>
          <a:prstGeom prst="rect">
            <a:avLst/>
          </a:prstGeom>
        </p:spPr>
      </p:pic>
      <p:sp>
        <p:nvSpPr>
          <p:cNvPr id="15" name="Rectangle: Rounded Corners 19"/>
          <p:cNvSpPr/>
          <p:nvPr userDrawn="1"/>
        </p:nvSpPr>
        <p:spPr>
          <a:xfrm>
            <a:off x="4003118" y="5517233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系统工程学院装备管理工程系</a:t>
            </a:r>
          </a:p>
        </p:txBody>
      </p:sp>
      <p:sp>
        <p:nvSpPr>
          <p:cNvPr id="16" name="TextBox 9"/>
          <p:cNvSpPr txBox="1"/>
          <p:nvPr userDrawn="1"/>
        </p:nvSpPr>
        <p:spPr>
          <a:xfrm>
            <a:off x="216536" y="546389"/>
            <a:ext cx="7172129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300" normalizeH="0" baseline="0" noProof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rgbClr val="1967A5">
                        <a:shade val="30000"/>
                        <a:satMod val="115000"/>
                      </a:srgbClr>
                    </a:gs>
                    <a:gs pos="50000">
                      <a:srgbClr val="1967A5">
                        <a:shade val="67500"/>
                        <a:satMod val="115000"/>
                      </a:srgbClr>
                    </a:gs>
                    <a:gs pos="100000">
                      <a:srgbClr val="1967A5"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>
                  <a:glow rad="38100">
                    <a:prstClr val="white">
                      <a:alpha val="82000"/>
                    </a:prstClr>
                  </a:glow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Liberation Sans" panose="020B0604020202020204" pitchFamily="34" charset="0"/>
                <a:sym typeface="Times New Roman" panose="02020603050405020304" pitchFamily="18" charset="0"/>
              </a:rPr>
              <a:t>应用统计学</a:t>
            </a:r>
            <a:endParaRPr kumimoji="0" lang="zh-CN" altLang="en-US" sz="7200" b="1" i="0" u="none" strike="noStrike" kern="1200" cap="none" spc="300" normalizeH="0" baseline="0" noProof="0" dirty="0">
              <a:ln w="3175">
                <a:noFill/>
                <a:prstDash val="solid"/>
              </a:ln>
              <a:gradFill flip="none" rotWithShape="1">
                <a:gsLst>
                  <a:gs pos="0">
                    <a:srgbClr val="1967A5">
                      <a:shade val="30000"/>
                      <a:satMod val="115000"/>
                    </a:srgbClr>
                  </a:gs>
                  <a:gs pos="50000">
                    <a:srgbClr val="1967A5">
                      <a:shade val="67500"/>
                      <a:satMod val="115000"/>
                    </a:srgbClr>
                  </a:gs>
                  <a:gs pos="100000">
                    <a:srgbClr val="1967A5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effectLst>
                <a:glow rad="38100">
                  <a:prstClr val="white">
                    <a:alpha val="82000"/>
                  </a:prstClr>
                </a:glow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Liberation Sans" panose="020B0604020202020204" pitchFamily="34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964918" y="4878034"/>
            <a:ext cx="2262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刘亚杰   研究员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8" name="Rectangle: Rounded Corners 18"/>
          <p:cNvSpPr/>
          <p:nvPr userDrawn="1"/>
        </p:nvSpPr>
        <p:spPr>
          <a:xfrm>
            <a:off x="1902991" y="3182187"/>
            <a:ext cx="8386019" cy="952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101600" dir="5400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第四讲  抽样与估计</a:t>
            </a:r>
            <a:r>
              <a:rPr kumimoji="0" lang="en-US" altLang="zh-CN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1</a:t>
            </a:r>
            <a:endParaRPr kumimoji="0" lang="zh-CN" altLang="en-US" sz="4400" b="1" i="0" u="none" strike="noStrike" kern="1200" cap="none" spc="300" normalizeH="0" baseline="0" noProof="0" dirty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48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2598854" y="2846974"/>
            <a:ext cx="15856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Q&amp;A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Picture 3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6" b="99414" l="10938" r="97656">
                        <a14:foregroundMark x1="41016" y1="6250" x2="41016" y2="6250"/>
                        <a14:foregroundMark x1="39063" y1="4883" x2="39063" y2="4883"/>
                        <a14:foregroundMark x1="31250" y1="5859" x2="31250" y2="5859"/>
                        <a14:foregroundMark x1="33594" y1="5859" x2="33594" y2="5859"/>
                        <a14:foregroundMark x1="29492" y1="6641" x2="29492" y2="6641"/>
                        <a14:foregroundMark x1="46289" y1="6250" x2="46289" y2="6250"/>
                        <a14:foregroundMark x1="43750" y1="4297" x2="43750" y2="4297"/>
                        <a14:foregroundMark x1="41016" y1="4297" x2="41016" y2="4297"/>
                        <a14:foregroundMark x1="37695" y1="4492" x2="37695" y2="4492"/>
                        <a14:foregroundMark x1="35547" y1="5273" x2="35547" y2="5273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851" y="1357117"/>
            <a:ext cx="5103488" cy="3827617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515268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5497" y="978875"/>
            <a:ext cx="4869095" cy="44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36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504" cy="6858001"/>
          </a:xfrm>
          <a:prstGeom prst="rect">
            <a:avLst/>
          </a:prstGeom>
        </p:spPr>
      </p:pic>
      <p:sp>
        <p:nvSpPr>
          <p:cNvPr id="29" name="矩形: 圆角 28"/>
          <p:cNvSpPr/>
          <p:nvPr userDrawn="1"/>
        </p:nvSpPr>
        <p:spPr bwMode="auto">
          <a:xfrm>
            <a:off x="336000" y="483688"/>
            <a:ext cx="11520000" cy="6149312"/>
          </a:xfrm>
          <a:prstGeom prst="roundRect">
            <a:avLst>
              <a:gd name="adj" fmla="val 4879"/>
            </a:avLst>
          </a:prstGeom>
          <a:solidFill>
            <a:schemeClr val="bg1">
              <a:alpha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>
            <a:off x="3387976" y="2204864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</a:p>
        </p:txBody>
      </p:sp>
      <p:sp>
        <p:nvSpPr>
          <p:cNvPr id="20" name="矩形 19"/>
          <p:cNvSpPr/>
          <p:nvPr userDrawn="1"/>
        </p:nvSpPr>
        <p:spPr>
          <a:xfrm>
            <a:off x="4430158" y="2231254"/>
            <a:ext cx="42797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抽样的基本概念</a:t>
            </a:r>
          </a:p>
        </p:txBody>
      </p:sp>
      <p:sp>
        <p:nvSpPr>
          <p:cNvPr id="21" name="椭圆 20"/>
          <p:cNvSpPr/>
          <p:nvPr userDrawn="1"/>
        </p:nvSpPr>
        <p:spPr>
          <a:xfrm>
            <a:off x="3387976" y="3902552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</a:p>
        </p:txBody>
      </p:sp>
      <p:sp>
        <p:nvSpPr>
          <p:cNvPr id="22" name="矩形 21"/>
          <p:cNvSpPr/>
          <p:nvPr userDrawn="1"/>
        </p:nvSpPr>
        <p:spPr>
          <a:xfrm>
            <a:off x="4430157" y="393155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分层抽样</a:t>
            </a:r>
          </a:p>
        </p:txBody>
      </p:sp>
      <p:sp>
        <p:nvSpPr>
          <p:cNvPr id="23" name="椭圆 22"/>
          <p:cNvSpPr/>
          <p:nvPr userDrawn="1"/>
        </p:nvSpPr>
        <p:spPr>
          <a:xfrm>
            <a:off x="3387976" y="3053708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4430158" y="3081404"/>
            <a:ext cx="42797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简单随机抽样</a:t>
            </a:r>
          </a:p>
        </p:txBody>
      </p:sp>
      <p:sp>
        <p:nvSpPr>
          <p:cNvPr id="28" name="任意多边形: 形状 27"/>
          <p:cNvSpPr/>
          <p:nvPr userDrawn="1"/>
        </p:nvSpPr>
        <p:spPr>
          <a:xfrm rot="5400000">
            <a:off x="5222531" y="-453329"/>
            <a:ext cx="1746938" cy="2653596"/>
          </a:xfrm>
          <a:custGeom>
            <a:avLst/>
            <a:gdLst>
              <a:gd name="connsiteX0" fmla="*/ 0 w 2026508"/>
              <a:gd name="connsiteY0" fmla="*/ 2308696 h 2308696"/>
              <a:gd name="connsiteX1" fmla="*/ 0 w 2026508"/>
              <a:gd name="connsiteY1" fmla="*/ 0 h 2308696"/>
              <a:gd name="connsiteX2" fmla="*/ 872160 w 2026508"/>
              <a:gd name="connsiteY2" fmla="*/ 0 h 2308696"/>
              <a:gd name="connsiteX3" fmla="*/ 2026508 w 2026508"/>
              <a:gd name="connsiteY3" fmla="*/ 1154348 h 2308696"/>
              <a:gd name="connsiteX4" fmla="*/ 2026507 w 2026508"/>
              <a:gd name="connsiteY4" fmla="*/ 1154348 h 2308696"/>
              <a:gd name="connsiteX5" fmla="*/ 872159 w 2026508"/>
              <a:gd name="connsiteY5" fmla="*/ 2308696 h 230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6508" h="2308696">
                <a:moveTo>
                  <a:pt x="0" y="2308696"/>
                </a:moveTo>
                <a:lnTo>
                  <a:pt x="0" y="0"/>
                </a:lnTo>
                <a:lnTo>
                  <a:pt x="872160" y="0"/>
                </a:lnTo>
                <a:cubicBezTo>
                  <a:pt x="1509689" y="0"/>
                  <a:pt x="2026508" y="516819"/>
                  <a:pt x="2026508" y="1154348"/>
                </a:cubicBezTo>
                <a:lnTo>
                  <a:pt x="2026507" y="1154348"/>
                </a:lnTo>
                <a:cubicBezTo>
                  <a:pt x="2026507" y="1791877"/>
                  <a:pt x="1509688" y="2308696"/>
                  <a:pt x="872159" y="2308696"/>
                </a:cubicBezTo>
                <a:close/>
              </a:path>
            </a:pathLst>
          </a:custGeom>
          <a:solidFill>
            <a:srgbClr val="1967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6" name="文本框 41"/>
          <p:cNvSpPr txBox="1"/>
          <p:nvPr userDrawn="1"/>
        </p:nvSpPr>
        <p:spPr>
          <a:xfrm>
            <a:off x="5355252" y="146761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7" name="文本框 42"/>
          <p:cNvSpPr txBox="1"/>
          <p:nvPr userDrawn="1"/>
        </p:nvSpPr>
        <p:spPr>
          <a:xfrm>
            <a:off x="4911477" y="901341"/>
            <a:ext cx="236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CONTENTS</a:t>
            </a:r>
          </a:p>
        </p:txBody>
      </p:sp>
      <p:sp>
        <p:nvSpPr>
          <p:cNvPr id="13" name="椭圆 12"/>
          <p:cNvSpPr/>
          <p:nvPr userDrawn="1"/>
        </p:nvSpPr>
        <p:spPr>
          <a:xfrm>
            <a:off x="3387976" y="4751396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四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4430157" y="478170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整群抽样</a:t>
            </a:r>
          </a:p>
        </p:txBody>
      </p:sp>
      <p:sp>
        <p:nvSpPr>
          <p:cNvPr id="15" name="椭圆 14"/>
          <p:cNvSpPr/>
          <p:nvPr userDrawn="1"/>
        </p:nvSpPr>
        <p:spPr>
          <a:xfrm>
            <a:off x="3387976" y="5600241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五</a:t>
            </a:r>
          </a:p>
        </p:txBody>
      </p:sp>
      <p:sp>
        <p:nvSpPr>
          <p:cNvPr id="16" name="矩形 15"/>
          <p:cNvSpPr/>
          <p:nvPr userDrawn="1"/>
        </p:nvSpPr>
        <p:spPr>
          <a:xfrm>
            <a:off x="4430157" y="563185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系统抽样</a:t>
            </a:r>
          </a:p>
        </p:txBody>
      </p:sp>
    </p:spTree>
    <p:extLst>
      <p:ext uri="{BB962C8B-B14F-4D97-AF65-F5344CB8AC3E}">
        <p14:creationId xmlns:p14="http://schemas.microsoft.com/office/powerpoint/2010/main" val="3781325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1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复习回顾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24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2" y="78012"/>
            <a:ext cx="98456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引 言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88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8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第一部分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272000" y="2852936"/>
            <a:ext cx="9648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432000" rIns="432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抽样的基本概念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2495539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3586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一、抽样的基本概念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2723002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第二部分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504000" rIns="504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简单随机抽样</a:t>
            </a:r>
          </a:p>
        </p:txBody>
      </p:sp>
    </p:spTree>
    <p:extLst>
      <p:ext uri="{BB962C8B-B14F-4D97-AF65-F5344CB8AC3E}">
        <p14:creationId xmlns:p14="http://schemas.microsoft.com/office/powerpoint/2010/main" val="352455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00595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二、简单随机抽样</a:t>
            </a:r>
          </a:p>
        </p:txBody>
      </p:sp>
    </p:spTree>
    <p:extLst>
      <p:ext uri="{BB962C8B-B14F-4D97-AF65-F5344CB8AC3E}">
        <p14:creationId xmlns:p14="http://schemas.microsoft.com/office/powerpoint/2010/main" val="3964333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第三部分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分层抽样</a:t>
            </a:r>
          </a:p>
        </p:txBody>
      </p:sp>
    </p:spTree>
    <p:extLst>
      <p:ext uri="{BB962C8B-B14F-4D97-AF65-F5344CB8AC3E}">
        <p14:creationId xmlns:p14="http://schemas.microsoft.com/office/powerpoint/2010/main" val="3379862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三、分层抽样</a:t>
            </a:r>
          </a:p>
        </p:txBody>
      </p:sp>
    </p:spTree>
    <p:extLst>
      <p:ext uri="{BB962C8B-B14F-4D97-AF65-F5344CB8AC3E}">
        <p14:creationId xmlns:p14="http://schemas.microsoft.com/office/powerpoint/2010/main" val="2527844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第四部分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整群抽样</a:t>
            </a:r>
          </a:p>
        </p:txBody>
      </p:sp>
    </p:spTree>
    <p:extLst>
      <p:ext uri="{BB962C8B-B14F-4D97-AF65-F5344CB8AC3E}">
        <p14:creationId xmlns:p14="http://schemas.microsoft.com/office/powerpoint/2010/main" val="3362027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四、整群抽样</a:t>
            </a:r>
          </a:p>
        </p:txBody>
      </p:sp>
    </p:spTree>
    <p:extLst>
      <p:ext uri="{BB962C8B-B14F-4D97-AF65-F5344CB8AC3E}">
        <p14:creationId xmlns:p14="http://schemas.microsoft.com/office/powerpoint/2010/main" val="2150209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第五部分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系统抽样</a:t>
            </a:r>
          </a:p>
        </p:txBody>
      </p:sp>
    </p:spTree>
    <p:extLst>
      <p:ext uri="{BB962C8B-B14F-4D97-AF65-F5344CB8AC3E}">
        <p14:creationId xmlns:p14="http://schemas.microsoft.com/office/powerpoint/2010/main" val="40394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五、系统抽样</a:t>
            </a:r>
          </a:p>
        </p:txBody>
      </p:sp>
    </p:spTree>
    <p:extLst>
      <p:ext uri="{BB962C8B-B14F-4D97-AF65-F5344CB8AC3E}">
        <p14:creationId xmlns:p14="http://schemas.microsoft.com/office/powerpoint/2010/main" val="4087879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课堂总结</a:t>
            </a:r>
          </a:p>
        </p:txBody>
      </p:sp>
    </p:spTree>
    <p:extLst>
      <p:ext uri="{BB962C8B-B14F-4D97-AF65-F5344CB8AC3E}">
        <p14:creationId xmlns:p14="http://schemas.microsoft.com/office/powerpoint/2010/main" val="3847791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课后作业</a:t>
            </a:r>
          </a:p>
        </p:txBody>
      </p:sp>
    </p:spTree>
    <p:extLst>
      <p:ext uri="{BB962C8B-B14F-4D97-AF65-F5344CB8AC3E}">
        <p14:creationId xmlns:p14="http://schemas.microsoft.com/office/powerpoint/2010/main" val="1665477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6252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64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533" y="2130441"/>
            <a:ext cx="10362961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055" y="3886200"/>
            <a:ext cx="853392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073367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97" y="1600205"/>
            <a:ext cx="1097264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91747" y="6356356"/>
            <a:ext cx="4234125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国家重点研发计划项目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306138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744" y="4406905"/>
            <a:ext cx="10362961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744" y="2906713"/>
            <a:ext cx="1036296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21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42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56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0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60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12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64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16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132400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83" y="1600205"/>
            <a:ext cx="5409317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416" y="1600205"/>
            <a:ext cx="5410904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540086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89" y="1535113"/>
            <a:ext cx="538708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21" indent="0">
              <a:buNone/>
              <a:defRPr sz="2667" b="1"/>
            </a:lvl2pPr>
            <a:lvl3pPr marL="1219042" indent="0">
              <a:buNone/>
              <a:defRPr sz="2400" b="1"/>
            </a:lvl3pPr>
            <a:lvl4pPr marL="1828561" indent="0">
              <a:buNone/>
              <a:defRPr sz="2133" b="1"/>
            </a:lvl4pPr>
            <a:lvl5pPr marL="2438080" indent="0">
              <a:buNone/>
              <a:defRPr sz="2133" b="1"/>
            </a:lvl5pPr>
            <a:lvl6pPr marL="3047601" indent="0">
              <a:buNone/>
              <a:defRPr sz="2133" b="1"/>
            </a:lvl6pPr>
            <a:lvl7pPr marL="3657122" indent="0">
              <a:buNone/>
              <a:defRPr sz="2133" b="1"/>
            </a:lvl7pPr>
            <a:lvl8pPr marL="4266641" indent="0">
              <a:buNone/>
              <a:defRPr sz="2133" b="1"/>
            </a:lvl8pPr>
            <a:lvl9pPr marL="4876162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89" y="2174875"/>
            <a:ext cx="5387089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65" y="1535113"/>
            <a:ext cx="5388676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21" indent="0">
              <a:buNone/>
              <a:defRPr sz="2667" b="1"/>
            </a:lvl2pPr>
            <a:lvl3pPr marL="1219042" indent="0">
              <a:buNone/>
              <a:defRPr sz="2400" b="1"/>
            </a:lvl3pPr>
            <a:lvl4pPr marL="1828561" indent="0">
              <a:buNone/>
              <a:defRPr sz="2133" b="1"/>
            </a:lvl4pPr>
            <a:lvl5pPr marL="2438080" indent="0">
              <a:buNone/>
              <a:defRPr sz="2133" b="1"/>
            </a:lvl5pPr>
            <a:lvl6pPr marL="3047601" indent="0">
              <a:buNone/>
              <a:defRPr sz="2133" b="1"/>
            </a:lvl6pPr>
            <a:lvl7pPr marL="3657122" indent="0">
              <a:buNone/>
              <a:defRPr sz="2133" b="1"/>
            </a:lvl7pPr>
            <a:lvl8pPr marL="4266641" indent="0">
              <a:buNone/>
              <a:defRPr sz="2133" b="1"/>
            </a:lvl8pPr>
            <a:lvl9pPr marL="4876162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65" y="2174875"/>
            <a:ext cx="5388676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558282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801042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96582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1" y="273049"/>
            <a:ext cx="4010547" cy="1162051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304" y="273066"/>
            <a:ext cx="6816025" cy="585311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81" y="1435106"/>
            <a:ext cx="4010547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21" indent="0">
              <a:buNone/>
              <a:defRPr sz="1600"/>
            </a:lvl2pPr>
            <a:lvl3pPr marL="1219042" indent="0">
              <a:buNone/>
              <a:defRPr sz="1333"/>
            </a:lvl3pPr>
            <a:lvl4pPr marL="1828561" indent="0">
              <a:buNone/>
              <a:defRPr sz="1200"/>
            </a:lvl4pPr>
            <a:lvl5pPr marL="2438080" indent="0">
              <a:buNone/>
              <a:defRPr sz="1200"/>
            </a:lvl5pPr>
            <a:lvl6pPr marL="3047601" indent="0">
              <a:buNone/>
              <a:defRPr sz="1200"/>
            </a:lvl6pPr>
            <a:lvl7pPr marL="3657122" indent="0">
              <a:buNone/>
              <a:defRPr sz="1200"/>
            </a:lvl7pPr>
            <a:lvl8pPr marL="4266641" indent="0">
              <a:buNone/>
              <a:defRPr sz="1200"/>
            </a:lvl8pPr>
            <a:lvl9pPr marL="4876162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105580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99" y="4800601"/>
            <a:ext cx="7316152" cy="56673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99" y="612775"/>
            <a:ext cx="7316152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21" indent="0">
              <a:buNone/>
              <a:defRPr sz="3733"/>
            </a:lvl2pPr>
            <a:lvl3pPr marL="1219042" indent="0">
              <a:buNone/>
              <a:defRPr sz="3200"/>
            </a:lvl3pPr>
            <a:lvl4pPr marL="1828561" indent="0">
              <a:buNone/>
              <a:defRPr sz="2667"/>
            </a:lvl4pPr>
            <a:lvl5pPr marL="2438080" indent="0">
              <a:buNone/>
              <a:defRPr sz="2667"/>
            </a:lvl5pPr>
            <a:lvl6pPr marL="3047601" indent="0">
              <a:buNone/>
              <a:defRPr sz="2667"/>
            </a:lvl6pPr>
            <a:lvl7pPr marL="3657122" indent="0">
              <a:buNone/>
              <a:defRPr sz="2667"/>
            </a:lvl7pPr>
            <a:lvl8pPr marL="4266641" indent="0">
              <a:buNone/>
              <a:defRPr sz="2667"/>
            </a:lvl8pPr>
            <a:lvl9pPr marL="4876162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99" y="5367347"/>
            <a:ext cx="7316152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21" indent="0">
              <a:buNone/>
              <a:defRPr sz="1600"/>
            </a:lvl2pPr>
            <a:lvl3pPr marL="1219042" indent="0">
              <a:buNone/>
              <a:defRPr sz="1333"/>
            </a:lvl3pPr>
            <a:lvl4pPr marL="1828561" indent="0">
              <a:buNone/>
              <a:defRPr sz="1200"/>
            </a:lvl4pPr>
            <a:lvl5pPr marL="2438080" indent="0">
              <a:buNone/>
              <a:defRPr sz="1200"/>
            </a:lvl5pPr>
            <a:lvl6pPr marL="3047601" indent="0">
              <a:buNone/>
              <a:defRPr sz="1200"/>
            </a:lvl6pPr>
            <a:lvl7pPr marL="3657122" indent="0">
              <a:buNone/>
              <a:defRPr sz="1200"/>
            </a:lvl7pPr>
            <a:lvl8pPr marL="4266641" indent="0">
              <a:buNone/>
              <a:defRPr sz="1200"/>
            </a:lvl8pPr>
            <a:lvl9pPr marL="4876162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231279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7" y="1600205"/>
            <a:ext cx="1097264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06571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364" y="274644"/>
            <a:ext cx="2741969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4" y="274644"/>
            <a:ext cx="8078252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8765625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6" y="304810"/>
            <a:ext cx="9076267" cy="3424239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0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6" name="Rectangle 127"/>
          <p:cNvSpPr>
            <a:spLocks noChangeArrowheads="1"/>
          </p:cNvSpPr>
          <p:nvPr userDrawn="1"/>
        </p:nvSpPr>
        <p:spPr bwMode="invGray">
          <a:xfrm>
            <a:off x="0" y="2470793"/>
            <a:ext cx="12192000" cy="19122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0" algn="ctr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spcBef>
                <a:spcPct val="20000"/>
              </a:spcBef>
              <a:buClr>
                <a:srgbClr val="0066CC"/>
              </a:buClr>
              <a:buFont typeface="Wingdings" pitchFamily="2" charset="2"/>
              <a:buChar char="v"/>
              <a:defRPr/>
            </a:pPr>
            <a:endParaRPr lang="zh-CN" altLang="en-US" sz="1867" b="1">
              <a:solidFill>
                <a:srgbClr val="093575"/>
              </a:solidFill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3">
              <a:solidFill>
                <a:prstClr val="black"/>
              </a:solidFill>
            </a:endParaRPr>
          </a:p>
        </p:txBody>
      </p:sp>
      <p:graphicFrame>
        <p:nvGraphicFramePr>
          <p:cNvPr id="118" name="Object 15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4174451897"/>
              </p:ext>
            </p:extLst>
          </p:nvPr>
        </p:nvGraphicFramePr>
        <p:xfrm>
          <a:off x="2370668" y="1646193"/>
          <a:ext cx="311573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1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668" y="1646193"/>
                        <a:ext cx="3115733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568592"/>
            <a:ext cx="12192000" cy="1317625"/>
          </a:xfrm>
          <a:prstGeom prst="rect">
            <a:avLst/>
          </a:prstGeom>
        </p:spPr>
        <p:txBody>
          <a:bodyPr/>
          <a:lstStyle>
            <a:lvl1pPr algn="r">
              <a:defRPr sz="63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17183462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6" y="304810"/>
            <a:ext cx="9076267" cy="3424239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0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3">
              <a:solidFill>
                <a:prstClr val="black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4124130156"/>
              </p:ext>
            </p:extLst>
          </p:nvPr>
        </p:nvGraphicFramePr>
        <p:xfrm>
          <a:off x="8974469" y="103199"/>
          <a:ext cx="311666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4469" y="103199"/>
                        <a:ext cx="3116668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7960715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4966576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7492560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 txBox="1">
            <a:spLocks/>
          </p:cNvSpPr>
          <p:nvPr userDrawn="1"/>
        </p:nvSpPr>
        <p:spPr>
          <a:xfrm>
            <a:off x="9168341" y="6381336"/>
            <a:ext cx="2844800" cy="365125"/>
          </a:xfrm>
          <a:prstGeom prst="rect">
            <a:avLst/>
          </a:prstGeom>
        </p:spPr>
        <p:txBody>
          <a:bodyPr vert="horz" lIns="121916" tIns="60959" rIns="121916" bIns="60959" rtlCol="0" anchor="ctr"/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华文隶书" pitchFamily="2" charset="-122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sz="1867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245552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4072092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7"/>
            <a:ext cx="10036507" cy="422453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3" y="87768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473426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0573167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61138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055062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5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8175703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70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7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8" tIns="45704" rIns="91408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1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7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70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9" y="5832602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70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4763363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70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7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8" tIns="45704" rIns="91408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1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7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70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9" y="5832602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70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0252322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81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1346797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637126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575122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6" y="124416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001943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8" y="124416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886211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356594338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1180185388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2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678604256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2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223116158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88470857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779513701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649633970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2004" y="124412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67770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027927788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2619967837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861590437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2237137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248556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6481458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533" y="2130437"/>
            <a:ext cx="10362961" cy="147002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054" y="3886200"/>
            <a:ext cx="853392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0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0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535992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97" y="1600206"/>
            <a:ext cx="1097264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91747" y="6356358"/>
            <a:ext cx="4234125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国家重点研发计划项目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908976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744" y="4406908"/>
            <a:ext cx="10362961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744" y="2906715"/>
            <a:ext cx="1036296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0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0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5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01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52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02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52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0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406441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83" y="1600206"/>
            <a:ext cx="5409317" cy="4525963"/>
          </a:xfrm>
          <a:prstGeom prst="rect">
            <a:avLst/>
          </a:prstGeom>
        </p:spPr>
        <p:txBody>
          <a:bodyPr/>
          <a:lstStyle>
            <a:lvl1pPr>
              <a:defRPr sz="3732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416" y="1600206"/>
            <a:ext cx="5410904" cy="4525963"/>
          </a:xfrm>
          <a:prstGeom prst="rect">
            <a:avLst/>
          </a:prstGeom>
        </p:spPr>
        <p:txBody>
          <a:bodyPr/>
          <a:lstStyle>
            <a:lvl1pPr>
              <a:defRPr sz="3732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081048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88" y="1535115"/>
            <a:ext cx="538708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03" indent="0">
              <a:buNone/>
              <a:defRPr sz="2667" b="1"/>
            </a:lvl2pPr>
            <a:lvl3pPr marL="1219008" indent="0">
              <a:buNone/>
              <a:defRPr sz="2400" b="1"/>
            </a:lvl3pPr>
            <a:lvl4pPr marL="1828512" indent="0">
              <a:buNone/>
              <a:defRPr sz="2133" b="1"/>
            </a:lvl4pPr>
            <a:lvl5pPr marL="2438016" indent="0">
              <a:buNone/>
              <a:defRPr sz="2133" b="1"/>
            </a:lvl5pPr>
            <a:lvl6pPr marL="3047521" indent="0">
              <a:buNone/>
              <a:defRPr sz="2133" b="1"/>
            </a:lvl6pPr>
            <a:lvl7pPr marL="3657025" indent="0">
              <a:buNone/>
              <a:defRPr sz="2133" b="1"/>
            </a:lvl7pPr>
            <a:lvl8pPr marL="4266529" indent="0">
              <a:buNone/>
              <a:defRPr sz="2133" b="1"/>
            </a:lvl8pPr>
            <a:lvl9pPr marL="4876034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88" y="2174875"/>
            <a:ext cx="5387089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65" y="1535115"/>
            <a:ext cx="5388676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03" indent="0">
              <a:buNone/>
              <a:defRPr sz="2667" b="1"/>
            </a:lvl2pPr>
            <a:lvl3pPr marL="1219008" indent="0">
              <a:buNone/>
              <a:defRPr sz="2400" b="1"/>
            </a:lvl3pPr>
            <a:lvl4pPr marL="1828512" indent="0">
              <a:buNone/>
              <a:defRPr sz="2133" b="1"/>
            </a:lvl4pPr>
            <a:lvl5pPr marL="2438016" indent="0">
              <a:buNone/>
              <a:defRPr sz="2133" b="1"/>
            </a:lvl5pPr>
            <a:lvl6pPr marL="3047521" indent="0">
              <a:buNone/>
              <a:defRPr sz="2133" b="1"/>
            </a:lvl6pPr>
            <a:lvl7pPr marL="3657025" indent="0">
              <a:buNone/>
              <a:defRPr sz="2133" b="1"/>
            </a:lvl7pPr>
            <a:lvl8pPr marL="4266529" indent="0">
              <a:buNone/>
              <a:defRPr sz="2133" b="1"/>
            </a:lvl8pPr>
            <a:lvl9pPr marL="4876034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65" y="2174875"/>
            <a:ext cx="5388676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558549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400213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481677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1" y="273052"/>
            <a:ext cx="4010547" cy="116204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302" y="273066"/>
            <a:ext cx="6816025" cy="5853113"/>
          </a:xfrm>
          <a:prstGeom prst="rect">
            <a:avLst/>
          </a:prstGeom>
        </p:spPr>
        <p:txBody>
          <a:bodyPr/>
          <a:lstStyle>
            <a:lvl1pPr>
              <a:defRPr sz="4265"/>
            </a:lvl1pPr>
            <a:lvl2pPr>
              <a:defRPr sz="3732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81" y="1435106"/>
            <a:ext cx="4010547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03" indent="0">
              <a:buNone/>
              <a:defRPr sz="1600"/>
            </a:lvl2pPr>
            <a:lvl3pPr marL="1219008" indent="0">
              <a:buNone/>
              <a:defRPr sz="1333"/>
            </a:lvl3pPr>
            <a:lvl4pPr marL="1828512" indent="0">
              <a:buNone/>
              <a:defRPr sz="1200"/>
            </a:lvl4pPr>
            <a:lvl5pPr marL="2438016" indent="0">
              <a:buNone/>
              <a:defRPr sz="1200"/>
            </a:lvl5pPr>
            <a:lvl6pPr marL="3047521" indent="0">
              <a:buNone/>
              <a:defRPr sz="1200"/>
            </a:lvl6pPr>
            <a:lvl7pPr marL="3657025" indent="0">
              <a:buNone/>
              <a:defRPr sz="1200"/>
            </a:lvl7pPr>
            <a:lvl8pPr marL="4266529" indent="0">
              <a:buNone/>
              <a:defRPr sz="1200"/>
            </a:lvl8pPr>
            <a:lvl9pPr marL="4876034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7715691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99" y="4800604"/>
            <a:ext cx="7316152" cy="566737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99" y="612775"/>
            <a:ext cx="7316152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5"/>
            </a:lvl1pPr>
            <a:lvl2pPr marL="609503" indent="0">
              <a:buNone/>
              <a:defRPr sz="3732"/>
            </a:lvl2pPr>
            <a:lvl3pPr marL="1219008" indent="0">
              <a:buNone/>
              <a:defRPr sz="3200"/>
            </a:lvl3pPr>
            <a:lvl4pPr marL="1828512" indent="0">
              <a:buNone/>
              <a:defRPr sz="2667"/>
            </a:lvl4pPr>
            <a:lvl5pPr marL="2438016" indent="0">
              <a:buNone/>
              <a:defRPr sz="2667"/>
            </a:lvl5pPr>
            <a:lvl6pPr marL="3047521" indent="0">
              <a:buNone/>
              <a:defRPr sz="2667"/>
            </a:lvl6pPr>
            <a:lvl7pPr marL="3657025" indent="0">
              <a:buNone/>
              <a:defRPr sz="2667"/>
            </a:lvl7pPr>
            <a:lvl8pPr marL="4266529" indent="0">
              <a:buNone/>
              <a:defRPr sz="2667"/>
            </a:lvl8pPr>
            <a:lvl9pPr marL="4876034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99" y="5367346"/>
            <a:ext cx="7316152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03" indent="0">
              <a:buNone/>
              <a:defRPr sz="1600"/>
            </a:lvl2pPr>
            <a:lvl3pPr marL="1219008" indent="0">
              <a:buNone/>
              <a:defRPr sz="1333"/>
            </a:lvl3pPr>
            <a:lvl4pPr marL="1828512" indent="0">
              <a:buNone/>
              <a:defRPr sz="1200"/>
            </a:lvl4pPr>
            <a:lvl5pPr marL="2438016" indent="0">
              <a:buNone/>
              <a:defRPr sz="1200"/>
            </a:lvl5pPr>
            <a:lvl6pPr marL="3047521" indent="0">
              <a:buNone/>
              <a:defRPr sz="1200"/>
            </a:lvl6pPr>
            <a:lvl7pPr marL="3657025" indent="0">
              <a:buNone/>
              <a:defRPr sz="1200"/>
            </a:lvl7pPr>
            <a:lvl8pPr marL="4266529" indent="0">
              <a:buNone/>
              <a:defRPr sz="1200"/>
            </a:lvl8pPr>
            <a:lvl9pPr marL="4876034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251516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7" y="1600206"/>
            <a:ext cx="1097264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767217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362" y="274646"/>
            <a:ext cx="2741969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4" y="274646"/>
            <a:ext cx="8078252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454049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5" y="304810"/>
            <a:ext cx="9076267" cy="3424237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1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6" name="Rectangle 127"/>
          <p:cNvSpPr>
            <a:spLocks noChangeArrowheads="1"/>
          </p:cNvSpPr>
          <p:nvPr userDrawn="1"/>
        </p:nvSpPr>
        <p:spPr bwMode="invGray">
          <a:xfrm>
            <a:off x="0" y="2470793"/>
            <a:ext cx="12192000" cy="19122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0" algn="ctr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spcBef>
                <a:spcPct val="20000"/>
              </a:spcBef>
              <a:buClr>
                <a:srgbClr val="0066CC"/>
              </a:buClr>
              <a:buFont typeface="Wingdings" pitchFamily="2" charset="2"/>
              <a:buChar char="v"/>
              <a:defRPr/>
            </a:pPr>
            <a:endParaRPr lang="zh-CN" altLang="en-US" sz="1867" b="1">
              <a:solidFill>
                <a:srgbClr val="093575"/>
              </a:solidFill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2">
              <a:solidFill>
                <a:prstClr val="black"/>
              </a:solidFill>
            </a:endParaRPr>
          </a:p>
        </p:txBody>
      </p:sp>
      <p:graphicFrame>
        <p:nvGraphicFramePr>
          <p:cNvPr id="118" name="Object 15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675348321"/>
              </p:ext>
            </p:extLst>
          </p:nvPr>
        </p:nvGraphicFramePr>
        <p:xfrm>
          <a:off x="2370668" y="1646193"/>
          <a:ext cx="311573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1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668" y="1646193"/>
                        <a:ext cx="3115733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568590"/>
            <a:ext cx="12192000" cy="1317625"/>
          </a:xfrm>
          <a:prstGeom prst="rect">
            <a:avLst/>
          </a:prstGeom>
        </p:spPr>
        <p:txBody>
          <a:bodyPr/>
          <a:lstStyle>
            <a:lvl1pPr algn="r">
              <a:defRPr sz="63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10005484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5" y="304810"/>
            <a:ext cx="9076267" cy="3424237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1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2">
              <a:solidFill>
                <a:prstClr val="black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718987335"/>
              </p:ext>
            </p:extLst>
          </p:nvPr>
        </p:nvGraphicFramePr>
        <p:xfrm>
          <a:off x="8974469" y="103199"/>
          <a:ext cx="311666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4469" y="103199"/>
                        <a:ext cx="3116668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0065691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5225702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9259243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 txBox="1">
            <a:spLocks/>
          </p:cNvSpPr>
          <p:nvPr userDrawn="1"/>
        </p:nvSpPr>
        <p:spPr>
          <a:xfrm>
            <a:off x="9168341" y="6381338"/>
            <a:ext cx="2844800" cy="365125"/>
          </a:xfrm>
          <a:prstGeom prst="rect">
            <a:avLst/>
          </a:prstGeom>
        </p:spPr>
        <p:txBody>
          <a:bodyPr vert="horz" lIns="121912" tIns="60956" rIns="121912" bIns="60956" rtlCol="0" anchor="ctr"/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华文隶书" pitchFamily="2" charset="-122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sz="1867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227162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763641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7" y="202986"/>
            <a:ext cx="10036507" cy="422453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9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2" y="87767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09434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117324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000382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4106546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6178270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7" tIns="45704" rIns="91407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7" y="5832601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1288357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7" tIns="45704" rIns="91407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7" y="5832601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8046193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9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9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5921409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922690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522471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6" y="124416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015495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8" y="124416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921563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473182540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2088016884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1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708961625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1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3867872023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450110946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2867925218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990947103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2003" y="124411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654656536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3713739972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09380426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923270866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9320787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80919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50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09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100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3847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8640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（一）个人简历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753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0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19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17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59" y="124411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254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0" y="124411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11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2533514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963261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6" y="124411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561384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6" y="124411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69648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1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7273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729280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1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246263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1999" y="124411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99249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1398044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0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716374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3286216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8128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1.xml"/><Relationship Id="rId28" Type="http://schemas.openxmlformats.org/officeDocument/2006/relationships/image" Target="../media/image9.gif"/><Relationship Id="rId10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27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0.xml"/><Relationship Id="rId27" Type="http://schemas.openxmlformats.org/officeDocument/2006/relationships/image" Target="../media/image8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9.xml"/><Relationship Id="rId3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54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29" Type="http://schemas.openxmlformats.org/officeDocument/2006/relationships/image" Target="../media/image13.gif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image" Target="../media/image8.jpg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72.xml"/><Relationship Id="rId18" Type="http://schemas.openxmlformats.org/officeDocument/2006/relationships/slideLayout" Target="../slideLayouts/slideLayout77.xml"/><Relationship Id="rId26" Type="http://schemas.openxmlformats.org/officeDocument/2006/relationships/theme" Target="../theme/theme4.xml"/><Relationship Id="rId3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80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17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84.xml"/><Relationship Id="rId2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75.xml"/><Relationship Id="rId20" Type="http://schemas.openxmlformats.org/officeDocument/2006/relationships/slideLayout" Target="../slideLayouts/slideLayout79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24" Type="http://schemas.openxmlformats.org/officeDocument/2006/relationships/slideLayout" Target="../slideLayouts/slideLayout83.xml"/><Relationship Id="rId5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82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69.xml"/><Relationship Id="rId19" Type="http://schemas.openxmlformats.org/officeDocument/2006/relationships/slideLayout" Target="../slideLayouts/slideLayout78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81.xml"/><Relationship Id="rId27" Type="http://schemas.openxmlformats.org/officeDocument/2006/relationships/image" Target="../media/image8.jp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slideLayout" Target="../slideLayouts/slideLayout97.xml"/><Relationship Id="rId18" Type="http://schemas.openxmlformats.org/officeDocument/2006/relationships/slideLayout" Target="../slideLayouts/slideLayout102.xml"/><Relationship Id="rId26" Type="http://schemas.openxmlformats.org/officeDocument/2006/relationships/theme" Target="../theme/theme5.xml"/><Relationship Id="rId3" Type="http://schemas.openxmlformats.org/officeDocument/2006/relationships/slideLayout" Target="../slideLayouts/slideLayout87.xml"/><Relationship Id="rId21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17" Type="http://schemas.openxmlformats.org/officeDocument/2006/relationships/slideLayout" Target="../slideLayouts/slideLayout101.xml"/><Relationship Id="rId25" Type="http://schemas.openxmlformats.org/officeDocument/2006/relationships/slideLayout" Target="../slideLayouts/slideLayout109.xml"/><Relationship Id="rId2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100.xml"/><Relationship Id="rId20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2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9.xml"/><Relationship Id="rId23" Type="http://schemas.openxmlformats.org/officeDocument/2006/relationships/slideLayout" Target="../slideLayouts/slideLayout107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94.xml"/><Relationship Id="rId19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8.xml"/><Relationship Id="rId22" Type="http://schemas.openxmlformats.org/officeDocument/2006/relationships/slideLayout" Target="../slideLayouts/slideLayout106.xml"/><Relationship Id="rId27" Type="http://schemas.openxmlformats.org/officeDocument/2006/relationships/image" Target="../media/image8.jp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7.xml"/><Relationship Id="rId13" Type="http://schemas.openxmlformats.org/officeDocument/2006/relationships/slideLayout" Target="../slideLayouts/slideLayout122.xml"/><Relationship Id="rId3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121.xml"/><Relationship Id="rId17" Type="http://schemas.openxmlformats.org/officeDocument/2006/relationships/image" Target="../media/image15.png"/><Relationship Id="rId2" Type="http://schemas.openxmlformats.org/officeDocument/2006/relationships/slideLayout" Target="../slideLayouts/slideLayout111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14.xml"/><Relationship Id="rId15" Type="http://schemas.openxmlformats.org/officeDocument/2006/relationships/slideLayout" Target="../slideLayouts/slideLayout124.xml"/><Relationship Id="rId10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12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2.xml"/><Relationship Id="rId13" Type="http://schemas.openxmlformats.org/officeDocument/2006/relationships/slideLayout" Target="../slideLayouts/slideLayout137.xml"/><Relationship Id="rId18" Type="http://schemas.openxmlformats.org/officeDocument/2006/relationships/slideLayout" Target="../slideLayouts/slideLayout142.xml"/><Relationship Id="rId3" Type="http://schemas.openxmlformats.org/officeDocument/2006/relationships/slideLayout" Target="../slideLayouts/slideLayout127.xml"/><Relationship Id="rId21" Type="http://schemas.openxmlformats.org/officeDocument/2006/relationships/theme" Target="../theme/theme7.xml"/><Relationship Id="rId7" Type="http://schemas.openxmlformats.org/officeDocument/2006/relationships/slideLayout" Target="../slideLayouts/slideLayout131.xml"/><Relationship Id="rId12" Type="http://schemas.openxmlformats.org/officeDocument/2006/relationships/slideLayout" Target="../slideLayouts/slideLayout136.xml"/><Relationship Id="rId17" Type="http://schemas.openxmlformats.org/officeDocument/2006/relationships/slideLayout" Target="../slideLayouts/slideLayout141.xml"/><Relationship Id="rId2" Type="http://schemas.openxmlformats.org/officeDocument/2006/relationships/slideLayout" Target="../slideLayouts/slideLayout126.xml"/><Relationship Id="rId16" Type="http://schemas.openxmlformats.org/officeDocument/2006/relationships/slideLayout" Target="../slideLayouts/slideLayout140.xml"/><Relationship Id="rId20" Type="http://schemas.openxmlformats.org/officeDocument/2006/relationships/slideLayout" Target="../slideLayouts/slideLayout144.xml"/><Relationship Id="rId1" Type="http://schemas.openxmlformats.org/officeDocument/2006/relationships/slideLayout" Target="../slideLayouts/slideLayout125.xml"/><Relationship Id="rId6" Type="http://schemas.openxmlformats.org/officeDocument/2006/relationships/slideLayout" Target="../slideLayouts/slideLayout130.xml"/><Relationship Id="rId11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29.xml"/><Relationship Id="rId15" Type="http://schemas.openxmlformats.org/officeDocument/2006/relationships/slideLayout" Target="../slideLayouts/slideLayout139.xml"/><Relationship Id="rId10" Type="http://schemas.openxmlformats.org/officeDocument/2006/relationships/slideLayout" Target="../slideLayouts/slideLayout134.xml"/><Relationship Id="rId19" Type="http://schemas.openxmlformats.org/officeDocument/2006/relationships/slideLayout" Target="../slideLayouts/slideLayout143.xml"/><Relationship Id="rId4" Type="http://schemas.openxmlformats.org/officeDocument/2006/relationships/slideLayout" Target="../slideLayouts/slideLayout128.xml"/><Relationship Id="rId9" Type="http://schemas.openxmlformats.org/officeDocument/2006/relationships/slideLayout" Target="../slideLayouts/slideLayout133.xml"/><Relationship Id="rId14" Type="http://schemas.openxmlformats.org/officeDocument/2006/relationships/slideLayout" Target="../slideLayouts/slideLayout138.xml"/><Relationship Id="rId22" Type="http://schemas.openxmlformats.org/officeDocument/2006/relationships/image" Target="../media/image15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2.xml"/><Relationship Id="rId13" Type="http://schemas.openxmlformats.org/officeDocument/2006/relationships/slideLayout" Target="../slideLayouts/slideLayout157.xml"/><Relationship Id="rId18" Type="http://schemas.openxmlformats.org/officeDocument/2006/relationships/theme" Target="../theme/theme8.xml"/><Relationship Id="rId3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51.xml"/><Relationship Id="rId12" Type="http://schemas.openxmlformats.org/officeDocument/2006/relationships/slideLayout" Target="../slideLayouts/slideLayout156.xml"/><Relationship Id="rId17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46.xml"/><Relationship Id="rId16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45.xml"/><Relationship Id="rId6" Type="http://schemas.openxmlformats.org/officeDocument/2006/relationships/slideLayout" Target="../slideLayouts/slideLayout150.xml"/><Relationship Id="rId11" Type="http://schemas.openxmlformats.org/officeDocument/2006/relationships/slideLayout" Target="../slideLayouts/slideLayout155.xml"/><Relationship Id="rId5" Type="http://schemas.openxmlformats.org/officeDocument/2006/relationships/slideLayout" Target="../slideLayouts/slideLayout149.xml"/><Relationship Id="rId15" Type="http://schemas.openxmlformats.org/officeDocument/2006/relationships/slideLayout" Target="../slideLayouts/slideLayout159.xml"/><Relationship Id="rId10" Type="http://schemas.openxmlformats.org/officeDocument/2006/relationships/slideLayout" Target="../slideLayouts/slideLayout154.xml"/><Relationship Id="rId4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153.xml"/><Relationship Id="rId14" Type="http://schemas.openxmlformats.org/officeDocument/2006/relationships/slideLayout" Target="../slideLayouts/slideLayout15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9.xml"/><Relationship Id="rId13" Type="http://schemas.openxmlformats.org/officeDocument/2006/relationships/slideLayout" Target="../slideLayouts/slideLayout174.xml"/><Relationship Id="rId18" Type="http://schemas.openxmlformats.org/officeDocument/2006/relationships/slideLayout" Target="../slideLayouts/slideLayout179.xml"/><Relationship Id="rId26" Type="http://schemas.openxmlformats.org/officeDocument/2006/relationships/slideLayout" Target="../slideLayouts/slideLayout187.xml"/><Relationship Id="rId3" Type="http://schemas.openxmlformats.org/officeDocument/2006/relationships/slideLayout" Target="../slideLayouts/slideLayout164.xml"/><Relationship Id="rId21" Type="http://schemas.openxmlformats.org/officeDocument/2006/relationships/slideLayout" Target="../slideLayouts/slideLayout182.xml"/><Relationship Id="rId7" Type="http://schemas.openxmlformats.org/officeDocument/2006/relationships/slideLayout" Target="../slideLayouts/slideLayout168.xml"/><Relationship Id="rId12" Type="http://schemas.openxmlformats.org/officeDocument/2006/relationships/slideLayout" Target="../slideLayouts/slideLayout173.xml"/><Relationship Id="rId17" Type="http://schemas.openxmlformats.org/officeDocument/2006/relationships/slideLayout" Target="../slideLayouts/slideLayout178.xml"/><Relationship Id="rId25" Type="http://schemas.openxmlformats.org/officeDocument/2006/relationships/slideLayout" Target="../slideLayouts/slideLayout186.xml"/><Relationship Id="rId2" Type="http://schemas.openxmlformats.org/officeDocument/2006/relationships/slideLayout" Target="../slideLayouts/slideLayout163.xml"/><Relationship Id="rId16" Type="http://schemas.openxmlformats.org/officeDocument/2006/relationships/slideLayout" Target="../slideLayouts/slideLayout177.xml"/><Relationship Id="rId20" Type="http://schemas.openxmlformats.org/officeDocument/2006/relationships/slideLayout" Target="../slideLayouts/slideLayout181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162.xml"/><Relationship Id="rId6" Type="http://schemas.openxmlformats.org/officeDocument/2006/relationships/slideLayout" Target="../slideLayouts/slideLayout167.xml"/><Relationship Id="rId11" Type="http://schemas.openxmlformats.org/officeDocument/2006/relationships/slideLayout" Target="../slideLayouts/slideLayout172.xml"/><Relationship Id="rId24" Type="http://schemas.openxmlformats.org/officeDocument/2006/relationships/slideLayout" Target="../slideLayouts/slideLayout185.xml"/><Relationship Id="rId5" Type="http://schemas.openxmlformats.org/officeDocument/2006/relationships/slideLayout" Target="../slideLayouts/slideLayout166.xml"/><Relationship Id="rId15" Type="http://schemas.openxmlformats.org/officeDocument/2006/relationships/slideLayout" Target="../slideLayouts/slideLayout176.xml"/><Relationship Id="rId23" Type="http://schemas.openxmlformats.org/officeDocument/2006/relationships/slideLayout" Target="../slideLayouts/slideLayout184.xml"/><Relationship Id="rId28" Type="http://schemas.openxmlformats.org/officeDocument/2006/relationships/image" Target="../media/image8.jpg"/><Relationship Id="rId10" Type="http://schemas.openxmlformats.org/officeDocument/2006/relationships/slideLayout" Target="../slideLayouts/slideLayout171.xml"/><Relationship Id="rId19" Type="http://schemas.openxmlformats.org/officeDocument/2006/relationships/slideLayout" Target="../slideLayouts/slideLayout180.xml"/><Relationship Id="rId4" Type="http://schemas.openxmlformats.org/officeDocument/2006/relationships/slideLayout" Target="../slideLayouts/slideLayout165.xml"/><Relationship Id="rId9" Type="http://schemas.openxmlformats.org/officeDocument/2006/relationships/slideLayout" Target="../slideLayouts/slideLayout170.xml"/><Relationship Id="rId14" Type="http://schemas.openxmlformats.org/officeDocument/2006/relationships/slideLayout" Target="../slideLayouts/slideLayout175.xml"/><Relationship Id="rId22" Type="http://schemas.openxmlformats.org/officeDocument/2006/relationships/slideLayout" Target="../slideLayouts/slideLayout183.xml"/><Relationship Id="rId27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5.xml"/><Relationship Id="rId13" Type="http://schemas.openxmlformats.org/officeDocument/2006/relationships/slideLayout" Target="../slideLayouts/slideLayout200.xml"/><Relationship Id="rId18" Type="http://schemas.openxmlformats.org/officeDocument/2006/relationships/theme" Target="../theme/theme10.xml"/><Relationship Id="rId3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94.xml"/><Relationship Id="rId12" Type="http://schemas.openxmlformats.org/officeDocument/2006/relationships/slideLayout" Target="../slideLayouts/slideLayout199.xml"/><Relationship Id="rId17" Type="http://schemas.openxmlformats.org/officeDocument/2006/relationships/slideLayout" Target="../slideLayouts/slideLayout204.xml"/><Relationship Id="rId2" Type="http://schemas.openxmlformats.org/officeDocument/2006/relationships/slideLayout" Target="../slideLayouts/slideLayout189.xml"/><Relationship Id="rId16" Type="http://schemas.openxmlformats.org/officeDocument/2006/relationships/slideLayout" Target="../slideLayouts/slideLayout203.xml"/><Relationship Id="rId1" Type="http://schemas.openxmlformats.org/officeDocument/2006/relationships/slideLayout" Target="../slideLayouts/slideLayout188.xml"/><Relationship Id="rId6" Type="http://schemas.openxmlformats.org/officeDocument/2006/relationships/slideLayout" Target="../slideLayouts/slideLayout193.xml"/><Relationship Id="rId11" Type="http://schemas.openxmlformats.org/officeDocument/2006/relationships/slideLayout" Target="../slideLayouts/slideLayout198.xml"/><Relationship Id="rId5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202.xml"/><Relationship Id="rId10" Type="http://schemas.openxmlformats.org/officeDocument/2006/relationships/slideLayout" Target="../slideLayouts/slideLayout197.xml"/><Relationship Id="rId4" Type="http://schemas.openxmlformats.org/officeDocument/2006/relationships/slideLayout" Target="../slideLayouts/slideLayout191.xml"/><Relationship Id="rId9" Type="http://schemas.openxmlformats.org/officeDocument/2006/relationships/slideLayout" Target="../slideLayouts/slideLayout196.xml"/><Relationship Id="rId14" Type="http://schemas.openxmlformats.org/officeDocument/2006/relationships/slideLayout" Target="../slideLayouts/slideLayout201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2.xml"/><Relationship Id="rId13" Type="http://schemas.openxmlformats.org/officeDocument/2006/relationships/slideLayout" Target="../slideLayouts/slideLayout217.xml"/><Relationship Id="rId18" Type="http://schemas.openxmlformats.org/officeDocument/2006/relationships/slideLayout" Target="../slideLayouts/slideLayout222.xml"/><Relationship Id="rId26" Type="http://schemas.openxmlformats.org/officeDocument/2006/relationships/theme" Target="../theme/theme11.xml"/><Relationship Id="rId3" Type="http://schemas.openxmlformats.org/officeDocument/2006/relationships/slideLayout" Target="../slideLayouts/slideLayout207.xml"/><Relationship Id="rId21" Type="http://schemas.openxmlformats.org/officeDocument/2006/relationships/slideLayout" Target="../slideLayouts/slideLayout225.xml"/><Relationship Id="rId7" Type="http://schemas.openxmlformats.org/officeDocument/2006/relationships/slideLayout" Target="../slideLayouts/slideLayout211.xml"/><Relationship Id="rId12" Type="http://schemas.openxmlformats.org/officeDocument/2006/relationships/slideLayout" Target="../slideLayouts/slideLayout216.xml"/><Relationship Id="rId17" Type="http://schemas.openxmlformats.org/officeDocument/2006/relationships/slideLayout" Target="../slideLayouts/slideLayout221.xml"/><Relationship Id="rId25" Type="http://schemas.openxmlformats.org/officeDocument/2006/relationships/slideLayout" Target="../slideLayouts/slideLayout229.xml"/><Relationship Id="rId2" Type="http://schemas.openxmlformats.org/officeDocument/2006/relationships/slideLayout" Target="../slideLayouts/slideLayout206.xml"/><Relationship Id="rId16" Type="http://schemas.openxmlformats.org/officeDocument/2006/relationships/slideLayout" Target="../slideLayouts/slideLayout220.xml"/><Relationship Id="rId20" Type="http://schemas.openxmlformats.org/officeDocument/2006/relationships/slideLayout" Target="../slideLayouts/slideLayout224.xml"/><Relationship Id="rId1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10.xml"/><Relationship Id="rId11" Type="http://schemas.openxmlformats.org/officeDocument/2006/relationships/slideLayout" Target="../slideLayouts/slideLayout215.xml"/><Relationship Id="rId24" Type="http://schemas.openxmlformats.org/officeDocument/2006/relationships/slideLayout" Target="../slideLayouts/slideLayout228.xml"/><Relationship Id="rId5" Type="http://schemas.openxmlformats.org/officeDocument/2006/relationships/slideLayout" Target="../slideLayouts/slideLayout209.xml"/><Relationship Id="rId15" Type="http://schemas.openxmlformats.org/officeDocument/2006/relationships/slideLayout" Target="../slideLayouts/slideLayout219.xml"/><Relationship Id="rId23" Type="http://schemas.openxmlformats.org/officeDocument/2006/relationships/slideLayout" Target="../slideLayouts/slideLayout227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214.xml"/><Relationship Id="rId19" Type="http://schemas.openxmlformats.org/officeDocument/2006/relationships/slideLayout" Target="../slideLayouts/slideLayout223.xml"/><Relationship Id="rId4" Type="http://schemas.openxmlformats.org/officeDocument/2006/relationships/slideLayout" Target="../slideLayouts/slideLayout208.xml"/><Relationship Id="rId9" Type="http://schemas.openxmlformats.org/officeDocument/2006/relationships/slideLayout" Target="../slideLayouts/slideLayout213.xml"/><Relationship Id="rId14" Type="http://schemas.openxmlformats.org/officeDocument/2006/relationships/slideLayout" Target="../slideLayouts/slideLayout218.xml"/><Relationship Id="rId22" Type="http://schemas.openxmlformats.org/officeDocument/2006/relationships/slideLayout" Target="../slideLayouts/slideLayout226.xml"/><Relationship Id="rId27" Type="http://schemas.openxmlformats.org/officeDocument/2006/relationships/image" Target="../media/image8.jp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7.xml"/><Relationship Id="rId13" Type="http://schemas.openxmlformats.org/officeDocument/2006/relationships/slideLayout" Target="../slideLayouts/slideLayout242.xml"/><Relationship Id="rId18" Type="http://schemas.openxmlformats.org/officeDocument/2006/relationships/slideLayout" Target="../slideLayouts/slideLayout247.xml"/><Relationship Id="rId3" Type="http://schemas.openxmlformats.org/officeDocument/2006/relationships/slideLayout" Target="../slideLayouts/slideLayout232.xml"/><Relationship Id="rId21" Type="http://schemas.openxmlformats.org/officeDocument/2006/relationships/slideLayout" Target="../slideLayouts/slideLayout250.xml"/><Relationship Id="rId7" Type="http://schemas.openxmlformats.org/officeDocument/2006/relationships/slideLayout" Target="../slideLayouts/slideLayout236.xml"/><Relationship Id="rId12" Type="http://schemas.openxmlformats.org/officeDocument/2006/relationships/slideLayout" Target="../slideLayouts/slideLayout241.xml"/><Relationship Id="rId17" Type="http://schemas.openxmlformats.org/officeDocument/2006/relationships/slideLayout" Target="../slideLayouts/slideLayout246.xml"/><Relationship Id="rId25" Type="http://schemas.openxmlformats.org/officeDocument/2006/relationships/image" Target="../media/image14.png"/><Relationship Id="rId2" Type="http://schemas.openxmlformats.org/officeDocument/2006/relationships/slideLayout" Target="../slideLayouts/slideLayout231.xml"/><Relationship Id="rId16" Type="http://schemas.openxmlformats.org/officeDocument/2006/relationships/slideLayout" Target="../slideLayouts/slideLayout245.xml"/><Relationship Id="rId20" Type="http://schemas.openxmlformats.org/officeDocument/2006/relationships/slideLayout" Target="../slideLayouts/slideLayout249.xml"/><Relationship Id="rId1" Type="http://schemas.openxmlformats.org/officeDocument/2006/relationships/slideLayout" Target="../slideLayouts/slideLayout230.xml"/><Relationship Id="rId6" Type="http://schemas.openxmlformats.org/officeDocument/2006/relationships/slideLayout" Target="../slideLayouts/slideLayout235.xml"/><Relationship Id="rId11" Type="http://schemas.openxmlformats.org/officeDocument/2006/relationships/slideLayout" Target="../slideLayouts/slideLayout240.xml"/><Relationship Id="rId24" Type="http://schemas.openxmlformats.org/officeDocument/2006/relationships/image" Target="../media/image8.jpg"/><Relationship Id="rId5" Type="http://schemas.openxmlformats.org/officeDocument/2006/relationships/slideLayout" Target="../slideLayouts/slideLayout234.xml"/><Relationship Id="rId15" Type="http://schemas.openxmlformats.org/officeDocument/2006/relationships/slideLayout" Target="../slideLayouts/slideLayout244.xml"/><Relationship Id="rId23" Type="http://schemas.openxmlformats.org/officeDocument/2006/relationships/theme" Target="../theme/theme12.xml"/><Relationship Id="rId10" Type="http://schemas.openxmlformats.org/officeDocument/2006/relationships/slideLayout" Target="../slideLayouts/slideLayout239.xml"/><Relationship Id="rId19" Type="http://schemas.openxmlformats.org/officeDocument/2006/relationships/slideLayout" Target="../slideLayouts/slideLayout248.xml"/><Relationship Id="rId4" Type="http://schemas.openxmlformats.org/officeDocument/2006/relationships/slideLayout" Target="../slideLayouts/slideLayout233.xml"/><Relationship Id="rId9" Type="http://schemas.openxmlformats.org/officeDocument/2006/relationships/slideLayout" Target="../slideLayouts/slideLayout238.xml"/><Relationship Id="rId14" Type="http://schemas.openxmlformats.org/officeDocument/2006/relationships/slideLayout" Target="../slideLayouts/slideLayout243.xml"/><Relationship Id="rId22" Type="http://schemas.openxmlformats.org/officeDocument/2006/relationships/slideLayout" Target="../slideLayouts/slideLayout2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1803774" y="6581013"/>
            <a:ext cx="372196" cy="276987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fld id="{5E083074-D3FF-49A6-8E12-2ECAA15AAAA1}" type="slidenum">
              <a:rPr lang="zh-CN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4634" r:id="rId3"/>
    <p:sldLayoutId id="2147484633" r:id="rId4"/>
    <p:sldLayoutId id="2147483651" r:id="rId5"/>
    <p:sldLayoutId id="2147483652" r:id="rId6"/>
    <p:sldLayoutId id="2147483653" r:id="rId7"/>
    <p:sldLayoutId id="2147483654" r:id="rId8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1">
            <a:extLst>
              <a:ext uri="{FF2B5EF4-FFF2-40B4-BE49-F238E27FC236}">
                <a16:creationId xmlns:a16="http://schemas.microsoft.com/office/drawing/2014/main" id="{BF0A28E6-27C8-F660-D593-EFD6DA2267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C2F7084D-7EAE-2DD4-8488-B494D6C147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09" t="23955" r="40919" b="37048"/>
          <a:stretch/>
        </p:blipFill>
        <p:spPr>
          <a:xfrm>
            <a:off x="152401" y="50489"/>
            <a:ext cx="461681" cy="51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0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0" r:id="rId1"/>
    <p:sldLayoutId id="2147484411" r:id="rId2"/>
    <p:sldLayoutId id="2147484412" r:id="rId3"/>
    <p:sldLayoutId id="2147484413" r:id="rId4"/>
    <p:sldLayoutId id="2147484414" r:id="rId5"/>
    <p:sldLayoutId id="2147484415" r:id="rId6"/>
    <p:sldLayoutId id="2147484416" r:id="rId7"/>
    <p:sldLayoutId id="2147484417" r:id="rId8"/>
    <p:sldLayoutId id="2147484418" r:id="rId9"/>
    <p:sldLayoutId id="2147484419" r:id="rId10"/>
    <p:sldLayoutId id="2147484420" r:id="rId11"/>
    <p:sldLayoutId id="2147484421" r:id="rId12"/>
    <p:sldLayoutId id="2147484422" r:id="rId13"/>
    <p:sldLayoutId id="2147484423" r:id="rId14"/>
    <p:sldLayoutId id="2147484424" r:id="rId15"/>
    <p:sldLayoutId id="2147484425" r:id="rId16"/>
    <p:sldLayoutId id="2147484426" r:id="rId17"/>
    <p:sldLayoutId id="2147484427" r:id="rId18"/>
    <p:sldLayoutId id="2147484428" r:id="rId19"/>
    <p:sldLayoutId id="2147484429" r:id="rId20"/>
    <p:sldLayoutId id="2147484430" r:id="rId21"/>
    <p:sldLayoutId id="2147484431" r:id="rId22"/>
    <p:sldLayoutId id="2147484432" r:id="rId23"/>
    <p:sldLayoutId id="2147484433" r:id="rId24"/>
    <p:sldLayoutId id="2147484435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21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4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6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87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66" indent="-241066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310" indent="-202006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55" indent="-160712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78" indent="-161828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400" indent="-160712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822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245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666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2087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21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45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66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87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12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532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955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376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B61907-CE38-43EF-ABC9-71DF18B992B9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35" y="0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582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7" r:id="rId1"/>
    <p:sldLayoutId id="2147484468" r:id="rId2"/>
    <p:sldLayoutId id="2147484469" r:id="rId3"/>
    <p:sldLayoutId id="2147484470" r:id="rId4"/>
    <p:sldLayoutId id="2147484471" r:id="rId5"/>
    <p:sldLayoutId id="2147484472" r:id="rId6"/>
    <p:sldLayoutId id="2147484473" r:id="rId7"/>
    <p:sldLayoutId id="2147484474" r:id="rId8"/>
    <p:sldLayoutId id="2147484475" r:id="rId9"/>
    <p:sldLayoutId id="2147484476" r:id="rId10"/>
    <p:sldLayoutId id="2147484477" r:id="rId11"/>
    <p:sldLayoutId id="2147484478" r:id="rId12"/>
    <p:sldLayoutId id="2147484479" r:id="rId13"/>
    <p:sldLayoutId id="2147484480" r:id="rId14"/>
    <p:sldLayoutId id="2147484481" r:id="rId15"/>
    <p:sldLayoutId id="2147484482" r:id="rId16"/>
    <p:sldLayoutId id="2147484483" r:id="rId17"/>
    <p:sldLayoutId id="2147484484" r:id="rId18"/>
    <p:sldLayoutId id="2147484485" r:id="rId19"/>
    <p:sldLayoutId id="2147484486" r:id="rId20"/>
    <p:sldLayoutId id="2147484487" r:id="rId21"/>
    <p:sldLayoutId id="2147484488" r:id="rId22"/>
    <p:sldLayoutId id="2147484489" r:id="rId23"/>
    <p:sldLayoutId id="2147484490" r:id="rId24"/>
    <p:sldLayoutId id="2147484491" r:id="rId25"/>
    <p:sldLayoutId id="2147484492" r:id="rId26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1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2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4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5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61" indent="-241061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98" indent="-202002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35" indent="-160708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51" indent="-161824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364" indent="-160708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778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93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606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2018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13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29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43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55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072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84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98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312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6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3" y="9965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36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1155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94" r:id="rId1"/>
    <p:sldLayoutId id="2147484495" r:id="rId2"/>
    <p:sldLayoutId id="2147484496" r:id="rId3"/>
    <p:sldLayoutId id="2147484497" r:id="rId4"/>
    <p:sldLayoutId id="2147484498" r:id="rId5"/>
    <p:sldLayoutId id="2147484499" r:id="rId6"/>
    <p:sldLayoutId id="2147484500" r:id="rId7"/>
    <p:sldLayoutId id="2147484501" r:id="rId8"/>
    <p:sldLayoutId id="2147484502" r:id="rId9"/>
    <p:sldLayoutId id="2147484503" r:id="rId10"/>
    <p:sldLayoutId id="2147484504" r:id="rId11"/>
    <p:sldLayoutId id="2147484505" r:id="rId12"/>
    <p:sldLayoutId id="2147484506" r:id="rId13"/>
    <p:sldLayoutId id="2147484507" r:id="rId14"/>
    <p:sldLayoutId id="2147484508" r:id="rId15"/>
    <p:sldLayoutId id="2147484509" r:id="rId16"/>
    <p:sldLayoutId id="2147484510" r:id="rId17"/>
    <p:sldLayoutId id="2147484511" r:id="rId18"/>
    <p:sldLayoutId id="2147484512" r:id="rId19"/>
    <p:sldLayoutId id="2147484513" r:id="rId20"/>
    <p:sldLayoutId id="2147484514" r:id="rId21"/>
    <p:sldLayoutId id="2147484515" r:id="rId22"/>
    <p:sldLayoutId id="2147484516" r:id="rId23"/>
    <p:sldLayoutId id="2147484517" r:id="rId24"/>
    <p:sldLayoutId id="2147484518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8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77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16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551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41" indent="-241041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55" indent="-201984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471" indent="-160695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860" indent="-161811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247" indent="-160695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634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022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09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798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88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77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165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551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942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328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716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04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2" y="9963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36"/>
            <a:ext cx="7879080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8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8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1306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0" r:id="rId1"/>
    <p:sldLayoutId id="2147484521" r:id="rId2"/>
    <p:sldLayoutId id="2147484522" r:id="rId3"/>
    <p:sldLayoutId id="2147484523" r:id="rId4"/>
    <p:sldLayoutId id="2147484524" r:id="rId5"/>
    <p:sldLayoutId id="2147484525" r:id="rId6"/>
    <p:sldLayoutId id="2147484526" r:id="rId7"/>
    <p:sldLayoutId id="2147484527" r:id="rId8"/>
    <p:sldLayoutId id="2147484528" r:id="rId9"/>
    <p:sldLayoutId id="2147484529" r:id="rId10"/>
    <p:sldLayoutId id="2147484530" r:id="rId11"/>
    <p:sldLayoutId id="2147484531" r:id="rId12"/>
    <p:sldLayoutId id="2147484532" r:id="rId13"/>
    <p:sldLayoutId id="2147484533" r:id="rId14"/>
    <p:sldLayoutId id="2147484534" r:id="rId15"/>
    <p:sldLayoutId id="2147484535" r:id="rId16"/>
    <p:sldLayoutId id="2147484536" r:id="rId17"/>
    <p:sldLayoutId id="2147484537" r:id="rId18"/>
    <p:sldLayoutId id="2147484538" r:id="rId19"/>
    <p:sldLayoutId id="2147484539" r:id="rId20"/>
    <p:sldLayoutId id="2147484540" r:id="rId21"/>
    <p:sldLayoutId id="2147484541" r:id="rId22"/>
    <p:sldLayoutId id="2147484542" r:id="rId23"/>
    <p:sldLayoutId id="2147484543" r:id="rId24"/>
    <p:sldLayoutId id="2147484544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9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9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18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58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47" indent="-241047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68" indent="-201989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490" indent="-160698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888" indent="-161814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282" indent="-160698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679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075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69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866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96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93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189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583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982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376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772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68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648046" y="281227"/>
            <a:ext cx="457176" cy="246221"/>
          </a:xfrm>
          <a:prstGeom prst="rect">
            <a:avLst/>
          </a:prstGeom>
          <a:noFill/>
        </p:spPr>
        <p:txBody>
          <a:bodyPr wrap="none" tIns="0" bIns="0" rtlCol="0" anchor="ctr" anchorCtr="1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C65BA3-EF8F-408F-A22D-18BBE8C1E8E8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442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6" r:id="rId1"/>
    <p:sldLayoutId id="2147484637" r:id="rId2"/>
    <p:sldLayoutId id="2147484638" r:id="rId3"/>
    <p:sldLayoutId id="2147484639" r:id="rId4"/>
    <p:sldLayoutId id="2147484640" r:id="rId5"/>
    <p:sldLayoutId id="2147484641" r:id="rId6"/>
    <p:sldLayoutId id="2147484642" r:id="rId7"/>
    <p:sldLayoutId id="2147484643" r:id="rId8"/>
    <p:sldLayoutId id="2147484644" r:id="rId9"/>
    <p:sldLayoutId id="2147484645" r:id="rId10"/>
    <p:sldLayoutId id="2147484646" r:id="rId11"/>
    <p:sldLayoutId id="2147484647" r:id="rId12"/>
    <p:sldLayoutId id="2147484648" r:id="rId13"/>
    <p:sldLayoutId id="2147484649" r:id="rId14"/>
    <p:sldLayoutId id="2147484650" r:id="rId1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456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575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835" indent="-22860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9144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37871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002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02133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34264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56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4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7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648046" y="281227"/>
            <a:ext cx="457176" cy="246221"/>
          </a:xfrm>
          <a:prstGeom prst="rect">
            <a:avLst/>
          </a:prstGeom>
          <a:noFill/>
        </p:spPr>
        <p:txBody>
          <a:bodyPr wrap="none" tIns="0" bIns="0" rtlCol="0" anchor="ctr" anchorCtr="1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03FF89-D6BC-427F-AEEF-1C1BC6695141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214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52" r:id="rId1"/>
    <p:sldLayoutId id="2147484653" r:id="rId2"/>
    <p:sldLayoutId id="2147484654" r:id="rId3"/>
    <p:sldLayoutId id="2147484655" r:id="rId4"/>
    <p:sldLayoutId id="2147484656" r:id="rId5"/>
    <p:sldLayoutId id="2147484657" r:id="rId6"/>
    <p:sldLayoutId id="2147484658" r:id="rId7"/>
    <p:sldLayoutId id="2147484659" r:id="rId8"/>
    <p:sldLayoutId id="2147484660" r:id="rId9"/>
    <p:sldLayoutId id="2147484661" r:id="rId10"/>
    <p:sldLayoutId id="2147484662" r:id="rId11"/>
    <p:sldLayoutId id="2147484663" r:id="rId12"/>
    <p:sldLayoutId id="2147484664" r:id="rId13"/>
    <p:sldLayoutId id="2147484665" r:id="rId14"/>
    <p:sldLayoutId id="2147484666" r:id="rId15"/>
    <p:sldLayoutId id="2147484667" r:id="rId16"/>
    <p:sldLayoutId id="2147484668" r:id="rId17"/>
    <p:sldLayoutId id="2147484669" r:id="rId18"/>
    <p:sldLayoutId id="2147484670" r:id="rId19"/>
    <p:sldLayoutId id="2147484671" r:id="rId20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456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575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835" indent="-22860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9144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37871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002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02133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34264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56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4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7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ChangeArrowheads="1"/>
          </p:cNvSpPr>
          <p:nvPr/>
        </p:nvSpPr>
        <p:spPr bwMode="gray">
          <a:xfrm>
            <a:off x="1595" y="10"/>
            <a:ext cx="12190412" cy="255746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2400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827198" y="317504"/>
            <a:ext cx="10742124" cy="2600325"/>
            <a:chOff x="664" y="1951"/>
            <a:chExt cx="4308" cy="2120"/>
          </a:xfrm>
        </p:grpSpPr>
        <p:sp>
          <p:nvSpPr>
            <p:cNvPr id="9" name="Freeform 19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/>
              <a:ahLst/>
              <a:cxnLst>
                <a:cxn ang="0">
                  <a:pos x="116" y="258"/>
                </a:cxn>
                <a:cxn ang="0">
                  <a:pos x="320" y="210"/>
                </a:cxn>
                <a:cxn ang="0">
                  <a:pos x="434" y="240"/>
                </a:cxn>
                <a:cxn ang="0">
                  <a:pos x="416" y="444"/>
                </a:cxn>
                <a:cxn ang="0">
                  <a:pos x="272" y="582"/>
                </a:cxn>
                <a:cxn ang="0">
                  <a:pos x="218" y="714"/>
                </a:cxn>
                <a:cxn ang="0">
                  <a:pos x="284" y="964"/>
                </a:cxn>
                <a:cxn ang="0">
                  <a:pos x="316" y="960"/>
                </a:cxn>
                <a:cxn ang="0">
                  <a:pos x="328" y="906"/>
                </a:cxn>
                <a:cxn ang="0">
                  <a:pos x="478" y="1154"/>
                </a:cxn>
                <a:cxn ang="0">
                  <a:pos x="650" y="1200"/>
                </a:cxn>
                <a:cxn ang="0">
                  <a:pos x="794" y="1350"/>
                </a:cxn>
                <a:cxn ang="0">
                  <a:pos x="854" y="1422"/>
                </a:cxn>
                <a:cxn ang="0">
                  <a:pos x="770" y="1608"/>
                </a:cxn>
                <a:cxn ang="0">
                  <a:pos x="916" y="1782"/>
                </a:cxn>
                <a:cxn ang="0">
                  <a:pos x="1034" y="2022"/>
                </a:cxn>
                <a:cxn ang="0">
                  <a:pos x="1094" y="2310"/>
                </a:cxn>
                <a:cxn ang="0">
                  <a:pos x="1194" y="2540"/>
                </a:cxn>
                <a:cxn ang="0">
                  <a:pos x="1280" y="2520"/>
                </a:cxn>
                <a:cxn ang="0">
                  <a:pos x="1244" y="2394"/>
                </a:cxn>
                <a:cxn ang="0">
                  <a:pos x="1288" y="2306"/>
                </a:cxn>
                <a:cxn ang="0">
                  <a:pos x="1368" y="2228"/>
                </a:cxn>
                <a:cxn ang="0">
                  <a:pos x="1448" y="2076"/>
                </a:cxn>
                <a:cxn ang="0">
                  <a:pos x="1568" y="1950"/>
                </a:cxn>
                <a:cxn ang="0">
                  <a:pos x="1622" y="1746"/>
                </a:cxn>
                <a:cxn ang="0">
                  <a:pos x="1552" y="1538"/>
                </a:cxn>
                <a:cxn ang="0">
                  <a:pos x="1376" y="1410"/>
                </a:cxn>
                <a:cxn ang="0">
                  <a:pos x="1104" y="1280"/>
                </a:cxn>
                <a:cxn ang="0">
                  <a:pos x="974" y="1260"/>
                </a:cxn>
                <a:cxn ang="0">
                  <a:pos x="904" y="1268"/>
                </a:cxn>
                <a:cxn ang="0">
                  <a:pos x="794" y="1308"/>
                </a:cxn>
                <a:cxn ang="0">
                  <a:pos x="758" y="1174"/>
                </a:cxn>
                <a:cxn ang="0">
                  <a:pos x="736" y="1062"/>
                </a:cxn>
                <a:cxn ang="0">
                  <a:pos x="632" y="1104"/>
                </a:cxn>
                <a:cxn ang="0">
                  <a:pos x="568" y="950"/>
                </a:cxn>
                <a:cxn ang="0">
                  <a:pos x="740" y="912"/>
                </a:cxn>
                <a:cxn ang="0">
                  <a:pos x="842" y="906"/>
                </a:cxn>
                <a:cxn ang="0">
                  <a:pos x="896" y="900"/>
                </a:cxn>
                <a:cxn ang="0">
                  <a:pos x="1058" y="750"/>
                </a:cxn>
                <a:cxn ang="0">
                  <a:pos x="1184" y="678"/>
                </a:cxn>
                <a:cxn ang="0">
                  <a:pos x="1278" y="636"/>
                </a:cxn>
                <a:cxn ang="0">
                  <a:pos x="1340" y="538"/>
                </a:cxn>
                <a:cxn ang="0">
                  <a:pos x="1288" y="512"/>
                </a:cxn>
                <a:cxn ang="0">
                  <a:pos x="1526" y="456"/>
                </a:cxn>
                <a:cxn ang="0">
                  <a:pos x="1406" y="342"/>
                </a:cxn>
                <a:cxn ang="0">
                  <a:pos x="1328" y="264"/>
                </a:cxn>
                <a:cxn ang="0">
                  <a:pos x="1222" y="364"/>
                </a:cxn>
                <a:cxn ang="0">
                  <a:pos x="1110" y="444"/>
                </a:cxn>
                <a:cxn ang="0">
                  <a:pos x="1022" y="304"/>
                </a:cxn>
                <a:cxn ang="0">
                  <a:pos x="1212" y="240"/>
                </a:cxn>
                <a:cxn ang="0">
                  <a:pos x="1266" y="198"/>
                </a:cxn>
                <a:cxn ang="0">
                  <a:pos x="1328" y="172"/>
                </a:cxn>
                <a:cxn ang="0">
                  <a:pos x="1286" y="144"/>
                </a:cxn>
                <a:cxn ang="0">
                  <a:pos x="1262" y="120"/>
                </a:cxn>
                <a:cxn ang="0">
                  <a:pos x="1202" y="102"/>
                </a:cxn>
                <a:cxn ang="0">
                  <a:pos x="1106" y="136"/>
                </a:cxn>
                <a:cxn ang="0">
                  <a:pos x="950" y="120"/>
                </a:cxn>
                <a:cxn ang="0">
                  <a:pos x="550" y="0"/>
                </a:cxn>
                <a:cxn ang="0">
                  <a:pos x="344" y="32"/>
                </a:cxn>
                <a:cxn ang="0">
                  <a:pos x="290" y="102"/>
                </a:cxn>
                <a:cxn ang="0">
                  <a:pos x="128" y="174"/>
                </a:cxn>
                <a:cxn ang="0">
                  <a:pos x="128" y="216"/>
                </a:cxn>
                <a:cxn ang="0">
                  <a:pos x="2" y="252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" name="Freeform 20"/>
            <p:cNvSpPr>
              <a:spLocks/>
            </p:cNvSpPr>
            <p:nvPr/>
          </p:nvSpPr>
          <p:spPr bwMode="invGray">
            <a:xfrm>
              <a:off x="703" y="2231"/>
              <a:ext cx="33" cy="27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22"/>
                </a:cxn>
                <a:cxn ang="0">
                  <a:pos x="22" y="38"/>
                </a:cxn>
                <a:cxn ang="0">
                  <a:pos x="46" y="26"/>
                </a:cxn>
                <a:cxn ang="0">
                  <a:pos x="30" y="0"/>
                </a:cxn>
                <a:cxn ang="0">
                  <a:pos x="16" y="4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" name="Freeform 21"/>
            <p:cNvSpPr>
              <a:spLocks/>
            </p:cNvSpPr>
            <p:nvPr/>
          </p:nvSpPr>
          <p:spPr bwMode="invGray">
            <a:xfrm>
              <a:off x="1010" y="2354"/>
              <a:ext cx="39" cy="31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6" y="44"/>
                </a:cxn>
                <a:cxn ang="0">
                  <a:pos x="42" y="42"/>
                </a:cxn>
                <a:cxn ang="0">
                  <a:pos x="38" y="16"/>
                </a:cxn>
                <a:cxn ang="0">
                  <a:pos x="26" y="2"/>
                </a:cxn>
                <a:cxn ang="0">
                  <a:pos x="12" y="0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invGray">
            <a:xfrm>
              <a:off x="1792" y="2410"/>
              <a:ext cx="98" cy="71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9" y="8"/>
                </a:cxn>
                <a:cxn ang="0">
                  <a:pos x="53" y="24"/>
                </a:cxn>
                <a:cxn ang="0">
                  <a:pos x="39" y="40"/>
                </a:cxn>
                <a:cxn ang="0">
                  <a:pos x="21" y="52"/>
                </a:cxn>
                <a:cxn ang="0">
                  <a:pos x="63" y="82"/>
                </a:cxn>
                <a:cxn ang="0">
                  <a:pos x="79" y="94"/>
                </a:cxn>
                <a:cxn ang="0">
                  <a:pos x="85" y="92"/>
                </a:cxn>
                <a:cxn ang="0">
                  <a:pos x="89" y="86"/>
                </a:cxn>
                <a:cxn ang="0">
                  <a:pos x="97" y="98"/>
                </a:cxn>
                <a:cxn ang="0">
                  <a:pos x="123" y="86"/>
                </a:cxn>
                <a:cxn ang="0">
                  <a:pos x="129" y="74"/>
                </a:cxn>
                <a:cxn ang="0">
                  <a:pos x="101" y="40"/>
                </a:cxn>
                <a:cxn ang="0">
                  <a:pos x="115" y="24"/>
                </a:cxn>
                <a:cxn ang="0">
                  <a:pos x="111" y="4"/>
                </a:cxn>
                <a:cxn ang="0">
                  <a:pos x="97" y="0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3" name="Freeform 23"/>
            <p:cNvSpPr>
              <a:spLocks/>
            </p:cNvSpPr>
            <p:nvPr/>
          </p:nvSpPr>
          <p:spPr bwMode="invGray">
            <a:xfrm>
              <a:off x="1318" y="2794"/>
              <a:ext cx="158" cy="83"/>
            </a:xfrm>
            <a:custGeom>
              <a:avLst/>
              <a:gdLst/>
              <a:ahLst/>
              <a:cxnLst>
                <a:cxn ang="0">
                  <a:pos x="47" y="12"/>
                </a:cxn>
                <a:cxn ang="0">
                  <a:pos x="17" y="12"/>
                </a:cxn>
                <a:cxn ang="0">
                  <a:pos x="5" y="16"/>
                </a:cxn>
                <a:cxn ang="0">
                  <a:pos x="25" y="52"/>
                </a:cxn>
                <a:cxn ang="0">
                  <a:pos x="51" y="44"/>
                </a:cxn>
                <a:cxn ang="0">
                  <a:pos x="93" y="54"/>
                </a:cxn>
                <a:cxn ang="0">
                  <a:pos x="111" y="60"/>
                </a:cxn>
                <a:cxn ang="0">
                  <a:pos x="133" y="88"/>
                </a:cxn>
                <a:cxn ang="0">
                  <a:pos x="141" y="112"/>
                </a:cxn>
                <a:cxn ang="0">
                  <a:pos x="157" y="100"/>
                </a:cxn>
                <a:cxn ang="0">
                  <a:pos x="169" y="96"/>
                </a:cxn>
                <a:cxn ang="0">
                  <a:pos x="187" y="102"/>
                </a:cxn>
                <a:cxn ang="0">
                  <a:pos x="195" y="80"/>
                </a:cxn>
                <a:cxn ang="0">
                  <a:pos x="153" y="54"/>
                </a:cxn>
                <a:cxn ang="0">
                  <a:pos x="105" y="20"/>
                </a:cxn>
                <a:cxn ang="0">
                  <a:pos x="53" y="26"/>
                </a:cxn>
                <a:cxn ang="0">
                  <a:pos x="47" y="12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4" name="Freeform 24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43" y="6"/>
                </a:cxn>
                <a:cxn ang="0">
                  <a:pos x="31" y="30"/>
                </a:cxn>
                <a:cxn ang="0">
                  <a:pos x="15" y="34"/>
                </a:cxn>
                <a:cxn ang="0">
                  <a:pos x="3" y="42"/>
                </a:cxn>
                <a:cxn ang="0">
                  <a:pos x="13" y="54"/>
                </a:cxn>
                <a:cxn ang="0">
                  <a:pos x="133" y="34"/>
                </a:cxn>
                <a:cxn ang="0">
                  <a:pos x="123" y="16"/>
                </a:cxn>
                <a:cxn ang="0">
                  <a:pos x="105" y="8"/>
                </a:cxn>
                <a:cxn ang="0">
                  <a:pos x="101" y="24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57" y="0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5" name="Freeform 25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6" name="Freeform 26"/>
            <p:cNvSpPr>
              <a:spLocks/>
            </p:cNvSpPr>
            <p:nvPr/>
          </p:nvSpPr>
          <p:spPr bwMode="invGray">
            <a:xfrm>
              <a:off x="1609" y="2885"/>
              <a:ext cx="12" cy="2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16" y="34"/>
                </a:cxn>
                <a:cxn ang="0">
                  <a:pos x="12" y="18"/>
                </a:cxn>
                <a:cxn ang="0">
                  <a:pos x="16" y="6"/>
                </a:cxn>
                <a:cxn ang="0">
                  <a:pos x="14" y="0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7" name="Freeform 27"/>
            <p:cNvSpPr>
              <a:spLocks/>
            </p:cNvSpPr>
            <p:nvPr/>
          </p:nvSpPr>
          <p:spPr bwMode="invGray">
            <a:xfrm>
              <a:off x="1426" y="2039"/>
              <a:ext cx="180" cy="87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24" y="31"/>
                </a:cxn>
                <a:cxn ang="0">
                  <a:pos x="6" y="37"/>
                </a:cxn>
                <a:cxn ang="0">
                  <a:pos x="0" y="39"/>
                </a:cxn>
                <a:cxn ang="0">
                  <a:pos x="26" y="59"/>
                </a:cxn>
                <a:cxn ang="0">
                  <a:pos x="38" y="63"/>
                </a:cxn>
                <a:cxn ang="0">
                  <a:pos x="68" y="47"/>
                </a:cxn>
                <a:cxn ang="0">
                  <a:pos x="80" y="43"/>
                </a:cxn>
                <a:cxn ang="0">
                  <a:pos x="82" y="55"/>
                </a:cxn>
                <a:cxn ang="0">
                  <a:pos x="64" y="61"/>
                </a:cxn>
                <a:cxn ang="0">
                  <a:pos x="72" y="73"/>
                </a:cxn>
                <a:cxn ang="0">
                  <a:pos x="40" y="87"/>
                </a:cxn>
                <a:cxn ang="0">
                  <a:pos x="70" y="109"/>
                </a:cxn>
                <a:cxn ang="0">
                  <a:pos x="82" y="113"/>
                </a:cxn>
                <a:cxn ang="0">
                  <a:pos x="118" y="103"/>
                </a:cxn>
                <a:cxn ang="0">
                  <a:pos x="150" y="105"/>
                </a:cxn>
                <a:cxn ang="0">
                  <a:pos x="168" y="117"/>
                </a:cxn>
                <a:cxn ang="0">
                  <a:pos x="204" y="109"/>
                </a:cxn>
                <a:cxn ang="0">
                  <a:pos x="224" y="103"/>
                </a:cxn>
                <a:cxn ang="0">
                  <a:pos x="222" y="77"/>
                </a:cxn>
                <a:cxn ang="0">
                  <a:pos x="234" y="69"/>
                </a:cxn>
                <a:cxn ang="0">
                  <a:pos x="238" y="47"/>
                </a:cxn>
                <a:cxn ang="0">
                  <a:pos x="210" y="57"/>
                </a:cxn>
                <a:cxn ang="0">
                  <a:pos x="200" y="43"/>
                </a:cxn>
                <a:cxn ang="0">
                  <a:pos x="172" y="45"/>
                </a:cxn>
                <a:cxn ang="0">
                  <a:pos x="134" y="9"/>
                </a:cxn>
                <a:cxn ang="0">
                  <a:pos x="94" y="11"/>
                </a:cxn>
                <a:cxn ang="0">
                  <a:pos x="82" y="1"/>
                </a:cxn>
                <a:cxn ang="0">
                  <a:pos x="64" y="1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8" name="Freeform 28"/>
            <p:cNvSpPr>
              <a:spLocks/>
            </p:cNvSpPr>
            <p:nvPr/>
          </p:nvSpPr>
          <p:spPr bwMode="invGray">
            <a:xfrm>
              <a:off x="1506" y="1998"/>
              <a:ext cx="146" cy="61"/>
            </a:xfrm>
            <a:custGeom>
              <a:avLst/>
              <a:gdLst/>
              <a:ahLst/>
              <a:cxnLst>
                <a:cxn ang="0">
                  <a:pos x="97" y="10"/>
                </a:cxn>
                <a:cxn ang="0">
                  <a:pos x="13" y="24"/>
                </a:cxn>
                <a:cxn ang="0">
                  <a:pos x="9" y="34"/>
                </a:cxn>
                <a:cxn ang="0">
                  <a:pos x="57" y="52"/>
                </a:cxn>
                <a:cxn ang="0">
                  <a:pos x="135" y="74"/>
                </a:cxn>
                <a:cxn ang="0">
                  <a:pos x="175" y="68"/>
                </a:cxn>
                <a:cxn ang="0">
                  <a:pos x="187" y="64"/>
                </a:cxn>
                <a:cxn ang="0">
                  <a:pos x="175" y="44"/>
                </a:cxn>
                <a:cxn ang="0">
                  <a:pos x="163" y="36"/>
                </a:cxn>
                <a:cxn ang="0">
                  <a:pos x="129" y="26"/>
                </a:cxn>
                <a:cxn ang="0">
                  <a:pos x="97" y="10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9" name="Freeform 29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51" y="23"/>
                </a:cxn>
                <a:cxn ang="0">
                  <a:pos x="21" y="39"/>
                </a:cxn>
                <a:cxn ang="0">
                  <a:pos x="53" y="77"/>
                </a:cxn>
                <a:cxn ang="0">
                  <a:pos x="79" y="85"/>
                </a:cxn>
                <a:cxn ang="0">
                  <a:pos x="103" y="99"/>
                </a:cxn>
                <a:cxn ang="0">
                  <a:pos x="127" y="85"/>
                </a:cxn>
                <a:cxn ang="0">
                  <a:pos x="143" y="101"/>
                </a:cxn>
                <a:cxn ang="0">
                  <a:pos x="149" y="127"/>
                </a:cxn>
                <a:cxn ang="0">
                  <a:pos x="115" y="151"/>
                </a:cxn>
                <a:cxn ang="0">
                  <a:pos x="89" y="173"/>
                </a:cxn>
                <a:cxn ang="0">
                  <a:pos x="69" y="169"/>
                </a:cxn>
                <a:cxn ang="0">
                  <a:pos x="57" y="165"/>
                </a:cxn>
                <a:cxn ang="0">
                  <a:pos x="43" y="187"/>
                </a:cxn>
                <a:cxn ang="0">
                  <a:pos x="39" y="199"/>
                </a:cxn>
                <a:cxn ang="0">
                  <a:pos x="73" y="205"/>
                </a:cxn>
                <a:cxn ang="0">
                  <a:pos x="95" y="203"/>
                </a:cxn>
                <a:cxn ang="0">
                  <a:pos x="115" y="231"/>
                </a:cxn>
                <a:cxn ang="0">
                  <a:pos x="127" y="235"/>
                </a:cxn>
                <a:cxn ang="0">
                  <a:pos x="139" y="239"/>
                </a:cxn>
                <a:cxn ang="0">
                  <a:pos x="155" y="251"/>
                </a:cxn>
                <a:cxn ang="0">
                  <a:pos x="181" y="237"/>
                </a:cxn>
                <a:cxn ang="0">
                  <a:pos x="203" y="235"/>
                </a:cxn>
                <a:cxn ang="0">
                  <a:pos x="229" y="213"/>
                </a:cxn>
                <a:cxn ang="0">
                  <a:pos x="225" y="185"/>
                </a:cxn>
                <a:cxn ang="0">
                  <a:pos x="217" y="173"/>
                </a:cxn>
                <a:cxn ang="0">
                  <a:pos x="233" y="167"/>
                </a:cxn>
                <a:cxn ang="0">
                  <a:pos x="245" y="183"/>
                </a:cxn>
                <a:cxn ang="0">
                  <a:pos x="247" y="197"/>
                </a:cxn>
                <a:cxn ang="0">
                  <a:pos x="261" y="193"/>
                </a:cxn>
                <a:cxn ang="0">
                  <a:pos x="303" y="169"/>
                </a:cxn>
                <a:cxn ang="0">
                  <a:pos x="293" y="147"/>
                </a:cxn>
                <a:cxn ang="0">
                  <a:pos x="259" y="123"/>
                </a:cxn>
                <a:cxn ang="0">
                  <a:pos x="265" y="107"/>
                </a:cxn>
                <a:cxn ang="0">
                  <a:pos x="277" y="103"/>
                </a:cxn>
                <a:cxn ang="0">
                  <a:pos x="253" y="63"/>
                </a:cxn>
                <a:cxn ang="0">
                  <a:pos x="233" y="59"/>
                </a:cxn>
                <a:cxn ang="0">
                  <a:pos x="221" y="55"/>
                </a:cxn>
                <a:cxn ang="0">
                  <a:pos x="201" y="33"/>
                </a:cxn>
                <a:cxn ang="0">
                  <a:pos x="155" y="45"/>
                </a:cxn>
                <a:cxn ang="0">
                  <a:pos x="167" y="25"/>
                </a:cxn>
                <a:cxn ang="0">
                  <a:pos x="139" y="17"/>
                </a:cxn>
                <a:cxn ang="0">
                  <a:pos x="119" y="19"/>
                </a:cxn>
                <a:cxn ang="0">
                  <a:pos x="67" y="9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0" name="Freeform 30"/>
            <p:cNvSpPr>
              <a:spLocks/>
            </p:cNvSpPr>
            <p:nvPr/>
          </p:nvSpPr>
          <p:spPr bwMode="invGray">
            <a:xfrm>
              <a:off x="1709" y="1987"/>
              <a:ext cx="44" cy="39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0"/>
                </a:cxn>
                <a:cxn ang="0">
                  <a:pos x="30" y="40"/>
                </a:cxn>
                <a:cxn ang="0">
                  <a:pos x="48" y="50"/>
                </a:cxn>
                <a:cxn ang="0">
                  <a:pos x="58" y="28"/>
                </a:cxn>
                <a:cxn ang="0">
                  <a:pos x="44" y="8"/>
                </a:cxn>
                <a:cxn ang="0">
                  <a:pos x="26" y="0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1" name="Freeform 31"/>
            <p:cNvSpPr>
              <a:spLocks/>
            </p:cNvSpPr>
            <p:nvPr/>
          </p:nvSpPr>
          <p:spPr bwMode="invGray">
            <a:xfrm>
              <a:off x="1625" y="2057"/>
              <a:ext cx="65" cy="41"/>
            </a:xfrm>
            <a:custGeom>
              <a:avLst/>
              <a:gdLst/>
              <a:ahLst/>
              <a:cxnLst>
                <a:cxn ang="0">
                  <a:pos x="44" y="7"/>
                </a:cxn>
                <a:cxn ang="0">
                  <a:pos x="24" y="25"/>
                </a:cxn>
                <a:cxn ang="0">
                  <a:pos x="4" y="27"/>
                </a:cxn>
                <a:cxn ang="0">
                  <a:pos x="16" y="57"/>
                </a:cxn>
                <a:cxn ang="0">
                  <a:pos x="74" y="35"/>
                </a:cxn>
                <a:cxn ang="0">
                  <a:pos x="86" y="17"/>
                </a:cxn>
                <a:cxn ang="0">
                  <a:pos x="56" y="7"/>
                </a:cxn>
                <a:cxn ang="0">
                  <a:pos x="44" y="7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2" name="Freeform 32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0" y="16"/>
                </a:cxn>
                <a:cxn ang="0">
                  <a:pos x="24" y="34"/>
                </a:cxn>
                <a:cxn ang="0">
                  <a:pos x="52" y="28"/>
                </a:cxn>
                <a:cxn ang="0">
                  <a:pos x="64" y="20"/>
                </a:cxn>
                <a:cxn ang="0">
                  <a:pos x="40" y="0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3" name="Freeform 33"/>
            <p:cNvSpPr>
              <a:spLocks/>
            </p:cNvSpPr>
            <p:nvPr/>
          </p:nvSpPr>
          <p:spPr bwMode="invGray">
            <a:xfrm>
              <a:off x="1664" y="2029"/>
              <a:ext cx="64" cy="36"/>
            </a:xfrm>
            <a:custGeom>
              <a:avLst/>
              <a:gdLst/>
              <a:ahLst/>
              <a:cxnLst>
                <a:cxn ang="0">
                  <a:pos x="58" y="10"/>
                </a:cxn>
                <a:cxn ang="0">
                  <a:pos x="28" y="4"/>
                </a:cxn>
                <a:cxn ang="0">
                  <a:pos x="0" y="18"/>
                </a:cxn>
                <a:cxn ang="0">
                  <a:pos x="40" y="32"/>
                </a:cxn>
                <a:cxn ang="0">
                  <a:pos x="64" y="40"/>
                </a:cxn>
                <a:cxn ang="0">
                  <a:pos x="84" y="18"/>
                </a:cxn>
                <a:cxn ang="0">
                  <a:pos x="82" y="6"/>
                </a:cxn>
                <a:cxn ang="0">
                  <a:pos x="64" y="0"/>
                </a:cxn>
                <a:cxn ang="0">
                  <a:pos x="58" y="10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4" name="Freeform 34"/>
            <p:cNvSpPr>
              <a:spLocks/>
            </p:cNvSpPr>
            <p:nvPr/>
          </p:nvSpPr>
          <p:spPr bwMode="invGray">
            <a:xfrm>
              <a:off x="1637" y="1998"/>
              <a:ext cx="44" cy="23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18"/>
                </a:cxn>
                <a:cxn ang="0">
                  <a:pos x="20" y="28"/>
                </a:cxn>
                <a:cxn ang="0">
                  <a:pos x="28" y="20"/>
                </a:cxn>
                <a:cxn ang="0">
                  <a:pos x="52" y="12"/>
                </a:cxn>
                <a:cxn ang="0">
                  <a:pos x="44" y="0"/>
                </a:cxn>
                <a:cxn ang="0">
                  <a:pos x="16" y="4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5" name="Freeform 35"/>
            <p:cNvSpPr>
              <a:spLocks/>
            </p:cNvSpPr>
            <p:nvPr/>
          </p:nvSpPr>
          <p:spPr bwMode="invGray">
            <a:xfrm>
              <a:off x="1751" y="2000"/>
              <a:ext cx="116" cy="79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6"/>
                </a:cxn>
                <a:cxn ang="0">
                  <a:pos x="4" y="38"/>
                </a:cxn>
                <a:cxn ang="0">
                  <a:pos x="12" y="56"/>
                </a:cxn>
                <a:cxn ang="0">
                  <a:pos x="0" y="72"/>
                </a:cxn>
                <a:cxn ang="0">
                  <a:pos x="56" y="86"/>
                </a:cxn>
                <a:cxn ang="0">
                  <a:pos x="82" y="92"/>
                </a:cxn>
                <a:cxn ang="0">
                  <a:pos x="152" y="86"/>
                </a:cxn>
                <a:cxn ang="0">
                  <a:pos x="76" y="70"/>
                </a:cxn>
                <a:cxn ang="0">
                  <a:pos x="54" y="62"/>
                </a:cxn>
                <a:cxn ang="0">
                  <a:pos x="44" y="5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6" name="Freeform 36"/>
            <p:cNvSpPr>
              <a:spLocks/>
            </p:cNvSpPr>
            <p:nvPr/>
          </p:nvSpPr>
          <p:spPr bwMode="invGray">
            <a:xfrm>
              <a:off x="664" y="2246"/>
              <a:ext cx="25" cy="1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4" y="20"/>
                </a:cxn>
                <a:cxn ang="0">
                  <a:pos x="4" y="18"/>
                </a:cxn>
                <a:cxn ang="0">
                  <a:pos x="4" y="6"/>
                </a:cxn>
                <a:cxn ang="0">
                  <a:pos x="34" y="0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7" name="Freeform 37"/>
            <p:cNvSpPr>
              <a:spLocks/>
            </p:cNvSpPr>
            <p:nvPr/>
          </p:nvSpPr>
          <p:spPr bwMode="invGray">
            <a:xfrm>
              <a:off x="1421" y="2756"/>
              <a:ext cx="15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8" name="Freeform 38"/>
            <p:cNvSpPr>
              <a:spLocks/>
            </p:cNvSpPr>
            <p:nvPr/>
          </p:nvSpPr>
          <p:spPr bwMode="invGray">
            <a:xfrm>
              <a:off x="1424" y="2781"/>
              <a:ext cx="16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9" name="Freeform 39"/>
            <p:cNvSpPr>
              <a:spLocks/>
            </p:cNvSpPr>
            <p:nvPr/>
          </p:nvSpPr>
          <p:spPr bwMode="invGray">
            <a:xfrm>
              <a:off x="1628" y="2913"/>
              <a:ext cx="15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0" name="Freeform 40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1" name="Freeform 41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2" name="Freeform 42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3" name="Freeform 43"/>
            <p:cNvSpPr>
              <a:spLocks/>
            </p:cNvSpPr>
            <p:nvPr/>
          </p:nvSpPr>
          <p:spPr bwMode="invGray">
            <a:xfrm>
              <a:off x="1780" y="2153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4" name="Freeform 44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/>
              <a:ahLst/>
              <a:cxnLst>
                <a:cxn ang="0">
                  <a:pos x="28" y="56"/>
                </a:cxn>
                <a:cxn ang="0">
                  <a:pos x="6" y="92"/>
                </a:cxn>
                <a:cxn ang="0">
                  <a:pos x="36" y="100"/>
                </a:cxn>
                <a:cxn ang="0">
                  <a:pos x="16" y="116"/>
                </a:cxn>
                <a:cxn ang="0">
                  <a:pos x="104" y="136"/>
                </a:cxn>
                <a:cxn ang="0">
                  <a:pos x="142" y="130"/>
                </a:cxn>
                <a:cxn ang="0">
                  <a:pos x="250" y="78"/>
                </a:cxn>
                <a:cxn ang="0">
                  <a:pos x="300" y="66"/>
                </a:cxn>
                <a:cxn ang="0">
                  <a:pos x="324" y="80"/>
                </a:cxn>
                <a:cxn ang="0">
                  <a:pos x="272" y="88"/>
                </a:cxn>
                <a:cxn ang="0">
                  <a:pos x="242" y="112"/>
                </a:cxn>
                <a:cxn ang="0">
                  <a:pos x="254" y="120"/>
                </a:cxn>
                <a:cxn ang="0">
                  <a:pos x="260" y="158"/>
                </a:cxn>
                <a:cxn ang="0">
                  <a:pos x="350" y="192"/>
                </a:cxn>
                <a:cxn ang="0">
                  <a:pos x="336" y="210"/>
                </a:cxn>
                <a:cxn ang="0">
                  <a:pos x="368" y="246"/>
                </a:cxn>
                <a:cxn ang="0">
                  <a:pos x="348" y="266"/>
                </a:cxn>
                <a:cxn ang="0">
                  <a:pos x="324" y="294"/>
                </a:cxn>
                <a:cxn ang="0">
                  <a:pos x="294" y="324"/>
                </a:cxn>
                <a:cxn ang="0">
                  <a:pos x="292" y="420"/>
                </a:cxn>
                <a:cxn ang="0">
                  <a:pos x="332" y="446"/>
                </a:cxn>
                <a:cxn ang="0">
                  <a:pos x="388" y="448"/>
                </a:cxn>
                <a:cxn ang="0">
                  <a:pos x="412" y="422"/>
                </a:cxn>
                <a:cxn ang="0">
                  <a:pos x="506" y="356"/>
                </a:cxn>
                <a:cxn ang="0">
                  <a:pos x="572" y="334"/>
                </a:cxn>
                <a:cxn ang="0">
                  <a:pos x="646" y="308"/>
                </a:cxn>
                <a:cxn ang="0">
                  <a:pos x="720" y="290"/>
                </a:cxn>
                <a:cxn ang="0">
                  <a:pos x="762" y="260"/>
                </a:cxn>
                <a:cxn ang="0">
                  <a:pos x="800" y="200"/>
                </a:cxn>
                <a:cxn ang="0">
                  <a:pos x="802" y="154"/>
                </a:cxn>
                <a:cxn ang="0">
                  <a:pos x="802" y="124"/>
                </a:cxn>
                <a:cxn ang="0">
                  <a:pos x="832" y="90"/>
                </a:cxn>
                <a:cxn ang="0">
                  <a:pos x="876" y="94"/>
                </a:cxn>
                <a:cxn ang="0">
                  <a:pos x="922" y="52"/>
                </a:cxn>
                <a:cxn ang="0">
                  <a:pos x="888" y="56"/>
                </a:cxn>
                <a:cxn ang="0">
                  <a:pos x="848" y="46"/>
                </a:cxn>
                <a:cxn ang="0">
                  <a:pos x="794" y="22"/>
                </a:cxn>
                <a:cxn ang="0">
                  <a:pos x="642" y="26"/>
                </a:cxn>
                <a:cxn ang="0">
                  <a:pos x="584" y="38"/>
                </a:cxn>
                <a:cxn ang="0">
                  <a:pos x="556" y="38"/>
                </a:cxn>
                <a:cxn ang="0">
                  <a:pos x="516" y="54"/>
                </a:cxn>
                <a:cxn ang="0">
                  <a:pos x="478" y="30"/>
                </a:cxn>
                <a:cxn ang="0">
                  <a:pos x="432" y="40"/>
                </a:cxn>
                <a:cxn ang="0">
                  <a:pos x="366" y="52"/>
                </a:cxn>
                <a:cxn ang="0">
                  <a:pos x="410" y="38"/>
                </a:cxn>
                <a:cxn ang="0">
                  <a:pos x="352" y="8"/>
                </a:cxn>
                <a:cxn ang="0">
                  <a:pos x="334" y="2"/>
                </a:cxn>
                <a:cxn ang="0">
                  <a:pos x="314" y="8"/>
                </a:cxn>
                <a:cxn ang="0">
                  <a:pos x="240" y="16"/>
                </a:cxn>
                <a:cxn ang="0">
                  <a:pos x="160" y="28"/>
                </a:cxn>
                <a:cxn ang="0">
                  <a:pos x="108" y="26"/>
                </a:cxn>
                <a:cxn ang="0">
                  <a:pos x="114" y="68"/>
                </a:cxn>
                <a:cxn ang="0">
                  <a:pos x="104" y="52"/>
                </a:cxn>
                <a:cxn ang="0">
                  <a:pos x="60" y="42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5" name="Freeform 45"/>
            <p:cNvSpPr>
              <a:spLocks/>
            </p:cNvSpPr>
            <p:nvPr/>
          </p:nvSpPr>
          <p:spPr bwMode="invGray">
            <a:xfrm>
              <a:off x="2009" y="2135"/>
              <a:ext cx="39" cy="25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6" name="Freeform 46"/>
            <p:cNvSpPr>
              <a:spLocks/>
            </p:cNvSpPr>
            <p:nvPr/>
          </p:nvSpPr>
          <p:spPr bwMode="invGray">
            <a:xfrm>
              <a:off x="2292" y="2201"/>
              <a:ext cx="127" cy="54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66" y="4"/>
                </a:cxn>
                <a:cxn ang="0">
                  <a:pos x="54" y="0"/>
                </a:cxn>
                <a:cxn ang="0">
                  <a:pos x="0" y="28"/>
                </a:cxn>
                <a:cxn ang="0">
                  <a:pos x="28" y="40"/>
                </a:cxn>
                <a:cxn ang="0">
                  <a:pos x="42" y="60"/>
                </a:cxn>
                <a:cxn ang="0">
                  <a:pos x="66" y="68"/>
                </a:cxn>
                <a:cxn ang="0">
                  <a:pos x="78" y="72"/>
                </a:cxn>
                <a:cxn ang="0">
                  <a:pos x="130" y="60"/>
                </a:cxn>
                <a:cxn ang="0">
                  <a:pos x="172" y="44"/>
                </a:cxn>
                <a:cxn ang="0">
                  <a:pos x="148" y="18"/>
                </a:cxn>
                <a:cxn ang="0">
                  <a:pos x="136" y="4"/>
                </a:cxn>
                <a:cxn ang="0">
                  <a:pos x="102" y="8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7" name="Freeform 47"/>
            <p:cNvSpPr>
              <a:spLocks/>
            </p:cNvSpPr>
            <p:nvPr/>
          </p:nvSpPr>
          <p:spPr bwMode="invGray">
            <a:xfrm>
              <a:off x="2393" y="2038"/>
              <a:ext cx="39" cy="26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8" name="Freeform 48"/>
            <p:cNvSpPr>
              <a:spLocks/>
            </p:cNvSpPr>
            <p:nvPr/>
          </p:nvSpPr>
          <p:spPr bwMode="invGray">
            <a:xfrm>
              <a:off x="2662" y="2005"/>
              <a:ext cx="155" cy="62"/>
            </a:xfrm>
            <a:custGeom>
              <a:avLst/>
              <a:gdLst/>
              <a:ahLst/>
              <a:cxnLst>
                <a:cxn ang="0">
                  <a:pos x="191" y="7"/>
                </a:cxn>
                <a:cxn ang="0">
                  <a:pos x="103" y="9"/>
                </a:cxn>
                <a:cxn ang="0">
                  <a:pos x="109" y="25"/>
                </a:cxn>
                <a:cxn ang="0">
                  <a:pos x="107" y="33"/>
                </a:cxn>
                <a:cxn ang="0">
                  <a:pos x="89" y="27"/>
                </a:cxn>
                <a:cxn ang="0">
                  <a:pos x="77" y="19"/>
                </a:cxn>
                <a:cxn ang="0">
                  <a:pos x="23" y="27"/>
                </a:cxn>
                <a:cxn ang="0">
                  <a:pos x="31" y="49"/>
                </a:cxn>
                <a:cxn ang="0">
                  <a:pos x="55" y="53"/>
                </a:cxn>
                <a:cxn ang="0">
                  <a:pos x="75" y="73"/>
                </a:cxn>
                <a:cxn ang="0">
                  <a:pos x="89" y="85"/>
                </a:cxn>
                <a:cxn ang="0">
                  <a:pos x="109" y="67"/>
                </a:cxn>
                <a:cxn ang="0">
                  <a:pos x="121" y="59"/>
                </a:cxn>
                <a:cxn ang="0">
                  <a:pos x="127" y="47"/>
                </a:cxn>
                <a:cxn ang="0">
                  <a:pos x="167" y="35"/>
                </a:cxn>
                <a:cxn ang="0">
                  <a:pos x="187" y="31"/>
                </a:cxn>
                <a:cxn ang="0">
                  <a:pos x="199" y="27"/>
                </a:cxn>
                <a:cxn ang="0">
                  <a:pos x="191" y="7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9" name="Freeform 49"/>
            <p:cNvSpPr>
              <a:spLocks/>
            </p:cNvSpPr>
            <p:nvPr/>
          </p:nvSpPr>
          <p:spPr bwMode="invGray">
            <a:xfrm>
              <a:off x="2759" y="2039"/>
              <a:ext cx="48" cy="19"/>
            </a:xfrm>
            <a:custGeom>
              <a:avLst/>
              <a:gdLst/>
              <a:ahLst/>
              <a:cxnLst>
                <a:cxn ang="0">
                  <a:pos x="36" y="6"/>
                </a:cxn>
                <a:cxn ang="0">
                  <a:pos x="8" y="4"/>
                </a:cxn>
                <a:cxn ang="0">
                  <a:pos x="24" y="28"/>
                </a:cxn>
                <a:cxn ang="0">
                  <a:pos x="54" y="14"/>
                </a:cxn>
                <a:cxn ang="0">
                  <a:pos x="36" y="6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0" name="Freeform 50"/>
            <p:cNvSpPr>
              <a:spLocks/>
            </p:cNvSpPr>
            <p:nvPr/>
          </p:nvSpPr>
          <p:spPr bwMode="invGray">
            <a:xfrm>
              <a:off x="2467" y="2311"/>
              <a:ext cx="110" cy="132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0" y="25"/>
                </a:cxn>
                <a:cxn ang="0">
                  <a:pos x="14" y="43"/>
                </a:cxn>
                <a:cxn ang="0">
                  <a:pos x="34" y="87"/>
                </a:cxn>
                <a:cxn ang="0">
                  <a:pos x="52" y="91"/>
                </a:cxn>
                <a:cxn ang="0">
                  <a:pos x="50" y="107"/>
                </a:cxn>
                <a:cxn ang="0">
                  <a:pos x="28" y="113"/>
                </a:cxn>
                <a:cxn ang="0">
                  <a:pos x="16" y="131"/>
                </a:cxn>
                <a:cxn ang="0">
                  <a:pos x="18" y="137"/>
                </a:cxn>
                <a:cxn ang="0">
                  <a:pos x="30" y="141"/>
                </a:cxn>
                <a:cxn ang="0">
                  <a:pos x="18" y="169"/>
                </a:cxn>
                <a:cxn ang="0">
                  <a:pos x="20" y="175"/>
                </a:cxn>
                <a:cxn ang="0">
                  <a:pos x="34" y="171"/>
                </a:cxn>
                <a:cxn ang="0">
                  <a:pos x="58" y="169"/>
                </a:cxn>
                <a:cxn ang="0">
                  <a:pos x="92" y="171"/>
                </a:cxn>
                <a:cxn ang="0">
                  <a:pos x="110" y="169"/>
                </a:cxn>
                <a:cxn ang="0">
                  <a:pos x="122" y="165"/>
                </a:cxn>
                <a:cxn ang="0">
                  <a:pos x="128" y="141"/>
                </a:cxn>
                <a:cxn ang="0">
                  <a:pos x="146" y="133"/>
                </a:cxn>
                <a:cxn ang="0">
                  <a:pos x="110" y="109"/>
                </a:cxn>
                <a:cxn ang="0">
                  <a:pos x="88" y="83"/>
                </a:cxn>
                <a:cxn ang="0">
                  <a:pos x="82" y="69"/>
                </a:cxn>
                <a:cxn ang="0">
                  <a:pos x="64" y="61"/>
                </a:cxn>
                <a:cxn ang="0">
                  <a:pos x="86" y="45"/>
                </a:cxn>
                <a:cxn ang="0">
                  <a:pos x="64" y="31"/>
                </a:cxn>
                <a:cxn ang="0">
                  <a:pos x="70" y="13"/>
                </a:cxn>
                <a:cxn ang="0">
                  <a:pos x="46" y="1"/>
                </a:cxn>
                <a:cxn ang="0">
                  <a:pos x="30" y="9"/>
                </a:cxn>
                <a:cxn ang="0">
                  <a:pos x="24" y="19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1" name="Freeform 51"/>
            <p:cNvSpPr>
              <a:spLocks/>
            </p:cNvSpPr>
            <p:nvPr/>
          </p:nvSpPr>
          <p:spPr bwMode="invGray">
            <a:xfrm>
              <a:off x="2413" y="2359"/>
              <a:ext cx="69" cy="70"/>
            </a:xfrm>
            <a:custGeom>
              <a:avLst/>
              <a:gdLst/>
              <a:ahLst/>
              <a:cxnLst>
                <a:cxn ang="0">
                  <a:pos x="58" y="6"/>
                </a:cxn>
                <a:cxn ang="0">
                  <a:pos x="82" y="8"/>
                </a:cxn>
                <a:cxn ang="0">
                  <a:pos x="92" y="26"/>
                </a:cxn>
                <a:cxn ang="0">
                  <a:pos x="78" y="48"/>
                </a:cxn>
                <a:cxn ang="0">
                  <a:pos x="46" y="76"/>
                </a:cxn>
                <a:cxn ang="0">
                  <a:pos x="18" y="92"/>
                </a:cxn>
                <a:cxn ang="0">
                  <a:pos x="8" y="72"/>
                </a:cxn>
                <a:cxn ang="0">
                  <a:pos x="20" y="64"/>
                </a:cxn>
                <a:cxn ang="0">
                  <a:pos x="14" y="46"/>
                </a:cxn>
                <a:cxn ang="0">
                  <a:pos x="40" y="28"/>
                </a:cxn>
                <a:cxn ang="0">
                  <a:pos x="58" y="6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2" name="Freeform 52"/>
            <p:cNvSpPr>
              <a:spLocks/>
            </p:cNvSpPr>
            <p:nvPr/>
          </p:nvSpPr>
          <p:spPr bwMode="invGray">
            <a:xfrm>
              <a:off x="4099" y="3502"/>
              <a:ext cx="474" cy="493"/>
            </a:xfrm>
            <a:custGeom>
              <a:avLst/>
              <a:gdLst/>
              <a:ahLst/>
              <a:cxnLst>
                <a:cxn ang="0">
                  <a:pos x="212" y="11"/>
                </a:cxn>
                <a:cxn ang="0">
                  <a:pos x="176" y="19"/>
                </a:cxn>
                <a:cxn ang="0">
                  <a:pos x="144" y="51"/>
                </a:cxn>
                <a:cxn ang="0">
                  <a:pos x="104" y="59"/>
                </a:cxn>
                <a:cxn ang="0">
                  <a:pos x="84" y="75"/>
                </a:cxn>
                <a:cxn ang="0">
                  <a:pos x="68" y="115"/>
                </a:cxn>
                <a:cxn ang="0">
                  <a:pos x="36" y="167"/>
                </a:cxn>
                <a:cxn ang="0">
                  <a:pos x="0" y="179"/>
                </a:cxn>
                <a:cxn ang="0">
                  <a:pos x="72" y="323"/>
                </a:cxn>
                <a:cxn ang="0">
                  <a:pos x="120" y="427"/>
                </a:cxn>
                <a:cxn ang="0">
                  <a:pos x="144" y="443"/>
                </a:cxn>
                <a:cxn ang="0">
                  <a:pos x="168" y="451"/>
                </a:cxn>
                <a:cxn ang="0">
                  <a:pos x="228" y="431"/>
                </a:cxn>
                <a:cxn ang="0">
                  <a:pos x="252" y="423"/>
                </a:cxn>
                <a:cxn ang="0">
                  <a:pos x="300" y="451"/>
                </a:cxn>
                <a:cxn ang="0">
                  <a:pos x="324" y="527"/>
                </a:cxn>
                <a:cxn ang="0">
                  <a:pos x="336" y="523"/>
                </a:cxn>
                <a:cxn ang="0">
                  <a:pos x="344" y="511"/>
                </a:cxn>
                <a:cxn ang="0">
                  <a:pos x="368" y="547"/>
                </a:cxn>
                <a:cxn ang="0">
                  <a:pos x="404" y="571"/>
                </a:cxn>
                <a:cxn ang="0">
                  <a:pos x="436" y="603"/>
                </a:cxn>
                <a:cxn ang="0">
                  <a:pos x="444" y="615"/>
                </a:cxn>
                <a:cxn ang="0">
                  <a:pos x="456" y="623"/>
                </a:cxn>
                <a:cxn ang="0">
                  <a:pos x="484" y="655"/>
                </a:cxn>
                <a:cxn ang="0">
                  <a:pos x="492" y="631"/>
                </a:cxn>
                <a:cxn ang="0">
                  <a:pos x="540" y="659"/>
                </a:cxn>
                <a:cxn ang="0">
                  <a:pos x="588" y="655"/>
                </a:cxn>
                <a:cxn ang="0">
                  <a:pos x="616" y="531"/>
                </a:cxn>
                <a:cxn ang="0">
                  <a:pos x="632" y="463"/>
                </a:cxn>
                <a:cxn ang="0">
                  <a:pos x="620" y="367"/>
                </a:cxn>
                <a:cxn ang="0">
                  <a:pos x="536" y="271"/>
                </a:cxn>
                <a:cxn ang="0">
                  <a:pos x="528" y="235"/>
                </a:cxn>
                <a:cxn ang="0">
                  <a:pos x="460" y="179"/>
                </a:cxn>
                <a:cxn ang="0">
                  <a:pos x="472" y="155"/>
                </a:cxn>
                <a:cxn ang="0">
                  <a:pos x="456" y="131"/>
                </a:cxn>
                <a:cxn ang="0">
                  <a:pos x="416" y="79"/>
                </a:cxn>
                <a:cxn ang="0">
                  <a:pos x="392" y="31"/>
                </a:cxn>
                <a:cxn ang="0">
                  <a:pos x="388" y="19"/>
                </a:cxn>
                <a:cxn ang="0">
                  <a:pos x="364" y="151"/>
                </a:cxn>
                <a:cxn ang="0">
                  <a:pos x="324" y="115"/>
                </a:cxn>
                <a:cxn ang="0">
                  <a:pos x="292" y="111"/>
                </a:cxn>
                <a:cxn ang="0">
                  <a:pos x="272" y="87"/>
                </a:cxn>
                <a:cxn ang="0">
                  <a:pos x="264" y="63"/>
                </a:cxn>
                <a:cxn ang="0">
                  <a:pos x="276" y="55"/>
                </a:cxn>
                <a:cxn ang="0">
                  <a:pos x="240" y="19"/>
                </a:cxn>
                <a:cxn ang="0">
                  <a:pos x="216" y="11"/>
                </a:cxn>
                <a:cxn ang="0">
                  <a:pos x="204" y="7"/>
                </a:cxn>
                <a:cxn ang="0">
                  <a:pos x="212" y="11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3" name="Freeform 53"/>
            <p:cNvSpPr>
              <a:spLocks/>
            </p:cNvSpPr>
            <p:nvPr/>
          </p:nvSpPr>
          <p:spPr bwMode="invGray">
            <a:xfrm>
              <a:off x="4246" y="3241"/>
              <a:ext cx="319" cy="207"/>
            </a:xfrm>
            <a:custGeom>
              <a:avLst/>
              <a:gdLst/>
              <a:ahLst/>
              <a:cxnLst>
                <a:cxn ang="0">
                  <a:pos x="84" y="60"/>
                </a:cxn>
                <a:cxn ang="0">
                  <a:pos x="68" y="36"/>
                </a:cxn>
                <a:cxn ang="0">
                  <a:pos x="64" y="16"/>
                </a:cxn>
                <a:cxn ang="0">
                  <a:pos x="52" y="12"/>
                </a:cxn>
                <a:cxn ang="0">
                  <a:pos x="16" y="16"/>
                </a:cxn>
                <a:cxn ang="0">
                  <a:pos x="44" y="40"/>
                </a:cxn>
                <a:cxn ang="0">
                  <a:pos x="48" y="52"/>
                </a:cxn>
                <a:cxn ang="0">
                  <a:pos x="24" y="68"/>
                </a:cxn>
                <a:cxn ang="0">
                  <a:pos x="88" y="92"/>
                </a:cxn>
                <a:cxn ang="0">
                  <a:pos x="124" y="112"/>
                </a:cxn>
                <a:cxn ang="0">
                  <a:pos x="128" y="124"/>
                </a:cxn>
                <a:cxn ang="0">
                  <a:pos x="140" y="132"/>
                </a:cxn>
                <a:cxn ang="0">
                  <a:pos x="148" y="156"/>
                </a:cxn>
                <a:cxn ang="0">
                  <a:pos x="132" y="196"/>
                </a:cxn>
                <a:cxn ang="0">
                  <a:pos x="180" y="188"/>
                </a:cxn>
                <a:cxn ang="0">
                  <a:pos x="192" y="216"/>
                </a:cxn>
                <a:cxn ang="0">
                  <a:pos x="216" y="224"/>
                </a:cxn>
                <a:cxn ang="0">
                  <a:pos x="228" y="228"/>
                </a:cxn>
                <a:cxn ang="0">
                  <a:pos x="252" y="224"/>
                </a:cxn>
                <a:cxn ang="0">
                  <a:pos x="276" y="196"/>
                </a:cxn>
                <a:cxn ang="0">
                  <a:pos x="336" y="252"/>
                </a:cxn>
                <a:cxn ang="0">
                  <a:pos x="364" y="280"/>
                </a:cxn>
                <a:cxn ang="0">
                  <a:pos x="360" y="224"/>
                </a:cxn>
                <a:cxn ang="0">
                  <a:pos x="336" y="200"/>
                </a:cxn>
                <a:cxn ang="0">
                  <a:pos x="372" y="168"/>
                </a:cxn>
                <a:cxn ang="0">
                  <a:pos x="408" y="156"/>
                </a:cxn>
                <a:cxn ang="0">
                  <a:pos x="420" y="152"/>
                </a:cxn>
                <a:cxn ang="0">
                  <a:pos x="424" y="140"/>
                </a:cxn>
                <a:cxn ang="0">
                  <a:pos x="356" y="148"/>
                </a:cxn>
                <a:cxn ang="0">
                  <a:pos x="304" y="140"/>
                </a:cxn>
                <a:cxn ang="0">
                  <a:pos x="300" y="128"/>
                </a:cxn>
                <a:cxn ang="0">
                  <a:pos x="292" y="116"/>
                </a:cxn>
                <a:cxn ang="0">
                  <a:pos x="220" y="80"/>
                </a:cxn>
                <a:cxn ang="0">
                  <a:pos x="160" y="60"/>
                </a:cxn>
                <a:cxn ang="0">
                  <a:pos x="136" y="52"/>
                </a:cxn>
                <a:cxn ang="0">
                  <a:pos x="80" y="52"/>
                </a:cxn>
                <a:cxn ang="0">
                  <a:pos x="68" y="32"/>
                </a:cxn>
                <a:cxn ang="0">
                  <a:pos x="68" y="0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4" name="Freeform 54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37"/>
                </a:cxn>
                <a:cxn ang="0">
                  <a:pos x="28" y="49"/>
                </a:cxn>
                <a:cxn ang="0">
                  <a:pos x="84" y="89"/>
                </a:cxn>
                <a:cxn ang="0">
                  <a:pos x="120" y="113"/>
                </a:cxn>
                <a:cxn ang="0">
                  <a:pos x="132" y="121"/>
                </a:cxn>
                <a:cxn ang="0">
                  <a:pos x="136" y="169"/>
                </a:cxn>
                <a:cxn ang="0">
                  <a:pos x="116" y="201"/>
                </a:cxn>
                <a:cxn ang="0">
                  <a:pos x="136" y="197"/>
                </a:cxn>
                <a:cxn ang="0">
                  <a:pos x="148" y="189"/>
                </a:cxn>
                <a:cxn ang="0">
                  <a:pos x="160" y="201"/>
                </a:cxn>
                <a:cxn ang="0">
                  <a:pos x="184" y="217"/>
                </a:cxn>
                <a:cxn ang="0">
                  <a:pos x="208" y="233"/>
                </a:cxn>
                <a:cxn ang="0">
                  <a:pos x="240" y="221"/>
                </a:cxn>
                <a:cxn ang="0">
                  <a:pos x="248" y="197"/>
                </a:cxn>
                <a:cxn ang="0">
                  <a:pos x="268" y="201"/>
                </a:cxn>
                <a:cxn ang="0">
                  <a:pos x="292" y="209"/>
                </a:cxn>
                <a:cxn ang="0">
                  <a:pos x="340" y="281"/>
                </a:cxn>
                <a:cxn ang="0">
                  <a:pos x="356" y="277"/>
                </a:cxn>
                <a:cxn ang="0">
                  <a:pos x="352" y="253"/>
                </a:cxn>
                <a:cxn ang="0">
                  <a:pos x="316" y="197"/>
                </a:cxn>
                <a:cxn ang="0">
                  <a:pos x="360" y="173"/>
                </a:cxn>
                <a:cxn ang="0">
                  <a:pos x="408" y="145"/>
                </a:cxn>
                <a:cxn ang="0">
                  <a:pos x="409" y="120"/>
                </a:cxn>
                <a:cxn ang="0">
                  <a:pos x="367" y="138"/>
                </a:cxn>
                <a:cxn ang="0">
                  <a:pos x="308" y="137"/>
                </a:cxn>
                <a:cxn ang="0">
                  <a:pos x="264" y="97"/>
                </a:cxn>
                <a:cxn ang="0">
                  <a:pos x="180" y="61"/>
                </a:cxn>
                <a:cxn ang="0">
                  <a:pos x="132" y="33"/>
                </a:cxn>
                <a:cxn ang="0">
                  <a:pos x="92" y="41"/>
                </a:cxn>
                <a:cxn ang="0">
                  <a:pos x="76" y="57"/>
                </a:cxn>
                <a:cxn ang="0">
                  <a:pos x="56" y="17"/>
                </a:cxn>
                <a:cxn ang="0">
                  <a:pos x="0" y="1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5" name="Freeform 55"/>
            <p:cNvSpPr>
              <a:spLocks/>
            </p:cNvSpPr>
            <p:nvPr/>
          </p:nvSpPr>
          <p:spPr bwMode="invGray">
            <a:xfrm>
              <a:off x="4485" y="4013"/>
              <a:ext cx="44" cy="58"/>
            </a:xfrm>
            <a:custGeom>
              <a:avLst/>
              <a:gdLst/>
              <a:ahLst/>
              <a:cxnLst>
                <a:cxn ang="0">
                  <a:pos x="32" y="18"/>
                </a:cxn>
                <a:cxn ang="0">
                  <a:pos x="0" y="18"/>
                </a:cxn>
                <a:cxn ang="0">
                  <a:pos x="20" y="42"/>
                </a:cxn>
                <a:cxn ang="0">
                  <a:pos x="28" y="66"/>
                </a:cxn>
                <a:cxn ang="0">
                  <a:pos x="32" y="78"/>
                </a:cxn>
                <a:cxn ang="0">
                  <a:pos x="60" y="50"/>
                </a:cxn>
                <a:cxn ang="0">
                  <a:pos x="32" y="18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6" name="Freeform 56"/>
            <p:cNvSpPr>
              <a:spLocks/>
            </p:cNvSpPr>
            <p:nvPr/>
          </p:nvSpPr>
          <p:spPr bwMode="invGray">
            <a:xfrm>
              <a:off x="4621" y="3923"/>
              <a:ext cx="163" cy="84"/>
            </a:xfrm>
            <a:custGeom>
              <a:avLst/>
              <a:gdLst/>
              <a:ahLst/>
              <a:cxnLst>
                <a:cxn ang="0">
                  <a:pos x="47" y="73"/>
                </a:cxn>
                <a:cxn ang="0">
                  <a:pos x="39" y="61"/>
                </a:cxn>
                <a:cxn ang="0">
                  <a:pos x="15" y="69"/>
                </a:cxn>
                <a:cxn ang="0">
                  <a:pos x="39" y="113"/>
                </a:cxn>
                <a:cxn ang="0">
                  <a:pos x="123" y="89"/>
                </a:cxn>
                <a:cxn ang="0">
                  <a:pos x="147" y="73"/>
                </a:cxn>
                <a:cxn ang="0">
                  <a:pos x="171" y="65"/>
                </a:cxn>
                <a:cxn ang="0">
                  <a:pos x="219" y="19"/>
                </a:cxn>
                <a:cxn ang="0">
                  <a:pos x="210" y="0"/>
                </a:cxn>
                <a:cxn ang="0">
                  <a:pos x="179" y="17"/>
                </a:cxn>
                <a:cxn ang="0">
                  <a:pos x="107" y="41"/>
                </a:cxn>
                <a:cxn ang="0">
                  <a:pos x="83" y="45"/>
                </a:cxn>
                <a:cxn ang="0">
                  <a:pos x="59" y="53"/>
                </a:cxn>
                <a:cxn ang="0">
                  <a:pos x="47" y="73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7" name="Freeform 57"/>
            <p:cNvSpPr>
              <a:spLocks/>
            </p:cNvSpPr>
            <p:nvPr/>
          </p:nvSpPr>
          <p:spPr bwMode="invGray">
            <a:xfrm>
              <a:off x="4791" y="3872"/>
              <a:ext cx="104" cy="93"/>
            </a:xfrm>
            <a:custGeom>
              <a:avLst/>
              <a:gdLst/>
              <a:ahLst/>
              <a:cxnLst>
                <a:cxn ang="0">
                  <a:pos x="12" y="60"/>
                </a:cxn>
                <a:cxn ang="0">
                  <a:pos x="8" y="84"/>
                </a:cxn>
                <a:cxn ang="0">
                  <a:pos x="0" y="108"/>
                </a:cxn>
                <a:cxn ang="0">
                  <a:pos x="36" y="116"/>
                </a:cxn>
                <a:cxn ang="0">
                  <a:pos x="52" y="96"/>
                </a:cxn>
                <a:cxn ang="0">
                  <a:pos x="124" y="68"/>
                </a:cxn>
                <a:cxn ang="0">
                  <a:pos x="136" y="44"/>
                </a:cxn>
                <a:cxn ang="0">
                  <a:pos x="112" y="28"/>
                </a:cxn>
                <a:cxn ang="0">
                  <a:pos x="100" y="20"/>
                </a:cxn>
                <a:cxn ang="0">
                  <a:pos x="64" y="12"/>
                </a:cxn>
                <a:cxn ang="0">
                  <a:pos x="52" y="36"/>
                </a:cxn>
                <a:cxn ang="0">
                  <a:pos x="12" y="60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8" name="Freeform 58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8" y="11"/>
                </a:cxn>
                <a:cxn ang="0">
                  <a:pos x="24" y="35"/>
                </a:cxn>
                <a:cxn ang="0">
                  <a:pos x="39" y="26"/>
                </a:cxn>
                <a:cxn ang="0">
                  <a:pos x="29" y="0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9" name="Freeform 59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/>
              <a:ahLst/>
              <a:cxnLst>
                <a:cxn ang="0">
                  <a:pos x="128" y="0"/>
                </a:cxn>
                <a:cxn ang="0">
                  <a:pos x="104" y="28"/>
                </a:cxn>
                <a:cxn ang="0">
                  <a:pos x="88" y="64"/>
                </a:cxn>
                <a:cxn ang="0">
                  <a:pos x="36" y="84"/>
                </a:cxn>
                <a:cxn ang="0">
                  <a:pos x="28" y="96"/>
                </a:cxn>
                <a:cxn ang="0">
                  <a:pos x="16" y="100"/>
                </a:cxn>
                <a:cxn ang="0">
                  <a:pos x="20" y="132"/>
                </a:cxn>
                <a:cxn ang="0">
                  <a:pos x="28" y="156"/>
                </a:cxn>
                <a:cxn ang="0">
                  <a:pos x="0" y="200"/>
                </a:cxn>
                <a:cxn ang="0">
                  <a:pos x="28" y="260"/>
                </a:cxn>
                <a:cxn ang="0">
                  <a:pos x="52" y="268"/>
                </a:cxn>
                <a:cxn ang="0">
                  <a:pos x="88" y="216"/>
                </a:cxn>
                <a:cxn ang="0">
                  <a:pos x="104" y="192"/>
                </a:cxn>
                <a:cxn ang="0">
                  <a:pos x="128" y="116"/>
                </a:cxn>
                <a:cxn ang="0">
                  <a:pos x="140" y="76"/>
                </a:cxn>
                <a:cxn ang="0">
                  <a:pos x="164" y="72"/>
                </a:cxn>
                <a:cxn ang="0">
                  <a:pos x="128" y="0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0" name="Freeform 60"/>
            <p:cNvSpPr>
              <a:spLocks/>
            </p:cNvSpPr>
            <p:nvPr/>
          </p:nvSpPr>
          <p:spPr bwMode="invGray">
            <a:xfrm>
              <a:off x="3655" y="3034"/>
              <a:ext cx="49" cy="5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5" y="60"/>
                </a:cxn>
                <a:cxn ang="0">
                  <a:pos x="29" y="76"/>
                </a:cxn>
                <a:cxn ang="0">
                  <a:pos x="41" y="80"/>
                </a:cxn>
                <a:cxn ang="0">
                  <a:pos x="57" y="76"/>
                </a:cxn>
                <a:cxn ang="0">
                  <a:pos x="29" y="0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1" name="Freeform 61"/>
            <p:cNvSpPr>
              <a:spLocks/>
            </p:cNvSpPr>
            <p:nvPr/>
          </p:nvSpPr>
          <p:spPr bwMode="invGray">
            <a:xfrm>
              <a:off x="3988" y="3100"/>
              <a:ext cx="111" cy="181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60" y="84"/>
                </a:cxn>
                <a:cxn ang="0">
                  <a:pos x="36" y="92"/>
                </a:cxn>
                <a:cxn ang="0">
                  <a:pos x="12" y="108"/>
                </a:cxn>
                <a:cxn ang="0">
                  <a:pos x="40" y="188"/>
                </a:cxn>
                <a:cxn ang="0">
                  <a:pos x="52" y="224"/>
                </a:cxn>
                <a:cxn ang="0">
                  <a:pos x="60" y="236"/>
                </a:cxn>
                <a:cxn ang="0">
                  <a:pos x="84" y="244"/>
                </a:cxn>
                <a:cxn ang="0">
                  <a:pos x="96" y="196"/>
                </a:cxn>
                <a:cxn ang="0">
                  <a:pos x="124" y="168"/>
                </a:cxn>
                <a:cxn ang="0">
                  <a:pos x="112" y="68"/>
                </a:cxn>
                <a:cxn ang="0">
                  <a:pos x="140" y="48"/>
                </a:cxn>
                <a:cxn ang="0">
                  <a:pos x="112" y="20"/>
                </a:cxn>
                <a:cxn ang="0">
                  <a:pos x="96" y="0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2" name="Freeform 62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51" y="35"/>
                </a:cxn>
                <a:cxn ang="0">
                  <a:pos x="60" y="62"/>
                </a:cxn>
                <a:cxn ang="0">
                  <a:pos x="62" y="92"/>
                </a:cxn>
                <a:cxn ang="0">
                  <a:pos x="68" y="105"/>
                </a:cxn>
                <a:cxn ang="0">
                  <a:pos x="71" y="126"/>
                </a:cxn>
                <a:cxn ang="0">
                  <a:pos x="57" y="93"/>
                </a:cxn>
                <a:cxn ang="0">
                  <a:pos x="35" y="78"/>
                </a:cxn>
                <a:cxn ang="0">
                  <a:pos x="5" y="83"/>
                </a:cxn>
                <a:cxn ang="0">
                  <a:pos x="8" y="102"/>
                </a:cxn>
                <a:cxn ang="0">
                  <a:pos x="41" y="114"/>
                </a:cxn>
                <a:cxn ang="0">
                  <a:pos x="57" y="135"/>
                </a:cxn>
                <a:cxn ang="0">
                  <a:pos x="71" y="135"/>
                </a:cxn>
                <a:cxn ang="0">
                  <a:pos x="78" y="150"/>
                </a:cxn>
                <a:cxn ang="0">
                  <a:pos x="96" y="179"/>
                </a:cxn>
                <a:cxn ang="0">
                  <a:pos x="81" y="126"/>
                </a:cxn>
                <a:cxn ang="0">
                  <a:pos x="80" y="93"/>
                </a:cxn>
                <a:cxn ang="0">
                  <a:pos x="71" y="63"/>
                </a:cxn>
                <a:cxn ang="0">
                  <a:pos x="63" y="41"/>
                </a:cxn>
                <a:cxn ang="0">
                  <a:pos x="57" y="20"/>
                </a:cxn>
                <a:cxn ang="0">
                  <a:pos x="48" y="2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3" name="Freeform 63"/>
            <p:cNvSpPr>
              <a:spLocks/>
            </p:cNvSpPr>
            <p:nvPr/>
          </p:nvSpPr>
          <p:spPr bwMode="invGray">
            <a:xfrm>
              <a:off x="3943" y="3153"/>
              <a:ext cx="40" cy="13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5"/>
                </a:cxn>
                <a:cxn ang="0">
                  <a:pos x="9" y="54"/>
                </a:cxn>
                <a:cxn ang="0">
                  <a:pos x="18" y="94"/>
                </a:cxn>
                <a:cxn ang="0">
                  <a:pos x="34" y="129"/>
                </a:cxn>
                <a:cxn ang="0">
                  <a:pos x="54" y="175"/>
                </a:cxn>
                <a:cxn ang="0">
                  <a:pos x="40" y="115"/>
                </a:cxn>
                <a:cxn ang="0">
                  <a:pos x="34" y="93"/>
                </a:cxn>
                <a:cxn ang="0">
                  <a:pos x="28" y="61"/>
                </a:cxn>
                <a:cxn ang="0">
                  <a:pos x="25" y="46"/>
                </a:cxn>
                <a:cxn ang="0">
                  <a:pos x="16" y="37"/>
                </a:cxn>
                <a:cxn ang="0">
                  <a:pos x="6" y="0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4" name="Freeform 64"/>
            <p:cNvSpPr>
              <a:spLocks/>
            </p:cNvSpPr>
            <p:nvPr/>
          </p:nvSpPr>
          <p:spPr bwMode="invGray">
            <a:xfrm>
              <a:off x="3988" y="3291"/>
              <a:ext cx="65" cy="5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4"/>
                </a:cxn>
                <a:cxn ang="0">
                  <a:pos x="23" y="43"/>
                </a:cxn>
                <a:cxn ang="0">
                  <a:pos x="48" y="49"/>
                </a:cxn>
                <a:cxn ang="0">
                  <a:pos x="62" y="57"/>
                </a:cxn>
                <a:cxn ang="0">
                  <a:pos x="74" y="66"/>
                </a:cxn>
                <a:cxn ang="0">
                  <a:pos x="86" y="69"/>
                </a:cxn>
                <a:cxn ang="0">
                  <a:pos x="72" y="39"/>
                </a:cxn>
                <a:cxn ang="0">
                  <a:pos x="63" y="22"/>
                </a:cxn>
                <a:cxn ang="0">
                  <a:pos x="36" y="24"/>
                </a:cxn>
                <a:cxn ang="0">
                  <a:pos x="24" y="19"/>
                </a:cxn>
                <a:cxn ang="0">
                  <a:pos x="6" y="0"/>
                </a:cxn>
                <a:cxn ang="0">
                  <a:pos x="2" y="0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5" name="Freeform 65"/>
            <p:cNvSpPr>
              <a:spLocks/>
            </p:cNvSpPr>
            <p:nvPr/>
          </p:nvSpPr>
          <p:spPr bwMode="invGray">
            <a:xfrm>
              <a:off x="4092" y="3195"/>
              <a:ext cx="86" cy="11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75" y="10"/>
                </a:cxn>
                <a:cxn ang="0">
                  <a:pos x="23" y="15"/>
                </a:cxn>
                <a:cxn ang="0">
                  <a:pos x="14" y="33"/>
                </a:cxn>
                <a:cxn ang="0">
                  <a:pos x="11" y="61"/>
                </a:cxn>
                <a:cxn ang="0">
                  <a:pos x="14" y="75"/>
                </a:cxn>
                <a:cxn ang="0">
                  <a:pos x="3" y="88"/>
                </a:cxn>
                <a:cxn ang="0">
                  <a:pos x="14" y="109"/>
                </a:cxn>
                <a:cxn ang="0">
                  <a:pos x="23" y="124"/>
                </a:cxn>
                <a:cxn ang="0">
                  <a:pos x="15" y="144"/>
                </a:cxn>
                <a:cxn ang="0">
                  <a:pos x="24" y="156"/>
                </a:cxn>
                <a:cxn ang="0">
                  <a:pos x="42" y="144"/>
                </a:cxn>
                <a:cxn ang="0">
                  <a:pos x="50" y="93"/>
                </a:cxn>
                <a:cxn ang="0">
                  <a:pos x="56" y="126"/>
                </a:cxn>
                <a:cxn ang="0">
                  <a:pos x="65" y="145"/>
                </a:cxn>
                <a:cxn ang="0">
                  <a:pos x="62" y="112"/>
                </a:cxn>
                <a:cxn ang="0">
                  <a:pos x="72" y="73"/>
                </a:cxn>
                <a:cxn ang="0">
                  <a:pos x="69" y="51"/>
                </a:cxn>
                <a:cxn ang="0">
                  <a:pos x="54" y="60"/>
                </a:cxn>
                <a:cxn ang="0">
                  <a:pos x="35" y="54"/>
                </a:cxn>
                <a:cxn ang="0">
                  <a:pos x="41" y="36"/>
                </a:cxn>
                <a:cxn ang="0">
                  <a:pos x="62" y="34"/>
                </a:cxn>
                <a:cxn ang="0">
                  <a:pos x="78" y="39"/>
                </a:cxn>
                <a:cxn ang="0">
                  <a:pos x="98" y="30"/>
                </a:cxn>
                <a:cxn ang="0">
                  <a:pos x="111" y="13"/>
                </a:cxn>
                <a:cxn ang="0">
                  <a:pos x="98" y="0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6" name="Freeform 66"/>
            <p:cNvSpPr>
              <a:spLocks/>
            </p:cNvSpPr>
            <p:nvPr/>
          </p:nvSpPr>
          <p:spPr bwMode="invGray">
            <a:xfrm>
              <a:off x="4064" y="2777"/>
              <a:ext cx="21" cy="7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6"/>
                </a:cxn>
                <a:cxn ang="0">
                  <a:pos x="6" y="37"/>
                </a:cxn>
                <a:cxn ang="0">
                  <a:pos x="1" y="61"/>
                </a:cxn>
                <a:cxn ang="0">
                  <a:pos x="16" y="94"/>
                </a:cxn>
                <a:cxn ang="0">
                  <a:pos x="30" y="82"/>
                </a:cxn>
                <a:cxn ang="0">
                  <a:pos x="22" y="61"/>
                </a:cxn>
                <a:cxn ang="0">
                  <a:pos x="12" y="0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7" name="Freeform 67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0" y="20"/>
                </a:cxn>
                <a:cxn ang="0">
                  <a:pos x="8" y="49"/>
                </a:cxn>
                <a:cxn ang="0">
                  <a:pos x="6" y="107"/>
                </a:cxn>
                <a:cxn ang="0">
                  <a:pos x="17" y="103"/>
                </a:cxn>
                <a:cxn ang="0">
                  <a:pos x="20" y="115"/>
                </a:cxn>
                <a:cxn ang="0">
                  <a:pos x="29" y="122"/>
                </a:cxn>
                <a:cxn ang="0">
                  <a:pos x="38" y="140"/>
                </a:cxn>
                <a:cxn ang="0">
                  <a:pos x="48" y="128"/>
                </a:cxn>
                <a:cxn ang="0">
                  <a:pos x="65" y="134"/>
                </a:cxn>
                <a:cxn ang="0">
                  <a:pos x="63" y="109"/>
                </a:cxn>
                <a:cxn ang="0">
                  <a:pos x="48" y="104"/>
                </a:cxn>
                <a:cxn ang="0">
                  <a:pos x="39" y="91"/>
                </a:cxn>
                <a:cxn ang="0">
                  <a:pos x="33" y="73"/>
                </a:cxn>
                <a:cxn ang="0">
                  <a:pos x="41" y="53"/>
                </a:cxn>
                <a:cxn ang="0">
                  <a:pos x="35" y="35"/>
                </a:cxn>
                <a:cxn ang="0">
                  <a:pos x="42" y="20"/>
                </a:cxn>
                <a:cxn ang="0">
                  <a:pos x="29" y="4"/>
                </a:cxn>
                <a:cxn ang="0">
                  <a:pos x="18" y="7"/>
                </a:cxn>
                <a:cxn ang="0">
                  <a:pos x="12" y="2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8" name="Freeform 68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4" y="18"/>
                </a:cxn>
                <a:cxn ang="0">
                  <a:pos x="32" y="30"/>
                </a:cxn>
                <a:cxn ang="0">
                  <a:pos x="16" y="35"/>
                </a:cxn>
                <a:cxn ang="0">
                  <a:pos x="8" y="48"/>
                </a:cxn>
                <a:cxn ang="0">
                  <a:pos x="4" y="74"/>
                </a:cxn>
                <a:cxn ang="0">
                  <a:pos x="13" y="71"/>
                </a:cxn>
                <a:cxn ang="0">
                  <a:pos x="25" y="62"/>
                </a:cxn>
                <a:cxn ang="0">
                  <a:pos x="34" y="69"/>
                </a:cxn>
                <a:cxn ang="0">
                  <a:pos x="58" y="99"/>
                </a:cxn>
                <a:cxn ang="0">
                  <a:pos x="71" y="72"/>
                </a:cxn>
                <a:cxn ang="0">
                  <a:pos x="85" y="68"/>
                </a:cxn>
                <a:cxn ang="0">
                  <a:pos x="74" y="39"/>
                </a:cxn>
                <a:cxn ang="0">
                  <a:pos x="52" y="0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9" name="Freeform 69"/>
            <p:cNvSpPr>
              <a:spLocks/>
            </p:cNvSpPr>
            <p:nvPr/>
          </p:nvSpPr>
          <p:spPr bwMode="invGray">
            <a:xfrm>
              <a:off x="4197" y="3193"/>
              <a:ext cx="29" cy="48"/>
            </a:xfrm>
            <a:custGeom>
              <a:avLst/>
              <a:gdLst/>
              <a:ahLst/>
              <a:cxnLst>
                <a:cxn ang="0">
                  <a:pos x="6" y="27"/>
                </a:cxn>
                <a:cxn ang="0">
                  <a:pos x="26" y="66"/>
                </a:cxn>
                <a:cxn ang="0">
                  <a:pos x="30" y="52"/>
                </a:cxn>
                <a:cxn ang="0">
                  <a:pos x="38" y="40"/>
                </a:cxn>
                <a:cxn ang="0">
                  <a:pos x="30" y="25"/>
                </a:cxn>
                <a:cxn ang="0">
                  <a:pos x="20" y="13"/>
                </a:cxn>
                <a:cxn ang="0">
                  <a:pos x="11" y="1"/>
                </a:cxn>
                <a:cxn ang="0">
                  <a:pos x="2" y="12"/>
                </a:cxn>
                <a:cxn ang="0">
                  <a:pos x="6" y="2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0" name="Freeform 70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3"/>
                </a:cxn>
                <a:cxn ang="0">
                  <a:pos x="24" y="11"/>
                </a:cxn>
                <a:cxn ang="0">
                  <a:pos x="0" y="0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1" name="Freeform 71"/>
            <p:cNvSpPr>
              <a:spLocks/>
            </p:cNvSpPr>
            <p:nvPr/>
          </p:nvSpPr>
          <p:spPr bwMode="invGray">
            <a:xfrm>
              <a:off x="4208" y="3265"/>
              <a:ext cx="45" cy="39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8"/>
                </a:cxn>
                <a:cxn ang="0">
                  <a:pos x="28" y="33"/>
                </a:cxn>
                <a:cxn ang="0">
                  <a:pos x="42" y="46"/>
                </a:cxn>
                <a:cxn ang="0">
                  <a:pos x="60" y="42"/>
                </a:cxn>
                <a:cxn ang="0">
                  <a:pos x="49" y="24"/>
                </a:cxn>
                <a:cxn ang="0">
                  <a:pos x="28" y="3"/>
                </a:cxn>
                <a:cxn ang="0">
                  <a:pos x="19" y="16"/>
                </a:cxn>
                <a:cxn ang="0">
                  <a:pos x="9" y="0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2" name="Freeform 72"/>
            <p:cNvSpPr>
              <a:spLocks/>
            </p:cNvSpPr>
            <p:nvPr/>
          </p:nvSpPr>
          <p:spPr bwMode="invGray">
            <a:xfrm>
              <a:off x="4277" y="3335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3" name="Freeform 73"/>
            <p:cNvSpPr>
              <a:spLocks/>
            </p:cNvSpPr>
            <p:nvPr/>
          </p:nvSpPr>
          <p:spPr bwMode="invGray">
            <a:xfrm>
              <a:off x="4544" y="3293"/>
              <a:ext cx="46" cy="4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4" y="35"/>
                </a:cxn>
                <a:cxn ang="0">
                  <a:pos x="36" y="54"/>
                </a:cxn>
                <a:cxn ang="0">
                  <a:pos x="46" y="63"/>
                </a:cxn>
                <a:cxn ang="0">
                  <a:pos x="61" y="56"/>
                </a:cxn>
                <a:cxn ang="0">
                  <a:pos x="33" y="17"/>
                </a:cxn>
                <a:cxn ang="0">
                  <a:pos x="7" y="0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4" name="Freeform 74"/>
            <p:cNvSpPr>
              <a:spLocks/>
            </p:cNvSpPr>
            <p:nvPr/>
          </p:nvSpPr>
          <p:spPr bwMode="invGray">
            <a:xfrm>
              <a:off x="4147" y="3351"/>
              <a:ext cx="46" cy="49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0" y="34"/>
                </a:cxn>
                <a:cxn ang="0">
                  <a:pos x="16" y="43"/>
                </a:cxn>
                <a:cxn ang="0">
                  <a:pos x="22" y="67"/>
                </a:cxn>
                <a:cxn ang="0">
                  <a:pos x="48" y="58"/>
                </a:cxn>
                <a:cxn ang="0">
                  <a:pos x="60" y="47"/>
                </a:cxn>
                <a:cxn ang="0">
                  <a:pos x="51" y="28"/>
                </a:cxn>
                <a:cxn ang="0">
                  <a:pos x="57" y="14"/>
                </a:cxn>
                <a:cxn ang="0">
                  <a:pos x="55" y="2"/>
                </a:cxn>
                <a:cxn ang="0">
                  <a:pos x="46" y="4"/>
                </a:cxn>
                <a:cxn ang="0">
                  <a:pos x="51" y="5"/>
                </a:cxn>
                <a:cxn ang="0">
                  <a:pos x="49" y="16"/>
                </a:cxn>
                <a:cxn ang="0">
                  <a:pos x="43" y="23"/>
                </a:cxn>
                <a:cxn ang="0">
                  <a:pos x="28" y="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5" name="Freeform 75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6" y="6"/>
                </a:cxn>
                <a:cxn ang="0">
                  <a:pos x="33" y="36"/>
                </a:cxn>
                <a:cxn ang="0">
                  <a:pos x="42" y="30"/>
                </a:cxn>
                <a:cxn ang="0">
                  <a:pos x="21" y="3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6" name="Freeform 76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26"/>
                </a:cxn>
                <a:cxn ang="0">
                  <a:pos x="16" y="24"/>
                </a:cxn>
                <a:cxn ang="0">
                  <a:pos x="19" y="29"/>
                </a:cxn>
                <a:cxn ang="0">
                  <a:pos x="16" y="35"/>
                </a:cxn>
                <a:cxn ang="0">
                  <a:pos x="30" y="21"/>
                </a:cxn>
                <a:cxn ang="0">
                  <a:pos x="24" y="9"/>
                </a:cxn>
                <a:cxn ang="0">
                  <a:pos x="21" y="0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7" name="Freeform 77"/>
            <p:cNvSpPr>
              <a:spLocks/>
            </p:cNvSpPr>
            <p:nvPr/>
          </p:nvSpPr>
          <p:spPr bwMode="invGray">
            <a:xfrm>
              <a:off x="4111" y="3351"/>
              <a:ext cx="33" cy="26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7"/>
                </a:cxn>
                <a:cxn ang="0">
                  <a:pos x="27" y="31"/>
                </a:cxn>
                <a:cxn ang="0">
                  <a:pos x="45" y="24"/>
                </a:cxn>
                <a:cxn ang="0">
                  <a:pos x="22" y="10"/>
                </a:cxn>
                <a:cxn ang="0">
                  <a:pos x="21" y="0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8" name="Freeform 78"/>
            <p:cNvSpPr>
              <a:spLocks/>
            </p:cNvSpPr>
            <p:nvPr/>
          </p:nvSpPr>
          <p:spPr bwMode="invGray">
            <a:xfrm>
              <a:off x="4062" y="3021"/>
              <a:ext cx="27" cy="5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15"/>
                </a:cxn>
                <a:cxn ang="0">
                  <a:pos x="9" y="36"/>
                </a:cxn>
                <a:cxn ang="0">
                  <a:pos x="0" y="59"/>
                </a:cxn>
                <a:cxn ang="0">
                  <a:pos x="8" y="74"/>
                </a:cxn>
                <a:cxn ang="0">
                  <a:pos x="20" y="59"/>
                </a:cxn>
                <a:cxn ang="0">
                  <a:pos x="35" y="32"/>
                </a:cxn>
                <a:cxn ang="0">
                  <a:pos x="30" y="0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9" name="Freeform 79"/>
            <p:cNvSpPr>
              <a:spLocks/>
            </p:cNvSpPr>
            <p:nvPr/>
          </p:nvSpPr>
          <p:spPr bwMode="invGray">
            <a:xfrm>
              <a:off x="4113" y="3012"/>
              <a:ext cx="19" cy="53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4" y="8"/>
                </a:cxn>
                <a:cxn ang="0">
                  <a:pos x="0" y="22"/>
                </a:cxn>
                <a:cxn ang="0">
                  <a:pos x="15" y="41"/>
                </a:cxn>
                <a:cxn ang="0">
                  <a:pos x="25" y="56"/>
                </a:cxn>
                <a:cxn ang="0">
                  <a:pos x="16" y="20"/>
                </a:cxn>
                <a:cxn ang="0">
                  <a:pos x="13" y="7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0" name="Freeform 80"/>
            <p:cNvSpPr>
              <a:spLocks/>
            </p:cNvSpPr>
            <p:nvPr/>
          </p:nvSpPr>
          <p:spPr bwMode="invGray">
            <a:xfrm>
              <a:off x="4135" y="2995"/>
              <a:ext cx="9" cy="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10"/>
                </a:cxn>
                <a:cxn ang="0">
                  <a:pos x="11" y="25"/>
                </a:cxn>
                <a:cxn ang="0">
                  <a:pos x="11" y="0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1" name="Freeform 81"/>
            <p:cNvSpPr>
              <a:spLocks/>
            </p:cNvSpPr>
            <p:nvPr/>
          </p:nvSpPr>
          <p:spPr bwMode="invGray">
            <a:xfrm>
              <a:off x="4145" y="3007"/>
              <a:ext cx="21" cy="4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1" y="14"/>
                </a:cxn>
                <a:cxn ang="0">
                  <a:pos x="20" y="21"/>
                </a:cxn>
                <a:cxn ang="0">
                  <a:pos x="8" y="39"/>
                </a:cxn>
                <a:cxn ang="0">
                  <a:pos x="0" y="56"/>
                </a:cxn>
                <a:cxn ang="0">
                  <a:pos x="11" y="57"/>
                </a:cxn>
                <a:cxn ang="0">
                  <a:pos x="26" y="26"/>
                </a:cxn>
                <a:cxn ang="0">
                  <a:pos x="5" y="0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2" name="Freeform 82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7"/>
                </a:cxn>
                <a:cxn ang="0">
                  <a:pos x="8" y="22"/>
                </a:cxn>
                <a:cxn ang="0">
                  <a:pos x="14" y="3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3" name="Freeform 83"/>
            <p:cNvSpPr>
              <a:spLocks/>
            </p:cNvSpPr>
            <p:nvPr/>
          </p:nvSpPr>
          <p:spPr bwMode="invGray">
            <a:xfrm>
              <a:off x="3866" y="3052"/>
              <a:ext cx="10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4" name="Freeform 84"/>
            <p:cNvSpPr>
              <a:spLocks/>
            </p:cNvSpPr>
            <p:nvPr/>
          </p:nvSpPr>
          <p:spPr bwMode="invGray">
            <a:xfrm>
              <a:off x="3862" y="3036"/>
              <a:ext cx="12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0" y="10"/>
                </a:cxn>
                <a:cxn ang="0">
                  <a:pos x="12" y="19"/>
                </a:cxn>
                <a:cxn ang="0">
                  <a:pos x="10" y="5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5" name="Freeform 85"/>
            <p:cNvSpPr>
              <a:spLocks/>
            </p:cNvSpPr>
            <p:nvPr/>
          </p:nvSpPr>
          <p:spPr bwMode="invGray">
            <a:xfrm>
              <a:off x="3850" y="2995"/>
              <a:ext cx="11" cy="1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6" name="Freeform 86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9" y="18"/>
                </a:cxn>
                <a:cxn ang="0">
                  <a:pos x="14" y="6"/>
                </a:cxn>
                <a:cxn ang="0">
                  <a:pos x="13" y="0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7" name="Freeform 87"/>
            <p:cNvSpPr>
              <a:spLocks/>
            </p:cNvSpPr>
            <p:nvPr/>
          </p:nvSpPr>
          <p:spPr bwMode="invGray">
            <a:xfrm>
              <a:off x="4688" y="3643"/>
              <a:ext cx="45" cy="61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3" y="18"/>
                </a:cxn>
                <a:cxn ang="0">
                  <a:pos x="15" y="39"/>
                </a:cxn>
                <a:cxn ang="0">
                  <a:pos x="27" y="54"/>
                </a:cxn>
                <a:cxn ang="0">
                  <a:pos x="40" y="63"/>
                </a:cxn>
                <a:cxn ang="0">
                  <a:pos x="51" y="81"/>
                </a:cxn>
                <a:cxn ang="0">
                  <a:pos x="52" y="57"/>
                </a:cxn>
                <a:cxn ang="0">
                  <a:pos x="43" y="37"/>
                </a:cxn>
                <a:cxn ang="0">
                  <a:pos x="25" y="18"/>
                </a:cxn>
                <a:cxn ang="0">
                  <a:pos x="10" y="7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8" name="Freeform 88"/>
            <p:cNvSpPr>
              <a:spLocks/>
            </p:cNvSpPr>
            <p:nvPr/>
          </p:nvSpPr>
          <p:spPr bwMode="invGray">
            <a:xfrm>
              <a:off x="4919" y="3593"/>
              <a:ext cx="53" cy="47"/>
            </a:xfrm>
            <a:custGeom>
              <a:avLst/>
              <a:gdLst/>
              <a:ahLst/>
              <a:cxnLst>
                <a:cxn ang="0">
                  <a:pos x="28" y="23"/>
                </a:cxn>
                <a:cxn ang="0">
                  <a:pos x="13" y="32"/>
                </a:cxn>
                <a:cxn ang="0">
                  <a:pos x="1" y="44"/>
                </a:cxn>
                <a:cxn ang="0">
                  <a:pos x="13" y="59"/>
                </a:cxn>
                <a:cxn ang="0">
                  <a:pos x="28" y="44"/>
                </a:cxn>
                <a:cxn ang="0">
                  <a:pos x="40" y="23"/>
                </a:cxn>
                <a:cxn ang="0">
                  <a:pos x="55" y="0"/>
                </a:cxn>
                <a:cxn ang="0">
                  <a:pos x="71" y="11"/>
                </a:cxn>
                <a:cxn ang="0">
                  <a:pos x="35" y="23"/>
                </a:cxn>
                <a:cxn ang="0">
                  <a:pos x="28" y="23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9" name="Freeform 89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4"/>
                </a:cxn>
                <a:cxn ang="0">
                  <a:pos x="12" y="30"/>
                </a:cxn>
                <a:cxn ang="0">
                  <a:pos x="9" y="0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0" name="Freeform 90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14"/>
                </a:cxn>
                <a:cxn ang="0">
                  <a:pos x="21" y="20"/>
                </a:cxn>
                <a:cxn ang="0">
                  <a:pos x="19" y="0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1" name="Freeform 91"/>
            <p:cNvSpPr>
              <a:spLocks/>
            </p:cNvSpPr>
            <p:nvPr/>
          </p:nvSpPr>
          <p:spPr bwMode="invGray">
            <a:xfrm>
              <a:off x="4598" y="3351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2" name="Freeform 92"/>
            <p:cNvSpPr>
              <a:spLocks/>
            </p:cNvSpPr>
            <p:nvPr/>
          </p:nvSpPr>
          <p:spPr bwMode="invGray">
            <a:xfrm>
              <a:off x="4632" y="3395"/>
              <a:ext cx="26" cy="3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" y="9"/>
                </a:cxn>
                <a:cxn ang="0">
                  <a:pos x="14" y="32"/>
                </a:cxn>
                <a:cxn ang="0">
                  <a:pos x="26" y="36"/>
                </a:cxn>
                <a:cxn ang="0">
                  <a:pos x="30" y="0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3" name="Freeform 93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4" y="25"/>
                </a:cxn>
                <a:cxn ang="0">
                  <a:pos x="26" y="29"/>
                </a:cxn>
                <a:cxn ang="0">
                  <a:pos x="34" y="2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4" name="Freeform 94"/>
            <p:cNvSpPr>
              <a:spLocks/>
            </p:cNvSpPr>
            <p:nvPr/>
          </p:nvSpPr>
          <p:spPr bwMode="invGray">
            <a:xfrm>
              <a:off x="4693" y="3448"/>
              <a:ext cx="28" cy="27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6" y="22"/>
                </a:cxn>
                <a:cxn ang="0">
                  <a:pos x="27" y="22"/>
                </a:cxn>
                <a:cxn ang="0">
                  <a:pos x="34" y="2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5" name="Freeform 95"/>
            <p:cNvSpPr>
              <a:spLocks/>
            </p:cNvSpPr>
            <p:nvPr/>
          </p:nvSpPr>
          <p:spPr bwMode="invGray">
            <a:xfrm>
              <a:off x="4683" y="3414"/>
              <a:ext cx="27" cy="19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10" y="2"/>
                </a:cxn>
                <a:cxn ang="0">
                  <a:pos x="13" y="15"/>
                </a:cxn>
                <a:cxn ang="0">
                  <a:pos x="25" y="19"/>
                </a:cxn>
                <a:cxn ang="0">
                  <a:pos x="31" y="1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6" name="Freeform 96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/>
              <a:ahLst/>
              <a:cxnLst>
                <a:cxn ang="0">
                  <a:pos x="28" y="16"/>
                </a:cxn>
                <a:cxn ang="0">
                  <a:pos x="19" y="2"/>
                </a:cxn>
                <a:cxn ang="0">
                  <a:pos x="10" y="25"/>
                </a:cxn>
                <a:cxn ang="0">
                  <a:pos x="19" y="35"/>
                </a:cxn>
                <a:cxn ang="0">
                  <a:pos x="27" y="29"/>
                </a:cxn>
                <a:cxn ang="0">
                  <a:pos x="28" y="16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7" name="Freeform 97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8" name="Freeform 98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9" name="Freeform 99"/>
            <p:cNvSpPr>
              <a:spLocks/>
            </p:cNvSpPr>
            <p:nvPr/>
          </p:nvSpPr>
          <p:spPr bwMode="invGray">
            <a:xfrm>
              <a:off x="3055" y="2051"/>
              <a:ext cx="141" cy="109"/>
            </a:xfrm>
            <a:custGeom>
              <a:avLst/>
              <a:gdLst/>
              <a:ahLst/>
              <a:cxnLst>
                <a:cxn ang="0">
                  <a:pos x="171" y="4"/>
                </a:cxn>
                <a:cxn ang="0">
                  <a:pos x="185" y="4"/>
                </a:cxn>
                <a:cxn ang="0">
                  <a:pos x="189" y="16"/>
                </a:cxn>
                <a:cxn ang="0">
                  <a:pos x="187" y="24"/>
                </a:cxn>
                <a:cxn ang="0">
                  <a:pos x="131" y="44"/>
                </a:cxn>
                <a:cxn ang="0">
                  <a:pos x="109" y="58"/>
                </a:cxn>
                <a:cxn ang="0">
                  <a:pos x="97" y="62"/>
                </a:cxn>
                <a:cxn ang="0">
                  <a:pos x="71" y="82"/>
                </a:cxn>
                <a:cxn ang="0">
                  <a:pos x="75" y="92"/>
                </a:cxn>
                <a:cxn ang="0">
                  <a:pos x="83" y="116"/>
                </a:cxn>
                <a:cxn ang="0">
                  <a:pos x="107" y="126"/>
                </a:cxn>
                <a:cxn ang="0">
                  <a:pos x="93" y="140"/>
                </a:cxn>
                <a:cxn ang="0">
                  <a:pos x="83" y="130"/>
                </a:cxn>
                <a:cxn ang="0">
                  <a:pos x="71" y="134"/>
                </a:cxn>
                <a:cxn ang="0">
                  <a:pos x="21" y="122"/>
                </a:cxn>
                <a:cxn ang="0">
                  <a:pos x="19" y="106"/>
                </a:cxn>
                <a:cxn ang="0">
                  <a:pos x="47" y="90"/>
                </a:cxn>
                <a:cxn ang="0">
                  <a:pos x="51" y="76"/>
                </a:cxn>
                <a:cxn ang="0">
                  <a:pos x="47" y="64"/>
                </a:cxn>
                <a:cxn ang="0">
                  <a:pos x="73" y="46"/>
                </a:cxn>
                <a:cxn ang="0">
                  <a:pos x="97" y="36"/>
                </a:cxn>
                <a:cxn ang="0">
                  <a:pos x="113" y="24"/>
                </a:cxn>
                <a:cxn ang="0">
                  <a:pos x="171" y="4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0" name="Freeform 100"/>
            <p:cNvSpPr>
              <a:spLocks/>
            </p:cNvSpPr>
            <p:nvPr/>
          </p:nvSpPr>
          <p:spPr bwMode="invGray">
            <a:xfrm>
              <a:off x="3139" y="2155"/>
              <a:ext cx="39" cy="1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2" y="2"/>
                </a:cxn>
                <a:cxn ang="0">
                  <a:pos x="32" y="16"/>
                </a:cxn>
                <a:cxn ang="0">
                  <a:pos x="44" y="14"/>
                </a:cxn>
                <a:cxn ang="0">
                  <a:pos x="24" y="0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1" name="Freeform 101"/>
            <p:cNvSpPr>
              <a:spLocks/>
            </p:cNvSpPr>
            <p:nvPr/>
          </p:nvSpPr>
          <p:spPr bwMode="invGray">
            <a:xfrm>
              <a:off x="3344" y="1998"/>
              <a:ext cx="42" cy="28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25" y="24"/>
                </a:cxn>
                <a:cxn ang="0">
                  <a:pos x="11" y="34"/>
                </a:cxn>
                <a:cxn ang="0">
                  <a:pos x="9" y="4"/>
                </a:cxn>
                <a:cxn ang="0">
                  <a:pos x="21" y="0"/>
                </a:cxn>
                <a:cxn ang="0">
                  <a:pos x="57" y="4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2" name="Freeform 102"/>
            <p:cNvSpPr>
              <a:spLocks/>
            </p:cNvSpPr>
            <p:nvPr/>
          </p:nvSpPr>
          <p:spPr bwMode="invGray">
            <a:xfrm>
              <a:off x="3374" y="2012"/>
              <a:ext cx="50" cy="1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1" y="6"/>
                </a:cxn>
                <a:cxn ang="0">
                  <a:pos x="57" y="26"/>
                </a:cxn>
                <a:cxn ang="0">
                  <a:pos x="63" y="24"/>
                </a:cxn>
                <a:cxn ang="0">
                  <a:pos x="29" y="0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3" name="Freeform 103"/>
            <p:cNvSpPr>
              <a:spLocks/>
            </p:cNvSpPr>
            <p:nvPr/>
          </p:nvSpPr>
          <p:spPr bwMode="invGray">
            <a:xfrm>
              <a:off x="3428" y="2014"/>
              <a:ext cx="50" cy="31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26" y="9"/>
                </a:cxn>
                <a:cxn ang="0">
                  <a:pos x="10" y="9"/>
                </a:cxn>
                <a:cxn ang="0">
                  <a:pos x="8" y="35"/>
                </a:cxn>
                <a:cxn ang="0">
                  <a:pos x="32" y="43"/>
                </a:cxn>
                <a:cxn ang="0">
                  <a:pos x="62" y="27"/>
                </a:cxn>
                <a:cxn ang="0">
                  <a:pos x="50" y="9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4" name="Freeform 104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16"/>
                </a:cxn>
                <a:cxn ang="0">
                  <a:pos x="50" y="30"/>
                </a:cxn>
                <a:cxn ang="0">
                  <a:pos x="76" y="36"/>
                </a:cxn>
                <a:cxn ang="0">
                  <a:pos x="112" y="22"/>
                </a:cxn>
                <a:cxn ang="0">
                  <a:pos x="78" y="4"/>
                </a:cxn>
                <a:cxn ang="0">
                  <a:pos x="14" y="0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5" name="Freeform 105"/>
            <p:cNvSpPr>
              <a:spLocks/>
            </p:cNvSpPr>
            <p:nvPr/>
          </p:nvSpPr>
          <p:spPr bwMode="invGray">
            <a:xfrm>
              <a:off x="3867" y="2042"/>
              <a:ext cx="44" cy="26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62" y="10"/>
                </a:cxn>
                <a:cxn ang="0">
                  <a:pos x="30" y="32"/>
                </a:cxn>
                <a:cxn ang="0">
                  <a:pos x="6" y="22"/>
                </a:cxn>
                <a:cxn ang="0">
                  <a:pos x="32" y="4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6" name="Freeform 106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6" y="5"/>
                </a:cxn>
                <a:cxn ang="0">
                  <a:pos x="38" y="23"/>
                </a:cxn>
                <a:cxn ang="0">
                  <a:pos x="20" y="1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7" name="Freeform 107"/>
            <p:cNvSpPr>
              <a:spLocks/>
            </p:cNvSpPr>
            <p:nvPr/>
          </p:nvSpPr>
          <p:spPr bwMode="invGray">
            <a:xfrm>
              <a:off x="4098" y="2294"/>
              <a:ext cx="74" cy="11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8"/>
                </a:cxn>
                <a:cxn ang="0">
                  <a:pos x="14" y="42"/>
                </a:cxn>
                <a:cxn ang="0">
                  <a:pos x="32" y="72"/>
                </a:cxn>
                <a:cxn ang="0">
                  <a:pos x="36" y="104"/>
                </a:cxn>
                <a:cxn ang="0">
                  <a:pos x="80" y="152"/>
                </a:cxn>
                <a:cxn ang="0">
                  <a:pos x="86" y="124"/>
                </a:cxn>
                <a:cxn ang="0">
                  <a:pos x="74" y="102"/>
                </a:cxn>
                <a:cxn ang="0">
                  <a:pos x="62" y="92"/>
                </a:cxn>
                <a:cxn ang="0">
                  <a:pos x="52" y="74"/>
                </a:cxn>
                <a:cxn ang="0">
                  <a:pos x="42" y="44"/>
                </a:cxn>
                <a:cxn ang="0">
                  <a:pos x="4" y="12"/>
                </a:cxn>
                <a:cxn ang="0">
                  <a:pos x="6" y="0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8" name="Freeform 108"/>
            <p:cNvSpPr>
              <a:spLocks/>
            </p:cNvSpPr>
            <p:nvPr/>
          </p:nvSpPr>
          <p:spPr bwMode="invGray">
            <a:xfrm>
              <a:off x="4159" y="2412"/>
              <a:ext cx="55" cy="80"/>
            </a:xfrm>
            <a:custGeom>
              <a:avLst/>
              <a:gdLst/>
              <a:ahLst/>
              <a:cxnLst>
                <a:cxn ang="0">
                  <a:pos x="64" y="22"/>
                </a:cxn>
                <a:cxn ang="0">
                  <a:pos x="74" y="40"/>
                </a:cxn>
                <a:cxn ang="0">
                  <a:pos x="30" y="84"/>
                </a:cxn>
                <a:cxn ang="0">
                  <a:pos x="32" y="100"/>
                </a:cxn>
                <a:cxn ang="0">
                  <a:pos x="20" y="94"/>
                </a:cxn>
                <a:cxn ang="0">
                  <a:pos x="6" y="84"/>
                </a:cxn>
                <a:cxn ang="0">
                  <a:pos x="0" y="82"/>
                </a:cxn>
                <a:cxn ang="0">
                  <a:pos x="10" y="58"/>
                </a:cxn>
                <a:cxn ang="0">
                  <a:pos x="12" y="52"/>
                </a:cxn>
                <a:cxn ang="0">
                  <a:pos x="2" y="24"/>
                </a:cxn>
                <a:cxn ang="0">
                  <a:pos x="4" y="14"/>
                </a:cxn>
                <a:cxn ang="0">
                  <a:pos x="26" y="22"/>
                </a:cxn>
                <a:cxn ang="0">
                  <a:pos x="36" y="36"/>
                </a:cxn>
                <a:cxn ang="0">
                  <a:pos x="64" y="22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9" name="Freeform 109"/>
            <p:cNvSpPr>
              <a:spLocks/>
            </p:cNvSpPr>
            <p:nvPr/>
          </p:nvSpPr>
          <p:spPr bwMode="invGray">
            <a:xfrm>
              <a:off x="4123" y="2492"/>
              <a:ext cx="109" cy="192"/>
            </a:xfrm>
            <a:custGeom>
              <a:avLst/>
              <a:gdLst/>
              <a:ahLst/>
              <a:cxnLst>
                <a:cxn ang="0">
                  <a:pos x="82" y="100"/>
                </a:cxn>
                <a:cxn ang="0">
                  <a:pos x="66" y="106"/>
                </a:cxn>
                <a:cxn ang="0">
                  <a:pos x="64" y="132"/>
                </a:cxn>
                <a:cxn ang="0">
                  <a:pos x="22" y="146"/>
                </a:cxn>
                <a:cxn ang="0">
                  <a:pos x="8" y="168"/>
                </a:cxn>
                <a:cxn ang="0">
                  <a:pos x="20" y="182"/>
                </a:cxn>
                <a:cxn ang="0">
                  <a:pos x="8" y="198"/>
                </a:cxn>
                <a:cxn ang="0">
                  <a:pos x="24" y="252"/>
                </a:cxn>
                <a:cxn ang="0">
                  <a:pos x="28" y="214"/>
                </a:cxn>
                <a:cxn ang="0">
                  <a:pos x="22" y="192"/>
                </a:cxn>
                <a:cxn ang="0">
                  <a:pos x="42" y="176"/>
                </a:cxn>
                <a:cxn ang="0">
                  <a:pos x="52" y="158"/>
                </a:cxn>
                <a:cxn ang="0">
                  <a:pos x="66" y="174"/>
                </a:cxn>
                <a:cxn ang="0">
                  <a:pos x="44" y="190"/>
                </a:cxn>
                <a:cxn ang="0">
                  <a:pos x="56" y="200"/>
                </a:cxn>
                <a:cxn ang="0">
                  <a:pos x="68" y="178"/>
                </a:cxn>
                <a:cxn ang="0">
                  <a:pos x="84" y="184"/>
                </a:cxn>
                <a:cxn ang="0">
                  <a:pos x="104" y="148"/>
                </a:cxn>
                <a:cxn ang="0">
                  <a:pos x="114" y="156"/>
                </a:cxn>
                <a:cxn ang="0">
                  <a:pos x="136" y="148"/>
                </a:cxn>
                <a:cxn ang="0">
                  <a:pos x="146" y="130"/>
                </a:cxn>
                <a:cxn ang="0">
                  <a:pos x="142" y="110"/>
                </a:cxn>
                <a:cxn ang="0">
                  <a:pos x="134" y="98"/>
                </a:cxn>
                <a:cxn ang="0">
                  <a:pos x="122" y="40"/>
                </a:cxn>
                <a:cxn ang="0">
                  <a:pos x="94" y="0"/>
                </a:cxn>
                <a:cxn ang="0">
                  <a:pos x="78" y="12"/>
                </a:cxn>
                <a:cxn ang="0">
                  <a:pos x="96" y="34"/>
                </a:cxn>
                <a:cxn ang="0">
                  <a:pos x="96" y="64"/>
                </a:cxn>
                <a:cxn ang="0">
                  <a:pos x="82" y="100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0" name="Freeform 110"/>
            <p:cNvSpPr>
              <a:spLocks/>
            </p:cNvSpPr>
            <p:nvPr/>
          </p:nvSpPr>
          <p:spPr bwMode="invGray">
            <a:xfrm>
              <a:off x="3062" y="1989"/>
              <a:ext cx="50" cy="31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65" y="20"/>
                </a:cxn>
                <a:cxn ang="0">
                  <a:pos x="41" y="24"/>
                </a:cxn>
                <a:cxn ang="0">
                  <a:pos x="31" y="40"/>
                </a:cxn>
                <a:cxn ang="0">
                  <a:pos x="7" y="38"/>
                </a:cxn>
                <a:cxn ang="0">
                  <a:pos x="1" y="36"/>
                </a:cxn>
                <a:cxn ang="0">
                  <a:pos x="33" y="20"/>
                </a:cxn>
                <a:cxn ang="0">
                  <a:pos x="59" y="0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1" name="Freeform 111"/>
            <p:cNvSpPr>
              <a:spLocks/>
            </p:cNvSpPr>
            <p:nvPr/>
          </p:nvSpPr>
          <p:spPr bwMode="invGray">
            <a:xfrm>
              <a:off x="2955" y="1998"/>
              <a:ext cx="19" cy="2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18"/>
                </a:cxn>
                <a:cxn ang="0">
                  <a:pos x="18" y="26"/>
                </a:cxn>
                <a:cxn ang="0">
                  <a:pos x="18" y="0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2" name="Freeform 112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0" y="18"/>
                </a:cxn>
                <a:cxn ang="0">
                  <a:pos x="6" y="32"/>
                </a:cxn>
                <a:cxn ang="0">
                  <a:pos x="18" y="36"/>
                </a:cxn>
                <a:cxn ang="0">
                  <a:pos x="40" y="26"/>
                </a:cxn>
                <a:cxn ang="0">
                  <a:pos x="14" y="6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3" name="Freeform 113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" y="12"/>
                </a:cxn>
                <a:cxn ang="0">
                  <a:pos x="19" y="22"/>
                </a:cxn>
                <a:cxn ang="0">
                  <a:pos x="11" y="0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4" name="Freeform 114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9" y="18"/>
                </a:cxn>
                <a:cxn ang="0">
                  <a:pos x="11" y="0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5" name="Freeform 115"/>
            <p:cNvSpPr>
              <a:spLocks/>
            </p:cNvSpPr>
            <p:nvPr/>
          </p:nvSpPr>
          <p:spPr bwMode="invGray">
            <a:xfrm>
              <a:off x="4162" y="2021"/>
              <a:ext cx="18" cy="3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6"/>
                </a:cxn>
                <a:cxn ang="0">
                  <a:pos x="0" y="34"/>
                </a:cxn>
                <a:cxn ang="0">
                  <a:pos x="16" y="40"/>
                </a:cxn>
                <a:cxn ang="0">
                  <a:pos x="24" y="0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6" name="Freeform 116"/>
            <p:cNvSpPr>
              <a:spLocks/>
            </p:cNvSpPr>
            <p:nvPr/>
          </p:nvSpPr>
          <p:spPr bwMode="invGray">
            <a:xfrm>
              <a:off x="3278" y="3473"/>
              <a:ext cx="31" cy="1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6" y="24"/>
                </a:cxn>
                <a:cxn ang="0">
                  <a:pos x="30" y="0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7" name="Freeform 117"/>
            <p:cNvSpPr>
              <a:spLocks/>
            </p:cNvSpPr>
            <p:nvPr/>
          </p:nvSpPr>
          <p:spPr bwMode="invGray">
            <a:xfrm>
              <a:off x="3318" y="3467"/>
              <a:ext cx="10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8" name="Freeform 118"/>
            <p:cNvSpPr>
              <a:spLocks/>
            </p:cNvSpPr>
            <p:nvPr/>
          </p:nvSpPr>
          <p:spPr bwMode="invGray">
            <a:xfrm>
              <a:off x="3251" y="3311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9" name="Freeform 119"/>
            <p:cNvSpPr>
              <a:spLocks/>
            </p:cNvSpPr>
            <p:nvPr/>
          </p:nvSpPr>
          <p:spPr bwMode="invGray">
            <a:xfrm>
              <a:off x="3311" y="3239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0" name="Freeform 120"/>
            <p:cNvSpPr>
              <a:spLocks/>
            </p:cNvSpPr>
            <p:nvPr/>
          </p:nvSpPr>
          <p:spPr bwMode="invGray">
            <a:xfrm>
              <a:off x="3287" y="3237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1" name="Freeform 121"/>
            <p:cNvSpPr>
              <a:spLocks/>
            </p:cNvSpPr>
            <p:nvPr/>
          </p:nvSpPr>
          <p:spPr bwMode="invGray">
            <a:xfrm>
              <a:off x="3276" y="3259"/>
              <a:ext cx="9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2" name="Freeform 122"/>
            <p:cNvSpPr>
              <a:spLocks/>
            </p:cNvSpPr>
            <p:nvPr/>
          </p:nvSpPr>
          <p:spPr bwMode="invGray">
            <a:xfrm>
              <a:off x="3251" y="3294"/>
              <a:ext cx="9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3" name="Freeform 123"/>
            <p:cNvSpPr>
              <a:spLocks/>
            </p:cNvSpPr>
            <p:nvPr/>
          </p:nvSpPr>
          <p:spPr bwMode="invGray">
            <a:xfrm>
              <a:off x="3270" y="3282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4" name="Freeform 124"/>
            <p:cNvSpPr>
              <a:spLocks/>
            </p:cNvSpPr>
            <p:nvPr/>
          </p:nvSpPr>
          <p:spPr bwMode="invGray">
            <a:xfrm>
              <a:off x="2537" y="2293"/>
              <a:ext cx="10" cy="17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5" name="Freeform 125"/>
            <p:cNvSpPr>
              <a:spLocks/>
            </p:cNvSpPr>
            <p:nvPr/>
          </p:nvSpPr>
          <p:spPr bwMode="invGray">
            <a:xfrm>
              <a:off x="2476" y="2258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6" name="Freeform 126"/>
            <p:cNvSpPr>
              <a:spLocks/>
            </p:cNvSpPr>
            <p:nvPr/>
          </p:nvSpPr>
          <p:spPr bwMode="invGray">
            <a:xfrm>
              <a:off x="2238" y="2042"/>
              <a:ext cx="2059" cy="1645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</p:grpSp>
      <p:sp>
        <p:nvSpPr>
          <p:cNvPr id="120" name="Line 136"/>
          <p:cNvSpPr>
            <a:spLocks noChangeShapeType="1"/>
          </p:cNvSpPr>
          <p:nvPr/>
        </p:nvSpPr>
        <p:spPr bwMode="auto">
          <a:xfrm>
            <a:off x="46553" y="688504"/>
            <a:ext cx="8919343" cy="0"/>
          </a:xfrm>
          <a:prstGeom prst="line">
            <a:avLst/>
          </a:prstGeom>
          <a:noFill/>
          <a:ln w="444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121" name="Rectangle 135"/>
          <p:cNvSpPr>
            <a:spLocks noChangeArrowheads="1"/>
          </p:cNvSpPr>
          <p:nvPr/>
        </p:nvSpPr>
        <p:spPr bwMode="auto">
          <a:xfrm>
            <a:off x="8892127" y="609141"/>
            <a:ext cx="1763941" cy="1555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en-US" sz="32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894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51" r:id="rId1"/>
    <p:sldLayoutId id="2147484952" r:id="rId2"/>
    <p:sldLayoutId id="2147484953" r:id="rId3"/>
    <p:sldLayoutId id="2147484954" r:id="rId4"/>
    <p:sldLayoutId id="2147484955" r:id="rId5"/>
    <p:sldLayoutId id="2147484956" r:id="rId6"/>
    <p:sldLayoutId id="2147484957" r:id="rId7"/>
    <p:sldLayoutId id="2147484958" r:id="rId8"/>
    <p:sldLayoutId id="2147484959" r:id="rId9"/>
    <p:sldLayoutId id="2147484960" r:id="rId10"/>
    <p:sldLayoutId id="2147484961" r:id="rId11"/>
    <p:sldLayoutId id="2147484962" r:id="rId12"/>
    <p:sldLayoutId id="2147484963" r:id="rId13"/>
    <p:sldLayoutId id="2147484964" r:id="rId14"/>
    <p:sldLayoutId id="2147484965" r:id="rId15"/>
    <p:sldLayoutId id="2147484966" r:id="rId16"/>
    <p:sldLayoutId id="2147484967" r:id="rId17"/>
  </p:sldLayoutIdLst>
  <p:txStyles>
    <p:titleStyle>
      <a:lvl1pPr algn="ctr" defTabSz="1219042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41" indent="-457141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470" indent="-380950" algn="l" defTabSz="1219042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80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320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9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36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1881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40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0921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2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4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56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080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0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12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64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7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104824" y="9968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40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8838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69" r:id="rId1"/>
    <p:sldLayoutId id="2147484970" r:id="rId2"/>
    <p:sldLayoutId id="2147484971" r:id="rId3"/>
    <p:sldLayoutId id="2147484972" r:id="rId4"/>
    <p:sldLayoutId id="2147484973" r:id="rId5"/>
    <p:sldLayoutId id="2147484974" r:id="rId6"/>
    <p:sldLayoutId id="2147484975" r:id="rId7"/>
    <p:sldLayoutId id="2147484976" r:id="rId8"/>
    <p:sldLayoutId id="2147484977" r:id="rId9"/>
    <p:sldLayoutId id="2147484978" r:id="rId10"/>
    <p:sldLayoutId id="2147484979" r:id="rId11"/>
    <p:sldLayoutId id="2147484980" r:id="rId12"/>
    <p:sldLayoutId id="2147484981" r:id="rId13"/>
    <p:sldLayoutId id="2147484982" r:id="rId14"/>
    <p:sldLayoutId id="2147484983" r:id="rId15"/>
    <p:sldLayoutId id="2147484984" r:id="rId16"/>
    <p:sldLayoutId id="2147484985" r:id="rId17"/>
    <p:sldLayoutId id="2147484986" r:id="rId18"/>
    <p:sldLayoutId id="2147484987" r:id="rId19"/>
    <p:sldLayoutId id="2147484988" r:id="rId20"/>
    <p:sldLayoutId id="2147484989" r:id="rId21"/>
    <p:sldLayoutId id="2147484990" r:id="rId22"/>
    <p:sldLayoutId id="2147484991" r:id="rId23"/>
    <p:sldLayoutId id="2147484992" r:id="rId24"/>
    <p:sldLayoutId id="2147484993" r:id="rId25"/>
    <p:sldLayoutId id="2147484994" r:id="rId2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2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652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397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3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0995" indent="-240995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155" indent="-201946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316" indent="-160664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644" indent="-16178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5969" indent="-160664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294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8621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09946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272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25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52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979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304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633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7956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284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608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ChangeArrowheads="1"/>
          </p:cNvSpPr>
          <p:nvPr/>
        </p:nvSpPr>
        <p:spPr bwMode="gray">
          <a:xfrm>
            <a:off x="1595" y="10"/>
            <a:ext cx="12190412" cy="255746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33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827198" y="317504"/>
            <a:ext cx="10742124" cy="2600325"/>
            <a:chOff x="664" y="1951"/>
            <a:chExt cx="4308" cy="2120"/>
          </a:xfrm>
        </p:grpSpPr>
        <p:sp>
          <p:nvSpPr>
            <p:cNvPr id="9" name="Freeform 19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/>
              <a:ahLst/>
              <a:cxnLst>
                <a:cxn ang="0">
                  <a:pos x="116" y="258"/>
                </a:cxn>
                <a:cxn ang="0">
                  <a:pos x="320" y="210"/>
                </a:cxn>
                <a:cxn ang="0">
                  <a:pos x="434" y="240"/>
                </a:cxn>
                <a:cxn ang="0">
                  <a:pos x="416" y="444"/>
                </a:cxn>
                <a:cxn ang="0">
                  <a:pos x="272" y="582"/>
                </a:cxn>
                <a:cxn ang="0">
                  <a:pos x="218" y="714"/>
                </a:cxn>
                <a:cxn ang="0">
                  <a:pos x="284" y="964"/>
                </a:cxn>
                <a:cxn ang="0">
                  <a:pos x="316" y="960"/>
                </a:cxn>
                <a:cxn ang="0">
                  <a:pos x="328" y="906"/>
                </a:cxn>
                <a:cxn ang="0">
                  <a:pos x="478" y="1154"/>
                </a:cxn>
                <a:cxn ang="0">
                  <a:pos x="650" y="1200"/>
                </a:cxn>
                <a:cxn ang="0">
                  <a:pos x="794" y="1350"/>
                </a:cxn>
                <a:cxn ang="0">
                  <a:pos x="854" y="1422"/>
                </a:cxn>
                <a:cxn ang="0">
                  <a:pos x="770" y="1608"/>
                </a:cxn>
                <a:cxn ang="0">
                  <a:pos x="916" y="1782"/>
                </a:cxn>
                <a:cxn ang="0">
                  <a:pos x="1034" y="2022"/>
                </a:cxn>
                <a:cxn ang="0">
                  <a:pos x="1094" y="2310"/>
                </a:cxn>
                <a:cxn ang="0">
                  <a:pos x="1194" y="2540"/>
                </a:cxn>
                <a:cxn ang="0">
                  <a:pos x="1280" y="2520"/>
                </a:cxn>
                <a:cxn ang="0">
                  <a:pos x="1244" y="2394"/>
                </a:cxn>
                <a:cxn ang="0">
                  <a:pos x="1288" y="2306"/>
                </a:cxn>
                <a:cxn ang="0">
                  <a:pos x="1368" y="2228"/>
                </a:cxn>
                <a:cxn ang="0">
                  <a:pos x="1448" y="2076"/>
                </a:cxn>
                <a:cxn ang="0">
                  <a:pos x="1568" y="1950"/>
                </a:cxn>
                <a:cxn ang="0">
                  <a:pos x="1622" y="1746"/>
                </a:cxn>
                <a:cxn ang="0">
                  <a:pos x="1552" y="1538"/>
                </a:cxn>
                <a:cxn ang="0">
                  <a:pos x="1376" y="1410"/>
                </a:cxn>
                <a:cxn ang="0">
                  <a:pos x="1104" y="1280"/>
                </a:cxn>
                <a:cxn ang="0">
                  <a:pos x="974" y="1260"/>
                </a:cxn>
                <a:cxn ang="0">
                  <a:pos x="904" y="1268"/>
                </a:cxn>
                <a:cxn ang="0">
                  <a:pos x="794" y="1308"/>
                </a:cxn>
                <a:cxn ang="0">
                  <a:pos x="758" y="1174"/>
                </a:cxn>
                <a:cxn ang="0">
                  <a:pos x="736" y="1062"/>
                </a:cxn>
                <a:cxn ang="0">
                  <a:pos x="632" y="1104"/>
                </a:cxn>
                <a:cxn ang="0">
                  <a:pos x="568" y="950"/>
                </a:cxn>
                <a:cxn ang="0">
                  <a:pos x="740" y="912"/>
                </a:cxn>
                <a:cxn ang="0">
                  <a:pos x="842" y="906"/>
                </a:cxn>
                <a:cxn ang="0">
                  <a:pos x="896" y="900"/>
                </a:cxn>
                <a:cxn ang="0">
                  <a:pos x="1058" y="750"/>
                </a:cxn>
                <a:cxn ang="0">
                  <a:pos x="1184" y="678"/>
                </a:cxn>
                <a:cxn ang="0">
                  <a:pos x="1278" y="636"/>
                </a:cxn>
                <a:cxn ang="0">
                  <a:pos x="1340" y="538"/>
                </a:cxn>
                <a:cxn ang="0">
                  <a:pos x="1288" y="512"/>
                </a:cxn>
                <a:cxn ang="0">
                  <a:pos x="1526" y="456"/>
                </a:cxn>
                <a:cxn ang="0">
                  <a:pos x="1406" y="342"/>
                </a:cxn>
                <a:cxn ang="0">
                  <a:pos x="1328" y="264"/>
                </a:cxn>
                <a:cxn ang="0">
                  <a:pos x="1222" y="364"/>
                </a:cxn>
                <a:cxn ang="0">
                  <a:pos x="1110" y="444"/>
                </a:cxn>
                <a:cxn ang="0">
                  <a:pos x="1022" y="304"/>
                </a:cxn>
                <a:cxn ang="0">
                  <a:pos x="1212" y="240"/>
                </a:cxn>
                <a:cxn ang="0">
                  <a:pos x="1266" y="198"/>
                </a:cxn>
                <a:cxn ang="0">
                  <a:pos x="1328" y="172"/>
                </a:cxn>
                <a:cxn ang="0">
                  <a:pos x="1286" y="144"/>
                </a:cxn>
                <a:cxn ang="0">
                  <a:pos x="1262" y="120"/>
                </a:cxn>
                <a:cxn ang="0">
                  <a:pos x="1202" y="102"/>
                </a:cxn>
                <a:cxn ang="0">
                  <a:pos x="1106" y="136"/>
                </a:cxn>
                <a:cxn ang="0">
                  <a:pos x="950" y="120"/>
                </a:cxn>
                <a:cxn ang="0">
                  <a:pos x="550" y="0"/>
                </a:cxn>
                <a:cxn ang="0">
                  <a:pos x="344" y="32"/>
                </a:cxn>
                <a:cxn ang="0">
                  <a:pos x="290" y="102"/>
                </a:cxn>
                <a:cxn ang="0">
                  <a:pos x="128" y="174"/>
                </a:cxn>
                <a:cxn ang="0">
                  <a:pos x="128" y="216"/>
                </a:cxn>
                <a:cxn ang="0">
                  <a:pos x="2" y="252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" name="Freeform 20"/>
            <p:cNvSpPr>
              <a:spLocks/>
            </p:cNvSpPr>
            <p:nvPr/>
          </p:nvSpPr>
          <p:spPr bwMode="invGray">
            <a:xfrm>
              <a:off x="703" y="2231"/>
              <a:ext cx="33" cy="27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22"/>
                </a:cxn>
                <a:cxn ang="0">
                  <a:pos x="22" y="38"/>
                </a:cxn>
                <a:cxn ang="0">
                  <a:pos x="46" y="26"/>
                </a:cxn>
                <a:cxn ang="0">
                  <a:pos x="30" y="0"/>
                </a:cxn>
                <a:cxn ang="0">
                  <a:pos x="16" y="4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" name="Freeform 21"/>
            <p:cNvSpPr>
              <a:spLocks/>
            </p:cNvSpPr>
            <p:nvPr/>
          </p:nvSpPr>
          <p:spPr bwMode="invGray">
            <a:xfrm>
              <a:off x="1010" y="2354"/>
              <a:ext cx="39" cy="31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6" y="44"/>
                </a:cxn>
                <a:cxn ang="0">
                  <a:pos x="42" y="42"/>
                </a:cxn>
                <a:cxn ang="0">
                  <a:pos x="38" y="16"/>
                </a:cxn>
                <a:cxn ang="0">
                  <a:pos x="26" y="2"/>
                </a:cxn>
                <a:cxn ang="0">
                  <a:pos x="12" y="0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invGray">
            <a:xfrm>
              <a:off x="1792" y="2410"/>
              <a:ext cx="98" cy="71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9" y="8"/>
                </a:cxn>
                <a:cxn ang="0">
                  <a:pos x="53" y="24"/>
                </a:cxn>
                <a:cxn ang="0">
                  <a:pos x="39" y="40"/>
                </a:cxn>
                <a:cxn ang="0">
                  <a:pos x="21" y="52"/>
                </a:cxn>
                <a:cxn ang="0">
                  <a:pos x="63" y="82"/>
                </a:cxn>
                <a:cxn ang="0">
                  <a:pos x="79" y="94"/>
                </a:cxn>
                <a:cxn ang="0">
                  <a:pos x="85" y="92"/>
                </a:cxn>
                <a:cxn ang="0">
                  <a:pos x="89" y="86"/>
                </a:cxn>
                <a:cxn ang="0">
                  <a:pos x="97" y="98"/>
                </a:cxn>
                <a:cxn ang="0">
                  <a:pos x="123" y="86"/>
                </a:cxn>
                <a:cxn ang="0">
                  <a:pos x="129" y="74"/>
                </a:cxn>
                <a:cxn ang="0">
                  <a:pos x="101" y="40"/>
                </a:cxn>
                <a:cxn ang="0">
                  <a:pos x="115" y="24"/>
                </a:cxn>
                <a:cxn ang="0">
                  <a:pos x="111" y="4"/>
                </a:cxn>
                <a:cxn ang="0">
                  <a:pos x="97" y="0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3" name="Freeform 23"/>
            <p:cNvSpPr>
              <a:spLocks/>
            </p:cNvSpPr>
            <p:nvPr/>
          </p:nvSpPr>
          <p:spPr bwMode="invGray">
            <a:xfrm>
              <a:off x="1318" y="2794"/>
              <a:ext cx="158" cy="83"/>
            </a:xfrm>
            <a:custGeom>
              <a:avLst/>
              <a:gdLst/>
              <a:ahLst/>
              <a:cxnLst>
                <a:cxn ang="0">
                  <a:pos x="47" y="12"/>
                </a:cxn>
                <a:cxn ang="0">
                  <a:pos x="17" y="12"/>
                </a:cxn>
                <a:cxn ang="0">
                  <a:pos x="5" y="16"/>
                </a:cxn>
                <a:cxn ang="0">
                  <a:pos x="25" y="52"/>
                </a:cxn>
                <a:cxn ang="0">
                  <a:pos x="51" y="44"/>
                </a:cxn>
                <a:cxn ang="0">
                  <a:pos x="93" y="54"/>
                </a:cxn>
                <a:cxn ang="0">
                  <a:pos x="111" y="60"/>
                </a:cxn>
                <a:cxn ang="0">
                  <a:pos x="133" y="88"/>
                </a:cxn>
                <a:cxn ang="0">
                  <a:pos x="141" y="112"/>
                </a:cxn>
                <a:cxn ang="0">
                  <a:pos x="157" y="100"/>
                </a:cxn>
                <a:cxn ang="0">
                  <a:pos x="169" y="96"/>
                </a:cxn>
                <a:cxn ang="0">
                  <a:pos x="187" y="102"/>
                </a:cxn>
                <a:cxn ang="0">
                  <a:pos x="195" y="80"/>
                </a:cxn>
                <a:cxn ang="0">
                  <a:pos x="153" y="54"/>
                </a:cxn>
                <a:cxn ang="0">
                  <a:pos x="105" y="20"/>
                </a:cxn>
                <a:cxn ang="0">
                  <a:pos x="53" y="26"/>
                </a:cxn>
                <a:cxn ang="0">
                  <a:pos x="47" y="12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4" name="Freeform 24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43" y="6"/>
                </a:cxn>
                <a:cxn ang="0">
                  <a:pos x="31" y="30"/>
                </a:cxn>
                <a:cxn ang="0">
                  <a:pos x="15" y="34"/>
                </a:cxn>
                <a:cxn ang="0">
                  <a:pos x="3" y="42"/>
                </a:cxn>
                <a:cxn ang="0">
                  <a:pos x="13" y="54"/>
                </a:cxn>
                <a:cxn ang="0">
                  <a:pos x="133" y="34"/>
                </a:cxn>
                <a:cxn ang="0">
                  <a:pos x="123" y="16"/>
                </a:cxn>
                <a:cxn ang="0">
                  <a:pos x="105" y="8"/>
                </a:cxn>
                <a:cxn ang="0">
                  <a:pos x="101" y="24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57" y="0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5" name="Freeform 25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6" name="Freeform 26"/>
            <p:cNvSpPr>
              <a:spLocks/>
            </p:cNvSpPr>
            <p:nvPr/>
          </p:nvSpPr>
          <p:spPr bwMode="invGray">
            <a:xfrm>
              <a:off x="1609" y="2885"/>
              <a:ext cx="12" cy="2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16" y="34"/>
                </a:cxn>
                <a:cxn ang="0">
                  <a:pos x="12" y="18"/>
                </a:cxn>
                <a:cxn ang="0">
                  <a:pos x="16" y="6"/>
                </a:cxn>
                <a:cxn ang="0">
                  <a:pos x="14" y="0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7" name="Freeform 27"/>
            <p:cNvSpPr>
              <a:spLocks/>
            </p:cNvSpPr>
            <p:nvPr/>
          </p:nvSpPr>
          <p:spPr bwMode="invGray">
            <a:xfrm>
              <a:off x="1426" y="2039"/>
              <a:ext cx="180" cy="87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24" y="31"/>
                </a:cxn>
                <a:cxn ang="0">
                  <a:pos x="6" y="37"/>
                </a:cxn>
                <a:cxn ang="0">
                  <a:pos x="0" y="39"/>
                </a:cxn>
                <a:cxn ang="0">
                  <a:pos x="26" y="59"/>
                </a:cxn>
                <a:cxn ang="0">
                  <a:pos x="38" y="63"/>
                </a:cxn>
                <a:cxn ang="0">
                  <a:pos x="68" y="47"/>
                </a:cxn>
                <a:cxn ang="0">
                  <a:pos x="80" y="43"/>
                </a:cxn>
                <a:cxn ang="0">
                  <a:pos x="82" y="55"/>
                </a:cxn>
                <a:cxn ang="0">
                  <a:pos x="64" y="61"/>
                </a:cxn>
                <a:cxn ang="0">
                  <a:pos x="72" y="73"/>
                </a:cxn>
                <a:cxn ang="0">
                  <a:pos x="40" y="87"/>
                </a:cxn>
                <a:cxn ang="0">
                  <a:pos x="70" y="109"/>
                </a:cxn>
                <a:cxn ang="0">
                  <a:pos x="82" y="113"/>
                </a:cxn>
                <a:cxn ang="0">
                  <a:pos x="118" y="103"/>
                </a:cxn>
                <a:cxn ang="0">
                  <a:pos x="150" y="105"/>
                </a:cxn>
                <a:cxn ang="0">
                  <a:pos x="168" y="117"/>
                </a:cxn>
                <a:cxn ang="0">
                  <a:pos x="204" y="109"/>
                </a:cxn>
                <a:cxn ang="0">
                  <a:pos x="224" y="103"/>
                </a:cxn>
                <a:cxn ang="0">
                  <a:pos x="222" y="77"/>
                </a:cxn>
                <a:cxn ang="0">
                  <a:pos x="234" y="69"/>
                </a:cxn>
                <a:cxn ang="0">
                  <a:pos x="238" y="47"/>
                </a:cxn>
                <a:cxn ang="0">
                  <a:pos x="210" y="57"/>
                </a:cxn>
                <a:cxn ang="0">
                  <a:pos x="200" y="43"/>
                </a:cxn>
                <a:cxn ang="0">
                  <a:pos x="172" y="45"/>
                </a:cxn>
                <a:cxn ang="0">
                  <a:pos x="134" y="9"/>
                </a:cxn>
                <a:cxn ang="0">
                  <a:pos x="94" y="11"/>
                </a:cxn>
                <a:cxn ang="0">
                  <a:pos x="82" y="1"/>
                </a:cxn>
                <a:cxn ang="0">
                  <a:pos x="64" y="1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8" name="Freeform 28"/>
            <p:cNvSpPr>
              <a:spLocks/>
            </p:cNvSpPr>
            <p:nvPr/>
          </p:nvSpPr>
          <p:spPr bwMode="invGray">
            <a:xfrm>
              <a:off x="1506" y="1998"/>
              <a:ext cx="146" cy="61"/>
            </a:xfrm>
            <a:custGeom>
              <a:avLst/>
              <a:gdLst/>
              <a:ahLst/>
              <a:cxnLst>
                <a:cxn ang="0">
                  <a:pos x="97" y="10"/>
                </a:cxn>
                <a:cxn ang="0">
                  <a:pos x="13" y="24"/>
                </a:cxn>
                <a:cxn ang="0">
                  <a:pos x="9" y="34"/>
                </a:cxn>
                <a:cxn ang="0">
                  <a:pos x="57" y="52"/>
                </a:cxn>
                <a:cxn ang="0">
                  <a:pos x="135" y="74"/>
                </a:cxn>
                <a:cxn ang="0">
                  <a:pos x="175" y="68"/>
                </a:cxn>
                <a:cxn ang="0">
                  <a:pos x="187" y="64"/>
                </a:cxn>
                <a:cxn ang="0">
                  <a:pos x="175" y="44"/>
                </a:cxn>
                <a:cxn ang="0">
                  <a:pos x="163" y="36"/>
                </a:cxn>
                <a:cxn ang="0">
                  <a:pos x="129" y="26"/>
                </a:cxn>
                <a:cxn ang="0">
                  <a:pos x="97" y="10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9" name="Freeform 29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51" y="23"/>
                </a:cxn>
                <a:cxn ang="0">
                  <a:pos x="21" y="39"/>
                </a:cxn>
                <a:cxn ang="0">
                  <a:pos x="53" y="77"/>
                </a:cxn>
                <a:cxn ang="0">
                  <a:pos x="79" y="85"/>
                </a:cxn>
                <a:cxn ang="0">
                  <a:pos x="103" y="99"/>
                </a:cxn>
                <a:cxn ang="0">
                  <a:pos x="127" y="85"/>
                </a:cxn>
                <a:cxn ang="0">
                  <a:pos x="143" y="101"/>
                </a:cxn>
                <a:cxn ang="0">
                  <a:pos x="149" y="127"/>
                </a:cxn>
                <a:cxn ang="0">
                  <a:pos x="115" y="151"/>
                </a:cxn>
                <a:cxn ang="0">
                  <a:pos x="89" y="173"/>
                </a:cxn>
                <a:cxn ang="0">
                  <a:pos x="69" y="169"/>
                </a:cxn>
                <a:cxn ang="0">
                  <a:pos x="57" y="165"/>
                </a:cxn>
                <a:cxn ang="0">
                  <a:pos x="43" y="187"/>
                </a:cxn>
                <a:cxn ang="0">
                  <a:pos x="39" y="199"/>
                </a:cxn>
                <a:cxn ang="0">
                  <a:pos x="73" y="205"/>
                </a:cxn>
                <a:cxn ang="0">
                  <a:pos x="95" y="203"/>
                </a:cxn>
                <a:cxn ang="0">
                  <a:pos x="115" y="231"/>
                </a:cxn>
                <a:cxn ang="0">
                  <a:pos x="127" y="235"/>
                </a:cxn>
                <a:cxn ang="0">
                  <a:pos x="139" y="239"/>
                </a:cxn>
                <a:cxn ang="0">
                  <a:pos x="155" y="251"/>
                </a:cxn>
                <a:cxn ang="0">
                  <a:pos x="181" y="237"/>
                </a:cxn>
                <a:cxn ang="0">
                  <a:pos x="203" y="235"/>
                </a:cxn>
                <a:cxn ang="0">
                  <a:pos x="229" y="213"/>
                </a:cxn>
                <a:cxn ang="0">
                  <a:pos x="225" y="185"/>
                </a:cxn>
                <a:cxn ang="0">
                  <a:pos x="217" y="173"/>
                </a:cxn>
                <a:cxn ang="0">
                  <a:pos x="233" y="167"/>
                </a:cxn>
                <a:cxn ang="0">
                  <a:pos x="245" y="183"/>
                </a:cxn>
                <a:cxn ang="0">
                  <a:pos x="247" y="197"/>
                </a:cxn>
                <a:cxn ang="0">
                  <a:pos x="261" y="193"/>
                </a:cxn>
                <a:cxn ang="0">
                  <a:pos x="303" y="169"/>
                </a:cxn>
                <a:cxn ang="0">
                  <a:pos x="293" y="147"/>
                </a:cxn>
                <a:cxn ang="0">
                  <a:pos x="259" y="123"/>
                </a:cxn>
                <a:cxn ang="0">
                  <a:pos x="265" y="107"/>
                </a:cxn>
                <a:cxn ang="0">
                  <a:pos x="277" y="103"/>
                </a:cxn>
                <a:cxn ang="0">
                  <a:pos x="253" y="63"/>
                </a:cxn>
                <a:cxn ang="0">
                  <a:pos x="233" y="59"/>
                </a:cxn>
                <a:cxn ang="0">
                  <a:pos x="221" y="55"/>
                </a:cxn>
                <a:cxn ang="0">
                  <a:pos x="201" y="33"/>
                </a:cxn>
                <a:cxn ang="0">
                  <a:pos x="155" y="45"/>
                </a:cxn>
                <a:cxn ang="0">
                  <a:pos x="167" y="25"/>
                </a:cxn>
                <a:cxn ang="0">
                  <a:pos x="139" y="17"/>
                </a:cxn>
                <a:cxn ang="0">
                  <a:pos x="119" y="19"/>
                </a:cxn>
                <a:cxn ang="0">
                  <a:pos x="67" y="9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0" name="Freeform 30"/>
            <p:cNvSpPr>
              <a:spLocks/>
            </p:cNvSpPr>
            <p:nvPr/>
          </p:nvSpPr>
          <p:spPr bwMode="invGray">
            <a:xfrm>
              <a:off x="1709" y="1987"/>
              <a:ext cx="44" cy="39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0"/>
                </a:cxn>
                <a:cxn ang="0">
                  <a:pos x="30" y="40"/>
                </a:cxn>
                <a:cxn ang="0">
                  <a:pos x="48" y="50"/>
                </a:cxn>
                <a:cxn ang="0">
                  <a:pos x="58" y="28"/>
                </a:cxn>
                <a:cxn ang="0">
                  <a:pos x="44" y="8"/>
                </a:cxn>
                <a:cxn ang="0">
                  <a:pos x="26" y="0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1" name="Freeform 31"/>
            <p:cNvSpPr>
              <a:spLocks/>
            </p:cNvSpPr>
            <p:nvPr/>
          </p:nvSpPr>
          <p:spPr bwMode="invGray">
            <a:xfrm>
              <a:off x="1625" y="2057"/>
              <a:ext cx="65" cy="41"/>
            </a:xfrm>
            <a:custGeom>
              <a:avLst/>
              <a:gdLst/>
              <a:ahLst/>
              <a:cxnLst>
                <a:cxn ang="0">
                  <a:pos x="44" y="7"/>
                </a:cxn>
                <a:cxn ang="0">
                  <a:pos x="24" y="25"/>
                </a:cxn>
                <a:cxn ang="0">
                  <a:pos x="4" y="27"/>
                </a:cxn>
                <a:cxn ang="0">
                  <a:pos x="16" y="57"/>
                </a:cxn>
                <a:cxn ang="0">
                  <a:pos x="74" y="35"/>
                </a:cxn>
                <a:cxn ang="0">
                  <a:pos x="86" y="17"/>
                </a:cxn>
                <a:cxn ang="0">
                  <a:pos x="56" y="7"/>
                </a:cxn>
                <a:cxn ang="0">
                  <a:pos x="44" y="7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2" name="Freeform 32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0" y="16"/>
                </a:cxn>
                <a:cxn ang="0">
                  <a:pos x="24" y="34"/>
                </a:cxn>
                <a:cxn ang="0">
                  <a:pos x="52" y="28"/>
                </a:cxn>
                <a:cxn ang="0">
                  <a:pos x="64" y="20"/>
                </a:cxn>
                <a:cxn ang="0">
                  <a:pos x="40" y="0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3" name="Freeform 33"/>
            <p:cNvSpPr>
              <a:spLocks/>
            </p:cNvSpPr>
            <p:nvPr/>
          </p:nvSpPr>
          <p:spPr bwMode="invGray">
            <a:xfrm>
              <a:off x="1664" y="2029"/>
              <a:ext cx="64" cy="36"/>
            </a:xfrm>
            <a:custGeom>
              <a:avLst/>
              <a:gdLst/>
              <a:ahLst/>
              <a:cxnLst>
                <a:cxn ang="0">
                  <a:pos x="58" y="10"/>
                </a:cxn>
                <a:cxn ang="0">
                  <a:pos x="28" y="4"/>
                </a:cxn>
                <a:cxn ang="0">
                  <a:pos x="0" y="18"/>
                </a:cxn>
                <a:cxn ang="0">
                  <a:pos x="40" y="32"/>
                </a:cxn>
                <a:cxn ang="0">
                  <a:pos x="64" y="40"/>
                </a:cxn>
                <a:cxn ang="0">
                  <a:pos x="84" y="18"/>
                </a:cxn>
                <a:cxn ang="0">
                  <a:pos x="82" y="6"/>
                </a:cxn>
                <a:cxn ang="0">
                  <a:pos x="64" y="0"/>
                </a:cxn>
                <a:cxn ang="0">
                  <a:pos x="58" y="10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4" name="Freeform 34"/>
            <p:cNvSpPr>
              <a:spLocks/>
            </p:cNvSpPr>
            <p:nvPr/>
          </p:nvSpPr>
          <p:spPr bwMode="invGray">
            <a:xfrm>
              <a:off x="1637" y="1998"/>
              <a:ext cx="44" cy="23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18"/>
                </a:cxn>
                <a:cxn ang="0">
                  <a:pos x="20" y="28"/>
                </a:cxn>
                <a:cxn ang="0">
                  <a:pos x="28" y="20"/>
                </a:cxn>
                <a:cxn ang="0">
                  <a:pos x="52" y="12"/>
                </a:cxn>
                <a:cxn ang="0">
                  <a:pos x="44" y="0"/>
                </a:cxn>
                <a:cxn ang="0">
                  <a:pos x="16" y="4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5" name="Freeform 35"/>
            <p:cNvSpPr>
              <a:spLocks/>
            </p:cNvSpPr>
            <p:nvPr/>
          </p:nvSpPr>
          <p:spPr bwMode="invGray">
            <a:xfrm>
              <a:off x="1751" y="2000"/>
              <a:ext cx="116" cy="79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6"/>
                </a:cxn>
                <a:cxn ang="0">
                  <a:pos x="4" y="38"/>
                </a:cxn>
                <a:cxn ang="0">
                  <a:pos x="12" y="56"/>
                </a:cxn>
                <a:cxn ang="0">
                  <a:pos x="0" y="72"/>
                </a:cxn>
                <a:cxn ang="0">
                  <a:pos x="56" y="86"/>
                </a:cxn>
                <a:cxn ang="0">
                  <a:pos x="82" y="92"/>
                </a:cxn>
                <a:cxn ang="0">
                  <a:pos x="152" y="86"/>
                </a:cxn>
                <a:cxn ang="0">
                  <a:pos x="76" y="70"/>
                </a:cxn>
                <a:cxn ang="0">
                  <a:pos x="54" y="62"/>
                </a:cxn>
                <a:cxn ang="0">
                  <a:pos x="44" y="5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6" name="Freeform 36"/>
            <p:cNvSpPr>
              <a:spLocks/>
            </p:cNvSpPr>
            <p:nvPr/>
          </p:nvSpPr>
          <p:spPr bwMode="invGray">
            <a:xfrm>
              <a:off x="664" y="2246"/>
              <a:ext cx="25" cy="1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4" y="20"/>
                </a:cxn>
                <a:cxn ang="0">
                  <a:pos x="4" y="18"/>
                </a:cxn>
                <a:cxn ang="0">
                  <a:pos x="4" y="6"/>
                </a:cxn>
                <a:cxn ang="0">
                  <a:pos x="34" y="0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7" name="Freeform 37"/>
            <p:cNvSpPr>
              <a:spLocks/>
            </p:cNvSpPr>
            <p:nvPr/>
          </p:nvSpPr>
          <p:spPr bwMode="invGray">
            <a:xfrm>
              <a:off x="1421" y="2756"/>
              <a:ext cx="15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8" name="Freeform 38"/>
            <p:cNvSpPr>
              <a:spLocks/>
            </p:cNvSpPr>
            <p:nvPr/>
          </p:nvSpPr>
          <p:spPr bwMode="invGray">
            <a:xfrm>
              <a:off x="1424" y="2781"/>
              <a:ext cx="16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9" name="Freeform 39"/>
            <p:cNvSpPr>
              <a:spLocks/>
            </p:cNvSpPr>
            <p:nvPr/>
          </p:nvSpPr>
          <p:spPr bwMode="invGray">
            <a:xfrm>
              <a:off x="1628" y="2913"/>
              <a:ext cx="15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0" name="Freeform 40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1" name="Freeform 41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2" name="Freeform 42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3" name="Freeform 43"/>
            <p:cNvSpPr>
              <a:spLocks/>
            </p:cNvSpPr>
            <p:nvPr/>
          </p:nvSpPr>
          <p:spPr bwMode="invGray">
            <a:xfrm>
              <a:off x="1780" y="2153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4" name="Freeform 44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/>
              <a:ahLst/>
              <a:cxnLst>
                <a:cxn ang="0">
                  <a:pos x="28" y="56"/>
                </a:cxn>
                <a:cxn ang="0">
                  <a:pos x="6" y="92"/>
                </a:cxn>
                <a:cxn ang="0">
                  <a:pos x="36" y="100"/>
                </a:cxn>
                <a:cxn ang="0">
                  <a:pos x="16" y="116"/>
                </a:cxn>
                <a:cxn ang="0">
                  <a:pos x="104" y="136"/>
                </a:cxn>
                <a:cxn ang="0">
                  <a:pos x="142" y="130"/>
                </a:cxn>
                <a:cxn ang="0">
                  <a:pos x="250" y="78"/>
                </a:cxn>
                <a:cxn ang="0">
                  <a:pos x="300" y="66"/>
                </a:cxn>
                <a:cxn ang="0">
                  <a:pos x="324" y="80"/>
                </a:cxn>
                <a:cxn ang="0">
                  <a:pos x="272" y="88"/>
                </a:cxn>
                <a:cxn ang="0">
                  <a:pos x="242" y="112"/>
                </a:cxn>
                <a:cxn ang="0">
                  <a:pos x="254" y="120"/>
                </a:cxn>
                <a:cxn ang="0">
                  <a:pos x="260" y="158"/>
                </a:cxn>
                <a:cxn ang="0">
                  <a:pos x="350" y="192"/>
                </a:cxn>
                <a:cxn ang="0">
                  <a:pos x="336" y="210"/>
                </a:cxn>
                <a:cxn ang="0">
                  <a:pos x="368" y="246"/>
                </a:cxn>
                <a:cxn ang="0">
                  <a:pos x="348" y="266"/>
                </a:cxn>
                <a:cxn ang="0">
                  <a:pos x="324" y="294"/>
                </a:cxn>
                <a:cxn ang="0">
                  <a:pos x="294" y="324"/>
                </a:cxn>
                <a:cxn ang="0">
                  <a:pos x="292" y="420"/>
                </a:cxn>
                <a:cxn ang="0">
                  <a:pos x="332" y="446"/>
                </a:cxn>
                <a:cxn ang="0">
                  <a:pos x="388" y="448"/>
                </a:cxn>
                <a:cxn ang="0">
                  <a:pos x="412" y="422"/>
                </a:cxn>
                <a:cxn ang="0">
                  <a:pos x="506" y="356"/>
                </a:cxn>
                <a:cxn ang="0">
                  <a:pos x="572" y="334"/>
                </a:cxn>
                <a:cxn ang="0">
                  <a:pos x="646" y="308"/>
                </a:cxn>
                <a:cxn ang="0">
                  <a:pos x="720" y="290"/>
                </a:cxn>
                <a:cxn ang="0">
                  <a:pos x="762" y="260"/>
                </a:cxn>
                <a:cxn ang="0">
                  <a:pos x="800" y="200"/>
                </a:cxn>
                <a:cxn ang="0">
                  <a:pos x="802" y="154"/>
                </a:cxn>
                <a:cxn ang="0">
                  <a:pos x="802" y="124"/>
                </a:cxn>
                <a:cxn ang="0">
                  <a:pos x="832" y="90"/>
                </a:cxn>
                <a:cxn ang="0">
                  <a:pos x="876" y="94"/>
                </a:cxn>
                <a:cxn ang="0">
                  <a:pos x="922" y="52"/>
                </a:cxn>
                <a:cxn ang="0">
                  <a:pos x="888" y="56"/>
                </a:cxn>
                <a:cxn ang="0">
                  <a:pos x="848" y="46"/>
                </a:cxn>
                <a:cxn ang="0">
                  <a:pos x="794" y="22"/>
                </a:cxn>
                <a:cxn ang="0">
                  <a:pos x="642" y="26"/>
                </a:cxn>
                <a:cxn ang="0">
                  <a:pos x="584" y="38"/>
                </a:cxn>
                <a:cxn ang="0">
                  <a:pos x="556" y="38"/>
                </a:cxn>
                <a:cxn ang="0">
                  <a:pos x="516" y="54"/>
                </a:cxn>
                <a:cxn ang="0">
                  <a:pos x="478" y="30"/>
                </a:cxn>
                <a:cxn ang="0">
                  <a:pos x="432" y="40"/>
                </a:cxn>
                <a:cxn ang="0">
                  <a:pos x="366" y="52"/>
                </a:cxn>
                <a:cxn ang="0">
                  <a:pos x="410" y="38"/>
                </a:cxn>
                <a:cxn ang="0">
                  <a:pos x="352" y="8"/>
                </a:cxn>
                <a:cxn ang="0">
                  <a:pos x="334" y="2"/>
                </a:cxn>
                <a:cxn ang="0">
                  <a:pos x="314" y="8"/>
                </a:cxn>
                <a:cxn ang="0">
                  <a:pos x="240" y="16"/>
                </a:cxn>
                <a:cxn ang="0">
                  <a:pos x="160" y="28"/>
                </a:cxn>
                <a:cxn ang="0">
                  <a:pos x="108" y="26"/>
                </a:cxn>
                <a:cxn ang="0">
                  <a:pos x="114" y="68"/>
                </a:cxn>
                <a:cxn ang="0">
                  <a:pos x="104" y="52"/>
                </a:cxn>
                <a:cxn ang="0">
                  <a:pos x="60" y="42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5" name="Freeform 45"/>
            <p:cNvSpPr>
              <a:spLocks/>
            </p:cNvSpPr>
            <p:nvPr/>
          </p:nvSpPr>
          <p:spPr bwMode="invGray">
            <a:xfrm>
              <a:off x="2009" y="2135"/>
              <a:ext cx="39" cy="25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6" name="Freeform 46"/>
            <p:cNvSpPr>
              <a:spLocks/>
            </p:cNvSpPr>
            <p:nvPr/>
          </p:nvSpPr>
          <p:spPr bwMode="invGray">
            <a:xfrm>
              <a:off x="2292" y="2201"/>
              <a:ext cx="127" cy="54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66" y="4"/>
                </a:cxn>
                <a:cxn ang="0">
                  <a:pos x="54" y="0"/>
                </a:cxn>
                <a:cxn ang="0">
                  <a:pos x="0" y="28"/>
                </a:cxn>
                <a:cxn ang="0">
                  <a:pos x="28" y="40"/>
                </a:cxn>
                <a:cxn ang="0">
                  <a:pos x="42" y="60"/>
                </a:cxn>
                <a:cxn ang="0">
                  <a:pos x="66" y="68"/>
                </a:cxn>
                <a:cxn ang="0">
                  <a:pos x="78" y="72"/>
                </a:cxn>
                <a:cxn ang="0">
                  <a:pos x="130" y="60"/>
                </a:cxn>
                <a:cxn ang="0">
                  <a:pos x="172" y="44"/>
                </a:cxn>
                <a:cxn ang="0">
                  <a:pos x="148" y="18"/>
                </a:cxn>
                <a:cxn ang="0">
                  <a:pos x="136" y="4"/>
                </a:cxn>
                <a:cxn ang="0">
                  <a:pos x="102" y="8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7" name="Freeform 47"/>
            <p:cNvSpPr>
              <a:spLocks/>
            </p:cNvSpPr>
            <p:nvPr/>
          </p:nvSpPr>
          <p:spPr bwMode="invGray">
            <a:xfrm>
              <a:off x="2393" y="2038"/>
              <a:ext cx="39" cy="26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8" name="Freeform 48"/>
            <p:cNvSpPr>
              <a:spLocks/>
            </p:cNvSpPr>
            <p:nvPr/>
          </p:nvSpPr>
          <p:spPr bwMode="invGray">
            <a:xfrm>
              <a:off x="2662" y="2005"/>
              <a:ext cx="155" cy="62"/>
            </a:xfrm>
            <a:custGeom>
              <a:avLst/>
              <a:gdLst/>
              <a:ahLst/>
              <a:cxnLst>
                <a:cxn ang="0">
                  <a:pos x="191" y="7"/>
                </a:cxn>
                <a:cxn ang="0">
                  <a:pos x="103" y="9"/>
                </a:cxn>
                <a:cxn ang="0">
                  <a:pos x="109" y="25"/>
                </a:cxn>
                <a:cxn ang="0">
                  <a:pos x="107" y="33"/>
                </a:cxn>
                <a:cxn ang="0">
                  <a:pos x="89" y="27"/>
                </a:cxn>
                <a:cxn ang="0">
                  <a:pos x="77" y="19"/>
                </a:cxn>
                <a:cxn ang="0">
                  <a:pos x="23" y="27"/>
                </a:cxn>
                <a:cxn ang="0">
                  <a:pos x="31" y="49"/>
                </a:cxn>
                <a:cxn ang="0">
                  <a:pos x="55" y="53"/>
                </a:cxn>
                <a:cxn ang="0">
                  <a:pos x="75" y="73"/>
                </a:cxn>
                <a:cxn ang="0">
                  <a:pos x="89" y="85"/>
                </a:cxn>
                <a:cxn ang="0">
                  <a:pos x="109" y="67"/>
                </a:cxn>
                <a:cxn ang="0">
                  <a:pos x="121" y="59"/>
                </a:cxn>
                <a:cxn ang="0">
                  <a:pos x="127" y="47"/>
                </a:cxn>
                <a:cxn ang="0">
                  <a:pos x="167" y="35"/>
                </a:cxn>
                <a:cxn ang="0">
                  <a:pos x="187" y="31"/>
                </a:cxn>
                <a:cxn ang="0">
                  <a:pos x="199" y="27"/>
                </a:cxn>
                <a:cxn ang="0">
                  <a:pos x="191" y="7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9" name="Freeform 49"/>
            <p:cNvSpPr>
              <a:spLocks/>
            </p:cNvSpPr>
            <p:nvPr/>
          </p:nvSpPr>
          <p:spPr bwMode="invGray">
            <a:xfrm>
              <a:off x="2759" y="2039"/>
              <a:ext cx="48" cy="19"/>
            </a:xfrm>
            <a:custGeom>
              <a:avLst/>
              <a:gdLst/>
              <a:ahLst/>
              <a:cxnLst>
                <a:cxn ang="0">
                  <a:pos x="36" y="6"/>
                </a:cxn>
                <a:cxn ang="0">
                  <a:pos x="8" y="4"/>
                </a:cxn>
                <a:cxn ang="0">
                  <a:pos x="24" y="28"/>
                </a:cxn>
                <a:cxn ang="0">
                  <a:pos x="54" y="14"/>
                </a:cxn>
                <a:cxn ang="0">
                  <a:pos x="36" y="6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0" name="Freeform 50"/>
            <p:cNvSpPr>
              <a:spLocks/>
            </p:cNvSpPr>
            <p:nvPr/>
          </p:nvSpPr>
          <p:spPr bwMode="invGray">
            <a:xfrm>
              <a:off x="2467" y="2311"/>
              <a:ext cx="110" cy="132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0" y="25"/>
                </a:cxn>
                <a:cxn ang="0">
                  <a:pos x="14" y="43"/>
                </a:cxn>
                <a:cxn ang="0">
                  <a:pos x="34" y="87"/>
                </a:cxn>
                <a:cxn ang="0">
                  <a:pos x="52" y="91"/>
                </a:cxn>
                <a:cxn ang="0">
                  <a:pos x="50" y="107"/>
                </a:cxn>
                <a:cxn ang="0">
                  <a:pos x="28" y="113"/>
                </a:cxn>
                <a:cxn ang="0">
                  <a:pos x="16" y="131"/>
                </a:cxn>
                <a:cxn ang="0">
                  <a:pos x="18" y="137"/>
                </a:cxn>
                <a:cxn ang="0">
                  <a:pos x="30" y="141"/>
                </a:cxn>
                <a:cxn ang="0">
                  <a:pos x="18" y="169"/>
                </a:cxn>
                <a:cxn ang="0">
                  <a:pos x="20" y="175"/>
                </a:cxn>
                <a:cxn ang="0">
                  <a:pos x="34" y="171"/>
                </a:cxn>
                <a:cxn ang="0">
                  <a:pos x="58" y="169"/>
                </a:cxn>
                <a:cxn ang="0">
                  <a:pos x="92" y="171"/>
                </a:cxn>
                <a:cxn ang="0">
                  <a:pos x="110" y="169"/>
                </a:cxn>
                <a:cxn ang="0">
                  <a:pos x="122" y="165"/>
                </a:cxn>
                <a:cxn ang="0">
                  <a:pos x="128" y="141"/>
                </a:cxn>
                <a:cxn ang="0">
                  <a:pos x="146" y="133"/>
                </a:cxn>
                <a:cxn ang="0">
                  <a:pos x="110" y="109"/>
                </a:cxn>
                <a:cxn ang="0">
                  <a:pos x="88" y="83"/>
                </a:cxn>
                <a:cxn ang="0">
                  <a:pos x="82" y="69"/>
                </a:cxn>
                <a:cxn ang="0">
                  <a:pos x="64" y="61"/>
                </a:cxn>
                <a:cxn ang="0">
                  <a:pos x="86" y="45"/>
                </a:cxn>
                <a:cxn ang="0">
                  <a:pos x="64" y="31"/>
                </a:cxn>
                <a:cxn ang="0">
                  <a:pos x="70" y="13"/>
                </a:cxn>
                <a:cxn ang="0">
                  <a:pos x="46" y="1"/>
                </a:cxn>
                <a:cxn ang="0">
                  <a:pos x="30" y="9"/>
                </a:cxn>
                <a:cxn ang="0">
                  <a:pos x="24" y="19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1" name="Freeform 51"/>
            <p:cNvSpPr>
              <a:spLocks/>
            </p:cNvSpPr>
            <p:nvPr/>
          </p:nvSpPr>
          <p:spPr bwMode="invGray">
            <a:xfrm>
              <a:off x="2413" y="2359"/>
              <a:ext cx="69" cy="70"/>
            </a:xfrm>
            <a:custGeom>
              <a:avLst/>
              <a:gdLst/>
              <a:ahLst/>
              <a:cxnLst>
                <a:cxn ang="0">
                  <a:pos x="58" y="6"/>
                </a:cxn>
                <a:cxn ang="0">
                  <a:pos x="82" y="8"/>
                </a:cxn>
                <a:cxn ang="0">
                  <a:pos x="92" y="26"/>
                </a:cxn>
                <a:cxn ang="0">
                  <a:pos x="78" y="48"/>
                </a:cxn>
                <a:cxn ang="0">
                  <a:pos x="46" y="76"/>
                </a:cxn>
                <a:cxn ang="0">
                  <a:pos x="18" y="92"/>
                </a:cxn>
                <a:cxn ang="0">
                  <a:pos x="8" y="72"/>
                </a:cxn>
                <a:cxn ang="0">
                  <a:pos x="20" y="64"/>
                </a:cxn>
                <a:cxn ang="0">
                  <a:pos x="14" y="46"/>
                </a:cxn>
                <a:cxn ang="0">
                  <a:pos x="40" y="28"/>
                </a:cxn>
                <a:cxn ang="0">
                  <a:pos x="58" y="6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2" name="Freeform 52"/>
            <p:cNvSpPr>
              <a:spLocks/>
            </p:cNvSpPr>
            <p:nvPr/>
          </p:nvSpPr>
          <p:spPr bwMode="invGray">
            <a:xfrm>
              <a:off x="4099" y="3502"/>
              <a:ext cx="474" cy="493"/>
            </a:xfrm>
            <a:custGeom>
              <a:avLst/>
              <a:gdLst/>
              <a:ahLst/>
              <a:cxnLst>
                <a:cxn ang="0">
                  <a:pos x="212" y="11"/>
                </a:cxn>
                <a:cxn ang="0">
                  <a:pos x="176" y="19"/>
                </a:cxn>
                <a:cxn ang="0">
                  <a:pos x="144" y="51"/>
                </a:cxn>
                <a:cxn ang="0">
                  <a:pos x="104" y="59"/>
                </a:cxn>
                <a:cxn ang="0">
                  <a:pos x="84" y="75"/>
                </a:cxn>
                <a:cxn ang="0">
                  <a:pos x="68" y="115"/>
                </a:cxn>
                <a:cxn ang="0">
                  <a:pos x="36" y="167"/>
                </a:cxn>
                <a:cxn ang="0">
                  <a:pos x="0" y="179"/>
                </a:cxn>
                <a:cxn ang="0">
                  <a:pos x="72" y="323"/>
                </a:cxn>
                <a:cxn ang="0">
                  <a:pos x="120" y="427"/>
                </a:cxn>
                <a:cxn ang="0">
                  <a:pos x="144" y="443"/>
                </a:cxn>
                <a:cxn ang="0">
                  <a:pos x="168" y="451"/>
                </a:cxn>
                <a:cxn ang="0">
                  <a:pos x="228" y="431"/>
                </a:cxn>
                <a:cxn ang="0">
                  <a:pos x="252" y="423"/>
                </a:cxn>
                <a:cxn ang="0">
                  <a:pos x="300" y="451"/>
                </a:cxn>
                <a:cxn ang="0">
                  <a:pos x="324" y="527"/>
                </a:cxn>
                <a:cxn ang="0">
                  <a:pos x="336" y="523"/>
                </a:cxn>
                <a:cxn ang="0">
                  <a:pos x="344" y="511"/>
                </a:cxn>
                <a:cxn ang="0">
                  <a:pos x="368" y="547"/>
                </a:cxn>
                <a:cxn ang="0">
                  <a:pos x="404" y="571"/>
                </a:cxn>
                <a:cxn ang="0">
                  <a:pos x="436" y="603"/>
                </a:cxn>
                <a:cxn ang="0">
                  <a:pos x="444" y="615"/>
                </a:cxn>
                <a:cxn ang="0">
                  <a:pos x="456" y="623"/>
                </a:cxn>
                <a:cxn ang="0">
                  <a:pos x="484" y="655"/>
                </a:cxn>
                <a:cxn ang="0">
                  <a:pos x="492" y="631"/>
                </a:cxn>
                <a:cxn ang="0">
                  <a:pos x="540" y="659"/>
                </a:cxn>
                <a:cxn ang="0">
                  <a:pos x="588" y="655"/>
                </a:cxn>
                <a:cxn ang="0">
                  <a:pos x="616" y="531"/>
                </a:cxn>
                <a:cxn ang="0">
                  <a:pos x="632" y="463"/>
                </a:cxn>
                <a:cxn ang="0">
                  <a:pos x="620" y="367"/>
                </a:cxn>
                <a:cxn ang="0">
                  <a:pos x="536" y="271"/>
                </a:cxn>
                <a:cxn ang="0">
                  <a:pos x="528" y="235"/>
                </a:cxn>
                <a:cxn ang="0">
                  <a:pos x="460" y="179"/>
                </a:cxn>
                <a:cxn ang="0">
                  <a:pos x="472" y="155"/>
                </a:cxn>
                <a:cxn ang="0">
                  <a:pos x="456" y="131"/>
                </a:cxn>
                <a:cxn ang="0">
                  <a:pos x="416" y="79"/>
                </a:cxn>
                <a:cxn ang="0">
                  <a:pos x="392" y="31"/>
                </a:cxn>
                <a:cxn ang="0">
                  <a:pos x="388" y="19"/>
                </a:cxn>
                <a:cxn ang="0">
                  <a:pos x="364" y="151"/>
                </a:cxn>
                <a:cxn ang="0">
                  <a:pos x="324" y="115"/>
                </a:cxn>
                <a:cxn ang="0">
                  <a:pos x="292" y="111"/>
                </a:cxn>
                <a:cxn ang="0">
                  <a:pos x="272" y="87"/>
                </a:cxn>
                <a:cxn ang="0">
                  <a:pos x="264" y="63"/>
                </a:cxn>
                <a:cxn ang="0">
                  <a:pos x="276" y="55"/>
                </a:cxn>
                <a:cxn ang="0">
                  <a:pos x="240" y="19"/>
                </a:cxn>
                <a:cxn ang="0">
                  <a:pos x="216" y="11"/>
                </a:cxn>
                <a:cxn ang="0">
                  <a:pos x="204" y="7"/>
                </a:cxn>
                <a:cxn ang="0">
                  <a:pos x="212" y="11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3" name="Freeform 53"/>
            <p:cNvSpPr>
              <a:spLocks/>
            </p:cNvSpPr>
            <p:nvPr/>
          </p:nvSpPr>
          <p:spPr bwMode="invGray">
            <a:xfrm>
              <a:off x="4246" y="3241"/>
              <a:ext cx="319" cy="207"/>
            </a:xfrm>
            <a:custGeom>
              <a:avLst/>
              <a:gdLst/>
              <a:ahLst/>
              <a:cxnLst>
                <a:cxn ang="0">
                  <a:pos x="84" y="60"/>
                </a:cxn>
                <a:cxn ang="0">
                  <a:pos x="68" y="36"/>
                </a:cxn>
                <a:cxn ang="0">
                  <a:pos x="64" y="16"/>
                </a:cxn>
                <a:cxn ang="0">
                  <a:pos x="52" y="12"/>
                </a:cxn>
                <a:cxn ang="0">
                  <a:pos x="16" y="16"/>
                </a:cxn>
                <a:cxn ang="0">
                  <a:pos x="44" y="40"/>
                </a:cxn>
                <a:cxn ang="0">
                  <a:pos x="48" y="52"/>
                </a:cxn>
                <a:cxn ang="0">
                  <a:pos x="24" y="68"/>
                </a:cxn>
                <a:cxn ang="0">
                  <a:pos x="88" y="92"/>
                </a:cxn>
                <a:cxn ang="0">
                  <a:pos x="124" y="112"/>
                </a:cxn>
                <a:cxn ang="0">
                  <a:pos x="128" y="124"/>
                </a:cxn>
                <a:cxn ang="0">
                  <a:pos x="140" y="132"/>
                </a:cxn>
                <a:cxn ang="0">
                  <a:pos x="148" y="156"/>
                </a:cxn>
                <a:cxn ang="0">
                  <a:pos x="132" y="196"/>
                </a:cxn>
                <a:cxn ang="0">
                  <a:pos x="180" y="188"/>
                </a:cxn>
                <a:cxn ang="0">
                  <a:pos x="192" y="216"/>
                </a:cxn>
                <a:cxn ang="0">
                  <a:pos x="216" y="224"/>
                </a:cxn>
                <a:cxn ang="0">
                  <a:pos x="228" y="228"/>
                </a:cxn>
                <a:cxn ang="0">
                  <a:pos x="252" y="224"/>
                </a:cxn>
                <a:cxn ang="0">
                  <a:pos x="276" y="196"/>
                </a:cxn>
                <a:cxn ang="0">
                  <a:pos x="336" y="252"/>
                </a:cxn>
                <a:cxn ang="0">
                  <a:pos x="364" y="280"/>
                </a:cxn>
                <a:cxn ang="0">
                  <a:pos x="360" y="224"/>
                </a:cxn>
                <a:cxn ang="0">
                  <a:pos x="336" y="200"/>
                </a:cxn>
                <a:cxn ang="0">
                  <a:pos x="372" y="168"/>
                </a:cxn>
                <a:cxn ang="0">
                  <a:pos x="408" y="156"/>
                </a:cxn>
                <a:cxn ang="0">
                  <a:pos x="420" y="152"/>
                </a:cxn>
                <a:cxn ang="0">
                  <a:pos x="424" y="140"/>
                </a:cxn>
                <a:cxn ang="0">
                  <a:pos x="356" y="148"/>
                </a:cxn>
                <a:cxn ang="0">
                  <a:pos x="304" y="140"/>
                </a:cxn>
                <a:cxn ang="0">
                  <a:pos x="300" y="128"/>
                </a:cxn>
                <a:cxn ang="0">
                  <a:pos x="292" y="116"/>
                </a:cxn>
                <a:cxn ang="0">
                  <a:pos x="220" y="80"/>
                </a:cxn>
                <a:cxn ang="0">
                  <a:pos x="160" y="60"/>
                </a:cxn>
                <a:cxn ang="0">
                  <a:pos x="136" y="52"/>
                </a:cxn>
                <a:cxn ang="0">
                  <a:pos x="80" y="52"/>
                </a:cxn>
                <a:cxn ang="0">
                  <a:pos x="68" y="32"/>
                </a:cxn>
                <a:cxn ang="0">
                  <a:pos x="68" y="0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4" name="Freeform 54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37"/>
                </a:cxn>
                <a:cxn ang="0">
                  <a:pos x="28" y="49"/>
                </a:cxn>
                <a:cxn ang="0">
                  <a:pos x="84" y="89"/>
                </a:cxn>
                <a:cxn ang="0">
                  <a:pos x="120" y="113"/>
                </a:cxn>
                <a:cxn ang="0">
                  <a:pos x="132" y="121"/>
                </a:cxn>
                <a:cxn ang="0">
                  <a:pos x="136" y="169"/>
                </a:cxn>
                <a:cxn ang="0">
                  <a:pos x="116" y="201"/>
                </a:cxn>
                <a:cxn ang="0">
                  <a:pos x="136" y="197"/>
                </a:cxn>
                <a:cxn ang="0">
                  <a:pos x="148" y="189"/>
                </a:cxn>
                <a:cxn ang="0">
                  <a:pos x="160" y="201"/>
                </a:cxn>
                <a:cxn ang="0">
                  <a:pos x="184" y="217"/>
                </a:cxn>
                <a:cxn ang="0">
                  <a:pos x="208" y="233"/>
                </a:cxn>
                <a:cxn ang="0">
                  <a:pos x="240" y="221"/>
                </a:cxn>
                <a:cxn ang="0">
                  <a:pos x="248" y="197"/>
                </a:cxn>
                <a:cxn ang="0">
                  <a:pos x="268" y="201"/>
                </a:cxn>
                <a:cxn ang="0">
                  <a:pos x="292" y="209"/>
                </a:cxn>
                <a:cxn ang="0">
                  <a:pos x="340" y="281"/>
                </a:cxn>
                <a:cxn ang="0">
                  <a:pos x="356" y="277"/>
                </a:cxn>
                <a:cxn ang="0">
                  <a:pos x="352" y="253"/>
                </a:cxn>
                <a:cxn ang="0">
                  <a:pos x="316" y="197"/>
                </a:cxn>
                <a:cxn ang="0">
                  <a:pos x="360" y="173"/>
                </a:cxn>
                <a:cxn ang="0">
                  <a:pos x="408" y="145"/>
                </a:cxn>
                <a:cxn ang="0">
                  <a:pos x="409" y="120"/>
                </a:cxn>
                <a:cxn ang="0">
                  <a:pos x="367" y="138"/>
                </a:cxn>
                <a:cxn ang="0">
                  <a:pos x="308" y="137"/>
                </a:cxn>
                <a:cxn ang="0">
                  <a:pos x="264" y="97"/>
                </a:cxn>
                <a:cxn ang="0">
                  <a:pos x="180" y="61"/>
                </a:cxn>
                <a:cxn ang="0">
                  <a:pos x="132" y="33"/>
                </a:cxn>
                <a:cxn ang="0">
                  <a:pos x="92" y="41"/>
                </a:cxn>
                <a:cxn ang="0">
                  <a:pos x="76" y="57"/>
                </a:cxn>
                <a:cxn ang="0">
                  <a:pos x="56" y="17"/>
                </a:cxn>
                <a:cxn ang="0">
                  <a:pos x="0" y="1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5" name="Freeform 55"/>
            <p:cNvSpPr>
              <a:spLocks/>
            </p:cNvSpPr>
            <p:nvPr/>
          </p:nvSpPr>
          <p:spPr bwMode="invGray">
            <a:xfrm>
              <a:off x="4485" y="4013"/>
              <a:ext cx="44" cy="58"/>
            </a:xfrm>
            <a:custGeom>
              <a:avLst/>
              <a:gdLst/>
              <a:ahLst/>
              <a:cxnLst>
                <a:cxn ang="0">
                  <a:pos x="32" y="18"/>
                </a:cxn>
                <a:cxn ang="0">
                  <a:pos x="0" y="18"/>
                </a:cxn>
                <a:cxn ang="0">
                  <a:pos x="20" y="42"/>
                </a:cxn>
                <a:cxn ang="0">
                  <a:pos x="28" y="66"/>
                </a:cxn>
                <a:cxn ang="0">
                  <a:pos x="32" y="78"/>
                </a:cxn>
                <a:cxn ang="0">
                  <a:pos x="60" y="50"/>
                </a:cxn>
                <a:cxn ang="0">
                  <a:pos x="32" y="18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6" name="Freeform 56"/>
            <p:cNvSpPr>
              <a:spLocks/>
            </p:cNvSpPr>
            <p:nvPr/>
          </p:nvSpPr>
          <p:spPr bwMode="invGray">
            <a:xfrm>
              <a:off x="4621" y="3923"/>
              <a:ext cx="163" cy="84"/>
            </a:xfrm>
            <a:custGeom>
              <a:avLst/>
              <a:gdLst/>
              <a:ahLst/>
              <a:cxnLst>
                <a:cxn ang="0">
                  <a:pos x="47" y="73"/>
                </a:cxn>
                <a:cxn ang="0">
                  <a:pos x="39" y="61"/>
                </a:cxn>
                <a:cxn ang="0">
                  <a:pos x="15" y="69"/>
                </a:cxn>
                <a:cxn ang="0">
                  <a:pos x="39" y="113"/>
                </a:cxn>
                <a:cxn ang="0">
                  <a:pos x="123" y="89"/>
                </a:cxn>
                <a:cxn ang="0">
                  <a:pos x="147" y="73"/>
                </a:cxn>
                <a:cxn ang="0">
                  <a:pos x="171" y="65"/>
                </a:cxn>
                <a:cxn ang="0">
                  <a:pos x="219" y="19"/>
                </a:cxn>
                <a:cxn ang="0">
                  <a:pos x="210" y="0"/>
                </a:cxn>
                <a:cxn ang="0">
                  <a:pos x="179" y="17"/>
                </a:cxn>
                <a:cxn ang="0">
                  <a:pos x="107" y="41"/>
                </a:cxn>
                <a:cxn ang="0">
                  <a:pos x="83" y="45"/>
                </a:cxn>
                <a:cxn ang="0">
                  <a:pos x="59" y="53"/>
                </a:cxn>
                <a:cxn ang="0">
                  <a:pos x="47" y="73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7" name="Freeform 57"/>
            <p:cNvSpPr>
              <a:spLocks/>
            </p:cNvSpPr>
            <p:nvPr/>
          </p:nvSpPr>
          <p:spPr bwMode="invGray">
            <a:xfrm>
              <a:off x="4791" y="3872"/>
              <a:ext cx="104" cy="93"/>
            </a:xfrm>
            <a:custGeom>
              <a:avLst/>
              <a:gdLst/>
              <a:ahLst/>
              <a:cxnLst>
                <a:cxn ang="0">
                  <a:pos x="12" y="60"/>
                </a:cxn>
                <a:cxn ang="0">
                  <a:pos x="8" y="84"/>
                </a:cxn>
                <a:cxn ang="0">
                  <a:pos x="0" y="108"/>
                </a:cxn>
                <a:cxn ang="0">
                  <a:pos x="36" y="116"/>
                </a:cxn>
                <a:cxn ang="0">
                  <a:pos x="52" y="96"/>
                </a:cxn>
                <a:cxn ang="0">
                  <a:pos x="124" y="68"/>
                </a:cxn>
                <a:cxn ang="0">
                  <a:pos x="136" y="44"/>
                </a:cxn>
                <a:cxn ang="0">
                  <a:pos x="112" y="28"/>
                </a:cxn>
                <a:cxn ang="0">
                  <a:pos x="100" y="20"/>
                </a:cxn>
                <a:cxn ang="0">
                  <a:pos x="64" y="12"/>
                </a:cxn>
                <a:cxn ang="0">
                  <a:pos x="52" y="36"/>
                </a:cxn>
                <a:cxn ang="0">
                  <a:pos x="12" y="60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8" name="Freeform 58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8" y="11"/>
                </a:cxn>
                <a:cxn ang="0">
                  <a:pos x="24" y="35"/>
                </a:cxn>
                <a:cxn ang="0">
                  <a:pos x="39" y="26"/>
                </a:cxn>
                <a:cxn ang="0">
                  <a:pos x="29" y="0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9" name="Freeform 59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/>
              <a:ahLst/>
              <a:cxnLst>
                <a:cxn ang="0">
                  <a:pos x="128" y="0"/>
                </a:cxn>
                <a:cxn ang="0">
                  <a:pos x="104" y="28"/>
                </a:cxn>
                <a:cxn ang="0">
                  <a:pos x="88" y="64"/>
                </a:cxn>
                <a:cxn ang="0">
                  <a:pos x="36" y="84"/>
                </a:cxn>
                <a:cxn ang="0">
                  <a:pos x="28" y="96"/>
                </a:cxn>
                <a:cxn ang="0">
                  <a:pos x="16" y="100"/>
                </a:cxn>
                <a:cxn ang="0">
                  <a:pos x="20" y="132"/>
                </a:cxn>
                <a:cxn ang="0">
                  <a:pos x="28" y="156"/>
                </a:cxn>
                <a:cxn ang="0">
                  <a:pos x="0" y="200"/>
                </a:cxn>
                <a:cxn ang="0">
                  <a:pos x="28" y="260"/>
                </a:cxn>
                <a:cxn ang="0">
                  <a:pos x="52" y="268"/>
                </a:cxn>
                <a:cxn ang="0">
                  <a:pos x="88" y="216"/>
                </a:cxn>
                <a:cxn ang="0">
                  <a:pos x="104" y="192"/>
                </a:cxn>
                <a:cxn ang="0">
                  <a:pos x="128" y="116"/>
                </a:cxn>
                <a:cxn ang="0">
                  <a:pos x="140" y="76"/>
                </a:cxn>
                <a:cxn ang="0">
                  <a:pos x="164" y="72"/>
                </a:cxn>
                <a:cxn ang="0">
                  <a:pos x="128" y="0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0" name="Freeform 60"/>
            <p:cNvSpPr>
              <a:spLocks/>
            </p:cNvSpPr>
            <p:nvPr/>
          </p:nvSpPr>
          <p:spPr bwMode="invGray">
            <a:xfrm>
              <a:off x="3655" y="3034"/>
              <a:ext cx="49" cy="5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5" y="60"/>
                </a:cxn>
                <a:cxn ang="0">
                  <a:pos x="29" y="76"/>
                </a:cxn>
                <a:cxn ang="0">
                  <a:pos x="41" y="80"/>
                </a:cxn>
                <a:cxn ang="0">
                  <a:pos x="57" y="76"/>
                </a:cxn>
                <a:cxn ang="0">
                  <a:pos x="29" y="0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1" name="Freeform 61"/>
            <p:cNvSpPr>
              <a:spLocks/>
            </p:cNvSpPr>
            <p:nvPr/>
          </p:nvSpPr>
          <p:spPr bwMode="invGray">
            <a:xfrm>
              <a:off x="3988" y="3100"/>
              <a:ext cx="111" cy="181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60" y="84"/>
                </a:cxn>
                <a:cxn ang="0">
                  <a:pos x="36" y="92"/>
                </a:cxn>
                <a:cxn ang="0">
                  <a:pos x="12" y="108"/>
                </a:cxn>
                <a:cxn ang="0">
                  <a:pos x="40" y="188"/>
                </a:cxn>
                <a:cxn ang="0">
                  <a:pos x="52" y="224"/>
                </a:cxn>
                <a:cxn ang="0">
                  <a:pos x="60" y="236"/>
                </a:cxn>
                <a:cxn ang="0">
                  <a:pos x="84" y="244"/>
                </a:cxn>
                <a:cxn ang="0">
                  <a:pos x="96" y="196"/>
                </a:cxn>
                <a:cxn ang="0">
                  <a:pos x="124" y="168"/>
                </a:cxn>
                <a:cxn ang="0">
                  <a:pos x="112" y="68"/>
                </a:cxn>
                <a:cxn ang="0">
                  <a:pos x="140" y="48"/>
                </a:cxn>
                <a:cxn ang="0">
                  <a:pos x="112" y="20"/>
                </a:cxn>
                <a:cxn ang="0">
                  <a:pos x="96" y="0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2" name="Freeform 62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51" y="35"/>
                </a:cxn>
                <a:cxn ang="0">
                  <a:pos x="60" y="62"/>
                </a:cxn>
                <a:cxn ang="0">
                  <a:pos x="62" y="92"/>
                </a:cxn>
                <a:cxn ang="0">
                  <a:pos x="68" y="105"/>
                </a:cxn>
                <a:cxn ang="0">
                  <a:pos x="71" y="126"/>
                </a:cxn>
                <a:cxn ang="0">
                  <a:pos x="57" y="93"/>
                </a:cxn>
                <a:cxn ang="0">
                  <a:pos x="35" y="78"/>
                </a:cxn>
                <a:cxn ang="0">
                  <a:pos x="5" y="83"/>
                </a:cxn>
                <a:cxn ang="0">
                  <a:pos x="8" y="102"/>
                </a:cxn>
                <a:cxn ang="0">
                  <a:pos x="41" y="114"/>
                </a:cxn>
                <a:cxn ang="0">
                  <a:pos x="57" y="135"/>
                </a:cxn>
                <a:cxn ang="0">
                  <a:pos x="71" y="135"/>
                </a:cxn>
                <a:cxn ang="0">
                  <a:pos x="78" y="150"/>
                </a:cxn>
                <a:cxn ang="0">
                  <a:pos x="96" y="179"/>
                </a:cxn>
                <a:cxn ang="0">
                  <a:pos x="81" y="126"/>
                </a:cxn>
                <a:cxn ang="0">
                  <a:pos x="80" y="93"/>
                </a:cxn>
                <a:cxn ang="0">
                  <a:pos x="71" y="63"/>
                </a:cxn>
                <a:cxn ang="0">
                  <a:pos x="63" y="41"/>
                </a:cxn>
                <a:cxn ang="0">
                  <a:pos x="57" y="20"/>
                </a:cxn>
                <a:cxn ang="0">
                  <a:pos x="48" y="2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3" name="Freeform 63"/>
            <p:cNvSpPr>
              <a:spLocks/>
            </p:cNvSpPr>
            <p:nvPr/>
          </p:nvSpPr>
          <p:spPr bwMode="invGray">
            <a:xfrm>
              <a:off x="3943" y="3153"/>
              <a:ext cx="40" cy="13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5"/>
                </a:cxn>
                <a:cxn ang="0">
                  <a:pos x="9" y="54"/>
                </a:cxn>
                <a:cxn ang="0">
                  <a:pos x="18" y="94"/>
                </a:cxn>
                <a:cxn ang="0">
                  <a:pos x="34" y="129"/>
                </a:cxn>
                <a:cxn ang="0">
                  <a:pos x="54" y="175"/>
                </a:cxn>
                <a:cxn ang="0">
                  <a:pos x="40" y="115"/>
                </a:cxn>
                <a:cxn ang="0">
                  <a:pos x="34" y="93"/>
                </a:cxn>
                <a:cxn ang="0">
                  <a:pos x="28" y="61"/>
                </a:cxn>
                <a:cxn ang="0">
                  <a:pos x="25" y="46"/>
                </a:cxn>
                <a:cxn ang="0">
                  <a:pos x="16" y="37"/>
                </a:cxn>
                <a:cxn ang="0">
                  <a:pos x="6" y="0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4" name="Freeform 64"/>
            <p:cNvSpPr>
              <a:spLocks/>
            </p:cNvSpPr>
            <p:nvPr/>
          </p:nvSpPr>
          <p:spPr bwMode="invGray">
            <a:xfrm>
              <a:off x="3988" y="3291"/>
              <a:ext cx="65" cy="5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4"/>
                </a:cxn>
                <a:cxn ang="0">
                  <a:pos x="23" y="43"/>
                </a:cxn>
                <a:cxn ang="0">
                  <a:pos x="48" y="49"/>
                </a:cxn>
                <a:cxn ang="0">
                  <a:pos x="62" y="57"/>
                </a:cxn>
                <a:cxn ang="0">
                  <a:pos x="74" y="66"/>
                </a:cxn>
                <a:cxn ang="0">
                  <a:pos x="86" y="69"/>
                </a:cxn>
                <a:cxn ang="0">
                  <a:pos x="72" y="39"/>
                </a:cxn>
                <a:cxn ang="0">
                  <a:pos x="63" y="22"/>
                </a:cxn>
                <a:cxn ang="0">
                  <a:pos x="36" y="24"/>
                </a:cxn>
                <a:cxn ang="0">
                  <a:pos x="24" y="19"/>
                </a:cxn>
                <a:cxn ang="0">
                  <a:pos x="6" y="0"/>
                </a:cxn>
                <a:cxn ang="0">
                  <a:pos x="2" y="0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5" name="Freeform 65"/>
            <p:cNvSpPr>
              <a:spLocks/>
            </p:cNvSpPr>
            <p:nvPr/>
          </p:nvSpPr>
          <p:spPr bwMode="invGray">
            <a:xfrm>
              <a:off x="4092" y="3195"/>
              <a:ext cx="86" cy="11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75" y="10"/>
                </a:cxn>
                <a:cxn ang="0">
                  <a:pos x="23" y="15"/>
                </a:cxn>
                <a:cxn ang="0">
                  <a:pos x="14" y="33"/>
                </a:cxn>
                <a:cxn ang="0">
                  <a:pos x="11" y="61"/>
                </a:cxn>
                <a:cxn ang="0">
                  <a:pos x="14" y="75"/>
                </a:cxn>
                <a:cxn ang="0">
                  <a:pos x="3" y="88"/>
                </a:cxn>
                <a:cxn ang="0">
                  <a:pos x="14" y="109"/>
                </a:cxn>
                <a:cxn ang="0">
                  <a:pos x="23" y="124"/>
                </a:cxn>
                <a:cxn ang="0">
                  <a:pos x="15" y="144"/>
                </a:cxn>
                <a:cxn ang="0">
                  <a:pos x="24" y="156"/>
                </a:cxn>
                <a:cxn ang="0">
                  <a:pos x="42" y="144"/>
                </a:cxn>
                <a:cxn ang="0">
                  <a:pos x="50" y="93"/>
                </a:cxn>
                <a:cxn ang="0">
                  <a:pos x="56" y="126"/>
                </a:cxn>
                <a:cxn ang="0">
                  <a:pos x="65" y="145"/>
                </a:cxn>
                <a:cxn ang="0">
                  <a:pos x="62" y="112"/>
                </a:cxn>
                <a:cxn ang="0">
                  <a:pos x="72" y="73"/>
                </a:cxn>
                <a:cxn ang="0">
                  <a:pos x="69" y="51"/>
                </a:cxn>
                <a:cxn ang="0">
                  <a:pos x="54" y="60"/>
                </a:cxn>
                <a:cxn ang="0">
                  <a:pos x="35" y="54"/>
                </a:cxn>
                <a:cxn ang="0">
                  <a:pos x="41" y="36"/>
                </a:cxn>
                <a:cxn ang="0">
                  <a:pos x="62" y="34"/>
                </a:cxn>
                <a:cxn ang="0">
                  <a:pos x="78" y="39"/>
                </a:cxn>
                <a:cxn ang="0">
                  <a:pos x="98" y="30"/>
                </a:cxn>
                <a:cxn ang="0">
                  <a:pos x="111" y="13"/>
                </a:cxn>
                <a:cxn ang="0">
                  <a:pos x="98" y="0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6" name="Freeform 66"/>
            <p:cNvSpPr>
              <a:spLocks/>
            </p:cNvSpPr>
            <p:nvPr/>
          </p:nvSpPr>
          <p:spPr bwMode="invGray">
            <a:xfrm>
              <a:off x="4064" y="2777"/>
              <a:ext cx="21" cy="7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6"/>
                </a:cxn>
                <a:cxn ang="0">
                  <a:pos x="6" y="37"/>
                </a:cxn>
                <a:cxn ang="0">
                  <a:pos x="1" y="61"/>
                </a:cxn>
                <a:cxn ang="0">
                  <a:pos x="16" y="94"/>
                </a:cxn>
                <a:cxn ang="0">
                  <a:pos x="30" y="82"/>
                </a:cxn>
                <a:cxn ang="0">
                  <a:pos x="22" y="61"/>
                </a:cxn>
                <a:cxn ang="0">
                  <a:pos x="12" y="0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7" name="Freeform 67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0" y="20"/>
                </a:cxn>
                <a:cxn ang="0">
                  <a:pos x="8" y="49"/>
                </a:cxn>
                <a:cxn ang="0">
                  <a:pos x="6" y="107"/>
                </a:cxn>
                <a:cxn ang="0">
                  <a:pos x="17" y="103"/>
                </a:cxn>
                <a:cxn ang="0">
                  <a:pos x="20" y="115"/>
                </a:cxn>
                <a:cxn ang="0">
                  <a:pos x="29" y="122"/>
                </a:cxn>
                <a:cxn ang="0">
                  <a:pos x="38" y="140"/>
                </a:cxn>
                <a:cxn ang="0">
                  <a:pos x="48" y="128"/>
                </a:cxn>
                <a:cxn ang="0">
                  <a:pos x="65" y="134"/>
                </a:cxn>
                <a:cxn ang="0">
                  <a:pos x="63" y="109"/>
                </a:cxn>
                <a:cxn ang="0">
                  <a:pos x="48" y="104"/>
                </a:cxn>
                <a:cxn ang="0">
                  <a:pos x="39" y="91"/>
                </a:cxn>
                <a:cxn ang="0">
                  <a:pos x="33" y="73"/>
                </a:cxn>
                <a:cxn ang="0">
                  <a:pos x="41" y="53"/>
                </a:cxn>
                <a:cxn ang="0">
                  <a:pos x="35" y="35"/>
                </a:cxn>
                <a:cxn ang="0">
                  <a:pos x="42" y="20"/>
                </a:cxn>
                <a:cxn ang="0">
                  <a:pos x="29" y="4"/>
                </a:cxn>
                <a:cxn ang="0">
                  <a:pos x="18" y="7"/>
                </a:cxn>
                <a:cxn ang="0">
                  <a:pos x="12" y="2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8" name="Freeform 68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4" y="18"/>
                </a:cxn>
                <a:cxn ang="0">
                  <a:pos x="32" y="30"/>
                </a:cxn>
                <a:cxn ang="0">
                  <a:pos x="16" y="35"/>
                </a:cxn>
                <a:cxn ang="0">
                  <a:pos x="8" y="48"/>
                </a:cxn>
                <a:cxn ang="0">
                  <a:pos x="4" y="74"/>
                </a:cxn>
                <a:cxn ang="0">
                  <a:pos x="13" y="71"/>
                </a:cxn>
                <a:cxn ang="0">
                  <a:pos x="25" y="62"/>
                </a:cxn>
                <a:cxn ang="0">
                  <a:pos x="34" y="69"/>
                </a:cxn>
                <a:cxn ang="0">
                  <a:pos x="58" y="99"/>
                </a:cxn>
                <a:cxn ang="0">
                  <a:pos x="71" y="72"/>
                </a:cxn>
                <a:cxn ang="0">
                  <a:pos x="85" y="68"/>
                </a:cxn>
                <a:cxn ang="0">
                  <a:pos x="74" y="39"/>
                </a:cxn>
                <a:cxn ang="0">
                  <a:pos x="52" y="0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9" name="Freeform 69"/>
            <p:cNvSpPr>
              <a:spLocks/>
            </p:cNvSpPr>
            <p:nvPr/>
          </p:nvSpPr>
          <p:spPr bwMode="invGray">
            <a:xfrm>
              <a:off x="4197" y="3193"/>
              <a:ext cx="29" cy="48"/>
            </a:xfrm>
            <a:custGeom>
              <a:avLst/>
              <a:gdLst/>
              <a:ahLst/>
              <a:cxnLst>
                <a:cxn ang="0">
                  <a:pos x="6" y="27"/>
                </a:cxn>
                <a:cxn ang="0">
                  <a:pos x="26" y="66"/>
                </a:cxn>
                <a:cxn ang="0">
                  <a:pos x="30" y="52"/>
                </a:cxn>
                <a:cxn ang="0">
                  <a:pos x="38" y="40"/>
                </a:cxn>
                <a:cxn ang="0">
                  <a:pos x="30" y="25"/>
                </a:cxn>
                <a:cxn ang="0">
                  <a:pos x="20" y="13"/>
                </a:cxn>
                <a:cxn ang="0">
                  <a:pos x="11" y="1"/>
                </a:cxn>
                <a:cxn ang="0">
                  <a:pos x="2" y="12"/>
                </a:cxn>
                <a:cxn ang="0">
                  <a:pos x="6" y="2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0" name="Freeform 70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3"/>
                </a:cxn>
                <a:cxn ang="0">
                  <a:pos x="24" y="11"/>
                </a:cxn>
                <a:cxn ang="0">
                  <a:pos x="0" y="0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1" name="Freeform 71"/>
            <p:cNvSpPr>
              <a:spLocks/>
            </p:cNvSpPr>
            <p:nvPr/>
          </p:nvSpPr>
          <p:spPr bwMode="invGray">
            <a:xfrm>
              <a:off x="4208" y="3265"/>
              <a:ext cx="45" cy="39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8"/>
                </a:cxn>
                <a:cxn ang="0">
                  <a:pos x="28" y="33"/>
                </a:cxn>
                <a:cxn ang="0">
                  <a:pos x="42" y="46"/>
                </a:cxn>
                <a:cxn ang="0">
                  <a:pos x="60" y="42"/>
                </a:cxn>
                <a:cxn ang="0">
                  <a:pos x="49" y="24"/>
                </a:cxn>
                <a:cxn ang="0">
                  <a:pos x="28" y="3"/>
                </a:cxn>
                <a:cxn ang="0">
                  <a:pos x="19" y="16"/>
                </a:cxn>
                <a:cxn ang="0">
                  <a:pos x="9" y="0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2" name="Freeform 72"/>
            <p:cNvSpPr>
              <a:spLocks/>
            </p:cNvSpPr>
            <p:nvPr/>
          </p:nvSpPr>
          <p:spPr bwMode="invGray">
            <a:xfrm>
              <a:off x="4277" y="3335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3" name="Freeform 73"/>
            <p:cNvSpPr>
              <a:spLocks/>
            </p:cNvSpPr>
            <p:nvPr/>
          </p:nvSpPr>
          <p:spPr bwMode="invGray">
            <a:xfrm>
              <a:off x="4544" y="3293"/>
              <a:ext cx="46" cy="4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4" y="35"/>
                </a:cxn>
                <a:cxn ang="0">
                  <a:pos x="36" y="54"/>
                </a:cxn>
                <a:cxn ang="0">
                  <a:pos x="46" y="63"/>
                </a:cxn>
                <a:cxn ang="0">
                  <a:pos x="61" y="56"/>
                </a:cxn>
                <a:cxn ang="0">
                  <a:pos x="33" y="17"/>
                </a:cxn>
                <a:cxn ang="0">
                  <a:pos x="7" y="0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4" name="Freeform 74"/>
            <p:cNvSpPr>
              <a:spLocks/>
            </p:cNvSpPr>
            <p:nvPr/>
          </p:nvSpPr>
          <p:spPr bwMode="invGray">
            <a:xfrm>
              <a:off x="4147" y="3351"/>
              <a:ext cx="46" cy="49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0" y="34"/>
                </a:cxn>
                <a:cxn ang="0">
                  <a:pos x="16" y="43"/>
                </a:cxn>
                <a:cxn ang="0">
                  <a:pos x="22" y="67"/>
                </a:cxn>
                <a:cxn ang="0">
                  <a:pos x="48" y="58"/>
                </a:cxn>
                <a:cxn ang="0">
                  <a:pos x="60" y="47"/>
                </a:cxn>
                <a:cxn ang="0">
                  <a:pos x="51" y="28"/>
                </a:cxn>
                <a:cxn ang="0">
                  <a:pos x="57" y="14"/>
                </a:cxn>
                <a:cxn ang="0">
                  <a:pos x="55" y="2"/>
                </a:cxn>
                <a:cxn ang="0">
                  <a:pos x="46" y="4"/>
                </a:cxn>
                <a:cxn ang="0">
                  <a:pos x="51" y="5"/>
                </a:cxn>
                <a:cxn ang="0">
                  <a:pos x="49" y="16"/>
                </a:cxn>
                <a:cxn ang="0">
                  <a:pos x="43" y="23"/>
                </a:cxn>
                <a:cxn ang="0">
                  <a:pos x="28" y="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5" name="Freeform 75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6" y="6"/>
                </a:cxn>
                <a:cxn ang="0">
                  <a:pos x="33" y="36"/>
                </a:cxn>
                <a:cxn ang="0">
                  <a:pos x="42" y="30"/>
                </a:cxn>
                <a:cxn ang="0">
                  <a:pos x="21" y="3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6" name="Freeform 76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26"/>
                </a:cxn>
                <a:cxn ang="0">
                  <a:pos x="16" y="24"/>
                </a:cxn>
                <a:cxn ang="0">
                  <a:pos x="19" y="29"/>
                </a:cxn>
                <a:cxn ang="0">
                  <a:pos x="16" y="35"/>
                </a:cxn>
                <a:cxn ang="0">
                  <a:pos x="30" y="21"/>
                </a:cxn>
                <a:cxn ang="0">
                  <a:pos x="24" y="9"/>
                </a:cxn>
                <a:cxn ang="0">
                  <a:pos x="21" y="0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7" name="Freeform 77"/>
            <p:cNvSpPr>
              <a:spLocks/>
            </p:cNvSpPr>
            <p:nvPr/>
          </p:nvSpPr>
          <p:spPr bwMode="invGray">
            <a:xfrm>
              <a:off x="4111" y="3351"/>
              <a:ext cx="33" cy="26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7"/>
                </a:cxn>
                <a:cxn ang="0">
                  <a:pos x="27" y="31"/>
                </a:cxn>
                <a:cxn ang="0">
                  <a:pos x="45" y="24"/>
                </a:cxn>
                <a:cxn ang="0">
                  <a:pos x="22" y="10"/>
                </a:cxn>
                <a:cxn ang="0">
                  <a:pos x="21" y="0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8" name="Freeform 78"/>
            <p:cNvSpPr>
              <a:spLocks/>
            </p:cNvSpPr>
            <p:nvPr/>
          </p:nvSpPr>
          <p:spPr bwMode="invGray">
            <a:xfrm>
              <a:off x="4062" y="3021"/>
              <a:ext cx="27" cy="5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15"/>
                </a:cxn>
                <a:cxn ang="0">
                  <a:pos x="9" y="36"/>
                </a:cxn>
                <a:cxn ang="0">
                  <a:pos x="0" y="59"/>
                </a:cxn>
                <a:cxn ang="0">
                  <a:pos x="8" y="74"/>
                </a:cxn>
                <a:cxn ang="0">
                  <a:pos x="20" y="59"/>
                </a:cxn>
                <a:cxn ang="0">
                  <a:pos x="35" y="32"/>
                </a:cxn>
                <a:cxn ang="0">
                  <a:pos x="30" y="0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9" name="Freeform 79"/>
            <p:cNvSpPr>
              <a:spLocks/>
            </p:cNvSpPr>
            <p:nvPr/>
          </p:nvSpPr>
          <p:spPr bwMode="invGray">
            <a:xfrm>
              <a:off x="4113" y="3012"/>
              <a:ext cx="19" cy="53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4" y="8"/>
                </a:cxn>
                <a:cxn ang="0">
                  <a:pos x="0" y="22"/>
                </a:cxn>
                <a:cxn ang="0">
                  <a:pos x="15" y="41"/>
                </a:cxn>
                <a:cxn ang="0">
                  <a:pos x="25" y="56"/>
                </a:cxn>
                <a:cxn ang="0">
                  <a:pos x="16" y="20"/>
                </a:cxn>
                <a:cxn ang="0">
                  <a:pos x="13" y="7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0" name="Freeform 80"/>
            <p:cNvSpPr>
              <a:spLocks/>
            </p:cNvSpPr>
            <p:nvPr/>
          </p:nvSpPr>
          <p:spPr bwMode="invGray">
            <a:xfrm>
              <a:off x="4135" y="2995"/>
              <a:ext cx="9" cy="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10"/>
                </a:cxn>
                <a:cxn ang="0">
                  <a:pos x="11" y="25"/>
                </a:cxn>
                <a:cxn ang="0">
                  <a:pos x="11" y="0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1" name="Freeform 81"/>
            <p:cNvSpPr>
              <a:spLocks/>
            </p:cNvSpPr>
            <p:nvPr/>
          </p:nvSpPr>
          <p:spPr bwMode="invGray">
            <a:xfrm>
              <a:off x="4145" y="3007"/>
              <a:ext cx="21" cy="4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1" y="14"/>
                </a:cxn>
                <a:cxn ang="0">
                  <a:pos x="20" y="21"/>
                </a:cxn>
                <a:cxn ang="0">
                  <a:pos x="8" y="39"/>
                </a:cxn>
                <a:cxn ang="0">
                  <a:pos x="0" y="56"/>
                </a:cxn>
                <a:cxn ang="0">
                  <a:pos x="11" y="57"/>
                </a:cxn>
                <a:cxn ang="0">
                  <a:pos x="26" y="26"/>
                </a:cxn>
                <a:cxn ang="0">
                  <a:pos x="5" y="0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2" name="Freeform 82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7"/>
                </a:cxn>
                <a:cxn ang="0">
                  <a:pos x="8" y="22"/>
                </a:cxn>
                <a:cxn ang="0">
                  <a:pos x="14" y="3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3" name="Freeform 83"/>
            <p:cNvSpPr>
              <a:spLocks/>
            </p:cNvSpPr>
            <p:nvPr/>
          </p:nvSpPr>
          <p:spPr bwMode="invGray">
            <a:xfrm>
              <a:off x="3866" y="3052"/>
              <a:ext cx="10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4" name="Freeform 84"/>
            <p:cNvSpPr>
              <a:spLocks/>
            </p:cNvSpPr>
            <p:nvPr/>
          </p:nvSpPr>
          <p:spPr bwMode="invGray">
            <a:xfrm>
              <a:off x="3862" y="3036"/>
              <a:ext cx="12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0" y="10"/>
                </a:cxn>
                <a:cxn ang="0">
                  <a:pos x="12" y="19"/>
                </a:cxn>
                <a:cxn ang="0">
                  <a:pos x="10" y="5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5" name="Freeform 85"/>
            <p:cNvSpPr>
              <a:spLocks/>
            </p:cNvSpPr>
            <p:nvPr/>
          </p:nvSpPr>
          <p:spPr bwMode="invGray">
            <a:xfrm>
              <a:off x="3850" y="2995"/>
              <a:ext cx="11" cy="1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6" name="Freeform 86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9" y="18"/>
                </a:cxn>
                <a:cxn ang="0">
                  <a:pos x="14" y="6"/>
                </a:cxn>
                <a:cxn ang="0">
                  <a:pos x="13" y="0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7" name="Freeform 87"/>
            <p:cNvSpPr>
              <a:spLocks/>
            </p:cNvSpPr>
            <p:nvPr/>
          </p:nvSpPr>
          <p:spPr bwMode="invGray">
            <a:xfrm>
              <a:off x="4688" y="3643"/>
              <a:ext cx="45" cy="61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3" y="18"/>
                </a:cxn>
                <a:cxn ang="0">
                  <a:pos x="15" y="39"/>
                </a:cxn>
                <a:cxn ang="0">
                  <a:pos x="27" y="54"/>
                </a:cxn>
                <a:cxn ang="0">
                  <a:pos x="40" y="63"/>
                </a:cxn>
                <a:cxn ang="0">
                  <a:pos x="51" y="81"/>
                </a:cxn>
                <a:cxn ang="0">
                  <a:pos x="52" y="57"/>
                </a:cxn>
                <a:cxn ang="0">
                  <a:pos x="43" y="37"/>
                </a:cxn>
                <a:cxn ang="0">
                  <a:pos x="25" y="18"/>
                </a:cxn>
                <a:cxn ang="0">
                  <a:pos x="10" y="7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8" name="Freeform 88"/>
            <p:cNvSpPr>
              <a:spLocks/>
            </p:cNvSpPr>
            <p:nvPr/>
          </p:nvSpPr>
          <p:spPr bwMode="invGray">
            <a:xfrm>
              <a:off x="4919" y="3593"/>
              <a:ext cx="53" cy="47"/>
            </a:xfrm>
            <a:custGeom>
              <a:avLst/>
              <a:gdLst/>
              <a:ahLst/>
              <a:cxnLst>
                <a:cxn ang="0">
                  <a:pos x="28" y="23"/>
                </a:cxn>
                <a:cxn ang="0">
                  <a:pos x="13" y="32"/>
                </a:cxn>
                <a:cxn ang="0">
                  <a:pos x="1" y="44"/>
                </a:cxn>
                <a:cxn ang="0">
                  <a:pos x="13" y="59"/>
                </a:cxn>
                <a:cxn ang="0">
                  <a:pos x="28" y="44"/>
                </a:cxn>
                <a:cxn ang="0">
                  <a:pos x="40" y="23"/>
                </a:cxn>
                <a:cxn ang="0">
                  <a:pos x="55" y="0"/>
                </a:cxn>
                <a:cxn ang="0">
                  <a:pos x="71" y="11"/>
                </a:cxn>
                <a:cxn ang="0">
                  <a:pos x="35" y="23"/>
                </a:cxn>
                <a:cxn ang="0">
                  <a:pos x="28" y="23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9" name="Freeform 89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4"/>
                </a:cxn>
                <a:cxn ang="0">
                  <a:pos x="12" y="30"/>
                </a:cxn>
                <a:cxn ang="0">
                  <a:pos x="9" y="0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0" name="Freeform 90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14"/>
                </a:cxn>
                <a:cxn ang="0">
                  <a:pos x="21" y="20"/>
                </a:cxn>
                <a:cxn ang="0">
                  <a:pos x="19" y="0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1" name="Freeform 91"/>
            <p:cNvSpPr>
              <a:spLocks/>
            </p:cNvSpPr>
            <p:nvPr/>
          </p:nvSpPr>
          <p:spPr bwMode="invGray">
            <a:xfrm>
              <a:off x="4598" y="3351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2" name="Freeform 92"/>
            <p:cNvSpPr>
              <a:spLocks/>
            </p:cNvSpPr>
            <p:nvPr/>
          </p:nvSpPr>
          <p:spPr bwMode="invGray">
            <a:xfrm>
              <a:off x="4632" y="3395"/>
              <a:ext cx="26" cy="3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" y="9"/>
                </a:cxn>
                <a:cxn ang="0">
                  <a:pos x="14" y="32"/>
                </a:cxn>
                <a:cxn ang="0">
                  <a:pos x="26" y="36"/>
                </a:cxn>
                <a:cxn ang="0">
                  <a:pos x="30" y="0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3" name="Freeform 93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4" y="25"/>
                </a:cxn>
                <a:cxn ang="0">
                  <a:pos x="26" y="29"/>
                </a:cxn>
                <a:cxn ang="0">
                  <a:pos x="34" y="2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4" name="Freeform 94"/>
            <p:cNvSpPr>
              <a:spLocks/>
            </p:cNvSpPr>
            <p:nvPr/>
          </p:nvSpPr>
          <p:spPr bwMode="invGray">
            <a:xfrm>
              <a:off x="4693" y="3448"/>
              <a:ext cx="28" cy="27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6" y="22"/>
                </a:cxn>
                <a:cxn ang="0">
                  <a:pos x="27" y="22"/>
                </a:cxn>
                <a:cxn ang="0">
                  <a:pos x="34" y="2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5" name="Freeform 95"/>
            <p:cNvSpPr>
              <a:spLocks/>
            </p:cNvSpPr>
            <p:nvPr/>
          </p:nvSpPr>
          <p:spPr bwMode="invGray">
            <a:xfrm>
              <a:off x="4683" y="3414"/>
              <a:ext cx="27" cy="19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10" y="2"/>
                </a:cxn>
                <a:cxn ang="0">
                  <a:pos x="13" y="15"/>
                </a:cxn>
                <a:cxn ang="0">
                  <a:pos x="25" y="19"/>
                </a:cxn>
                <a:cxn ang="0">
                  <a:pos x="31" y="1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6" name="Freeform 96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/>
              <a:ahLst/>
              <a:cxnLst>
                <a:cxn ang="0">
                  <a:pos x="28" y="16"/>
                </a:cxn>
                <a:cxn ang="0">
                  <a:pos x="19" y="2"/>
                </a:cxn>
                <a:cxn ang="0">
                  <a:pos x="10" y="25"/>
                </a:cxn>
                <a:cxn ang="0">
                  <a:pos x="19" y="35"/>
                </a:cxn>
                <a:cxn ang="0">
                  <a:pos x="27" y="29"/>
                </a:cxn>
                <a:cxn ang="0">
                  <a:pos x="28" y="16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7" name="Freeform 97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8" name="Freeform 98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9" name="Freeform 99"/>
            <p:cNvSpPr>
              <a:spLocks/>
            </p:cNvSpPr>
            <p:nvPr/>
          </p:nvSpPr>
          <p:spPr bwMode="invGray">
            <a:xfrm>
              <a:off x="3055" y="2051"/>
              <a:ext cx="141" cy="109"/>
            </a:xfrm>
            <a:custGeom>
              <a:avLst/>
              <a:gdLst/>
              <a:ahLst/>
              <a:cxnLst>
                <a:cxn ang="0">
                  <a:pos x="171" y="4"/>
                </a:cxn>
                <a:cxn ang="0">
                  <a:pos x="185" y="4"/>
                </a:cxn>
                <a:cxn ang="0">
                  <a:pos x="189" y="16"/>
                </a:cxn>
                <a:cxn ang="0">
                  <a:pos x="187" y="24"/>
                </a:cxn>
                <a:cxn ang="0">
                  <a:pos x="131" y="44"/>
                </a:cxn>
                <a:cxn ang="0">
                  <a:pos x="109" y="58"/>
                </a:cxn>
                <a:cxn ang="0">
                  <a:pos x="97" y="62"/>
                </a:cxn>
                <a:cxn ang="0">
                  <a:pos x="71" y="82"/>
                </a:cxn>
                <a:cxn ang="0">
                  <a:pos x="75" y="92"/>
                </a:cxn>
                <a:cxn ang="0">
                  <a:pos x="83" y="116"/>
                </a:cxn>
                <a:cxn ang="0">
                  <a:pos x="107" y="126"/>
                </a:cxn>
                <a:cxn ang="0">
                  <a:pos x="93" y="140"/>
                </a:cxn>
                <a:cxn ang="0">
                  <a:pos x="83" y="130"/>
                </a:cxn>
                <a:cxn ang="0">
                  <a:pos x="71" y="134"/>
                </a:cxn>
                <a:cxn ang="0">
                  <a:pos x="21" y="122"/>
                </a:cxn>
                <a:cxn ang="0">
                  <a:pos x="19" y="106"/>
                </a:cxn>
                <a:cxn ang="0">
                  <a:pos x="47" y="90"/>
                </a:cxn>
                <a:cxn ang="0">
                  <a:pos x="51" y="76"/>
                </a:cxn>
                <a:cxn ang="0">
                  <a:pos x="47" y="64"/>
                </a:cxn>
                <a:cxn ang="0">
                  <a:pos x="73" y="46"/>
                </a:cxn>
                <a:cxn ang="0">
                  <a:pos x="97" y="36"/>
                </a:cxn>
                <a:cxn ang="0">
                  <a:pos x="113" y="24"/>
                </a:cxn>
                <a:cxn ang="0">
                  <a:pos x="171" y="4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0" name="Freeform 100"/>
            <p:cNvSpPr>
              <a:spLocks/>
            </p:cNvSpPr>
            <p:nvPr/>
          </p:nvSpPr>
          <p:spPr bwMode="invGray">
            <a:xfrm>
              <a:off x="3139" y="2155"/>
              <a:ext cx="39" cy="1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2" y="2"/>
                </a:cxn>
                <a:cxn ang="0">
                  <a:pos x="32" y="16"/>
                </a:cxn>
                <a:cxn ang="0">
                  <a:pos x="44" y="14"/>
                </a:cxn>
                <a:cxn ang="0">
                  <a:pos x="24" y="0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1" name="Freeform 101"/>
            <p:cNvSpPr>
              <a:spLocks/>
            </p:cNvSpPr>
            <p:nvPr/>
          </p:nvSpPr>
          <p:spPr bwMode="invGray">
            <a:xfrm>
              <a:off x="3344" y="1998"/>
              <a:ext cx="42" cy="28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25" y="24"/>
                </a:cxn>
                <a:cxn ang="0">
                  <a:pos x="11" y="34"/>
                </a:cxn>
                <a:cxn ang="0">
                  <a:pos x="9" y="4"/>
                </a:cxn>
                <a:cxn ang="0">
                  <a:pos x="21" y="0"/>
                </a:cxn>
                <a:cxn ang="0">
                  <a:pos x="57" y="4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2" name="Freeform 102"/>
            <p:cNvSpPr>
              <a:spLocks/>
            </p:cNvSpPr>
            <p:nvPr/>
          </p:nvSpPr>
          <p:spPr bwMode="invGray">
            <a:xfrm>
              <a:off x="3374" y="2012"/>
              <a:ext cx="50" cy="1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1" y="6"/>
                </a:cxn>
                <a:cxn ang="0">
                  <a:pos x="57" y="26"/>
                </a:cxn>
                <a:cxn ang="0">
                  <a:pos x="63" y="24"/>
                </a:cxn>
                <a:cxn ang="0">
                  <a:pos x="29" y="0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3" name="Freeform 103"/>
            <p:cNvSpPr>
              <a:spLocks/>
            </p:cNvSpPr>
            <p:nvPr/>
          </p:nvSpPr>
          <p:spPr bwMode="invGray">
            <a:xfrm>
              <a:off x="3428" y="2014"/>
              <a:ext cx="50" cy="31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26" y="9"/>
                </a:cxn>
                <a:cxn ang="0">
                  <a:pos x="10" y="9"/>
                </a:cxn>
                <a:cxn ang="0">
                  <a:pos x="8" y="35"/>
                </a:cxn>
                <a:cxn ang="0">
                  <a:pos x="32" y="43"/>
                </a:cxn>
                <a:cxn ang="0">
                  <a:pos x="62" y="27"/>
                </a:cxn>
                <a:cxn ang="0">
                  <a:pos x="50" y="9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4" name="Freeform 104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16"/>
                </a:cxn>
                <a:cxn ang="0">
                  <a:pos x="50" y="30"/>
                </a:cxn>
                <a:cxn ang="0">
                  <a:pos x="76" y="36"/>
                </a:cxn>
                <a:cxn ang="0">
                  <a:pos x="112" y="22"/>
                </a:cxn>
                <a:cxn ang="0">
                  <a:pos x="78" y="4"/>
                </a:cxn>
                <a:cxn ang="0">
                  <a:pos x="14" y="0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5" name="Freeform 105"/>
            <p:cNvSpPr>
              <a:spLocks/>
            </p:cNvSpPr>
            <p:nvPr/>
          </p:nvSpPr>
          <p:spPr bwMode="invGray">
            <a:xfrm>
              <a:off x="3867" y="2042"/>
              <a:ext cx="44" cy="26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62" y="10"/>
                </a:cxn>
                <a:cxn ang="0">
                  <a:pos x="30" y="32"/>
                </a:cxn>
                <a:cxn ang="0">
                  <a:pos x="6" y="22"/>
                </a:cxn>
                <a:cxn ang="0">
                  <a:pos x="32" y="4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6" name="Freeform 106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6" y="5"/>
                </a:cxn>
                <a:cxn ang="0">
                  <a:pos x="38" y="23"/>
                </a:cxn>
                <a:cxn ang="0">
                  <a:pos x="20" y="1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7" name="Freeform 107"/>
            <p:cNvSpPr>
              <a:spLocks/>
            </p:cNvSpPr>
            <p:nvPr/>
          </p:nvSpPr>
          <p:spPr bwMode="invGray">
            <a:xfrm>
              <a:off x="4098" y="2294"/>
              <a:ext cx="74" cy="11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8"/>
                </a:cxn>
                <a:cxn ang="0">
                  <a:pos x="14" y="42"/>
                </a:cxn>
                <a:cxn ang="0">
                  <a:pos x="32" y="72"/>
                </a:cxn>
                <a:cxn ang="0">
                  <a:pos x="36" y="104"/>
                </a:cxn>
                <a:cxn ang="0">
                  <a:pos x="80" y="152"/>
                </a:cxn>
                <a:cxn ang="0">
                  <a:pos x="86" y="124"/>
                </a:cxn>
                <a:cxn ang="0">
                  <a:pos x="74" y="102"/>
                </a:cxn>
                <a:cxn ang="0">
                  <a:pos x="62" y="92"/>
                </a:cxn>
                <a:cxn ang="0">
                  <a:pos x="52" y="74"/>
                </a:cxn>
                <a:cxn ang="0">
                  <a:pos x="42" y="44"/>
                </a:cxn>
                <a:cxn ang="0">
                  <a:pos x="4" y="12"/>
                </a:cxn>
                <a:cxn ang="0">
                  <a:pos x="6" y="0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8" name="Freeform 108"/>
            <p:cNvSpPr>
              <a:spLocks/>
            </p:cNvSpPr>
            <p:nvPr/>
          </p:nvSpPr>
          <p:spPr bwMode="invGray">
            <a:xfrm>
              <a:off x="4159" y="2412"/>
              <a:ext cx="55" cy="80"/>
            </a:xfrm>
            <a:custGeom>
              <a:avLst/>
              <a:gdLst/>
              <a:ahLst/>
              <a:cxnLst>
                <a:cxn ang="0">
                  <a:pos x="64" y="22"/>
                </a:cxn>
                <a:cxn ang="0">
                  <a:pos x="74" y="40"/>
                </a:cxn>
                <a:cxn ang="0">
                  <a:pos x="30" y="84"/>
                </a:cxn>
                <a:cxn ang="0">
                  <a:pos x="32" y="100"/>
                </a:cxn>
                <a:cxn ang="0">
                  <a:pos x="20" y="94"/>
                </a:cxn>
                <a:cxn ang="0">
                  <a:pos x="6" y="84"/>
                </a:cxn>
                <a:cxn ang="0">
                  <a:pos x="0" y="82"/>
                </a:cxn>
                <a:cxn ang="0">
                  <a:pos x="10" y="58"/>
                </a:cxn>
                <a:cxn ang="0">
                  <a:pos x="12" y="52"/>
                </a:cxn>
                <a:cxn ang="0">
                  <a:pos x="2" y="24"/>
                </a:cxn>
                <a:cxn ang="0">
                  <a:pos x="4" y="14"/>
                </a:cxn>
                <a:cxn ang="0">
                  <a:pos x="26" y="22"/>
                </a:cxn>
                <a:cxn ang="0">
                  <a:pos x="36" y="36"/>
                </a:cxn>
                <a:cxn ang="0">
                  <a:pos x="64" y="22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9" name="Freeform 109"/>
            <p:cNvSpPr>
              <a:spLocks/>
            </p:cNvSpPr>
            <p:nvPr/>
          </p:nvSpPr>
          <p:spPr bwMode="invGray">
            <a:xfrm>
              <a:off x="4123" y="2492"/>
              <a:ext cx="109" cy="192"/>
            </a:xfrm>
            <a:custGeom>
              <a:avLst/>
              <a:gdLst/>
              <a:ahLst/>
              <a:cxnLst>
                <a:cxn ang="0">
                  <a:pos x="82" y="100"/>
                </a:cxn>
                <a:cxn ang="0">
                  <a:pos x="66" y="106"/>
                </a:cxn>
                <a:cxn ang="0">
                  <a:pos x="64" y="132"/>
                </a:cxn>
                <a:cxn ang="0">
                  <a:pos x="22" y="146"/>
                </a:cxn>
                <a:cxn ang="0">
                  <a:pos x="8" y="168"/>
                </a:cxn>
                <a:cxn ang="0">
                  <a:pos x="20" y="182"/>
                </a:cxn>
                <a:cxn ang="0">
                  <a:pos x="8" y="198"/>
                </a:cxn>
                <a:cxn ang="0">
                  <a:pos x="24" y="252"/>
                </a:cxn>
                <a:cxn ang="0">
                  <a:pos x="28" y="214"/>
                </a:cxn>
                <a:cxn ang="0">
                  <a:pos x="22" y="192"/>
                </a:cxn>
                <a:cxn ang="0">
                  <a:pos x="42" y="176"/>
                </a:cxn>
                <a:cxn ang="0">
                  <a:pos x="52" y="158"/>
                </a:cxn>
                <a:cxn ang="0">
                  <a:pos x="66" y="174"/>
                </a:cxn>
                <a:cxn ang="0">
                  <a:pos x="44" y="190"/>
                </a:cxn>
                <a:cxn ang="0">
                  <a:pos x="56" y="200"/>
                </a:cxn>
                <a:cxn ang="0">
                  <a:pos x="68" y="178"/>
                </a:cxn>
                <a:cxn ang="0">
                  <a:pos x="84" y="184"/>
                </a:cxn>
                <a:cxn ang="0">
                  <a:pos x="104" y="148"/>
                </a:cxn>
                <a:cxn ang="0">
                  <a:pos x="114" y="156"/>
                </a:cxn>
                <a:cxn ang="0">
                  <a:pos x="136" y="148"/>
                </a:cxn>
                <a:cxn ang="0">
                  <a:pos x="146" y="130"/>
                </a:cxn>
                <a:cxn ang="0">
                  <a:pos x="142" y="110"/>
                </a:cxn>
                <a:cxn ang="0">
                  <a:pos x="134" y="98"/>
                </a:cxn>
                <a:cxn ang="0">
                  <a:pos x="122" y="40"/>
                </a:cxn>
                <a:cxn ang="0">
                  <a:pos x="94" y="0"/>
                </a:cxn>
                <a:cxn ang="0">
                  <a:pos x="78" y="12"/>
                </a:cxn>
                <a:cxn ang="0">
                  <a:pos x="96" y="34"/>
                </a:cxn>
                <a:cxn ang="0">
                  <a:pos x="96" y="64"/>
                </a:cxn>
                <a:cxn ang="0">
                  <a:pos x="82" y="100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0" name="Freeform 110"/>
            <p:cNvSpPr>
              <a:spLocks/>
            </p:cNvSpPr>
            <p:nvPr/>
          </p:nvSpPr>
          <p:spPr bwMode="invGray">
            <a:xfrm>
              <a:off x="3062" y="1989"/>
              <a:ext cx="50" cy="31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65" y="20"/>
                </a:cxn>
                <a:cxn ang="0">
                  <a:pos x="41" y="24"/>
                </a:cxn>
                <a:cxn ang="0">
                  <a:pos x="31" y="40"/>
                </a:cxn>
                <a:cxn ang="0">
                  <a:pos x="7" y="38"/>
                </a:cxn>
                <a:cxn ang="0">
                  <a:pos x="1" y="36"/>
                </a:cxn>
                <a:cxn ang="0">
                  <a:pos x="33" y="20"/>
                </a:cxn>
                <a:cxn ang="0">
                  <a:pos x="59" y="0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1" name="Freeform 111"/>
            <p:cNvSpPr>
              <a:spLocks/>
            </p:cNvSpPr>
            <p:nvPr/>
          </p:nvSpPr>
          <p:spPr bwMode="invGray">
            <a:xfrm>
              <a:off x="2955" y="1998"/>
              <a:ext cx="19" cy="2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18"/>
                </a:cxn>
                <a:cxn ang="0">
                  <a:pos x="18" y="26"/>
                </a:cxn>
                <a:cxn ang="0">
                  <a:pos x="18" y="0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2" name="Freeform 112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0" y="18"/>
                </a:cxn>
                <a:cxn ang="0">
                  <a:pos x="6" y="32"/>
                </a:cxn>
                <a:cxn ang="0">
                  <a:pos x="18" y="36"/>
                </a:cxn>
                <a:cxn ang="0">
                  <a:pos x="40" y="26"/>
                </a:cxn>
                <a:cxn ang="0">
                  <a:pos x="14" y="6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3" name="Freeform 113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" y="12"/>
                </a:cxn>
                <a:cxn ang="0">
                  <a:pos x="19" y="22"/>
                </a:cxn>
                <a:cxn ang="0">
                  <a:pos x="11" y="0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4" name="Freeform 114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9" y="18"/>
                </a:cxn>
                <a:cxn ang="0">
                  <a:pos x="11" y="0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5" name="Freeform 115"/>
            <p:cNvSpPr>
              <a:spLocks/>
            </p:cNvSpPr>
            <p:nvPr/>
          </p:nvSpPr>
          <p:spPr bwMode="invGray">
            <a:xfrm>
              <a:off x="4162" y="2021"/>
              <a:ext cx="18" cy="3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6"/>
                </a:cxn>
                <a:cxn ang="0">
                  <a:pos x="0" y="34"/>
                </a:cxn>
                <a:cxn ang="0">
                  <a:pos x="16" y="40"/>
                </a:cxn>
                <a:cxn ang="0">
                  <a:pos x="24" y="0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6" name="Freeform 116"/>
            <p:cNvSpPr>
              <a:spLocks/>
            </p:cNvSpPr>
            <p:nvPr/>
          </p:nvSpPr>
          <p:spPr bwMode="invGray">
            <a:xfrm>
              <a:off x="3278" y="3473"/>
              <a:ext cx="31" cy="1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6" y="24"/>
                </a:cxn>
                <a:cxn ang="0">
                  <a:pos x="30" y="0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7" name="Freeform 117"/>
            <p:cNvSpPr>
              <a:spLocks/>
            </p:cNvSpPr>
            <p:nvPr/>
          </p:nvSpPr>
          <p:spPr bwMode="invGray">
            <a:xfrm>
              <a:off x="3318" y="3467"/>
              <a:ext cx="10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8" name="Freeform 118"/>
            <p:cNvSpPr>
              <a:spLocks/>
            </p:cNvSpPr>
            <p:nvPr/>
          </p:nvSpPr>
          <p:spPr bwMode="invGray">
            <a:xfrm>
              <a:off x="3251" y="3311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9" name="Freeform 119"/>
            <p:cNvSpPr>
              <a:spLocks/>
            </p:cNvSpPr>
            <p:nvPr/>
          </p:nvSpPr>
          <p:spPr bwMode="invGray">
            <a:xfrm>
              <a:off x="3311" y="3239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0" name="Freeform 120"/>
            <p:cNvSpPr>
              <a:spLocks/>
            </p:cNvSpPr>
            <p:nvPr/>
          </p:nvSpPr>
          <p:spPr bwMode="invGray">
            <a:xfrm>
              <a:off x="3287" y="3237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1" name="Freeform 121"/>
            <p:cNvSpPr>
              <a:spLocks/>
            </p:cNvSpPr>
            <p:nvPr/>
          </p:nvSpPr>
          <p:spPr bwMode="invGray">
            <a:xfrm>
              <a:off x="3276" y="3259"/>
              <a:ext cx="9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2" name="Freeform 122"/>
            <p:cNvSpPr>
              <a:spLocks/>
            </p:cNvSpPr>
            <p:nvPr/>
          </p:nvSpPr>
          <p:spPr bwMode="invGray">
            <a:xfrm>
              <a:off x="3251" y="3294"/>
              <a:ext cx="9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3" name="Freeform 123"/>
            <p:cNvSpPr>
              <a:spLocks/>
            </p:cNvSpPr>
            <p:nvPr/>
          </p:nvSpPr>
          <p:spPr bwMode="invGray">
            <a:xfrm>
              <a:off x="3270" y="3282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4" name="Freeform 124"/>
            <p:cNvSpPr>
              <a:spLocks/>
            </p:cNvSpPr>
            <p:nvPr/>
          </p:nvSpPr>
          <p:spPr bwMode="invGray">
            <a:xfrm>
              <a:off x="2537" y="2293"/>
              <a:ext cx="10" cy="17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5" name="Freeform 125"/>
            <p:cNvSpPr>
              <a:spLocks/>
            </p:cNvSpPr>
            <p:nvPr/>
          </p:nvSpPr>
          <p:spPr bwMode="invGray">
            <a:xfrm>
              <a:off x="2476" y="2258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6" name="Freeform 126"/>
            <p:cNvSpPr>
              <a:spLocks/>
            </p:cNvSpPr>
            <p:nvPr/>
          </p:nvSpPr>
          <p:spPr bwMode="invGray">
            <a:xfrm>
              <a:off x="2238" y="2042"/>
              <a:ext cx="2059" cy="1645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</p:grpSp>
      <p:sp>
        <p:nvSpPr>
          <p:cNvPr id="120" name="Line 136"/>
          <p:cNvSpPr>
            <a:spLocks noChangeShapeType="1"/>
          </p:cNvSpPr>
          <p:nvPr/>
        </p:nvSpPr>
        <p:spPr bwMode="auto">
          <a:xfrm>
            <a:off x="46551" y="688504"/>
            <a:ext cx="8919343" cy="0"/>
          </a:xfrm>
          <a:prstGeom prst="line">
            <a:avLst/>
          </a:prstGeom>
          <a:noFill/>
          <a:ln w="444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3332">
              <a:solidFill>
                <a:prstClr val="black"/>
              </a:solidFill>
            </a:endParaRPr>
          </a:p>
        </p:txBody>
      </p:sp>
      <p:sp>
        <p:nvSpPr>
          <p:cNvPr id="121" name="Rectangle 135"/>
          <p:cNvSpPr>
            <a:spLocks noChangeArrowheads="1"/>
          </p:cNvSpPr>
          <p:nvPr/>
        </p:nvSpPr>
        <p:spPr bwMode="auto">
          <a:xfrm>
            <a:off x="8892127" y="609141"/>
            <a:ext cx="1763941" cy="1555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en-US" sz="32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915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96" r:id="rId1"/>
    <p:sldLayoutId id="2147484997" r:id="rId2"/>
    <p:sldLayoutId id="2147484998" r:id="rId3"/>
    <p:sldLayoutId id="2147484999" r:id="rId4"/>
    <p:sldLayoutId id="2147485000" r:id="rId5"/>
    <p:sldLayoutId id="2147485001" r:id="rId6"/>
    <p:sldLayoutId id="2147485002" r:id="rId7"/>
    <p:sldLayoutId id="2147485003" r:id="rId8"/>
    <p:sldLayoutId id="2147485004" r:id="rId9"/>
    <p:sldLayoutId id="2147485005" r:id="rId10"/>
    <p:sldLayoutId id="2147485006" r:id="rId11"/>
    <p:sldLayoutId id="2147485007" r:id="rId12"/>
    <p:sldLayoutId id="2147485008" r:id="rId13"/>
    <p:sldLayoutId id="2147485009" r:id="rId14"/>
    <p:sldLayoutId id="2147485010" r:id="rId15"/>
    <p:sldLayoutId id="2147485011" r:id="rId16"/>
    <p:sldLayoutId id="2147485012" r:id="rId17"/>
  </p:sldLayoutIdLst>
  <p:txStyles>
    <p:titleStyle>
      <a:lvl1pPr algn="ctr" defTabSz="1219008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7" indent="-457127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445" indent="-380940" algn="l" defTabSz="1219008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761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264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769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272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1777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282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0785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03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08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512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016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521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025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29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034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7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3" y="9966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40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0778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45" r:id="rId1"/>
    <p:sldLayoutId id="2147485046" r:id="rId2"/>
    <p:sldLayoutId id="2147485047" r:id="rId3"/>
    <p:sldLayoutId id="2147485048" r:id="rId4"/>
    <p:sldLayoutId id="2147485049" r:id="rId5"/>
    <p:sldLayoutId id="2147485050" r:id="rId6"/>
    <p:sldLayoutId id="2147485051" r:id="rId7"/>
    <p:sldLayoutId id="2147485052" r:id="rId8"/>
    <p:sldLayoutId id="2147485053" r:id="rId9"/>
    <p:sldLayoutId id="2147485054" r:id="rId10"/>
    <p:sldLayoutId id="2147485055" r:id="rId11"/>
    <p:sldLayoutId id="2147485056" r:id="rId12"/>
    <p:sldLayoutId id="2147485057" r:id="rId13"/>
    <p:sldLayoutId id="2147485058" r:id="rId14"/>
    <p:sldLayoutId id="2147485059" r:id="rId15"/>
    <p:sldLayoutId id="2147485060" r:id="rId16"/>
    <p:sldLayoutId id="2147485061" r:id="rId17"/>
    <p:sldLayoutId id="2147485062" r:id="rId18"/>
    <p:sldLayoutId id="2147485063" r:id="rId19"/>
    <p:sldLayoutId id="2147485064" r:id="rId20"/>
    <p:sldLayoutId id="2147485065" r:id="rId21"/>
    <p:sldLayoutId id="2147485066" r:id="rId22"/>
    <p:sldLayoutId id="2147485067" r:id="rId23"/>
    <p:sldLayoutId id="2147485068" r:id="rId24"/>
    <p:sldLayoutId id="2147485069" r:id="rId2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4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0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04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39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13" indent="-241013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191" indent="-20196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373" indent="-160676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725" indent="-161791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073" indent="-160676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422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8773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121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469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48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00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048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39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749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09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44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794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0"/>
            <a:ext cx="12192000" cy="587029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104820" y="9961"/>
            <a:ext cx="793019" cy="58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41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06" r:id="rId1"/>
    <p:sldLayoutId id="2147485107" r:id="rId2"/>
    <p:sldLayoutId id="2147485108" r:id="rId3"/>
    <p:sldLayoutId id="2147485109" r:id="rId4"/>
    <p:sldLayoutId id="2147485110" r:id="rId5"/>
    <p:sldLayoutId id="2147485111" r:id="rId6"/>
    <p:sldLayoutId id="2147485112" r:id="rId7"/>
    <p:sldLayoutId id="2147485113" r:id="rId8"/>
    <p:sldLayoutId id="2147485114" r:id="rId9"/>
    <p:sldLayoutId id="2147485115" r:id="rId10"/>
    <p:sldLayoutId id="2147485116" r:id="rId11"/>
    <p:sldLayoutId id="2147485117" r:id="rId12"/>
    <p:sldLayoutId id="2147485118" r:id="rId13"/>
    <p:sldLayoutId id="2147485119" r:id="rId14"/>
    <p:sldLayoutId id="2147485120" r:id="rId15"/>
    <p:sldLayoutId id="2147485121" r:id="rId16"/>
    <p:sldLayoutId id="2147485122" r:id="rId17"/>
    <p:sldLayoutId id="2147485123" r:id="rId18"/>
    <p:sldLayoutId id="2147485124" r:id="rId19"/>
    <p:sldLayoutId id="2147485125" r:id="rId20"/>
    <p:sldLayoutId id="2147485126" r:id="rId21"/>
    <p:sldLayoutId id="2147485127" r:id="rId22"/>
  </p:sldLayoutIdLst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0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0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50" indent="-24105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76" indent="-201992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03" indent="-160701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05" indent="-161817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305" indent="-160701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706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08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509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909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00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03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04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04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006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06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08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209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25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6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29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0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34.wmf"/><Relationship Id="rId4" Type="http://schemas.openxmlformats.org/officeDocument/2006/relationships/image" Target="../media/image31.wmf"/><Relationship Id="rId9" Type="http://schemas.openxmlformats.org/officeDocument/2006/relationships/oleObject" Target="../embeddings/oleObject1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oleObject" Target="../embeddings/oleObject19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40.wmf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10" Type="http://schemas.openxmlformats.org/officeDocument/2006/relationships/image" Target="../media/image39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41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47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46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2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49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13" Type="http://schemas.openxmlformats.org/officeDocument/2006/relationships/oleObject" Target="../embeddings/oleObject33.bin"/><Relationship Id="rId18" Type="http://schemas.openxmlformats.org/officeDocument/2006/relationships/image" Target="../media/image58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55.wmf"/><Relationship Id="rId17" Type="http://schemas.openxmlformats.org/officeDocument/2006/relationships/oleObject" Target="../embeddings/oleObject35.bin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57.wmf"/><Relationship Id="rId20" Type="http://schemas.openxmlformats.org/officeDocument/2006/relationships/image" Target="../media/image5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5" Type="http://schemas.openxmlformats.org/officeDocument/2006/relationships/oleObject" Target="../embeddings/oleObject34.bin"/><Relationship Id="rId10" Type="http://schemas.openxmlformats.org/officeDocument/2006/relationships/image" Target="../media/image54.wmf"/><Relationship Id="rId19" Type="http://schemas.openxmlformats.org/officeDocument/2006/relationships/oleObject" Target="../embeddings/oleObject36.bin"/><Relationship Id="rId4" Type="http://schemas.openxmlformats.org/officeDocument/2006/relationships/image" Target="../media/image51.w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56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60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e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wmf"/><Relationship Id="rId5" Type="http://schemas.openxmlformats.org/officeDocument/2006/relationships/oleObject" Target="../embeddings/oleObject42.bin"/><Relationship Id="rId10" Type="http://schemas.openxmlformats.org/officeDocument/2006/relationships/image" Target="../media/image35.wmf"/><Relationship Id="rId4" Type="http://schemas.openxmlformats.org/officeDocument/2006/relationships/image" Target="../media/image64.wmf"/><Relationship Id="rId9" Type="http://schemas.openxmlformats.org/officeDocument/2006/relationships/oleObject" Target="../embeddings/oleObject13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svg"/><Relationship Id="rId5" Type="http://schemas.openxmlformats.org/officeDocument/2006/relationships/image" Target="../media/image72.png"/><Relationship Id="rId4" Type="http://schemas.openxmlformats.org/officeDocument/2006/relationships/image" Target="../media/image71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19049A6-0FC5-78E1-DFA7-6F7A7D47E3B5}"/>
              </a:ext>
            </a:extLst>
          </p:cNvPr>
          <p:cNvSpPr txBox="1">
            <a:spLocks/>
          </p:cNvSpPr>
          <p:nvPr/>
        </p:nvSpPr>
        <p:spPr>
          <a:xfrm>
            <a:off x="408972" y="1926317"/>
            <a:ext cx="11374056" cy="2183408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>
              <a:lnSpc>
                <a:spcPct val="200000"/>
              </a:lnSpc>
              <a:spcAft>
                <a:spcPts val="1200"/>
              </a:spcAft>
            </a:pP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第</a:t>
            </a:r>
            <a:r>
              <a:rPr lang="en-US" altLang="zh-CN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7.3</a:t>
            </a: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节</a:t>
            </a:r>
            <a:endParaRPr lang="en-US" altLang="zh-CN" sz="5400" b="0" dirty="0">
              <a:solidFill>
                <a:schemeClr val="bg1"/>
              </a:solidFill>
              <a:ea typeface="华光综艺_CNKI" panose="02000500000000000000" pitchFamily="2" charset="-122"/>
            </a:endParaRPr>
          </a:p>
          <a:p>
            <a:r>
              <a:rPr lang="zh-CN" altLang="en-US" b="0" dirty="0">
                <a:ea typeface="华光综艺_CNKI" panose="02000500000000000000" pitchFamily="2" charset="-122"/>
              </a:rPr>
              <a:t>朴素贝叶斯</a:t>
            </a:r>
            <a:endParaRPr lang="en-US" altLang="zh-CN" b="0" dirty="0"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095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3A288-68BA-C566-D674-D19CD933A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0AAE8239-898B-E2DC-589E-CB25E3214BB5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先验概率、条件概率、后验概率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575628A0-52D8-EDD5-1BD9-5716AC77D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11D705F-96CC-7F7C-2F91-14C7DAD1D791}"/>
              </a:ext>
            </a:extLst>
          </p:cNvPr>
          <p:cNvSpPr txBox="1"/>
          <p:nvPr/>
        </p:nvSpPr>
        <p:spPr>
          <a:xfrm>
            <a:off x="188558" y="1078222"/>
            <a:ext cx="11631617" cy="5569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</a:pPr>
            <a:r>
              <a:rPr lang="zh-CN" altLang="zh-CN" sz="3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先验概率</a:t>
            </a:r>
            <a:r>
              <a:rPr lang="zh-CN" altLang="zh-CN" sz="32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Prior probability</a:t>
            </a:r>
            <a:r>
              <a:rPr lang="zh-CN" altLang="zh-CN" sz="32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  </a:t>
            </a:r>
            <a:r>
              <a:rPr lang="zh-CN" altLang="zh-CN" sz="32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是在不考虑任何新证据之前，根据以往的知识或经验，对事件概率的初始估计。通常用</a:t>
            </a:r>
            <a:r>
              <a:rPr lang="en-US" altLang="zh-CN" sz="3200" i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(A)</a:t>
            </a:r>
            <a:r>
              <a:rPr lang="zh-CN" altLang="zh-CN" sz="32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表示，其中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zh-CN" sz="32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是某个事件。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6070" algn="just">
              <a:lnSpc>
                <a:spcPct val="125000"/>
              </a:lnSpc>
            </a:pPr>
            <a:r>
              <a:rPr lang="zh-CN" altLang="zh-CN" sz="3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条件概率</a:t>
            </a:r>
            <a:r>
              <a:rPr lang="zh-CN" altLang="zh-CN" sz="32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Conditional probability</a:t>
            </a:r>
            <a:r>
              <a:rPr lang="zh-CN" altLang="zh-CN" sz="32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  </a:t>
            </a:r>
            <a:r>
              <a:rPr lang="zh-CN" altLang="zh-CN" sz="32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是在给定某个条件下，事件发生的概率。通常用</a:t>
            </a:r>
            <a:r>
              <a:rPr lang="en-US" altLang="zh-CN" sz="3200" i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(A|B)</a:t>
            </a:r>
            <a:r>
              <a:rPr lang="zh-CN" altLang="zh-CN" sz="32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表示，表示在发生已知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zh-CN" sz="32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的情况下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zh-CN" sz="32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发生的概率。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306070" algn="just">
              <a:lnSpc>
                <a:spcPct val="125000"/>
              </a:lnSpc>
            </a:pPr>
            <a:r>
              <a:rPr lang="zh-CN" altLang="zh-CN" sz="32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后验概率</a:t>
            </a:r>
            <a:r>
              <a:rPr lang="zh-CN" altLang="zh-CN" sz="32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Posterior probability</a:t>
            </a:r>
            <a:r>
              <a:rPr lang="zh-CN" altLang="zh-CN" sz="32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  </a:t>
            </a:r>
            <a:r>
              <a:rPr lang="zh-CN" altLang="zh-CN" sz="32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是在考虑了新的信息或证据之后，事件发生的概率。通常用</a:t>
            </a:r>
            <a:r>
              <a:rPr lang="en-US" altLang="zh-CN" sz="3200" i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(A|B)</a:t>
            </a:r>
            <a:r>
              <a:rPr lang="zh-CN" altLang="zh-CN" sz="32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表示，其中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zh-CN" sz="32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是事件，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zh-CN" sz="32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是新的证据。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09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864A6-6CC0-4ABB-B08B-7087D1403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FDDCB020-397D-39DA-4D87-53F16102CF5B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朴素贝叶斯基本原理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948FE381-AAD1-D7ED-20E0-375DA6CC2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1FD7C5B-7D1E-7473-6652-5544C1FE63E9}"/>
              </a:ext>
            </a:extLst>
          </p:cNvPr>
          <p:cNvSpPr txBox="1"/>
          <p:nvPr/>
        </p:nvSpPr>
        <p:spPr>
          <a:xfrm>
            <a:off x="316822" y="1183194"/>
            <a:ext cx="11431481" cy="18824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306070" algn="just">
              <a:lnSpc>
                <a:spcPct val="125000"/>
              </a:lnSpc>
              <a:spcBef>
                <a:spcPts val="600"/>
              </a:spcBef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假设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是类别未知的数据样本，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表示该数据样本的类别。分类问题需要确定          ，即给定观测数据样本的特征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，该样本类别为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的概率。对此，贝叶斯定理给出了如下计算方法：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373637C9-6537-B96A-1393-D23AA33371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520779"/>
              </p:ext>
            </p:extLst>
          </p:nvPr>
        </p:nvGraphicFramePr>
        <p:xfrm>
          <a:off x="3275290" y="3593077"/>
          <a:ext cx="5235019" cy="158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22400" imgH="419100" progId="Equation.DSMT4">
                  <p:embed/>
                </p:oleObj>
              </mc:Choice>
              <mc:Fallback>
                <p:oleObj name="Equation" r:id="rId3" imgW="1422400" imgH="4191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290" y="3593077"/>
                        <a:ext cx="5235019" cy="15870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>
            <a:extLst>
              <a:ext uri="{FF2B5EF4-FFF2-40B4-BE49-F238E27FC236}">
                <a16:creationId xmlns:a16="http://schemas.microsoft.com/office/drawing/2014/main" id="{134EF7EA-6C3B-0FEA-A308-44A3A5D9A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8863" y="5789002"/>
            <a:ext cx="2403699" cy="651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  <a:spcBef>
                <a:spcPts val="600"/>
              </a:spcBef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先验概率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A6AF0BCF-D0FB-C400-A219-EA8AF78408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770061"/>
              </p:ext>
            </p:extLst>
          </p:nvPr>
        </p:nvGraphicFramePr>
        <p:xfrm>
          <a:off x="3248225" y="1868470"/>
          <a:ext cx="1381648" cy="64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33169" imgH="253890" progId="Equation.DSMT4">
                  <p:embed/>
                </p:oleObj>
              </mc:Choice>
              <mc:Fallback>
                <p:oleObj name="Equation" r:id="rId5" imgW="533169" imgH="25389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8225" y="1868470"/>
                        <a:ext cx="1381648" cy="6414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B12B64E7-448B-9373-E2D9-ABEE319CD7A4}"/>
              </a:ext>
            </a:extLst>
          </p:cNvPr>
          <p:cNvCxnSpPr>
            <a:cxnSpLocks/>
          </p:cNvCxnSpPr>
          <p:nvPr/>
        </p:nvCxnSpPr>
        <p:spPr>
          <a:xfrm flipV="1">
            <a:off x="4976529" y="4386621"/>
            <a:ext cx="916271" cy="129063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122BBA03-61DD-5FEE-FCC3-3A550599A8E9}"/>
              </a:ext>
            </a:extLst>
          </p:cNvPr>
          <p:cNvSpPr txBox="1"/>
          <p:nvPr/>
        </p:nvSpPr>
        <p:spPr>
          <a:xfrm>
            <a:off x="7997061" y="5838514"/>
            <a:ext cx="2711450" cy="65165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306070" algn="just">
              <a:lnSpc>
                <a:spcPct val="125000"/>
              </a:lnSpc>
              <a:spcBef>
                <a:spcPts val="600"/>
              </a:spcBef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/>
              <a:t>条件概率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B7706E0-4347-4913-D114-DAEF3654D919}"/>
              </a:ext>
            </a:extLst>
          </p:cNvPr>
          <p:cNvSpPr txBox="1"/>
          <p:nvPr/>
        </p:nvSpPr>
        <p:spPr>
          <a:xfrm>
            <a:off x="1474395" y="5145912"/>
            <a:ext cx="2711450" cy="65165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306070" algn="just">
              <a:lnSpc>
                <a:spcPct val="125000"/>
              </a:lnSpc>
              <a:spcBef>
                <a:spcPts val="600"/>
              </a:spcBef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/>
              <a:t>后验概率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6F44A206-30CF-E49C-C27E-8AD70ACB900B}"/>
              </a:ext>
            </a:extLst>
          </p:cNvPr>
          <p:cNvCxnSpPr>
            <a:cxnSpLocks/>
          </p:cNvCxnSpPr>
          <p:nvPr/>
        </p:nvCxnSpPr>
        <p:spPr>
          <a:xfrm flipH="1" flipV="1">
            <a:off x="7361590" y="4647862"/>
            <a:ext cx="1880541" cy="109490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839CC193-B74C-CB87-8189-9F1B06440060}"/>
              </a:ext>
            </a:extLst>
          </p:cNvPr>
          <p:cNvCxnSpPr>
            <a:cxnSpLocks/>
          </p:cNvCxnSpPr>
          <p:nvPr/>
        </p:nvCxnSpPr>
        <p:spPr>
          <a:xfrm flipV="1">
            <a:off x="3107414" y="4744826"/>
            <a:ext cx="1223286" cy="3805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863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4A1E4-E0D5-5D12-A20B-854FD5D3F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78EE6985-92BD-19A2-842D-563F7D6E407B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FFFF00"/>
                </a:solidFill>
                <a:latin typeface="Times New Roman" panose="02020603050405020304" pitchFamily="18" charset="0"/>
                <a:ea typeface="华光综艺_CNKI" panose="02000500000000000000" pitchFamily="2" charset="-122"/>
                <a:cs typeface="Times New Roman" panose="02020603050405020304" pitchFamily="18" charset="0"/>
              </a:rPr>
              <a:t>朴素贝叶斯基本原理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华光综艺_CNKI" panose="02000500000000000000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45D528E-BBFA-4B59-975B-5448B7F3EE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2855074"/>
              </p:ext>
            </p:extLst>
          </p:nvPr>
        </p:nvGraphicFramePr>
        <p:xfrm>
          <a:off x="1917383" y="1519873"/>
          <a:ext cx="5189537" cy="1573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22400" imgH="419100" progId="Equation.DSMT4">
                  <p:embed/>
                </p:oleObj>
              </mc:Choice>
              <mc:Fallback>
                <p:oleObj name="Equation" r:id="rId3" imgW="1422400" imgH="4191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373637C9-6537-B96A-1393-D23AA33371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7383" y="1519873"/>
                        <a:ext cx="5189537" cy="15732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9678F2D7-A5C8-E3D1-818A-BBFCC7C36A3C}"/>
              </a:ext>
            </a:extLst>
          </p:cNvPr>
          <p:cNvSpPr txBox="1"/>
          <p:nvPr/>
        </p:nvSpPr>
        <p:spPr>
          <a:xfrm>
            <a:off x="7983220" y="1260246"/>
            <a:ext cx="33096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所有特征上的联合概率，难以从训练样本中直接估计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730B56-7347-00C9-BD33-71CD4848CFD2}"/>
              </a:ext>
            </a:extLst>
          </p:cNvPr>
          <p:cNvSpPr/>
          <p:nvPr/>
        </p:nvSpPr>
        <p:spPr>
          <a:xfrm>
            <a:off x="5289238" y="1351683"/>
            <a:ext cx="1906582" cy="1169986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3128921E-603C-B317-75B8-0E9CF4BB35F4}"/>
              </a:ext>
            </a:extLst>
          </p:cNvPr>
          <p:cNvCxnSpPr>
            <a:cxnSpLocks/>
            <a:stCxn id="9" idx="3"/>
            <a:endCxn id="8" idx="1"/>
          </p:cNvCxnSpPr>
          <p:nvPr/>
        </p:nvCxnSpPr>
        <p:spPr>
          <a:xfrm>
            <a:off x="7195820" y="1936676"/>
            <a:ext cx="787400" cy="1606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2">
            <a:extLst>
              <a:ext uri="{FF2B5EF4-FFF2-40B4-BE49-F238E27FC236}">
                <a16:creationId xmlns:a16="http://schemas.microsoft.com/office/drawing/2014/main" id="{0A0C7E43-4902-DAB3-3C38-06CD83075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922" y="3612196"/>
            <a:ext cx="74944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朴素贝叶斯分类对特征条件概率分布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0028C6BC-7B0E-8619-7A0A-F23829CEF8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8572467"/>
              </p:ext>
            </p:extLst>
          </p:nvPr>
        </p:nvGraphicFramePr>
        <p:xfrm>
          <a:off x="6096000" y="3615121"/>
          <a:ext cx="1290112" cy="532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07780" imgH="203112" progId="Equation.DSMT4">
                  <p:embed/>
                </p:oleObj>
              </mc:Choice>
              <mc:Fallback>
                <p:oleObj name="Equation" r:id="rId5" imgW="507780" imgH="203112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615121"/>
                        <a:ext cx="1290112" cy="5321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3">
            <a:extLst>
              <a:ext uri="{FF2B5EF4-FFF2-40B4-BE49-F238E27FC236}">
                <a16:creationId xmlns:a16="http://schemas.microsoft.com/office/drawing/2014/main" id="{28E4E16D-427D-45EE-081B-882C1BD47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6112" y="3607252"/>
            <a:ext cx="61237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做了条件独立性假设，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EEE1B2B-CF6C-AC76-46E0-1AD7EB92848F}"/>
              </a:ext>
            </a:extLst>
          </p:cNvPr>
          <p:cNvSpPr txBox="1"/>
          <p:nvPr/>
        </p:nvSpPr>
        <p:spPr>
          <a:xfrm>
            <a:off x="242162" y="4244659"/>
            <a:ext cx="7513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在这一假设下，有 </a:t>
            </a: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530FC365-DA34-DC1B-75C6-55BEE9B20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CFDE2FC2-4786-7BE9-C977-26115B0FDB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4181335"/>
              </p:ext>
            </p:extLst>
          </p:nvPr>
        </p:nvGraphicFramePr>
        <p:xfrm>
          <a:off x="3937862" y="4627300"/>
          <a:ext cx="3972040" cy="1261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33500" imgH="431800" progId="Equation.DSMT4">
                  <p:embed/>
                </p:oleObj>
              </mc:Choice>
              <mc:Fallback>
                <p:oleObj name="Equation" r:id="rId7" imgW="1333500" imgH="431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7862" y="4627300"/>
                        <a:ext cx="3972040" cy="12612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6">
            <a:extLst>
              <a:ext uri="{FF2B5EF4-FFF2-40B4-BE49-F238E27FC236}">
                <a16:creationId xmlns:a16="http://schemas.microsoft.com/office/drawing/2014/main" id="{92E84790-FFDB-5521-53CA-ED962CF28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6951"/>
            <a:ext cx="112723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kumimoji="0" lang="en-US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8">
            <a:extLst>
              <a:ext uri="{FF2B5EF4-FFF2-40B4-BE49-F238E27FC236}">
                <a16:creationId xmlns:a16="http://schemas.microsoft.com/office/drawing/2014/main" id="{F7A80F1C-C2C5-0657-354B-2D57BFF0B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794" y="5952249"/>
            <a:ext cx="38426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是样本的特征数量，</a:t>
            </a:r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41899EBE-E942-7147-9C6D-851CDAD375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1153081"/>
              </p:ext>
            </p:extLst>
          </p:nvPr>
        </p:nvGraphicFramePr>
        <p:xfrm>
          <a:off x="3855403" y="5799410"/>
          <a:ext cx="493807" cy="7612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2334" imgH="228501" progId="Equation.DSMT4">
                  <p:embed/>
                </p:oleObj>
              </mc:Choice>
              <mc:Fallback>
                <p:oleObj name="Equation" r:id="rId9" imgW="152334" imgH="228501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5403" y="5799410"/>
                        <a:ext cx="493807" cy="7612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9">
            <a:extLst>
              <a:ext uri="{FF2B5EF4-FFF2-40B4-BE49-F238E27FC236}">
                <a16:creationId xmlns:a16="http://schemas.microsoft.com/office/drawing/2014/main" id="{32CAB681-0B83-9007-900E-678003C39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9053" y="5953168"/>
            <a:ext cx="47773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8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的第</a:t>
            </a:r>
            <a:r>
              <a:rPr lang="en-US" altLang="zh-CN" sz="2800" i="1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个特征的值。</a:t>
            </a:r>
          </a:p>
        </p:txBody>
      </p:sp>
    </p:spTree>
    <p:extLst>
      <p:ext uri="{BB962C8B-B14F-4D97-AF65-F5344CB8AC3E}">
        <p14:creationId xmlns:p14="http://schemas.microsoft.com/office/powerpoint/2010/main" val="80079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B73B8-8C14-CD7F-805E-CB5A85ECB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584B23B5-D940-2D5F-3120-CCD4A0DF0461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FFFF00"/>
                </a:solidFill>
                <a:latin typeface="Times New Roman" panose="02020603050405020304" pitchFamily="18" charset="0"/>
                <a:ea typeface="华光综艺_CNKI" panose="02000500000000000000" pitchFamily="2" charset="-122"/>
                <a:cs typeface="Times New Roman" panose="02020603050405020304" pitchFamily="18" charset="0"/>
              </a:rPr>
              <a:t>朴素贝叶斯基本原理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华光综艺_CNKI" panose="02000500000000000000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FBB4250-282C-990D-C2C3-8BF36D98F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33018C9-7D54-F421-A785-4EC86E71B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D09A460-94B8-A9DF-F0FD-45E9BF98CF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307328"/>
              </p:ext>
            </p:extLst>
          </p:nvPr>
        </p:nvGraphicFramePr>
        <p:xfrm>
          <a:off x="6783360" y="3100584"/>
          <a:ext cx="4795998" cy="1212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88367" imgH="431613" progId="Equation.DSMT4">
                  <p:embed/>
                </p:oleObj>
              </mc:Choice>
              <mc:Fallback>
                <p:oleObj name="Equation" r:id="rId3" imgW="1688367" imgH="431613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3360" y="3100584"/>
                        <a:ext cx="4795998" cy="12125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BBADB221-D713-71EF-E1C3-4718E9CF1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254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kumimoji="0" lang="en-US" altLang="zh-CN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2CAD235-BFAC-82CD-9847-DCC091B11C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2203606"/>
              </p:ext>
            </p:extLst>
          </p:nvPr>
        </p:nvGraphicFramePr>
        <p:xfrm>
          <a:off x="734487" y="3077684"/>
          <a:ext cx="4150753" cy="1258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22400" imgH="419100" progId="Equation.DSMT4">
                  <p:embed/>
                </p:oleObj>
              </mc:Choice>
              <mc:Fallback>
                <p:oleObj name="Equation" r:id="rId5" imgW="1422400" imgH="4191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373637C9-6537-B96A-1393-D23AA33371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487" y="3077684"/>
                        <a:ext cx="4150753" cy="12583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箭头: 右 8">
            <a:extLst>
              <a:ext uri="{FF2B5EF4-FFF2-40B4-BE49-F238E27FC236}">
                <a16:creationId xmlns:a16="http://schemas.microsoft.com/office/drawing/2014/main" id="{A5C81D6B-F784-1A55-4E5C-6831AE15978F}"/>
              </a:ext>
            </a:extLst>
          </p:cNvPr>
          <p:cNvSpPr/>
          <p:nvPr/>
        </p:nvSpPr>
        <p:spPr>
          <a:xfrm>
            <a:off x="5554900" y="3365231"/>
            <a:ext cx="762000" cy="8323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9DCA057-5E3D-8F8B-A1A3-E8A4A998CCF0}"/>
              </a:ext>
            </a:extLst>
          </p:cNvPr>
          <p:cNvSpPr/>
          <p:nvPr/>
        </p:nvSpPr>
        <p:spPr>
          <a:xfrm>
            <a:off x="3476659" y="3003161"/>
            <a:ext cx="1408581" cy="838791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B1E220-25BA-A3F4-9B33-2D429744A3F7}"/>
              </a:ext>
            </a:extLst>
          </p:cNvPr>
          <p:cNvSpPr/>
          <p:nvPr/>
        </p:nvSpPr>
        <p:spPr>
          <a:xfrm>
            <a:off x="9525530" y="3136627"/>
            <a:ext cx="2053827" cy="1169986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Rectangle 13">
            <a:extLst>
              <a:ext uri="{FF2B5EF4-FFF2-40B4-BE49-F238E27FC236}">
                <a16:creationId xmlns:a16="http://schemas.microsoft.com/office/drawing/2014/main" id="{77D14BF0-9284-BA26-E6F6-6435B3FA3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373" y="650625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41600" algn="ctr"/>
                <a:tab pos="5270500" algn="r"/>
              </a:tabLst>
            </a:pP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552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907B6-1CAE-1AFC-42AA-4AB74FC89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601B6C61-E24B-2E28-3EA7-31E83879577A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FFFF00"/>
                </a:solidFill>
                <a:latin typeface="Times New Roman" panose="02020603050405020304" pitchFamily="18" charset="0"/>
                <a:ea typeface="华光综艺_CNKI" panose="02000500000000000000" pitchFamily="2" charset="-122"/>
                <a:cs typeface="Times New Roman" panose="02020603050405020304" pitchFamily="18" charset="0"/>
              </a:rPr>
              <a:t>朴素贝叶斯基本原理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华光综艺_CNKI" panose="02000500000000000000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3D2B8D7E-B550-7463-27A5-C0A4D7B32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D19F1A2-6E0D-30CB-451F-778116D33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34A3123-E9BB-1838-B380-FF80CDECF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254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kumimoji="0" lang="en-US" altLang="zh-CN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7D3B3EC2-2BE1-A5F8-1745-8D266798D2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6390484"/>
              </p:ext>
            </p:extLst>
          </p:nvPr>
        </p:nvGraphicFramePr>
        <p:xfrm>
          <a:off x="9682223" y="2003162"/>
          <a:ext cx="758372" cy="372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8140" imgH="177723" progId="Equation.DSMT4">
                  <p:embed/>
                </p:oleObj>
              </mc:Choice>
              <mc:Fallback>
                <p:oleObj name="Equation" r:id="rId3" imgW="368140" imgH="177723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E23A9EDC-18D0-F033-F394-9314976D51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2223" y="2003162"/>
                        <a:ext cx="758372" cy="37253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31EB4256-BA3C-495C-C6C0-B920C49753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4489054"/>
              </p:ext>
            </p:extLst>
          </p:nvPr>
        </p:nvGraphicFramePr>
        <p:xfrm>
          <a:off x="1342365" y="2503328"/>
          <a:ext cx="969816" cy="4000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07780" imgH="203112" progId="Equation.DSMT4">
                  <p:embed/>
                </p:oleObj>
              </mc:Choice>
              <mc:Fallback>
                <p:oleObj name="Equation" r:id="rId5" imgW="507780" imgH="203112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A524DD16-CB2D-352D-E800-97F1857215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2365" y="2503328"/>
                        <a:ext cx="969816" cy="4000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6">
            <a:extLst>
              <a:ext uri="{FF2B5EF4-FFF2-40B4-BE49-F238E27FC236}">
                <a16:creationId xmlns:a16="http://schemas.microsoft.com/office/drawing/2014/main" id="{DC26B422-3EF1-09E3-B672-7AA663AEF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523" y="1958597"/>
            <a:ext cx="95734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对于类别未知的样本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，朴素贝叶斯分类会计算该样本属于每个类别（</a:t>
            </a: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C6F57F06-44E7-DF6D-8043-583899D81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5450" y="1968680"/>
            <a:ext cx="14157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18" name="Rectangle 8">
            <a:extLst>
              <a:ext uri="{FF2B5EF4-FFF2-40B4-BE49-F238E27FC236}">
                <a16:creationId xmlns:a16="http://schemas.microsoft.com/office/drawing/2014/main" id="{7F8B5F8F-E48B-5D6A-AEFE-B938DDFB3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523" y="2462479"/>
            <a:ext cx="100535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的概率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，然后选择最大概率对应的类别作为预测结果。 </a:t>
            </a: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FF1F30D5-2AB0-0473-1C21-0AEA50DBC3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5561897"/>
              </p:ext>
            </p:extLst>
          </p:nvPr>
        </p:nvGraphicFramePr>
        <p:xfrm>
          <a:off x="311511" y="3864575"/>
          <a:ext cx="788928" cy="4567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55292" imgH="203024" progId="Equation.DSMT4">
                  <p:embed/>
                </p:oleObj>
              </mc:Choice>
              <mc:Fallback>
                <p:oleObj name="Equation" r:id="rId7" imgW="355292" imgH="203024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A9DACCD7-8F97-BE52-4C19-FA957E1723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511" y="3864575"/>
                        <a:ext cx="788928" cy="4567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0720CBF9-AFA4-5F44-5A3D-0145A00911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3614316"/>
              </p:ext>
            </p:extLst>
          </p:nvPr>
        </p:nvGraphicFramePr>
        <p:xfrm>
          <a:off x="2935483" y="4897825"/>
          <a:ext cx="5569509" cy="12995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26451" imgH="393529" progId="Equation.DSMT4">
                  <p:embed/>
                </p:oleObj>
              </mc:Choice>
              <mc:Fallback>
                <p:oleObj name="Equation" r:id="rId9" imgW="1726451" imgH="393529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A939316B-EC6C-83E0-F74F-5DFA22CED2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5483" y="4897825"/>
                        <a:ext cx="5569509" cy="12995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11">
            <a:extLst>
              <a:ext uri="{FF2B5EF4-FFF2-40B4-BE49-F238E27FC236}">
                <a16:creationId xmlns:a16="http://schemas.microsoft.com/office/drawing/2014/main" id="{56F93701-F004-A2B1-3A54-89AA37818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823" y="3341214"/>
            <a:ext cx="115723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特征条件独立性假设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下，每个特征独立地对分类结果造成影响，因此对于所有类别</a:t>
            </a: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F4FD7E26-0BD7-B787-481A-287C3CA83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339" y="3852195"/>
            <a:ext cx="69557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相同。鉴于此，朴素贝叶斯分类的预测准则如下：</a:t>
            </a: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</p:txBody>
      </p:sp>
      <p:sp>
        <p:nvSpPr>
          <p:cNvPr id="24" name="Rectangle 13">
            <a:extLst>
              <a:ext uri="{FF2B5EF4-FFF2-40B4-BE49-F238E27FC236}">
                <a16:creationId xmlns:a16="http://schemas.microsoft.com/office/drawing/2014/main" id="{923ECCE5-939D-D79F-2672-77FC5E52E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373" y="650625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41600" algn="ctr"/>
                <a:tab pos="5270500" algn="r"/>
              </a:tabLst>
            </a:pP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551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43B9B-F11B-95F4-0040-D9CAC1E89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B9989A21-BF6B-6E26-022E-206F606CB955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FFFF00"/>
                </a:solidFill>
                <a:latin typeface="Times New Roman" panose="02020603050405020304" pitchFamily="18" charset="0"/>
                <a:ea typeface="华光综艺_CNKI" panose="02000500000000000000" pitchFamily="2" charset="-122"/>
                <a:cs typeface="Times New Roman" panose="02020603050405020304" pitchFamily="18" charset="0"/>
              </a:rPr>
              <a:t>朴素贝叶斯基本原理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华光综艺_CNKI" panose="02000500000000000000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D414515F-57ED-7935-9A28-AD782DF4E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E33620B9-C606-6BBA-8164-67CF4FBC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952" y="2235905"/>
            <a:ext cx="99721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在实际分类任务中，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假设训练集为</a:t>
            </a:r>
            <a:r>
              <a:rPr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400" i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训练集中类别为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的样本集合</a:t>
            </a: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4A41DACB-D185-A6AF-7646-0A2996A6A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292" y="4637115"/>
            <a:ext cx="76562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400" i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分别表示数据集</a:t>
            </a:r>
            <a:r>
              <a:rPr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400" i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的样本数量。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4CF072B2-FDC5-F8ED-01A5-A823276CA1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818857"/>
              </p:ext>
            </p:extLst>
          </p:nvPr>
        </p:nvGraphicFramePr>
        <p:xfrm>
          <a:off x="1953092" y="3195299"/>
          <a:ext cx="1788963" cy="96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74364" imgH="418918" progId="Equation.DSMT4">
                  <p:embed/>
                </p:oleObj>
              </mc:Choice>
              <mc:Fallback>
                <p:oleObj name="Equation" r:id="rId3" imgW="774364" imgH="418918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3092" y="3195299"/>
                        <a:ext cx="1788963" cy="967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26">
            <a:extLst>
              <a:ext uri="{FF2B5EF4-FFF2-40B4-BE49-F238E27FC236}">
                <a16:creationId xmlns:a16="http://schemas.microsoft.com/office/drawing/2014/main" id="{FB6A1F59-44E1-DC8D-5F76-F826E4CE1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" y="62611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083E1B41-9A44-646A-FE3E-3FF8C3CC3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59683"/>
            <a:ext cx="2339102" cy="511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  <a:spcBef>
                <a:spcPts val="6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先验概率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4552824B-E8B2-7CF9-1A86-5DBE33D7E393}"/>
              </a:ext>
            </a:extLst>
          </p:cNvPr>
          <p:cNvSpPr txBox="1"/>
          <p:nvPr/>
        </p:nvSpPr>
        <p:spPr>
          <a:xfrm>
            <a:off x="280892" y="1159282"/>
            <a:ext cx="51333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kern="100" dirty="0">
                <a:solidFill>
                  <a:srgbClr val="C4591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在实际任务中怎么计算？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069143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5DEE3-E0DE-7BD2-C741-9A63226E7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C4829B8B-720D-777D-A409-9F641CB2E9D5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FFFF00"/>
                </a:solidFill>
                <a:latin typeface="Times New Roman" panose="02020603050405020304" pitchFamily="18" charset="0"/>
                <a:ea typeface="华光综艺_CNKI" panose="02000500000000000000" pitchFamily="2" charset="-122"/>
                <a:cs typeface="Times New Roman" panose="02020603050405020304" pitchFamily="18" charset="0"/>
              </a:rPr>
              <a:t>朴素贝叶斯基本原理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华光综艺_CNKI" panose="02000500000000000000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E0AF1E06-6DAE-3B9B-8F95-52C565D46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9BDD15D-0A9B-6545-302F-085013A0B7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0484746"/>
              </p:ext>
            </p:extLst>
          </p:nvPr>
        </p:nvGraphicFramePr>
        <p:xfrm>
          <a:off x="3613234" y="4402769"/>
          <a:ext cx="1046461" cy="47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20700" imgH="228600" progId="Equation.DSMT4">
                  <p:embed/>
                </p:oleObj>
              </mc:Choice>
              <mc:Fallback>
                <p:oleObj name="Equation" r:id="rId3" imgW="520700" imgH="2286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D247EEA4-3D01-8D46-BB87-040A3E9F53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3234" y="4402769"/>
                        <a:ext cx="1046461" cy="4780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4">
            <a:extLst>
              <a:ext uri="{FF2B5EF4-FFF2-40B4-BE49-F238E27FC236}">
                <a16:creationId xmlns:a16="http://schemas.microsoft.com/office/drawing/2014/main" id="{51C0AF3B-F65A-FFB2-8BE3-B13508EFB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952" y="1909331"/>
            <a:ext cx="99721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在实际分类任务中，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假设训练集为</a:t>
            </a:r>
            <a:r>
              <a:rPr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400" i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训练集中类别为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的样本集合</a:t>
            </a: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A25BD598-6FFA-18FF-DE8A-7CA768CD98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477378"/>
              </p:ext>
            </p:extLst>
          </p:nvPr>
        </p:nvGraphicFramePr>
        <p:xfrm>
          <a:off x="3611563" y="2636716"/>
          <a:ext cx="669449" cy="508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4668" imgH="241195" progId="Equation.DSMT4">
                  <p:embed/>
                </p:oleObj>
              </mc:Choice>
              <mc:Fallback>
                <p:oleObj name="Equation" r:id="rId5" imgW="304668" imgH="241195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3C57C521-BBB9-0B23-5614-29F799CD11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1563" y="2636716"/>
                        <a:ext cx="669449" cy="50878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6AF7F738-8DBF-781C-2701-DB574EA45E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2094490"/>
              </p:ext>
            </p:extLst>
          </p:nvPr>
        </p:nvGraphicFramePr>
        <p:xfrm>
          <a:off x="4563647" y="3218608"/>
          <a:ext cx="2547549" cy="11049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66800" imgH="457200" progId="Equation.DSMT4">
                  <p:embed/>
                </p:oleObj>
              </mc:Choice>
              <mc:Fallback>
                <p:oleObj name="Equation" r:id="rId7" imgW="1066800" imgH="45720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83E0E23D-5F27-14AD-F82F-3128AF4A9E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3647" y="3218608"/>
                        <a:ext cx="2547549" cy="11049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CEF9071E-BDF2-9D41-71E8-B1D2E31588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896485"/>
              </p:ext>
            </p:extLst>
          </p:nvPr>
        </p:nvGraphicFramePr>
        <p:xfrm>
          <a:off x="7150384" y="4399609"/>
          <a:ext cx="2633695" cy="475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71600" imgH="254000" progId="Equation.DSMT4">
                  <p:embed/>
                </p:oleObj>
              </mc:Choice>
              <mc:Fallback>
                <p:oleObj name="Equation" r:id="rId9" imgW="1371600" imgH="25400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A27889D1-60F7-4E12-BA92-304D7E6D48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0384" y="4399609"/>
                        <a:ext cx="2633695" cy="4755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59F1C03E-8935-9756-7A15-89F24E7ECF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9448900"/>
              </p:ext>
            </p:extLst>
          </p:nvPr>
        </p:nvGraphicFramePr>
        <p:xfrm>
          <a:off x="541099" y="6159012"/>
          <a:ext cx="571522" cy="571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41195" imgH="241195" progId="Equation.DSMT4">
                  <p:embed/>
                </p:oleObj>
              </mc:Choice>
              <mc:Fallback>
                <p:oleObj name="Equation" r:id="rId11" imgW="241195" imgH="241195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42C9AFF2-56F2-9415-93EA-1325E91225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99" y="6159012"/>
                        <a:ext cx="571522" cy="5715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0CF0252A-4920-3B85-FDDE-52B4D4B380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4794835"/>
              </p:ext>
            </p:extLst>
          </p:nvPr>
        </p:nvGraphicFramePr>
        <p:xfrm>
          <a:off x="1430634" y="6179781"/>
          <a:ext cx="571522" cy="58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41195" imgH="253890" progId="Equation.DSMT4">
                  <p:embed/>
                </p:oleObj>
              </mc:Choice>
              <mc:Fallback>
                <p:oleObj name="Equation" r:id="rId13" imgW="241195" imgH="25389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03240235-7203-371B-031B-E06D489D0D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0634" y="6179781"/>
                        <a:ext cx="571522" cy="5865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974903FE-ABAA-AB5D-1EFE-F42CC3F959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1965600"/>
              </p:ext>
            </p:extLst>
          </p:nvPr>
        </p:nvGraphicFramePr>
        <p:xfrm>
          <a:off x="3665476" y="4923218"/>
          <a:ext cx="4677782" cy="1021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349500" imgH="508000" progId="Equation.DSMT4">
                  <p:embed/>
                </p:oleObj>
              </mc:Choice>
              <mc:Fallback>
                <p:oleObj name="Equation" r:id="rId15" imgW="2349500" imgH="50800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3B235EA4-B85F-4DEB-9E94-89C80732FC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5476" y="4923218"/>
                        <a:ext cx="4677782" cy="10212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Rectangle 29">
            <a:extLst>
              <a:ext uri="{FF2B5EF4-FFF2-40B4-BE49-F238E27FC236}">
                <a16:creationId xmlns:a16="http://schemas.microsoft.com/office/drawing/2014/main" id="{D65A2483-F227-2632-35DB-0FB0CD831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8846" y="6266192"/>
            <a:ext cx="74894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分别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400" i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中样本的第</a:t>
            </a:r>
            <a:r>
              <a:rPr lang="en-US" altLang="zh-CN" sz="2400" i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个特征值的均值和方差。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Rectangle 31">
            <a:extLst>
              <a:ext uri="{FF2B5EF4-FFF2-40B4-BE49-F238E27FC236}">
                <a16:creationId xmlns:a16="http://schemas.microsoft.com/office/drawing/2014/main" id="{099B91EE-FDA3-BD50-2969-D2DDDD8D6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952" y="2613009"/>
            <a:ext cx="114627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离散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特征，假设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400" i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中第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个特征取值为</a:t>
            </a:r>
            <a:r>
              <a:rPr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400" i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的样本集合，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条件概率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Rectangle 43">
            <a:extLst>
              <a:ext uri="{FF2B5EF4-FFF2-40B4-BE49-F238E27FC236}">
                <a16:creationId xmlns:a16="http://schemas.microsoft.com/office/drawing/2014/main" id="{EAEE043F-A948-3790-025E-BD6B10AAC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5423" y="6251073"/>
            <a:ext cx="17235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06E3900D-4592-8BAF-77E9-8D2F57C0ACD4}"/>
              </a:ext>
            </a:extLst>
          </p:cNvPr>
          <p:cNvSpPr txBox="1"/>
          <p:nvPr/>
        </p:nvSpPr>
        <p:spPr>
          <a:xfrm>
            <a:off x="311848" y="1123323"/>
            <a:ext cx="51333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kern="100" dirty="0">
                <a:solidFill>
                  <a:srgbClr val="C4591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在实际任务中怎么计算？</a:t>
            </a:r>
            <a:endParaRPr lang="zh-CN" altLang="en-US" sz="3200" b="1" dirty="0"/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2C69A6D5-2D4A-D0C2-43CE-D8D6EDF36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951" y="4396395"/>
            <a:ext cx="114627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特征，假设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服从高斯分布，即                             ，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条件概率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658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ADDED-B28C-BA01-335F-7FEE697EF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382A3A37-92EC-A30B-3CCA-EE51CA1E541E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FFFF00"/>
                </a:solidFill>
                <a:latin typeface="Times New Roman" panose="02020603050405020304" pitchFamily="18" charset="0"/>
                <a:ea typeface="华光综艺_CNKI" panose="02000500000000000000" pitchFamily="2" charset="-122"/>
                <a:cs typeface="Times New Roman" panose="02020603050405020304" pitchFamily="18" charset="0"/>
              </a:rPr>
              <a:t>朴素贝叶斯基本原理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华光综艺_CNKI" panose="02000500000000000000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5A8D6AC4-4E3D-C704-C681-1EE62B6BC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CAC7B7B-7FB5-CD90-AB28-77FCC710A7C2}"/>
              </a:ext>
            </a:extLst>
          </p:cNvPr>
          <p:cNvSpPr txBox="1"/>
          <p:nvPr/>
        </p:nvSpPr>
        <p:spPr>
          <a:xfrm>
            <a:off x="522083" y="2383680"/>
            <a:ext cx="10915355" cy="3247877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>
            <a:spAutoFit/>
          </a:bodyPr>
          <a:lstStyle>
            <a:defPPr>
              <a:defRPr lang="zh-CN"/>
            </a:defPPr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  <a:lvl6pPr>
              <a:defRPr>
                <a:solidFill>
                  <a:schemeClr val="accent1"/>
                </a:solidFill>
              </a:defRPr>
            </a:lvl6pPr>
            <a:lvl7pPr>
              <a:defRPr>
                <a:solidFill>
                  <a:schemeClr val="accent1"/>
                </a:solidFill>
              </a:defRPr>
            </a:lvl7pPr>
            <a:lvl8pPr>
              <a:defRPr>
                <a:solidFill>
                  <a:schemeClr val="accent1"/>
                </a:solidFill>
              </a:defRPr>
            </a:lvl8pPr>
            <a:lvl9pPr>
              <a:defRPr>
                <a:solidFill>
                  <a:schemeClr val="accent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步骤</a:t>
            </a:r>
            <a:r>
              <a:rPr lang="en-US" altLang="zh-CN" sz="2800" dirty="0">
                <a:solidFill>
                  <a:schemeClr val="tx1"/>
                </a:solidFill>
              </a:rPr>
              <a:t>1</a:t>
            </a:r>
            <a:r>
              <a:rPr lang="zh-CN" altLang="en-US" sz="2800" dirty="0">
                <a:solidFill>
                  <a:schemeClr val="tx1"/>
                </a:solidFill>
              </a:rPr>
              <a:t>：对所有类别        ，计算类别的</a:t>
            </a:r>
            <a:r>
              <a:rPr lang="zh-CN" altLang="en-US" sz="2800" b="1" dirty="0">
                <a:solidFill>
                  <a:srgbClr val="FF0000"/>
                </a:solidFill>
              </a:rPr>
              <a:t>先验</a:t>
            </a:r>
            <a:r>
              <a:rPr lang="zh-CN" altLang="en-US" sz="2800" dirty="0">
                <a:solidFill>
                  <a:schemeClr val="tx1"/>
                </a:solidFill>
              </a:rPr>
              <a:t>概率                     ；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步骤</a:t>
            </a:r>
            <a:r>
              <a:rPr lang="en-US" altLang="zh-CN" sz="2800" dirty="0">
                <a:solidFill>
                  <a:schemeClr val="tx1"/>
                </a:solidFill>
              </a:rPr>
              <a:t>2</a:t>
            </a:r>
            <a:r>
              <a:rPr lang="zh-CN" altLang="en-US" sz="2800" dirty="0">
                <a:solidFill>
                  <a:schemeClr val="tx1"/>
                </a:solidFill>
              </a:rPr>
              <a:t>：估计每个特征         的对应的</a:t>
            </a:r>
            <a:r>
              <a:rPr lang="zh-CN" altLang="en-US" sz="2800" b="1" dirty="0">
                <a:solidFill>
                  <a:srgbClr val="FF0000"/>
                </a:solidFill>
              </a:rPr>
              <a:t>条件</a:t>
            </a:r>
            <a:r>
              <a:rPr lang="zh-CN" altLang="en-US" sz="2800" dirty="0">
                <a:solidFill>
                  <a:schemeClr val="tx1"/>
                </a:solidFill>
              </a:rPr>
              <a:t>概率                              ；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步骤</a:t>
            </a:r>
            <a:r>
              <a:rPr lang="en-US" altLang="zh-CN" sz="2800" dirty="0">
                <a:solidFill>
                  <a:schemeClr val="tx1"/>
                </a:solidFill>
              </a:rPr>
              <a:t>3</a:t>
            </a:r>
            <a:r>
              <a:rPr lang="zh-CN" altLang="en-US" sz="2800" dirty="0">
                <a:solidFill>
                  <a:schemeClr val="tx1"/>
                </a:solidFill>
              </a:rPr>
              <a:t>：计算待分类样本属于各类别的</a:t>
            </a:r>
            <a:r>
              <a:rPr lang="zh-CN" altLang="en-US" sz="2800" b="1" dirty="0">
                <a:solidFill>
                  <a:srgbClr val="FF0000"/>
                </a:solidFill>
              </a:rPr>
              <a:t>后验</a:t>
            </a:r>
            <a:r>
              <a:rPr lang="zh-CN" altLang="en-US" sz="2800" dirty="0">
                <a:solidFill>
                  <a:schemeClr val="tx1"/>
                </a:solidFill>
              </a:rPr>
              <a:t>概率，将最大后验概率对应的类别                               ，作为预测结果。</a:t>
            </a:r>
            <a:endParaRPr lang="en-US" altLang="zh-CN" sz="2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5EA5E5-7826-BC66-D319-D00301D8909C}"/>
              </a:ext>
            </a:extLst>
          </p:cNvPr>
          <p:cNvSpPr txBox="1"/>
          <p:nvPr/>
        </p:nvSpPr>
        <p:spPr>
          <a:xfrm>
            <a:off x="600094" y="1524665"/>
            <a:ext cx="60938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sz="2800" dirty="0"/>
              <a:t>朴素贝叶斯算法的计算步骤如下：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2CA2970-0CDD-8A14-E723-48BF4C54FA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2767321"/>
              </p:ext>
            </p:extLst>
          </p:nvPr>
        </p:nvGraphicFramePr>
        <p:xfrm>
          <a:off x="3684492" y="2552726"/>
          <a:ext cx="816207" cy="439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0057" imgH="165028" progId="Equation.DSMT4">
                  <p:embed/>
                </p:oleObj>
              </mc:Choice>
              <mc:Fallback>
                <p:oleObj name="Equation" r:id="rId3" imgW="330057" imgH="165028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4492" y="2552726"/>
                        <a:ext cx="816207" cy="4394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3522157-CE1F-2647-112E-289FCC58F7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8254016"/>
              </p:ext>
            </p:extLst>
          </p:nvPr>
        </p:nvGraphicFramePr>
        <p:xfrm>
          <a:off x="8061270" y="2526600"/>
          <a:ext cx="2260268" cy="517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14400" imgH="203200" progId="Equation.DSMT4">
                  <p:embed/>
                </p:oleObj>
              </mc:Choice>
              <mc:Fallback>
                <p:oleObj name="Equation" r:id="rId5" imgW="914400" imgH="203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1270" y="2526600"/>
                        <a:ext cx="2260268" cy="5179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3B0451FC-155C-9B6B-734D-5E99A3072A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0791564"/>
              </p:ext>
            </p:extLst>
          </p:nvPr>
        </p:nvGraphicFramePr>
        <p:xfrm>
          <a:off x="4006265" y="3129714"/>
          <a:ext cx="988867" cy="517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93529" imgH="203112" progId="Equation.DSMT4">
                  <p:embed/>
                </p:oleObj>
              </mc:Choice>
              <mc:Fallback>
                <p:oleObj name="Equation" r:id="rId7" imgW="393529" imgH="203112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6265" y="3129714"/>
                        <a:ext cx="988867" cy="5179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A49746BA-A9CF-B36C-3689-F5834D0F9C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4634813"/>
              </p:ext>
            </p:extLst>
          </p:nvPr>
        </p:nvGraphicFramePr>
        <p:xfrm>
          <a:off x="7832090" y="3187498"/>
          <a:ext cx="3045082" cy="58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31366" imgH="228501" progId="Equation.DSMT4">
                  <p:embed/>
                </p:oleObj>
              </mc:Choice>
              <mc:Fallback>
                <p:oleObj name="Equation" r:id="rId9" imgW="1231366" imgH="228501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2090" y="3187498"/>
                        <a:ext cx="3045082" cy="5807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3B84EC62-F718-A47F-4A11-32A17D4551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2229924"/>
              </p:ext>
            </p:extLst>
          </p:nvPr>
        </p:nvGraphicFramePr>
        <p:xfrm>
          <a:off x="2059925" y="4205998"/>
          <a:ext cx="3249134" cy="9888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20227" imgH="393529" progId="Equation.DSMT4">
                  <p:embed/>
                </p:oleObj>
              </mc:Choice>
              <mc:Fallback>
                <p:oleObj name="Equation" r:id="rId11" imgW="1320227" imgH="393529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9925" y="4205998"/>
                        <a:ext cx="3249134" cy="9888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05277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6E9AD-7863-E017-B96E-D3CC7B9E2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1E63A914-CDA7-E0CF-4910-A48C225DC981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朴素贝叶斯计算练习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257CAFB6-BEA7-3FC0-BF1C-CD441103F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E60FEF9A-3769-E471-A3A8-9B5572E61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BD640A7-6FAD-1CC4-9D8E-AC707862B02C}"/>
              </a:ext>
            </a:extLst>
          </p:cNvPr>
          <p:cNvSpPr txBox="1"/>
          <p:nvPr/>
        </p:nvSpPr>
        <p:spPr>
          <a:xfrm>
            <a:off x="379303" y="1028437"/>
            <a:ext cx="10724025" cy="1207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Bef>
                <a:spcPts val="360"/>
              </a:spcBef>
            </a:pPr>
            <a:r>
              <a:rPr lang="en-US" altLang="zh-CN" sz="20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公司的人力资源库记录了一份员工离职数据，数据记录的信息包括：员工满意度（简写为满意度）、最近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年考核等级（考核）、最近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年是否升职（升职）、工作年限（工龄）、是否离职。判断某名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满意度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满意，考核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良，升职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否，工龄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=8”</a:t>
            </a:r>
            <a:r>
              <a:rPr lang="zh-CN" altLang="zh-CN" sz="20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的员工是否离职。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A41CE3A-8BF1-5686-B99D-F1F5A34E0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476" y="2268358"/>
            <a:ext cx="8877782" cy="434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234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FA2EF-5877-1D4C-AA66-7EFA46DF2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1A2DA09F-9E64-F0F7-10F9-09D55BC3B84B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朴素贝叶斯计算练习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ADBC5DF7-D1B6-B984-9368-AFC9B73C11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44150E12-7539-0E43-5CB3-34D4BF610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0855EED-5B16-2CFD-4233-6E5435A19B72}"/>
              </a:ext>
            </a:extLst>
          </p:cNvPr>
          <p:cNvSpPr txBox="1"/>
          <p:nvPr/>
        </p:nvSpPr>
        <p:spPr>
          <a:xfrm>
            <a:off x="323328" y="1358596"/>
            <a:ext cx="11570743" cy="189199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just">
              <a:lnSpc>
                <a:spcPct val="125000"/>
              </a:lnSpc>
              <a:spcBef>
                <a:spcPts val="360"/>
              </a:spcBef>
              <a:defRPr sz="2000" kern="10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zh-CN" sz="2400" dirty="0"/>
              <a:t>预测该员工是否离职的问题可转化为分别求该员工</a:t>
            </a:r>
            <a:r>
              <a:rPr lang="zh-CN" altLang="zh-CN" sz="2400" b="1" dirty="0"/>
              <a:t>离职的概率</a:t>
            </a:r>
            <a:r>
              <a:rPr lang="zh-CN" altLang="zh-CN" sz="2400" dirty="0"/>
              <a:t>，即</a:t>
            </a:r>
            <a:r>
              <a:rPr lang="en-US" altLang="zh-CN" sz="2400" dirty="0"/>
              <a:t>P(</a:t>
            </a:r>
            <a:r>
              <a:rPr lang="zh-CN" altLang="zh-CN" sz="2400" dirty="0"/>
              <a:t>离职</a:t>
            </a:r>
            <a:r>
              <a:rPr lang="en-US" altLang="zh-CN" sz="2400" dirty="0"/>
              <a:t>=</a:t>
            </a:r>
            <a:r>
              <a:rPr lang="zh-CN" altLang="zh-CN" sz="2400" dirty="0"/>
              <a:t>是</a:t>
            </a:r>
            <a:r>
              <a:rPr lang="en-US" altLang="zh-CN" sz="2400" dirty="0"/>
              <a:t>|</a:t>
            </a:r>
            <a:r>
              <a:rPr lang="zh-CN" altLang="zh-CN" sz="2400" dirty="0"/>
              <a:t>满意度</a:t>
            </a:r>
            <a:r>
              <a:rPr lang="en-US" altLang="zh-CN" sz="2400" dirty="0"/>
              <a:t>=</a:t>
            </a:r>
            <a:r>
              <a:rPr lang="zh-CN" altLang="zh-CN" sz="2400" dirty="0"/>
              <a:t>满意，考核</a:t>
            </a:r>
            <a:r>
              <a:rPr lang="en-US" altLang="zh-CN" sz="2400" dirty="0"/>
              <a:t>=</a:t>
            </a:r>
            <a:r>
              <a:rPr lang="zh-CN" altLang="zh-CN" sz="2400" dirty="0"/>
              <a:t>良，升职</a:t>
            </a:r>
            <a:r>
              <a:rPr lang="en-US" altLang="zh-CN" sz="2400" dirty="0"/>
              <a:t>=</a:t>
            </a:r>
            <a:r>
              <a:rPr lang="zh-CN" altLang="zh-CN" sz="2400" dirty="0"/>
              <a:t>否，工龄</a:t>
            </a:r>
            <a:r>
              <a:rPr lang="en-US" altLang="zh-CN" sz="2400" dirty="0"/>
              <a:t>=8)</a:t>
            </a:r>
            <a:r>
              <a:rPr lang="zh-CN" altLang="zh-CN" sz="2400" dirty="0"/>
              <a:t>，和该员工</a:t>
            </a:r>
            <a:r>
              <a:rPr lang="zh-CN" altLang="zh-CN" sz="2400" b="1" dirty="0"/>
              <a:t>没有离职的概率</a:t>
            </a:r>
            <a:r>
              <a:rPr lang="zh-CN" altLang="zh-CN" sz="2400" dirty="0"/>
              <a:t>，即</a:t>
            </a:r>
            <a:r>
              <a:rPr lang="en-US" altLang="zh-CN" sz="2400" dirty="0"/>
              <a:t>P(</a:t>
            </a:r>
            <a:r>
              <a:rPr lang="zh-CN" altLang="zh-CN" sz="2400" dirty="0"/>
              <a:t>离职</a:t>
            </a:r>
            <a:r>
              <a:rPr lang="en-US" altLang="zh-CN" sz="2400" dirty="0"/>
              <a:t>=</a:t>
            </a:r>
            <a:r>
              <a:rPr lang="zh-CN" altLang="zh-CN" sz="2400" dirty="0"/>
              <a:t>否</a:t>
            </a:r>
            <a:r>
              <a:rPr lang="en-US" altLang="zh-CN" sz="2400" dirty="0"/>
              <a:t>|</a:t>
            </a:r>
            <a:r>
              <a:rPr lang="zh-CN" altLang="zh-CN" sz="2400" dirty="0"/>
              <a:t>满意度</a:t>
            </a:r>
            <a:r>
              <a:rPr lang="en-US" altLang="zh-CN" sz="2400" dirty="0"/>
              <a:t>=</a:t>
            </a:r>
            <a:r>
              <a:rPr lang="zh-CN" altLang="zh-CN" sz="2400" dirty="0"/>
              <a:t>满意，考核</a:t>
            </a:r>
            <a:r>
              <a:rPr lang="en-US" altLang="zh-CN" sz="2400" dirty="0"/>
              <a:t>=</a:t>
            </a:r>
            <a:r>
              <a:rPr lang="zh-CN" altLang="zh-CN" sz="2400" dirty="0"/>
              <a:t>良，升职</a:t>
            </a:r>
            <a:r>
              <a:rPr lang="en-US" altLang="zh-CN" sz="2400" dirty="0"/>
              <a:t>=</a:t>
            </a:r>
            <a:r>
              <a:rPr lang="zh-CN" altLang="zh-CN" sz="2400" dirty="0"/>
              <a:t>否，工龄</a:t>
            </a:r>
            <a:r>
              <a:rPr lang="en-US" altLang="zh-CN" sz="2400" dirty="0"/>
              <a:t>=8)</a:t>
            </a:r>
            <a:r>
              <a:rPr lang="zh-CN" altLang="zh-CN" sz="2400" dirty="0"/>
              <a:t>，通过</a:t>
            </a:r>
            <a:r>
              <a:rPr lang="zh-CN" altLang="zh-CN" sz="2400" b="1" dirty="0"/>
              <a:t>比较二者</a:t>
            </a:r>
            <a:r>
              <a:rPr lang="zh-CN" altLang="zh-CN" sz="2400" dirty="0"/>
              <a:t>的大小，便可预测出该员工是否离职。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27F32BE-474E-6002-C0A7-F33C3E5E44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1267314"/>
              </p:ext>
            </p:extLst>
          </p:nvPr>
        </p:nvGraphicFramePr>
        <p:xfrm>
          <a:off x="3323939" y="5186049"/>
          <a:ext cx="4271352" cy="10354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59866" imgH="355446" progId="Equation.DSMT4">
                  <p:embed/>
                </p:oleObj>
              </mc:Choice>
              <mc:Fallback>
                <p:oleObj name="Equation" r:id="rId3" imgW="1459866" imgH="355446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3939" y="5186049"/>
                        <a:ext cx="4271352" cy="103547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9F099F4A-ABB9-866E-CD54-3AE2544692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390377"/>
              </p:ext>
            </p:extLst>
          </p:nvPr>
        </p:nvGraphicFramePr>
        <p:xfrm>
          <a:off x="3323939" y="3796241"/>
          <a:ext cx="4215881" cy="10354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47172" imgH="355446" progId="Equation.DSMT4">
                  <p:embed/>
                </p:oleObj>
              </mc:Choice>
              <mc:Fallback>
                <p:oleObj name="Equation" r:id="rId5" imgW="1447172" imgH="355446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3939" y="3796241"/>
                        <a:ext cx="4215881" cy="103547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B69831F0-A2CF-7825-10AF-482B337F2C14}"/>
              </a:ext>
            </a:extLst>
          </p:cNvPr>
          <p:cNvSpPr txBox="1"/>
          <p:nvPr/>
        </p:nvSpPr>
        <p:spPr>
          <a:xfrm>
            <a:off x="323328" y="3745453"/>
            <a:ext cx="60938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计算先验概率</a:t>
            </a:r>
            <a:r>
              <a:rPr lang="en-US" altLang="zh-CN" sz="2400" i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P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(</a:t>
            </a:r>
            <a:r>
              <a:rPr lang="en-US" altLang="zh-CN" sz="2400" i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c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)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80150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E43A8-50A8-7285-21F2-38D043452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8E9341A4-A11D-62EA-69DD-9F19C4701221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朴素贝叶斯计算练习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FBB3A09-7C81-178C-FAC3-AFC0D9FD4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753" y="1432298"/>
            <a:ext cx="34743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每个特征的条件概率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473A352-07F8-3ED5-A95E-4B3AF53480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4852196"/>
              </p:ext>
            </p:extLst>
          </p:nvPr>
        </p:nvGraphicFramePr>
        <p:xfrm>
          <a:off x="3452521" y="1393736"/>
          <a:ext cx="1165199" cy="519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69696" imgH="203112" progId="Equation.DSMT4">
                  <p:embed/>
                </p:oleObj>
              </mc:Choice>
              <mc:Fallback>
                <p:oleObj name="Equation" r:id="rId3" imgW="469696" imgH="203112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2521" y="1393736"/>
                        <a:ext cx="1165199" cy="5196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57613D7-24A8-53F4-A2F9-EE1DEED697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7435404"/>
              </p:ext>
            </p:extLst>
          </p:nvPr>
        </p:nvGraphicFramePr>
        <p:xfrm>
          <a:off x="995422" y="2072130"/>
          <a:ext cx="5225997" cy="853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83452" imgH="355446" progId="Equation.DSMT4">
                  <p:embed/>
                </p:oleObj>
              </mc:Choice>
              <mc:Fallback>
                <p:oleObj name="Equation" r:id="rId5" imgW="2183452" imgH="355446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422" y="2072130"/>
                        <a:ext cx="5225997" cy="8532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6ADF9AEA-6CF7-DEFA-139C-55506CDA7A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816668"/>
              </p:ext>
            </p:extLst>
          </p:nvPr>
        </p:nvGraphicFramePr>
        <p:xfrm>
          <a:off x="6476664" y="2109613"/>
          <a:ext cx="5317414" cy="853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22500" imgH="355600" progId="Equation.DSMT4">
                  <p:embed/>
                </p:oleObj>
              </mc:Choice>
              <mc:Fallback>
                <p:oleObj name="Equation" r:id="rId7" imgW="2222500" imgH="355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6664" y="2109613"/>
                        <a:ext cx="5317414" cy="8532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EC86C62-2ACB-AB15-B8AF-C8FFA5C195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6972777"/>
              </p:ext>
            </p:extLst>
          </p:nvPr>
        </p:nvGraphicFramePr>
        <p:xfrm>
          <a:off x="995422" y="2846500"/>
          <a:ext cx="4570844" cy="853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16868" imgH="355446" progId="Equation.DSMT4">
                  <p:embed/>
                </p:oleObj>
              </mc:Choice>
              <mc:Fallback>
                <p:oleObj name="Equation" r:id="rId9" imgW="1916868" imgH="355446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422" y="2846500"/>
                        <a:ext cx="4570844" cy="8532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E713B53-44B7-E63D-1B06-BA633B9463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3203625"/>
              </p:ext>
            </p:extLst>
          </p:nvPr>
        </p:nvGraphicFramePr>
        <p:xfrm>
          <a:off x="6476664" y="2864777"/>
          <a:ext cx="4723204" cy="853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954951" imgH="355446" progId="Equation.DSMT4">
                  <p:embed/>
                </p:oleObj>
              </mc:Choice>
              <mc:Fallback>
                <p:oleObj name="Equation" r:id="rId11" imgW="1954951" imgH="355446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6664" y="2864777"/>
                        <a:ext cx="4723204" cy="8532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83B67F60-7B74-FBA0-F043-7E24026B36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4672204"/>
              </p:ext>
            </p:extLst>
          </p:nvPr>
        </p:nvGraphicFramePr>
        <p:xfrm>
          <a:off x="995421" y="3658812"/>
          <a:ext cx="4540371" cy="853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904174" imgH="355446" progId="Equation.DSMT4">
                  <p:embed/>
                </p:oleObj>
              </mc:Choice>
              <mc:Fallback>
                <p:oleObj name="Equation" r:id="rId13" imgW="1904174" imgH="355446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421" y="3658812"/>
                        <a:ext cx="4540371" cy="8532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C8264D69-53FA-5401-070E-D67395F8B2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7940708"/>
              </p:ext>
            </p:extLst>
          </p:nvPr>
        </p:nvGraphicFramePr>
        <p:xfrm>
          <a:off x="6502080" y="3672131"/>
          <a:ext cx="4692733" cy="853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943100" imgH="355600" progId="Equation.DSMT4">
                  <p:embed/>
                </p:oleObj>
              </mc:Choice>
              <mc:Fallback>
                <p:oleObj name="Equation" r:id="rId15" imgW="1943100" imgH="355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2080" y="3672131"/>
                        <a:ext cx="4692733" cy="8532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FFD66CAB-77D5-21EE-527B-E8A61B6BA5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3071118"/>
              </p:ext>
            </p:extLst>
          </p:nvPr>
        </p:nvGraphicFramePr>
        <p:xfrm>
          <a:off x="995422" y="4563548"/>
          <a:ext cx="8471292" cy="1005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530600" imgH="419100" progId="Equation.DSMT4">
                  <p:embed/>
                </p:oleObj>
              </mc:Choice>
              <mc:Fallback>
                <p:oleObj name="Equation" r:id="rId17" imgW="3530600" imgH="419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422" y="4563548"/>
                        <a:ext cx="8471292" cy="10055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22F1A902-AD47-412A-586B-BAC51CE1D1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792280"/>
              </p:ext>
            </p:extLst>
          </p:nvPr>
        </p:nvGraphicFramePr>
        <p:xfrm>
          <a:off x="995422" y="5603560"/>
          <a:ext cx="8471292" cy="1005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530600" imgH="419100" progId="Equation.DSMT4">
                  <p:embed/>
                </p:oleObj>
              </mc:Choice>
              <mc:Fallback>
                <p:oleObj name="Equation" r:id="rId19" imgW="3530600" imgH="419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422" y="5603560"/>
                        <a:ext cx="8471292" cy="10055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15874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35274-40F3-C617-473C-E2D0EAC05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47DA7276-5827-9820-A1B9-5EEFA69E480B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朴素贝叶斯计算练习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AED0077-6AFE-5F88-FEC1-A3913F58CD2D}"/>
              </a:ext>
            </a:extLst>
          </p:cNvPr>
          <p:cNvSpPr txBox="1"/>
          <p:nvPr/>
        </p:nvSpPr>
        <p:spPr>
          <a:xfrm>
            <a:off x="328680" y="1145787"/>
            <a:ext cx="60938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kern="10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zh-CN" sz="2400" dirty="0"/>
              <a:t>比较待分类样本属于每个类别的后验概率</a:t>
            </a:r>
            <a:endParaRPr lang="zh-CN" altLang="en-US" sz="2400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B004ECE-00C3-B75A-F01F-66C1EAD2F9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8781618"/>
              </p:ext>
            </p:extLst>
          </p:nvPr>
        </p:nvGraphicFramePr>
        <p:xfrm>
          <a:off x="1724237" y="1944140"/>
          <a:ext cx="8560260" cy="1350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784600" imgH="609600" progId="Equation.DSMT4">
                  <p:embed/>
                </p:oleObj>
              </mc:Choice>
              <mc:Fallback>
                <p:oleObj name="Equation" r:id="rId3" imgW="3784600" imgH="609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4237" y="1944140"/>
                        <a:ext cx="8560260" cy="13501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3B14CF2F-3794-1108-0B1F-1743A1E216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7940840"/>
              </p:ext>
            </p:extLst>
          </p:nvPr>
        </p:nvGraphicFramePr>
        <p:xfrm>
          <a:off x="1724237" y="3574700"/>
          <a:ext cx="8459720" cy="1350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746500" imgH="609600" progId="Equation.DSMT4">
                  <p:embed/>
                </p:oleObj>
              </mc:Choice>
              <mc:Fallback>
                <p:oleObj name="Equation" r:id="rId5" imgW="3746500" imgH="609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4237" y="3574700"/>
                        <a:ext cx="8459720" cy="13501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0BC702A-5316-E0B6-22A2-4C3B95061E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4015323"/>
              </p:ext>
            </p:extLst>
          </p:nvPr>
        </p:nvGraphicFramePr>
        <p:xfrm>
          <a:off x="1107330" y="5480246"/>
          <a:ext cx="3031057" cy="4308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95400" imgH="190500" progId="Equation.DSMT4">
                  <p:embed/>
                </p:oleObj>
              </mc:Choice>
              <mc:Fallback>
                <p:oleObj name="Equation" r:id="rId7" imgW="1295400" imgH="1905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7330" y="5480246"/>
                        <a:ext cx="3031057" cy="4308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4">
            <a:extLst>
              <a:ext uri="{FF2B5EF4-FFF2-40B4-BE49-F238E27FC236}">
                <a16:creationId xmlns:a16="http://schemas.microsoft.com/office/drawing/2014/main" id="{5C15CF71-D7E8-04E2-8D50-83008BCE0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4425" y="26998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CCD01630-5AF7-D99F-3519-FF0E39B41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703" y="5480245"/>
            <a:ext cx="9213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由于</a:t>
            </a: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40E1E11A-BBAF-9026-8E68-440EB413C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8386" y="5479713"/>
            <a:ext cx="460049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，因此预测该员工不会离职。 </a:t>
            </a:r>
          </a:p>
        </p:txBody>
      </p:sp>
    </p:spTree>
    <p:extLst>
      <p:ext uri="{BB962C8B-B14F-4D97-AF65-F5344CB8AC3E}">
        <p14:creationId xmlns:p14="http://schemas.microsoft.com/office/powerpoint/2010/main" val="4144156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1FE73-F817-84BF-CFC3-8391E0B3E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512B5757-18E9-F738-5588-D1893EABC2AC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零频现象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224EA0DA-2EE4-592C-2DAC-456422EB4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4828468-15ED-83F7-D353-CE7A8B471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271" y="1488417"/>
            <a:ext cx="10591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在朴素贝叶斯分类中，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当某个特征值在训练集中没有与某个类同时出现过时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，分类器会出现“零频现象”，导致条件概率为零。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例如，在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员工离职情况数据中，不存在“考核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差，离职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否”的样本，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因此有</a:t>
            </a: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55C3F18-8D5E-87B3-554B-118C9A681A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7649208"/>
              </p:ext>
            </p:extLst>
          </p:nvPr>
        </p:nvGraphicFramePr>
        <p:xfrm>
          <a:off x="3655060" y="3281856"/>
          <a:ext cx="4392796" cy="870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93900" imgH="393700" progId="Equation.DSMT4">
                  <p:embed/>
                </p:oleObj>
              </mc:Choice>
              <mc:Fallback>
                <p:oleObj name="Equation" r:id="rId3" imgW="1993900" imgH="3937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5060" y="3281856"/>
                        <a:ext cx="4392796" cy="8702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3">
            <a:extLst>
              <a:ext uri="{FF2B5EF4-FFF2-40B4-BE49-F238E27FC236}">
                <a16:creationId xmlns:a16="http://schemas.microsoft.com/office/drawing/2014/main" id="{1582E6B1-8026-AB9B-1C5D-FD048A71E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271" y="4445528"/>
            <a:ext cx="1084688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如果对一个“考核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差”的员工进行预测，该员工“离职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否”的概率一定为零，意味着该员工无论其它方面的情况如何，预测结果都为“离职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是”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这显然是不合理的！</a:t>
            </a:r>
          </a:p>
        </p:txBody>
      </p:sp>
    </p:spTree>
    <p:extLst>
      <p:ext uri="{BB962C8B-B14F-4D97-AF65-F5344CB8AC3E}">
        <p14:creationId xmlns:p14="http://schemas.microsoft.com/office/powerpoint/2010/main" val="4091863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24971-01F6-7700-6703-6C74D8B3C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96E6FF31-3ACB-B69F-C70E-41730D5057F1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零频现象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5EF4A140-2946-4BE1-4682-162F8638C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AF1437A-7552-E323-96AB-F94359272D06}"/>
              </a:ext>
            </a:extLst>
          </p:cNvPr>
          <p:cNvSpPr txBox="1"/>
          <p:nvPr/>
        </p:nvSpPr>
        <p:spPr>
          <a:xfrm>
            <a:off x="456112" y="1326083"/>
            <a:ext cx="102880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/>
              <a:t>为了解决这个问题，通常会使用</a:t>
            </a:r>
            <a:r>
              <a:rPr lang="zh-CN" altLang="zh-CN" b="1" dirty="0">
                <a:solidFill>
                  <a:srgbClr val="FF0000"/>
                </a:solidFill>
              </a:rPr>
              <a:t>拉普拉斯修正</a:t>
            </a:r>
            <a:r>
              <a:rPr lang="zh-CN" altLang="zh-CN" dirty="0"/>
              <a:t>。拉普拉斯修正是一种改进朴素贝叶斯分类器的方法，通过给所有未出现的特征值赋予一个小的非零权重来解决“零频现象”的问题。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假设</a:t>
            </a:r>
            <a:r>
              <a:rPr lang="en-US" altLang="zh-CN" dirty="0"/>
              <a:t>N</a:t>
            </a:r>
            <a:r>
              <a:rPr lang="zh-CN" altLang="zh-CN" dirty="0"/>
              <a:t>是训练集</a:t>
            </a:r>
            <a:r>
              <a:rPr lang="en-US" altLang="zh-CN" dirty="0"/>
              <a:t>D</a:t>
            </a:r>
            <a:r>
              <a:rPr lang="zh-CN" altLang="zh-CN" dirty="0"/>
              <a:t>中样本的类别数，</a:t>
            </a:r>
            <a:r>
              <a:rPr lang="en-US" altLang="zh-CN" dirty="0"/>
              <a:t>Ni</a:t>
            </a:r>
            <a:r>
              <a:rPr lang="zh-CN" altLang="zh-CN" dirty="0"/>
              <a:t>表示第</a:t>
            </a:r>
            <a:r>
              <a:rPr lang="en-US" altLang="zh-CN" dirty="0" err="1"/>
              <a:t>i</a:t>
            </a:r>
            <a:r>
              <a:rPr lang="zh-CN" altLang="zh-CN" dirty="0"/>
              <a:t>个特征可能的取值数</a:t>
            </a:r>
            <a:r>
              <a:rPr lang="zh-CN" altLang="en-US" dirty="0"/>
              <a:t>，则可进行下面的修正</a:t>
            </a:r>
            <a:endParaRPr lang="zh-CN" altLang="zh-CN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B7F04D1-FA06-D0B3-3701-A5F573AA7F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6401262"/>
              </p:ext>
            </p:extLst>
          </p:nvPr>
        </p:nvGraphicFramePr>
        <p:xfrm>
          <a:off x="6519350" y="3712410"/>
          <a:ext cx="2323219" cy="98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65200" imgH="419100" progId="Equation.DSMT4">
                  <p:embed/>
                </p:oleObj>
              </mc:Choice>
              <mc:Fallback>
                <p:oleObj name="Equation" r:id="rId3" imgW="965200" imgH="4191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9350" y="3712410"/>
                        <a:ext cx="2323219" cy="9851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F7586C4-EF50-A3D3-5773-C4F49AC782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7409811"/>
              </p:ext>
            </p:extLst>
          </p:nvPr>
        </p:nvGraphicFramePr>
        <p:xfrm>
          <a:off x="6519350" y="5093422"/>
          <a:ext cx="2926080" cy="1088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44600" imgH="457200" progId="Equation.DSMT4">
                  <p:embed/>
                </p:oleObj>
              </mc:Choice>
              <mc:Fallback>
                <p:oleObj name="Equation" r:id="rId5" imgW="1244600" imgH="4572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9350" y="5093422"/>
                        <a:ext cx="2926080" cy="10880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07691378-E31F-74AD-FDAF-7EE8595F2B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689897"/>
              </p:ext>
            </p:extLst>
          </p:nvPr>
        </p:nvGraphicFramePr>
        <p:xfrm>
          <a:off x="2450063" y="5093422"/>
          <a:ext cx="254635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46830" imgH="1104880" progId="Equation.DSMT4">
                  <p:embed/>
                </p:oleObj>
              </mc:Choice>
              <mc:Fallback>
                <p:oleObj name="Equation" r:id="rId7" imgW="2546830" imgH="110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50063" y="5093422"/>
                        <a:ext cx="2546350" cy="1104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080525F7-BF89-F693-2216-DD472AA542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2167918"/>
              </p:ext>
            </p:extLst>
          </p:nvPr>
        </p:nvGraphicFramePr>
        <p:xfrm>
          <a:off x="2450063" y="3766819"/>
          <a:ext cx="1788963" cy="96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74364" imgH="418918" progId="Equation.DSMT4">
                  <p:embed/>
                </p:oleObj>
              </mc:Choice>
              <mc:Fallback>
                <p:oleObj name="Equation" r:id="rId9" imgW="774364" imgH="418918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4CF072B2-FDC5-F8ED-01A5-A823276CA1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0063" y="3766819"/>
                        <a:ext cx="1788963" cy="967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950781AD-48C6-0A40-829D-6CA4CF79CAEC}"/>
              </a:ext>
            </a:extLst>
          </p:cNvPr>
          <p:cNvCxnSpPr>
            <a:cxnSpLocks/>
          </p:cNvCxnSpPr>
          <p:nvPr/>
        </p:nvCxnSpPr>
        <p:spPr>
          <a:xfrm>
            <a:off x="4770120" y="4221480"/>
            <a:ext cx="132588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700DBC10-BE32-AF99-224C-BEDC30E15165}"/>
              </a:ext>
            </a:extLst>
          </p:cNvPr>
          <p:cNvCxnSpPr>
            <a:cxnSpLocks/>
          </p:cNvCxnSpPr>
          <p:nvPr/>
        </p:nvCxnSpPr>
        <p:spPr>
          <a:xfrm>
            <a:off x="5242560" y="5593080"/>
            <a:ext cx="86868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53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678D1-91C0-A8EF-1199-0561B2569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CCE4F925-5FAE-F44D-6619-107CABE10DAB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实践案例：基于朴素贝叶斯预测恒星类型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E09F23BB-22D5-8829-1E59-8105DC42B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F9791AE4-795B-9330-AA0C-305D47E6F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960" y="845439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41600" algn="ctr"/>
                <a:tab pos="5270500" algn="r"/>
              </a:tabLst>
            </a:pP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2AA0CF3-3C9D-0D39-2D82-58336DE15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995" y="1268074"/>
            <a:ext cx="1124559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Kaggle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的星型分类数据集，该数据集包含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240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个样本，具体字段包括：温度、相对光度、相对半径、绝对幅度、颜色、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SMASS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规格、类型。该数据集包含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中不同类型的恒星，分别是红矮星（在数据集中用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表示），褐矮星（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），白矮星（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），主序星（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），超巨星（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），特超巨星（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58E0463-AC4C-C031-A245-9436C0EBE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99593"/>
            <a:ext cx="12192000" cy="309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060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F61FA-42B3-E869-1E97-FAB0A7EEC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56092EB0-B346-8621-E5E3-EBD136D59711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实践案例：基于朴素贝叶斯预测恒星类型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2BDC30BD-8446-0571-8782-E7A49850F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C94B264-BB5F-C2B5-E2A4-D4D95EE8453F}"/>
              </a:ext>
            </a:extLst>
          </p:cNvPr>
          <p:cNvSpPr txBox="1"/>
          <p:nvPr/>
        </p:nvSpPr>
        <p:spPr>
          <a:xfrm>
            <a:off x="459060" y="1612565"/>
            <a:ext cx="244089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数据预处理。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颜色存在异名同意，统一处理；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颜色、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SMASS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规格哑编码。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802A739-278B-4363-1CB4-11A1B686E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8312" y="1215086"/>
            <a:ext cx="8491328" cy="5246674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D7982CB-8770-F460-FE9F-8CAD4C33EFE9}"/>
              </a:ext>
            </a:extLst>
          </p:cNvPr>
          <p:cNvCxnSpPr>
            <a:cxnSpLocks/>
          </p:cNvCxnSpPr>
          <p:nvPr/>
        </p:nvCxnSpPr>
        <p:spPr>
          <a:xfrm flipH="1" flipV="1">
            <a:off x="2730137" y="2844215"/>
            <a:ext cx="4114800" cy="11665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55D6C954-1594-993D-693A-A113285B1FD1}"/>
              </a:ext>
            </a:extLst>
          </p:cNvPr>
          <p:cNvCxnSpPr>
            <a:cxnSpLocks/>
          </p:cNvCxnSpPr>
          <p:nvPr/>
        </p:nvCxnSpPr>
        <p:spPr>
          <a:xfrm flipH="1" flipV="1">
            <a:off x="2399211" y="4010797"/>
            <a:ext cx="4445726" cy="10642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1669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04634-6A8A-562C-2E2E-A64A2889E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0B8BC437-61DE-5EDC-64F8-E4A287519D23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实践案例：基于朴素贝叶斯预测恒星类型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69B82588-36FB-A8A2-1341-2EE2732C4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BD5E1B6A-00AB-99B5-FB0E-68B731DB3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960" y="845439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41600" algn="ctr"/>
                <a:tab pos="5270500" algn="r"/>
              </a:tabLst>
            </a:pP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84061E4-0D47-3A40-0D23-544142A5ADD2}"/>
              </a:ext>
            </a:extLst>
          </p:cNvPr>
          <p:cNvSpPr txBox="1"/>
          <p:nvPr/>
        </p:nvSpPr>
        <p:spPr>
          <a:xfrm>
            <a:off x="326572" y="1747825"/>
            <a:ext cx="319355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b="1" dirty="0">
                <a:solidFill>
                  <a:srgbClr val="FF0000"/>
                </a:solidFill>
              </a:rPr>
              <a:t>模型构建。</a:t>
            </a:r>
            <a:endParaRPr lang="en-US" altLang="zh-CN" b="1" dirty="0">
              <a:solidFill>
                <a:srgbClr val="FF0000"/>
              </a:solidFill>
            </a:endParaRPr>
          </a:p>
          <a:p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zh-CN" dirty="0"/>
              <a:t>由于本例中大多数特征为数值型数据，因此使用</a:t>
            </a:r>
            <a:r>
              <a:rPr lang="en-US" altLang="zh-CN" dirty="0"/>
              <a:t>scikit-learn</a:t>
            </a:r>
            <a:r>
              <a:rPr lang="zh-CN" altLang="zh-CN" dirty="0"/>
              <a:t>中的</a:t>
            </a:r>
            <a:r>
              <a:rPr lang="en-US" altLang="zh-CN" dirty="0" err="1"/>
              <a:t>naive_bayes</a:t>
            </a:r>
            <a:r>
              <a:rPr lang="zh-CN" altLang="zh-CN" dirty="0"/>
              <a:t>模块提供的高斯朴素贝叶斯分类器（</a:t>
            </a:r>
            <a:r>
              <a:rPr lang="en-US" altLang="zh-CN" dirty="0" err="1"/>
              <a:t>GaussianNB</a:t>
            </a:r>
            <a:r>
              <a:rPr lang="zh-CN" altLang="zh-CN" dirty="0"/>
              <a:t>）。</a:t>
            </a:r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4DC98AF-5489-DCDA-ECC1-47F57DE58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635" y="1704782"/>
            <a:ext cx="8407127" cy="425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105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37A77-9DF2-97B5-460D-934A6FE16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534ED31E-9FD7-5E2B-7DF8-7C45B3EC5CFA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实践案例：基于朴素贝叶斯预测恒星类型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34AC6A6-1394-C894-EAD6-8A927F738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图形 1">
            <a:extLst>
              <a:ext uri="{FF2B5EF4-FFF2-40B4-BE49-F238E27FC236}">
                <a16:creationId xmlns:a16="http://schemas.microsoft.com/office/drawing/2014/main" id="{57E8E70C-6CAF-9CFB-7736-B09D1A35C3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6155" y="2102259"/>
            <a:ext cx="6979228" cy="348961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B29BE86-7BDA-827D-FC6A-29568F7B16D0}"/>
              </a:ext>
            </a:extLst>
          </p:cNvPr>
          <p:cNvSpPr txBox="1"/>
          <p:nvPr/>
        </p:nvSpPr>
        <p:spPr>
          <a:xfrm>
            <a:off x="418012" y="1443025"/>
            <a:ext cx="31935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b="1" dirty="0">
                <a:solidFill>
                  <a:srgbClr val="FF0000"/>
                </a:solidFill>
              </a:rPr>
              <a:t>输出结果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pic>
        <p:nvPicPr>
          <p:cNvPr id="6" name="图形 2">
            <a:extLst>
              <a:ext uri="{FF2B5EF4-FFF2-40B4-BE49-F238E27FC236}">
                <a16:creationId xmlns:a16="http://schemas.microsoft.com/office/drawing/2014/main" id="{161D8EE7-91C6-2E6E-CA0C-D3E4FD4274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62785" y="2102259"/>
            <a:ext cx="4187537" cy="348961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0F0E669-7CFD-E4D2-CFD8-7E8D1F3B1D40}"/>
              </a:ext>
            </a:extLst>
          </p:cNvPr>
          <p:cNvSpPr txBox="1"/>
          <p:nvPr/>
        </p:nvSpPr>
        <p:spPr>
          <a:xfrm>
            <a:off x="7812857" y="1673857"/>
            <a:ext cx="37071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C4591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预测准确率：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rgbClr val="C4591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C45911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0.933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777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1035ED6-ED79-6653-E473-3F5FCA3CC077}"/>
              </a:ext>
            </a:extLst>
          </p:cNvPr>
          <p:cNvSpPr txBox="1">
            <a:spLocks/>
          </p:cNvSpPr>
          <p:nvPr/>
        </p:nvSpPr>
        <p:spPr>
          <a:xfrm>
            <a:off x="2974694" y="2267379"/>
            <a:ext cx="7326776" cy="1352550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dist"/>
            <a:r>
              <a:rPr lang="zh-CN" altLang="en-US" b="0" dirty="0">
                <a:solidFill>
                  <a:schemeClr val="bg1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恳请批评指正！</a:t>
            </a:r>
            <a:endParaRPr lang="en-US" b="0" dirty="0">
              <a:solidFill>
                <a:schemeClr val="bg1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353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57fef28-e1f3-418f-8f7b-57f60670b37e"/>
  <p:tag name="COMMONDATA" val="eyJoZGlkIjoiNGZlODdkOGY2N2FkZjEzZjVmYjI5NGY1MTQ2NGRhNj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0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7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1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1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_默认设计模板">
  <a:themeElements>
    <a:clrScheme name="自定义 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7A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muant0k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默认设计模板">
  <a:themeElements>
    <a:clrScheme name="自定义 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7A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9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8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9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6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3E28D3-CC25-4935-9535-3CA44F295BD0}">
  <we:reference id="wa200005669" version="2.0.0.0" store="en-US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5105</TotalTime>
  <Words>1152</Words>
  <Application>Microsoft Office PowerPoint</Application>
  <PresentationFormat>宽屏</PresentationFormat>
  <Paragraphs>111</Paragraphs>
  <Slides>20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44" baseType="lpstr">
      <vt:lpstr>等线</vt:lpstr>
      <vt:lpstr>华光综艺_CNKI</vt:lpstr>
      <vt:lpstr>思源黑体</vt:lpstr>
      <vt:lpstr>思源黑体 CN Bold</vt:lpstr>
      <vt:lpstr>微软雅黑</vt:lpstr>
      <vt:lpstr>Arial</vt:lpstr>
      <vt:lpstr>Calibri</vt:lpstr>
      <vt:lpstr>Courier New</vt:lpstr>
      <vt:lpstr>Times New Roman</vt:lpstr>
      <vt:lpstr>Wingdings</vt:lpstr>
      <vt:lpstr>Office 主题​​</vt:lpstr>
      <vt:lpstr>10_自定义设计方案</vt:lpstr>
      <vt:lpstr>17_自定义设计方案</vt:lpstr>
      <vt:lpstr>21_自定义设计方案</vt:lpstr>
      <vt:lpstr>11_自定义设计方案</vt:lpstr>
      <vt:lpstr>2_默认设计模板</vt:lpstr>
      <vt:lpstr>1_默认设计模板</vt:lpstr>
      <vt:lpstr>7_自定义设计方案</vt:lpstr>
      <vt:lpstr>18_自定义设计方案</vt:lpstr>
      <vt:lpstr>12_自定义设计方案</vt:lpstr>
      <vt:lpstr>19_自定义设计方案</vt:lpstr>
      <vt:lpstr>16_自定义设计方案</vt:lpstr>
      <vt:lpstr>Equation</vt:lpstr>
      <vt:lpstr>Photo Editor 照片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 大数据分析-模版-吕欣.pptx</dc:title>
  <dc:creator>吕欣</dc:creator>
  <cp:lastModifiedBy>Mengning Wang</cp:lastModifiedBy>
  <cp:revision>2897</cp:revision>
  <dcterms:created xsi:type="dcterms:W3CDTF">2022-05-23T09:13:00Z</dcterms:created>
  <dcterms:modified xsi:type="dcterms:W3CDTF">2025-04-15T12:50:23Z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03DF3E81453D43789918EC1D3CAC176D_12</vt:lpwstr>
  </property>
  <property fmtid="{D5CDD505-2E9C-101B-9397-08002B2CF9AE}" pid="3" name="KSOProductBuildVer">
    <vt:lpwstr>2052-11.1.0.14309</vt:lpwstr>
  </property>
</Properties>
</file>