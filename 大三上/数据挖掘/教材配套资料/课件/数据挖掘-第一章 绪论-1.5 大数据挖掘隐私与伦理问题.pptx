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5.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6.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7.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theme/theme8.xml" ContentType="application/vnd.openxmlformats-officedocument.theme+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9.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0.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11.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8">
  <p:sldMasterIdLst>
    <p:sldMasterId id="2147483648" r:id="rId1"/>
    <p:sldMasterId id="2147484409" r:id="rId2"/>
    <p:sldMasterId id="2147484466" r:id="rId3"/>
    <p:sldMasterId id="2147484493" r:id="rId4"/>
    <p:sldMasterId id="2147484519" r:id="rId5"/>
    <p:sldMasterId id="2147484635" r:id="rId6"/>
    <p:sldMasterId id="2147484651" r:id="rId7"/>
    <p:sldMasterId id="2147484950" r:id="rId8"/>
    <p:sldMasterId id="2147484968" r:id="rId9"/>
    <p:sldMasterId id="2147484995" r:id="rId10"/>
    <p:sldMasterId id="2147485044" r:id="rId11"/>
    <p:sldMasterId id="2147485105" r:id="rId12"/>
  </p:sldMasterIdLst>
  <p:notesMasterIdLst>
    <p:notesMasterId r:id="rId24"/>
  </p:notesMasterIdLst>
  <p:handoutMasterIdLst>
    <p:handoutMasterId r:id="rId25"/>
  </p:handoutMasterIdLst>
  <p:sldIdLst>
    <p:sldId id="15637" r:id="rId13"/>
    <p:sldId id="15664" r:id="rId14"/>
    <p:sldId id="15774" r:id="rId15"/>
    <p:sldId id="15775" r:id="rId16"/>
    <p:sldId id="15776" r:id="rId17"/>
    <p:sldId id="15778" r:id="rId18"/>
    <p:sldId id="15777" r:id="rId19"/>
    <p:sldId id="15779" r:id="rId20"/>
    <p:sldId id="15780" r:id="rId21"/>
    <p:sldId id="15781" r:id="rId22"/>
    <p:sldId id="15502" r:id="rId23"/>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节" id="{B76A38E9-E72E-4BCB-B362-B21FAC086E6B}">
          <p14:sldIdLst>
            <p14:sldId id="15637"/>
            <p14:sldId id="15664"/>
            <p14:sldId id="15774"/>
            <p14:sldId id="15775"/>
            <p14:sldId id="15776"/>
            <p14:sldId id="15778"/>
            <p14:sldId id="15777"/>
            <p14:sldId id="15779"/>
            <p14:sldId id="15780"/>
            <p14:sldId id="15781"/>
            <p14:sldId id="15502"/>
          </p14:sldIdLst>
        </p14:section>
        <p14:section name="第三节" id="{D73DEBA0-8DA1-425E-BF8D-3499E83F0652}">
          <p14:sldIdLst/>
        </p14:section>
      </p14:sectionLst>
    </p:ext>
    <p:ext uri="{EFAFB233-063F-42B5-8137-9DF3F51BA10A}">
      <p15:sldGuideLst xmlns:p15="http://schemas.microsoft.com/office/powerpoint/2012/main">
        <p15:guide id="4" pos="2280" userDrawn="1">
          <p15:clr>
            <a:srgbClr val="A4A3A4"/>
          </p15:clr>
        </p15:guide>
        <p15:guide id="5" orient="horz" pos="29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45AD"/>
    <a:srgbClr val="000080"/>
    <a:srgbClr val="FBE4D5"/>
    <a:srgbClr val="008ED7"/>
    <a:srgbClr val="D13400"/>
    <a:srgbClr val="0444AE"/>
    <a:srgbClr val="0347AF"/>
    <a:srgbClr val="0146AE"/>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63" autoAdjust="0"/>
    <p:restoredTop sz="86966" autoAdjust="0"/>
  </p:normalViewPr>
  <p:slideViewPr>
    <p:cSldViewPr snapToGrid="0">
      <p:cViewPr varScale="1">
        <p:scale>
          <a:sx n="93" d="100"/>
          <a:sy n="93" d="100"/>
        </p:scale>
        <p:origin x="184" y="80"/>
      </p:cViewPr>
      <p:guideLst>
        <p:guide pos="2280"/>
        <p:guide orient="horz" pos="290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t>2025/4/18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extLst>
      <p:ext uri="{BB962C8B-B14F-4D97-AF65-F5344CB8AC3E}">
        <p14:creationId xmlns:p14="http://schemas.microsoft.com/office/powerpoint/2010/main" val="953056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33D7-F0D4-95DE-BC4E-7580C790FE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32AFEC-8F93-6FB4-BBE2-5992FE7009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EDBA0E-867B-3D24-AE2A-9AB6C2F4E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FBE0D0DC-7C73-E362-A272-1665A4FB14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86464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DCC42-94EC-2123-539C-DCB12AD8B0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4C8364-755A-E74F-FC28-EEB970D371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4D1DF6-27C3-C83C-C0D6-96331DBCB7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32A51BB3-3347-6637-327A-E3EFD2342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15345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6C464-64EF-6FE5-91A9-7499A8AA1C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862885-673D-FA5B-C23A-04DB2BE1A8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63805B-6B82-863F-960D-1FE777A70F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B8000367-98F3-50E5-04A7-6A7B6E1E13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21585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729A5-7012-722E-6C78-A5F73A2986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058286-D300-6BDA-6C67-4B90CEF215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8CCCB0-8D7B-5609-9EBD-B0EAF6A063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24A55F3-5EE9-BD6D-321C-E1548D56D7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93439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C1BF-3B5C-6E7D-81DE-D594DD95A0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F08062-C1B5-D462-08C0-C29966FC44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83C507-3166-CB4F-ADF0-B3A3C4C93A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5F55AB2B-ECAD-BDC5-AB5F-3BD5E69F00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17719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24E0-3FB2-CA28-549A-8AF85A3327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44D934-E770-ABE1-FF09-DBACD00A29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D46E9E-C04B-0008-53D1-A53B4A2C86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82F19063-55A1-2DE7-FFBF-26A3E22FA3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56968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D33F-8C7A-C8B1-A29B-BE2A2CEDC3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8B806A-EF3A-6948-C1C3-2D1B5703CE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B0F772-8217-A74B-B927-ABE6CA24CC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0FF3631D-F1D7-9EAD-C743-A364B563F9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7206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4F181-D469-BE88-9BB1-CBDBE6B711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76F66A-F357-45F8-04F3-96AF500A2E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BB6AE2-F981-3857-3789-127F0F8525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EAE0BB07-51D7-D08F-4572-F2D7FBACDA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36389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988C7-8ABF-C1C6-5832-8BB242C0D5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9B6735-7619-8576-2F3D-5BD4E4F157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B3F92B-D3FE-728D-1ACB-4D9AF68C71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u="sng" dirty="0"/>
          </a:p>
        </p:txBody>
      </p:sp>
      <p:sp>
        <p:nvSpPr>
          <p:cNvPr id="4" name="灯片编号占位符 3">
            <a:extLst>
              <a:ext uri="{FF2B5EF4-FFF2-40B4-BE49-F238E27FC236}">
                <a16:creationId xmlns:a16="http://schemas.microsoft.com/office/drawing/2014/main" id="{2FE167ED-C727-4678-A886-0FBAE9480C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00709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6.xml"/><Relationship Id="rId4" Type="http://schemas.microsoft.com/office/2007/relationships/hdphoto" Target="../media/hdphoto1.wdp"/></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7.xml"/><Relationship Id="rId4" Type="http://schemas.microsoft.com/office/2007/relationships/hdphoto" Target="../media/hdphoto1.wdp"/></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8.xml"/><Relationship Id="rId4" Type="http://schemas.openxmlformats.org/officeDocument/2006/relationships/image" Target="../media/image24.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3.png"/><Relationship Id="rId1" Type="http://schemas.openxmlformats.org/officeDocument/2006/relationships/slideMaster" Target="../slideMasters/slideMaster10.xml"/><Relationship Id="rId4" Type="http://schemas.openxmlformats.org/officeDocument/2006/relationships/image" Target="../media/image24.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08FBC-A264-6F1A-7977-DAFCBAF3875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55"/>
          <a:stretch/>
        </p:blipFill>
        <p:spPr>
          <a:xfrm>
            <a:off x="916640" y="227763"/>
            <a:ext cx="11161059" cy="603504"/>
          </a:xfrm>
          <a:prstGeom prst="rect">
            <a:avLst/>
          </a:prstGeom>
        </p:spPr>
      </p:pic>
      <p:pic>
        <p:nvPicPr>
          <p:cNvPr id="3" name="Picture 2" descr="A logo with dots and lines&#10;&#10;Description automatically generated">
            <a:extLst>
              <a:ext uri="{FF2B5EF4-FFF2-40B4-BE49-F238E27FC236}">
                <a16:creationId xmlns:a16="http://schemas.microsoft.com/office/drawing/2014/main" id="{5467157C-6AAC-7C52-2017-1FE36A3D10C3}"/>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B71D0F9-5031-B629-E802-6AEAF0F1C632}"/>
              </a:ext>
            </a:extLst>
          </p:cNvPr>
          <p:cNvPicPr>
            <a:picLocks noChangeAspect="1"/>
          </p:cNvPicPr>
          <p:nvPr userDrawn="1"/>
        </p:nvPicPr>
        <p:blipFill rotWithShape="1">
          <a:blip r:embed="rId2"/>
          <a:srcRect l="453"/>
          <a:stretch/>
        </p:blipFill>
        <p:spPr>
          <a:xfrm>
            <a:off x="0" y="0"/>
            <a:ext cx="12192000" cy="1014998"/>
          </a:xfrm>
          <a:prstGeom prst="rect">
            <a:avLst/>
          </a:prstGeom>
        </p:spPr>
      </p:pic>
      <p:sp>
        <p:nvSpPr>
          <p:cNvPr id="2" name="Rectangle 1">
            <a:extLst>
              <a:ext uri="{FF2B5EF4-FFF2-40B4-BE49-F238E27FC236}">
                <a16:creationId xmlns:a16="http://schemas.microsoft.com/office/drawing/2014/main" id="{F3F803D8-0039-D24A-E8C1-26F5161CAA45}"/>
              </a:ext>
            </a:extLst>
          </p:cNvPr>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8990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834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p>
        </p:txBody>
      </p:sp>
      <p:sp>
        <p:nvSpPr>
          <p:cNvPr id="2" name="矩形 26">
            <a:extLst>
              <a:ext uri="{FF2B5EF4-FFF2-40B4-BE49-F238E27FC236}">
                <a16:creationId xmlns:a16="http://schemas.microsoft.com/office/drawing/2014/main" id="{09687F67-AA25-9614-8E73-69B387358195}"/>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p>
        </p:txBody>
      </p:sp>
      <p:sp>
        <p:nvSpPr>
          <p:cNvPr id="2" name="矩形 26">
            <a:extLst>
              <a:ext uri="{FF2B5EF4-FFF2-40B4-BE49-F238E27FC236}">
                <a16:creationId xmlns:a16="http://schemas.microsoft.com/office/drawing/2014/main" id="{237FF217-6AE0-9A66-FE88-108698555006}"/>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p>
        </p:txBody>
      </p:sp>
      <p:sp>
        <p:nvSpPr>
          <p:cNvPr id="2" name="矩形 26">
            <a:extLst>
              <a:ext uri="{FF2B5EF4-FFF2-40B4-BE49-F238E27FC236}">
                <a16:creationId xmlns:a16="http://schemas.microsoft.com/office/drawing/2014/main" id="{E96EBE77-5145-3DED-C2A2-D3DD459293CF}"/>
              </a:ext>
            </a:extLst>
          </p:cNvPr>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8770174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23539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4507437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86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2235285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82581224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9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59"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46"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6"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267507155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87"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4618409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34682162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342575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33845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3807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2684325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3346196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4333356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5880842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2074857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838632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3369776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37604906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8020350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495772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6570711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8039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47932535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769863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6606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502470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24178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30312220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5416086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7"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71"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7"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42"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7"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8572895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prstTxWarp prst="textNoShape">
              <a:avLst/>
            </a:prstTxWarp>
          </a:bodyPr>
          <a:lstStyle/>
          <a:p>
            <a:pPr marL="0" marR="0" indent="0" algn="l" defTabSz="130005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262922012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9AAD130C-ED07-484A-9AB4-E1251588E42F}"/>
              </a:ext>
            </a:extLst>
          </p:cNvPr>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377" eaLnBrk="1" latinLnBrk="0" hangingPunct="1">
              <a:spcBef>
                <a:spcPct val="0"/>
              </a:spcBef>
            </a:pPr>
            <a:endParaRPr lang="en-US" dirty="0"/>
          </a:p>
        </p:txBody>
      </p:sp>
      <p:sp>
        <p:nvSpPr>
          <p:cNvPr id="10" name="Text Placeholder 9">
            <a:extLst>
              <a:ext uri="{FF2B5EF4-FFF2-40B4-BE49-F238E27FC236}">
                <a16:creationId xmlns:a16="http://schemas.microsoft.com/office/drawing/2014/main" id="{77A302F4-29FB-4385-966A-B8B23A0BA440}"/>
              </a:ext>
            </a:extLst>
          </p:cNvPr>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47" eaLnBrk="1" latinLnBrk="0" hangingPunct="1">
              <a:spcBef>
                <a:spcPct val="0"/>
              </a:spcBef>
            </a:pPr>
            <a:endParaRPr lang="en-US" dirty="0"/>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Tree>
    <p:extLst>
      <p:ext uri="{BB962C8B-B14F-4D97-AF65-F5344CB8AC3E}">
        <p14:creationId xmlns:p14="http://schemas.microsoft.com/office/powerpoint/2010/main" val="74761649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237875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9879606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144960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342809798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67902642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0298697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26760598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4321726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35555954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9508474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45308371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547564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113326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575501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11477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FAC3-5A54-4C24-B1C2-7ACDC1C030C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9593F0A2-8D54-42B6-A1EF-0C2F8892D4A2}"/>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3E6CA9A-ECD6-464E-B3EA-9096A8DA11C1}"/>
              </a:ext>
            </a:extLst>
          </p:cNvPr>
          <p:cNvSpPr>
            <a:spLocks noGrp="1"/>
          </p:cNvSpPr>
          <p:nvPr>
            <p:ph type="dt" sz="half" idx="10"/>
          </p:nvPr>
        </p:nvSpPr>
        <p:spPr/>
        <p:txBody>
          <a:bodyPr/>
          <a:lstStyle/>
          <a:p>
            <a:fld id="{5E374627-CDE5-4A8F-897B-5EFB05EA8145}" type="datetimeFigureOut">
              <a:rPr lang="en-US" smtClean="0"/>
              <a:t>4/18/2025</a:t>
            </a:fld>
            <a:endParaRPr lang="en-US"/>
          </a:p>
        </p:txBody>
      </p:sp>
      <p:sp>
        <p:nvSpPr>
          <p:cNvPr id="5" name="Footer Placeholder 4">
            <a:extLst>
              <a:ext uri="{FF2B5EF4-FFF2-40B4-BE49-F238E27FC236}">
                <a16:creationId xmlns:a16="http://schemas.microsoft.com/office/drawing/2014/main" id="{A04DF2BC-1743-4566-BE9E-A92FD07F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85D4BB-D5EC-458E-BA84-2D7C1FB2BC46}"/>
              </a:ext>
            </a:extLst>
          </p:cNvPr>
          <p:cNvSpPr>
            <a:spLocks noGrp="1"/>
          </p:cNvSpPr>
          <p:nvPr>
            <p:ph type="sldNum" sz="quarter" idx="12"/>
          </p:nvPr>
        </p:nvSpPr>
        <p:spPr/>
        <p:txBody>
          <a:bodyPr/>
          <a:lstStyle/>
          <a:p>
            <a:fld id="{9E586834-A87A-4DEE-945A-772F6B9354A1}" type="slidenum">
              <a:rPr lang="en-US" smtClean="0"/>
              <a:t>‹#›</a:t>
            </a:fld>
            <a:endParaRPr lang="en-US"/>
          </a:p>
        </p:txBody>
      </p:sp>
    </p:spTree>
    <p:extLst>
      <p:ext uri="{BB962C8B-B14F-4D97-AF65-F5344CB8AC3E}">
        <p14:creationId xmlns:p14="http://schemas.microsoft.com/office/powerpoint/2010/main" val="121994257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zh-CN" altLang="en-US" sz="1351">
              <a:solidFill>
                <a:prstClr val="white"/>
              </a:solidFill>
            </a:endParaRPr>
          </a:p>
        </p:txBody>
      </p:sp>
    </p:spTree>
    <p:extLst>
      <p:ext uri="{BB962C8B-B14F-4D97-AF65-F5344CB8AC3E}">
        <p14:creationId xmlns:p14="http://schemas.microsoft.com/office/powerpoint/2010/main" val="10999053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3809716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1879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971779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0889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1222865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95425467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9" y="3807211"/>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297"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9" y="4776425"/>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87"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9" y="5745643"/>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49"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49"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0235951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prstTxWarp prst="textNoShape">
              <a:avLst/>
            </a:prstTxWarp>
          </a:bodyPr>
          <a:lstStyle/>
          <a:p>
            <a:pPr marL="0" marR="0" indent="0" algn="l" defTabSz="129995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403440702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95464782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75707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05911005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002856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9311068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96581560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49991907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5984768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4609701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194409175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79241580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754731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28578282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99905435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265406373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7750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8075647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extLst>
      <p:ext uri="{BB962C8B-B14F-4D97-AF65-F5344CB8AC3E}">
        <p14:creationId xmlns:p14="http://schemas.microsoft.com/office/powerpoint/2010/main" val="30445544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405906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98151223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6629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13271703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50235392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0"/>
            <a:ext cx="1048862"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2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5"/>
            <a:ext cx="1048862"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2"/>
            <a:ext cx="1048862"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72"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72"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142092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prstTxWarp prst="textNoShape">
              <a:avLst/>
            </a:prstTxWarp>
          </a:bodyPr>
          <a:lstStyle/>
          <a:p>
            <a:pPr marL="0" marR="0" indent="0" algn="l" defTabSz="1299982"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7672777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64294225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0063581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5593533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956585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73168294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9733098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69897481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9465017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85636743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2088798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91587664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5120712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3766379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83503778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086269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6966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40804835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统计调查</a:t>
            </a:r>
          </a:p>
        </p:txBody>
      </p:sp>
    </p:spTree>
    <p:extLst>
      <p:ext uri="{BB962C8B-B14F-4D97-AF65-F5344CB8AC3E}">
        <p14:creationId xmlns:p14="http://schemas.microsoft.com/office/powerpoint/2010/main" val="8237704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191030678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27673099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统计调查概述</a:t>
            </a: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统计调查的实施</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charset="-122"/>
                <a:cs typeface="+mn-cs"/>
              </a:rPr>
              <a:t>调查问卷</a:t>
            </a:r>
          </a:p>
        </p:txBody>
      </p:sp>
    </p:spTree>
    <p:extLst>
      <p:ext uri="{BB962C8B-B14F-4D97-AF65-F5344CB8AC3E}">
        <p14:creationId xmlns:p14="http://schemas.microsoft.com/office/powerpoint/2010/main" val="21017715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28293709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83075896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统计调查概述</a:t>
            </a:r>
          </a:p>
        </p:txBody>
      </p:sp>
    </p:spTree>
    <p:extLst>
      <p:ext uri="{BB962C8B-B14F-4D97-AF65-F5344CB8AC3E}">
        <p14:creationId xmlns:p14="http://schemas.microsoft.com/office/powerpoint/2010/main" val="16418887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一、统计调查概述</a:t>
            </a: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959599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统计调查的实施</a:t>
            </a:r>
          </a:p>
        </p:txBody>
      </p:sp>
    </p:spTree>
    <p:extLst>
      <p:ext uri="{BB962C8B-B14F-4D97-AF65-F5344CB8AC3E}">
        <p14:creationId xmlns:p14="http://schemas.microsoft.com/office/powerpoint/2010/main" val="3838155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二、统计调查的实施</a:t>
            </a:r>
          </a:p>
        </p:txBody>
      </p:sp>
    </p:spTree>
    <p:extLst>
      <p:ext uri="{BB962C8B-B14F-4D97-AF65-F5344CB8AC3E}">
        <p14:creationId xmlns:p14="http://schemas.microsoft.com/office/powerpoint/2010/main" val="296812303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调查问卷</a:t>
            </a:r>
          </a:p>
        </p:txBody>
      </p:sp>
    </p:spTree>
    <p:extLst>
      <p:ext uri="{BB962C8B-B14F-4D97-AF65-F5344CB8AC3E}">
        <p14:creationId xmlns:p14="http://schemas.microsoft.com/office/powerpoint/2010/main" val="251066979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三、调查问卷</a:t>
            </a:r>
          </a:p>
        </p:txBody>
      </p:sp>
    </p:spTree>
    <p:extLst>
      <p:ext uri="{BB962C8B-B14F-4D97-AF65-F5344CB8AC3E}">
        <p14:creationId xmlns:p14="http://schemas.microsoft.com/office/powerpoint/2010/main" val="31577790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11182516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25745050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305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系统工程学院装备管理工程系</a:t>
            </a: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charset="-122"/>
              <a:cs typeface="+mn-cs"/>
              <a:sym typeface="Times New Roman" panose="02020603050405020304" pitchFamily="18" charset="0"/>
            </a:endParaRPr>
          </a:p>
        </p:txBody>
      </p:sp>
    </p:spTree>
    <p:extLst>
      <p:ext uri="{BB962C8B-B14F-4D97-AF65-F5344CB8AC3E}">
        <p14:creationId xmlns:p14="http://schemas.microsoft.com/office/powerpoint/2010/main" val="2706480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extLst>
      <p:ext uri="{BB962C8B-B14F-4D97-AF65-F5344CB8AC3E}">
        <p14:creationId xmlns:p14="http://schemas.microsoft.com/office/powerpoint/2010/main" val="251526816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extLst>
      <p:ext uri="{BB962C8B-B14F-4D97-AF65-F5344CB8AC3E}">
        <p14:creationId xmlns:p14="http://schemas.microsoft.com/office/powerpoint/2010/main" val="10013693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一</a:t>
            </a: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抽样的基本概念</a:t>
            </a: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三</a:t>
            </a: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分层抽样</a:t>
            </a: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二</a:t>
            </a: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简单随机抽样</a:t>
            </a: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思源黑体" panose="020B0400000000000000" pitchFamily="34" charset="-122"/>
              </a:rPr>
              <a:t>CONTENTS</a:t>
            </a: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四</a:t>
            </a: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整群抽样</a:t>
            </a: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rPr>
              <a:t>五</a:t>
            </a: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charset="-122"/>
                <a:cs typeface="+mn-cs"/>
              </a:rPr>
              <a:t>系统抽样</a:t>
            </a:r>
          </a:p>
        </p:txBody>
      </p:sp>
    </p:spTree>
    <p:extLst>
      <p:ext uri="{BB962C8B-B14F-4D97-AF65-F5344CB8AC3E}">
        <p14:creationId xmlns:p14="http://schemas.microsoft.com/office/powerpoint/2010/main" val="37813254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414324787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sym typeface="Impact" panose="020B0806030902050204" pitchFamily="34" charset="0"/>
            </a:endParaRPr>
          </a:p>
        </p:txBody>
      </p:sp>
    </p:spTree>
    <p:extLst>
      <p:ext uri="{BB962C8B-B14F-4D97-AF65-F5344CB8AC3E}">
        <p14:creationId xmlns:p14="http://schemas.microsoft.com/office/powerpoint/2010/main" val="12208814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抽样的基本概念</a:t>
            </a:r>
          </a:p>
        </p:txBody>
      </p:sp>
    </p:spTree>
    <p:extLst>
      <p:ext uri="{BB962C8B-B14F-4D97-AF65-F5344CB8AC3E}">
        <p14:creationId xmlns:p14="http://schemas.microsoft.com/office/powerpoint/2010/main" val="24955395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一、抽样的基本概念</a:t>
            </a:r>
          </a:p>
        </p:txBody>
      </p:sp>
    </p:spTree>
    <p:extLst>
      <p:ext uri="{BB962C8B-B14F-4D97-AF65-F5344CB8AC3E}">
        <p14:creationId xmlns:p14="http://schemas.microsoft.com/office/powerpoint/2010/main" val="272300242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简单随机抽样</a:t>
            </a:r>
          </a:p>
        </p:txBody>
      </p:sp>
    </p:spTree>
    <p:extLst>
      <p:ext uri="{BB962C8B-B14F-4D97-AF65-F5344CB8AC3E}">
        <p14:creationId xmlns:p14="http://schemas.microsoft.com/office/powerpoint/2010/main" val="35245598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二、简单随机抽样</a:t>
            </a:r>
          </a:p>
        </p:txBody>
      </p:sp>
    </p:spTree>
    <p:extLst>
      <p:ext uri="{BB962C8B-B14F-4D97-AF65-F5344CB8AC3E}">
        <p14:creationId xmlns:p14="http://schemas.microsoft.com/office/powerpoint/2010/main" val="39643339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分层抽样</a:t>
            </a:r>
          </a:p>
        </p:txBody>
      </p:sp>
    </p:spTree>
    <p:extLst>
      <p:ext uri="{BB962C8B-B14F-4D97-AF65-F5344CB8AC3E}">
        <p14:creationId xmlns:p14="http://schemas.microsoft.com/office/powerpoint/2010/main" val="3379862426"/>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三、分层抽样</a:t>
            </a:r>
          </a:p>
        </p:txBody>
      </p:sp>
    </p:spTree>
    <p:extLst>
      <p:ext uri="{BB962C8B-B14F-4D97-AF65-F5344CB8AC3E}">
        <p14:creationId xmlns:p14="http://schemas.microsoft.com/office/powerpoint/2010/main" val="252784434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整群抽样</a:t>
            </a:r>
          </a:p>
        </p:txBody>
      </p:sp>
    </p:spTree>
    <p:extLst>
      <p:ext uri="{BB962C8B-B14F-4D97-AF65-F5344CB8AC3E}">
        <p14:creationId xmlns:p14="http://schemas.microsoft.com/office/powerpoint/2010/main" val="336202760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四、整群抽样</a:t>
            </a:r>
          </a:p>
        </p:txBody>
      </p:sp>
    </p:spTree>
    <p:extLst>
      <p:ext uri="{BB962C8B-B14F-4D97-AF65-F5344CB8AC3E}">
        <p14:creationId xmlns:p14="http://schemas.microsoft.com/office/powerpoint/2010/main" val="215020927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charset="-122"/>
                <a:ea typeface="微软雅黑" panose="020B0503020204020204" charset="-122"/>
                <a:cs typeface="+mn-cs"/>
                <a:sym typeface="微软雅黑" panose="020B0503020204020204" charset="-122"/>
              </a:rPr>
              <a:t>—</a:t>
            </a: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sym typeface="微软雅黑" panose="020B0503020204020204" charset="-122"/>
              </a:rPr>
              <a:t>系统抽样</a:t>
            </a:r>
          </a:p>
        </p:txBody>
      </p:sp>
    </p:spTree>
    <p:extLst>
      <p:ext uri="{BB962C8B-B14F-4D97-AF65-F5344CB8AC3E}">
        <p14:creationId xmlns:p14="http://schemas.microsoft.com/office/powerpoint/2010/main" val="40394306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五、系统抽样</a:t>
            </a:r>
          </a:p>
        </p:txBody>
      </p:sp>
    </p:spTree>
    <p:extLst>
      <p:ext uri="{BB962C8B-B14F-4D97-AF65-F5344CB8AC3E}">
        <p14:creationId xmlns:p14="http://schemas.microsoft.com/office/powerpoint/2010/main" val="408787966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课堂总结</a:t>
            </a:r>
          </a:p>
        </p:txBody>
      </p:sp>
    </p:spTree>
    <p:extLst>
      <p:ext uri="{BB962C8B-B14F-4D97-AF65-F5344CB8AC3E}">
        <p14:creationId xmlns:p14="http://schemas.microsoft.com/office/powerpoint/2010/main" val="384779177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charset="-122"/>
                <a:cs typeface="+mn-cs"/>
              </a:rPr>
              <a:t>课后作业</a:t>
            </a:r>
          </a:p>
        </p:txBody>
      </p:sp>
    </p:spTree>
    <p:extLst>
      <p:ext uri="{BB962C8B-B14F-4D97-AF65-F5344CB8AC3E}">
        <p14:creationId xmlns:p14="http://schemas.microsoft.com/office/powerpoint/2010/main" val="166547736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25274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4041"/>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521" indent="0" algn="ctr">
              <a:buNone/>
              <a:defRPr>
                <a:solidFill>
                  <a:schemeClr val="tx1">
                    <a:tint val="75000"/>
                  </a:schemeClr>
                </a:solidFill>
              </a:defRPr>
            </a:lvl2pPr>
            <a:lvl3pPr marL="1219042" indent="0" algn="ctr">
              <a:buNone/>
              <a:defRPr>
                <a:solidFill>
                  <a:schemeClr val="tx1">
                    <a:tint val="75000"/>
                  </a:schemeClr>
                </a:solidFill>
              </a:defRPr>
            </a:lvl3pPr>
            <a:lvl4pPr marL="1828561" indent="0" algn="ctr">
              <a:buNone/>
              <a:defRPr>
                <a:solidFill>
                  <a:schemeClr val="tx1">
                    <a:tint val="75000"/>
                  </a:schemeClr>
                </a:solidFill>
              </a:defRPr>
            </a:lvl4pPr>
            <a:lvl5pPr marL="2438080" indent="0" algn="ctr">
              <a:buNone/>
              <a:defRPr>
                <a:solidFill>
                  <a:schemeClr val="tx1">
                    <a:tint val="75000"/>
                  </a:schemeClr>
                </a:solidFill>
              </a:defRPr>
            </a:lvl5pPr>
            <a:lvl6pPr marL="3047601" indent="0" algn="ctr">
              <a:buNone/>
              <a:defRPr>
                <a:solidFill>
                  <a:schemeClr val="tx1">
                    <a:tint val="75000"/>
                  </a:schemeClr>
                </a:solidFill>
              </a:defRPr>
            </a:lvl6pPr>
            <a:lvl7pPr marL="3657122" indent="0" algn="ctr">
              <a:buNone/>
              <a:defRPr>
                <a:solidFill>
                  <a:schemeClr val="tx1">
                    <a:tint val="75000"/>
                  </a:schemeClr>
                </a:solidFill>
              </a:defRPr>
            </a:lvl7pPr>
            <a:lvl8pPr marL="4266641" indent="0" algn="ctr">
              <a:buNone/>
              <a:defRPr>
                <a:solidFill>
                  <a:schemeClr val="tx1">
                    <a:tint val="75000"/>
                  </a:schemeClr>
                </a:solidFill>
              </a:defRPr>
            </a:lvl8pPr>
            <a:lvl9pPr marL="4876162"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090733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3030613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7">
                <a:solidFill>
                  <a:schemeClr val="tx1">
                    <a:tint val="75000"/>
                  </a:schemeClr>
                </a:solidFill>
              </a:defRPr>
            </a:lvl1pPr>
            <a:lvl2pPr marL="609521" indent="0">
              <a:buNone/>
              <a:defRPr sz="2400">
                <a:solidFill>
                  <a:schemeClr val="tx1">
                    <a:tint val="75000"/>
                  </a:schemeClr>
                </a:solidFill>
              </a:defRPr>
            </a:lvl2pPr>
            <a:lvl3pPr marL="1219042" indent="0">
              <a:buNone/>
              <a:defRPr sz="2133">
                <a:solidFill>
                  <a:schemeClr val="tx1">
                    <a:tint val="75000"/>
                  </a:schemeClr>
                </a:solidFill>
              </a:defRPr>
            </a:lvl3pPr>
            <a:lvl4pPr marL="1828561" indent="0">
              <a:buNone/>
              <a:defRPr sz="1867">
                <a:solidFill>
                  <a:schemeClr val="tx1">
                    <a:tint val="75000"/>
                  </a:schemeClr>
                </a:solidFill>
              </a:defRPr>
            </a:lvl4pPr>
            <a:lvl5pPr marL="2438080" indent="0">
              <a:buNone/>
              <a:defRPr sz="1867">
                <a:solidFill>
                  <a:schemeClr val="tx1">
                    <a:tint val="75000"/>
                  </a:schemeClr>
                </a:solidFill>
              </a:defRPr>
            </a:lvl5pPr>
            <a:lvl6pPr marL="3047601" indent="0">
              <a:buNone/>
              <a:defRPr sz="1867">
                <a:solidFill>
                  <a:schemeClr val="tx1">
                    <a:tint val="75000"/>
                  </a:schemeClr>
                </a:solidFill>
              </a:defRPr>
            </a:lvl6pPr>
            <a:lvl7pPr marL="3657122" indent="0">
              <a:buNone/>
              <a:defRPr sz="1867">
                <a:solidFill>
                  <a:schemeClr val="tx1">
                    <a:tint val="75000"/>
                  </a:schemeClr>
                </a:solidFill>
              </a:defRPr>
            </a:lvl7pPr>
            <a:lvl8pPr marL="4266641" indent="0">
              <a:buNone/>
              <a:defRPr sz="1867">
                <a:solidFill>
                  <a:schemeClr val="tx1">
                    <a:tint val="75000"/>
                  </a:schemeClr>
                </a:solidFill>
              </a:defRPr>
            </a:lvl8pPr>
            <a:lvl9pPr marL="4876162"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394013240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0854008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521" indent="0">
              <a:buNone/>
              <a:defRPr sz="2667" b="1"/>
            </a:lvl2pPr>
            <a:lvl3pPr marL="1219042" indent="0">
              <a:buNone/>
              <a:defRPr sz="2400" b="1"/>
            </a:lvl3pPr>
            <a:lvl4pPr marL="1828561" indent="0">
              <a:buNone/>
              <a:defRPr sz="2133" b="1"/>
            </a:lvl4pPr>
            <a:lvl5pPr marL="2438080" indent="0">
              <a:buNone/>
              <a:defRPr sz="2133" b="1"/>
            </a:lvl5pPr>
            <a:lvl6pPr marL="3047601" indent="0">
              <a:buNone/>
              <a:defRPr sz="2133" b="1"/>
            </a:lvl6pPr>
            <a:lvl7pPr marL="3657122" indent="0">
              <a:buNone/>
              <a:defRPr sz="2133" b="1"/>
            </a:lvl7pPr>
            <a:lvl8pPr marL="4266641" indent="0">
              <a:buNone/>
              <a:defRPr sz="2133" b="1"/>
            </a:lvl8pPr>
            <a:lvl9pPr marL="4876162"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36755828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2680104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07596582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4" y="273066"/>
            <a:ext cx="6816025" cy="5853113"/>
          </a:xfrm>
          <a:prstGeom prst="rect">
            <a:avLst/>
          </a:prstGeo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41110558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7"/>
            </a:lvl1pPr>
            <a:lvl2pPr marL="609521" indent="0">
              <a:buNone/>
              <a:defRPr sz="3733"/>
            </a:lvl2pPr>
            <a:lvl3pPr marL="1219042" indent="0">
              <a:buNone/>
              <a:defRPr sz="3200"/>
            </a:lvl3pPr>
            <a:lvl4pPr marL="1828561" indent="0">
              <a:buNone/>
              <a:defRPr sz="2667"/>
            </a:lvl4pPr>
            <a:lvl5pPr marL="2438080" indent="0">
              <a:buNone/>
              <a:defRPr sz="2667"/>
            </a:lvl5pPr>
            <a:lvl6pPr marL="3047601" indent="0">
              <a:buNone/>
              <a:defRPr sz="2667"/>
            </a:lvl6pPr>
            <a:lvl7pPr marL="3657122" indent="0">
              <a:buNone/>
              <a:defRPr sz="2667"/>
            </a:lvl7pPr>
            <a:lvl8pPr marL="4266641" indent="0">
              <a:buNone/>
              <a:defRPr sz="2667"/>
            </a:lvl8pPr>
            <a:lvl9pPr marL="4876162"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7"/>
            </a:lvl1pPr>
            <a:lvl2pPr marL="609521" indent="0">
              <a:buNone/>
              <a:defRPr sz="1600"/>
            </a:lvl2pPr>
            <a:lvl3pPr marL="1219042" indent="0">
              <a:buNone/>
              <a:defRPr sz="1333"/>
            </a:lvl3pPr>
            <a:lvl4pPr marL="1828561" indent="0">
              <a:buNone/>
              <a:defRPr sz="1200"/>
            </a:lvl4pPr>
            <a:lvl5pPr marL="2438080" indent="0">
              <a:buNone/>
              <a:defRPr sz="1200"/>
            </a:lvl5pPr>
            <a:lvl6pPr marL="3047601" indent="0">
              <a:buNone/>
              <a:defRPr sz="1200"/>
            </a:lvl6pPr>
            <a:lvl7pPr marL="3657122" indent="0">
              <a:buNone/>
              <a:defRPr sz="1200"/>
            </a:lvl7pPr>
            <a:lvl8pPr marL="4266641" indent="0">
              <a:buNone/>
              <a:defRPr sz="1200"/>
            </a:lvl8pPr>
            <a:lvl9pPr marL="4876162"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4623127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34406571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7587656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7" tIns="60953" rIns="121907" bIns="60953"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4174451897"/>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71834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6" y="304810"/>
            <a:ext cx="9076267" cy="3424239"/>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7" tIns="60953" rIns="121907" bIns="60953" anchor="ctr"/>
          <a:lstStyle/>
          <a:p>
            <a:pPr>
              <a:defRPr/>
            </a:pPr>
            <a:endParaRPr lang="zh-CN" altLang="en-US" sz="2533">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3">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4124130156"/>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796071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201496657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07749256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253024555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072092"/>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extLst>
      <p:ext uri="{BB962C8B-B14F-4D97-AF65-F5344CB8AC3E}">
        <p14:creationId xmlns:p14="http://schemas.microsoft.com/office/powerpoint/2010/main" val="162947342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57316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32175611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05506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5"/>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08175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20476336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70"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1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70"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55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70"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073"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073"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3025232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00"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363134679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1663712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38557512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50200194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2048862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3565943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118018538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67860425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1223116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8847085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7951370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164963397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16777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402792778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261996783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861590437"/>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223713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1516248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25648145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503" indent="0" algn="ctr">
              <a:buNone/>
              <a:defRPr>
                <a:solidFill>
                  <a:schemeClr val="tx1">
                    <a:tint val="75000"/>
                  </a:schemeClr>
                </a:solidFill>
              </a:defRPr>
            </a:lvl2pPr>
            <a:lvl3pPr marL="1219008" indent="0" algn="ctr">
              <a:buNone/>
              <a:defRPr>
                <a:solidFill>
                  <a:schemeClr val="tx1">
                    <a:tint val="75000"/>
                  </a:schemeClr>
                </a:solidFill>
              </a:defRPr>
            </a:lvl3pPr>
            <a:lvl4pPr marL="1828512" indent="0" algn="ctr">
              <a:buNone/>
              <a:defRPr>
                <a:solidFill>
                  <a:schemeClr val="tx1">
                    <a:tint val="75000"/>
                  </a:schemeClr>
                </a:solidFill>
              </a:defRPr>
            </a:lvl4pPr>
            <a:lvl5pPr marL="2438016" indent="0" algn="ctr">
              <a:buNone/>
              <a:defRPr>
                <a:solidFill>
                  <a:schemeClr val="tx1">
                    <a:tint val="75000"/>
                  </a:schemeClr>
                </a:solidFill>
              </a:defRPr>
            </a:lvl5pPr>
            <a:lvl6pPr marL="3047521" indent="0" algn="ctr">
              <a:buNone/>
              <a:defRPr>
                <a:solidFill>
                  <a:schemeClr val="tx1">
                    <a:tint val="75000"/>
                  </a:schemeClr>
                </a:solidFill>
              </a:defRPr>
            </a:lvl6pPr>
            <a:lvl7pPr marL="3657025" indent="0" algn="ctr">
              <a:buNone/>
              <a:defRPr>
                <a:solidFill>
                  <a:schemeClr val="tx1">
                    <a:tint val="75000"/>
                  </a:schemeClr>
                </a:solidFill>
              </a:defRPr>
            </a:lvl7pPr>
            <a:lvl8pPr marL="4266529" indent="0" algn="ctr">
              <a:buNone/>
              <a:defRPr>
                <a:solidFill>
                  <a:schemeClr val="tx1">
                    <a:tint val="75000"/>
                  </a:schemeClr>
                </a:solidFill>
              </a:defRPr>
            </a:lvl8pPr>
            <a:lvl9pPr marL="4876034"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2953599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590897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3" b="1" cap="all"/>
            </a:lvl1pPr>
          </a:lstStyle>
          <a:p>
            <a:r>
              <a:rPr lang="zh-CN" altLang="en-US"/>
              <a:t>单击此处编辑母版标题样式</a:t>
            </a:r>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7">
                <a:solidFill>
                  <a:schemeClr val="tx1">
                    <a:tint val="75000"/>
                  </a:schemeClr>
                </a:solidFill>
              </a:defRPr>
            </a:lvl1pPr>
            <a:lvl2pPr marL="609503" indent="0">
              <a:buNone/>
              <a:defRPr sz="2400">
                <a:solidFill>
                  <a:schemeClr val="tx1">
                    <a:tint val="75000"/>
                  </a:schemeClr>
                </a:solidFill>
              </a:defRPr>
            </a:lvl2pPr>
            <a:lvl3pPr marL="1219008" indent="0">
              <a:buNone/>
              <a:defRPr sz="2133">
                <a:solidFill>
                  <a:schemeClr val="tx1">
                    <a:tint val="75000"/>
                  </a:schemeClr>
                </a:solidFill>
              </a:defRPr>
            </a:lvl3pPr>
            <a:lvl4pPr marL="1828512" indent="0">
              <a:buNone/>
              <a:defRPr sz="1867">
                <a:solidFill>
                  <a:schemeClr val="tx1">
                    <a:tint val="75000"/>
                  </a:schemeClr>
                </a:solidFill>
              </a:defRPr>
            </a:lvl4pPr>
            <a:lvl5pPr marL="2438016" indent="0">
              <a:buNone/>
              <a:defRPr sz="1867">
                <a:solidFill>
                  <a:schemeClr val="tx1">
                    <a:tint val="75000"/>
                  </a:schemeClr>
                </a:solidFill>
              </a:defRPr>
            </a:lvl5pPr>
            <a:lvl6pPr marL="3047521" indent="0">
              <a:buNone/>
              <a:defRPr sz="1867">
                <a:solidFill>
                  <a:schemeClr val="tx1">
                    <a:tint val="75000"/>
                  </a:schemeClr>
                </a:solidFill>
              </a:defRPr>
            </a:lvl6pPr>
            <a:lvl7pPr marL="3657025" indent="0">
              <a:buNone/>
              <a:defRPr sz="1867">
                <a:solidFill>
                  <a:schemeClr val="tx1">
                    <a:tint val="75000"/>
                  </a:schemeClr>
                </a:solidFill>
              </a:defRPr>
            </a:lvl7pPr>
            <a:lvl8pPr marL="4266529" indent="0">
              <a:buNone/>
              <a:defRPr sz="1867">
                <a:solidFill>
                  <a:schemeClr val="tx1">
                    <a:tint val="75000"/>
                  </a:schemeClr>
                </a:solidFill>
              </a:defRPr>
            </a:lvl8pPr>
            <a:lvl9pPr marL="4876034" indent="0">
              <a:buNone/>
              <a:defRPr sz="1867">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dirty="0">
              <a:solidFill>
                <a:prstClr val="black"/>
              </a:solidFill>
            </a:endParaRPr>
          </a:p>
        </p:txBody>
      </p:sp>
    </p:spTree>
    <p:extLst>
      <p:ext uri="{BB962C8B-B14F-4D97-AF65-F5344CB8AC3E}">
        <p14:creationId xmlns:p14="http://schemas.microsoft.com/office/powerpoint/2010/main" val="232140644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2"/>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73908104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503" indent="0">
              <a:buNone/>
              <a:defRPr sz="2667" b="1"/>
            </a:lvl2pPr>
            <a:lvl3pPr marL="1219008" indent="0">
              <a:buNone/>
              <a:defRPr sz="2400" b="1"/>
            </a:lvl3pPr>
            <a:lvl4pPr marL="1828512" indent="0">
              <a:buNone/>
              <a:defRPr sz="2133" b="1"/>
            </a:lvl4pPr>
            <a:lvl5pPr marL="2438016" indent="0">
              <a:buNone/>
              <a:defRPr sz="2133" b="1"/>
            </a:lvl5pPr>
            <a:lvl6pPr marL="3047521" indent="0">
              <a:buNone/>
              <a:defRPr sz="2133" b="1"/>
            </a:lvl6pPr>
            <a:lvl7pPr marL="3657025" indent="0">
              <a:buNone/>
              <a:defRPr sz="2133" b="1"/>
            </a:lvl7pPr>
            <a:lvl8pPr marL="4266529" indent="0">
              <a:buNone/>
              <a:defRPr sz="2133" b="1"/>
            </a:lvl8pPr>
            <a:lvl9pPr marL="4876034" indent="0">
              <a:buNone/>
              <a:defRPr sz="2133" b="1"/>
            </a:lvl9pPr>
          </a:lstStyle>
          <a:p>
            <a:pPr lvl="0"/>
            <a:r>
              <a:rPr lang="zh-CN" altLang="en-US"/>
              <a:t>单击此处编辑母版文本样式</a:t>
            </a:r>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815585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9340021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9948167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7" b="1"/>
            </a:lvl1pPr>
          </a:lstStyle>
          <a:p>
            <a:r>
              <a:rPr lang="zh-CN" altLang="en-US"/>
              <a:t>单击此处编辑母版标题样式</a:t>
            </a:r>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2"/>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0771569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7" b="1"/>
            </a:lvl1pPr>
          </a:lstStyle>
          <a:p>
            <a:r>
              <a:rPr lang="zh-CN" altLang="en-US"/>
              <a:t>单击此处编辑母版标题样式</a:t>
            </a:r>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503" indent="0">
              <a:buNone/>
              <a:defRPr sz="3732"/>
            </a:lvl2pPr>
            <a:lvl3pPr marL="1219008" indent="0">
              <a:buNone/>
              <a:defRPr sz="3200"/>
            </a:lvl3pPr>
            <a:lvl4pPr marL="1828512" indent="0">
              <a:buNone/>
              <a:defRPr sz="2667"/>
            </a:lvl4pPr>
            <a:lvl5pPr marL="2438016" indent="0">
              <a:buNone/>
              <a:defRPr sz="2667"/>
            </a:lvl5pPr>
            <a:lvl6pPr marL="3047521" indent="0">
              <a:buNone/>
              <a:defRPr sz="2667"/>
            </a:lvl6pPr>
            <a:lvl7pPr marL="3657025" indent="0">
              <a:buNone/>
              <a:defRPr sz="2667"/>
            </a:lvl7pPr>
            <a:lvl8pPr marL="4266529" indent="0">
              <a:buNone/>
              <a:defRPr sz="2667"/>
            </a:lvl8pPr>
            <a:lvl9pPr marL="4876034" indent="0">
              <a:buNone/>
              <a:defRPr sz="2667"/>
            </a:lvl9pPr>
          </a:lstStyle>
          <a:p>
            <a:r>
              <a:rPr lang="zh-CN" altLang="en-US"/>
              <a:t>单击图标添加图片</a:t>
            </a:r>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7"/>
            </a:lvl1pPr>
            <a:lvl2pPr marL="609503" indent="0">
              <a:buNone/>
              <a:defRPr sz="1600"/>
            </a:lvl2pPr>
            <a:lvl3pPr marL="1219008" indent="0">
              <a:buNone/>
              <a:defRPr sz="1333"/>
            </a:lvl3pPr>
            <a:lvl4pPr marL="1828512" indent="0">
              <a:buNone/>
              <a:defRPr sz="1200"/>
            </a:lvl4pPr>
            <a:lvl5pPr marL="2438016" indent="0">
              <a:buNone/>
              <a:defRPr sz="1200"/>
            </a:lvl5pPr>
            <a:lvl6pPr marL="3047521" indent="0">
              <a:buNone/>
              <a:defRPr sz="1200"/>
            </a:lvl6pPr>
            <a:lvl7pPr marL="3657025" indent="0">
              <a:buNone/>
              <a:defRPr sz="1200"/>
            </a:lvl7pPr>
            <a:lvl8pPr marL="4266529" indent="0">
              <a:buNone/>
              <a:defRPr sz="1200"/>
            </a:lvl8pPr>
            <a:lvl9pPr marL="4876034"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75825151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50976721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pPr/>
              <a:t>2025/4/18</a:t>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78454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headEnd/>
            <a:tailEnd/>
          </a:ln>
          <a:effectLst/>
        </p:spPr>
        <p:txBody>
          <a:bodyPr wrap="none" lIns="121904" tIns="60952" rIns="121904" bIns="60952" anchor="ctr"/>
          <a:lstStyle/>
          <a:p>
            <a:pPr>
              <a:spcBef>
                <a:spcPct val="20000"/>
              </a:spcBef>
              <a:buClr>
                <a:srgbClr val="0066CC"/>
              </a:buClr>
              <a:buFont typeface="Wingdings" pitchFamily="2" charset="2"/>
              <a:buChar char="v"/>
              <a:defRPr/>
            </a:pPr>
            <a:endParaRPr lang="zh-CN" altLang="en-US" sz="1867"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118" name="Object 15"/>
          <p:cNvGraphicFramePr>
            <a:graphicFrameLocks noChangeAspect="1"/>
          </p:cNvGraphicFramePr>
          <p:nvPr userDrawn="1">
            <p:extLst>
              <p:ext uri="{D42A27DB-BD31-4B8C-83A1-F6EECF244321}">
                <p14:modId xmlns:p14="http://schemas.microsoft.com/office/powerpoint/2010/main" val="3675348321"/>
              </p:ext>
            </p:extLst>
          </p:nvPr>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118"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399" b="1">
                <a:solidFill>
                  <a:schemeClr val="bg1"/>
                </a:solidFill>
              </a:defRPr>
            </a:lvl1pPr>
          </a:lstStyle>
          <a:p>
            <a:pPr lvl="0"/>
            <a:r>
              <a:rPr lang="zh-CN" altLang="en-US" noProof="0"/>
              <a:t>单击此处编辑母版标题样式</a:t>
            </a:r>
          </a:p>
        </p:txBody>
      </p:sp>
    </p:spTree>
    <p:extLst>
      <p:ext uri="{BB962C8B-B14F-4D97-AF65-F5344CB8AC3E}">
        <p14:creationId xmlns:p14="http://schemas.microsoft.com/office/powerpoint/2010/main" val="281000548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pic>
        <p:nvPicPr>
          <p:cNvPr id="5" name="Picture 118" descr="building剪裁"/>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3623735" y="304810"/>
            <a:ext cx="9076267" cy="3424237"/>
            <a:chOff x="664" y="1951"/>
            <a:chExt cx="4308" cy="2120"/>
          </a:xfrm>
        </p:grpSpPr>
        <p:sp>
          <p:nvSpPr>
            <p:cNvPr id="7" name="Freeform 19"/>
            <p:cNvSpPr>
              <a:spLocks/>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 name="Freeform 20"/>
            <p:cNvSpPr>
              <a:spLocks/>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 name="Freeform 21"/>
            <p:cNvSpPr>
              <a:spLocks/>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 name="Freeform 22"/>
            <p:cNvSpPr>
              <a:spLocks/>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 name="Freeform 23"/>
            <p:cNvSpPr>
              <a:spLocks/>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2" name="Freeform 24"/>
            <p:cNvSpPr>
              <a:spLocks/>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3" name="Freeform 25"/>
            <p:cNvSpPr>
              <a:spLocks/>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4" name="Freeform 26"/>
            <p:cNvSpPr>
              <a:spLocks/>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5" name="Freeform 27"/>
            <p:cNvSpPr>
              <a:spLocks/>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6" name="Freeform 28"/>
            <p:cNvSpPr>
              <a:spLocks/>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7" name="Freeform 29"/>
            <p:cNvSpPr>
              <a:spLocks/>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8" name="Freeform 30"/>
            <p:cNvSpPr>
              <a:spLocks/>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9" name="Freeform 31"/>
            <p:cNvSpPr>
              <a:spLocks/>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0" name="Freeform 32"/>
            <p:cNvSpPr>
              <a:spLocks/>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1" name="Freeform 33"/>
            <p:cNvSpPr>
              <a:spLocks/>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2" name="Freeform 34"/>
            <p:cNvSpPr>
              <a:spLocks/>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3" name="Freeform 35"/>
            <p:cNvSpPr>
              <a:spLocks/>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4" name="Freeform 36"/>
            <p:cNvSpPr>
              <a:spLocks/>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5" name="Freeform 37"/>
            <p:cNvSpPr>
              <a:spLocks/>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6" name="Freeform 38"/>
            <p:cNvSpPr>
              <a:spLocks/>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7" name="Freeform 39"/>
            <p:cNvSpPr>
              <a:spLocks/>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8" name="Freeform 40"/>
            <p:cNvSpPr>
              <a:spLocks/>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29" name="Freeform 41"/>
            <p:cNvSpPr>
              <a:spLocks/>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0" name="Freeform 42"/>
            <p:cNvSpPr>
              <a:spLocks/>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1" name="Freeform 43"/>
            <p:cNvSpPr>
              <a:spLocks/>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2" name="Freeform 44"/>
            <p:cNvSpPr>
              <a:spLocks/>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3" name="Freeform 45"/>
            <p:cNvSpPr>
              <a:spLocks/>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4" name="Freeform 46"/>
            <p:cNvSpPr>
              <a:spLocks/>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5" name="Freeform 47"/>
            <p:cNvSpPr>
              <a:spLocks/>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6" name="Freeform 48"/>
            <p:cNvSpPr>
              <a:spLocks/>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7" name="Freeform 49"/>
            <p:cNvSpPr>
              <a:spLocks/>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8" name="Freeform 50"/>
            <p:cNvSpPr>
              <a:spLocks/>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39" name="Freeform 51"/>
            <p:cNvSpPr>
              <a:spLocks/>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0" name="Freeform 52"/>
            <p:cNvSpPr>
              <a:spLocks/>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1" name="Freeform 53"/>
            <p:cNvSpPr>
              <a:spLocks/>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2" name="Freeform 54"/>
            <p:cNvSpPr>
              <a:spLocks/>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3" name="Freeform 55"/>
            <p:cNvSpPr>
              <a:spLocks/>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4" name="Freeform 56"/>
            <p:cNvSpPr>
              <a:spLocks/>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5" name="Freeform 57"/>
            <p:cNvSpPr>
              <a:spLocks/>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6" name="Freeform 58"/>
            <p:cNvSpPr>
              <a:spLocks/>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7" name="Freeform 59"/>
            <p:cNvSpPr>
              <a:spLocks/>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8" name="Freeform 60"/>
            <p:cNvSpPr>
              <a:spLocks/>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49" name="Freeform 61"/>
            <p:cNvSpPr>
              <a:spLocks/>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0" name="Freeform 62"/>
            <p:cNvSpPr>
              <a:spLocks/>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1" name="Freeform 63"/>
            <p:cNvSpPr>
              <a:spLocks/>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2" name="Freeform 64"/>
            <p:cNvSpPr>
              <a:spLocks/>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3" name="Freeform 65"/>
            <p:cNvSpPr>
              <a:spLocks/>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4" name="Freeform 66"/>
            <p:cNvSpPr>
              <a:spLocks/>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5" name="Freeform 67"/>
            <p:cNvSpPr>
              <a:spLocks/>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6" name="Freeform 68"/>
            <p:cNvSpPr>
              <a:spLocks/>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7" name="Freeform 69"/>
            <p:cNvSpPr>
              <a:spLocks/>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8" name="Freeform 70"/>
            <p:cNvSpPr>
              <a:spLocks/>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59" name="Freeform 71"/>
            <p:cNvSpPr>
              <a:spLocks/>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0" name="Freeform 72"/>
            <p:cNvSpPr>
              <a:spLocks/>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1" name="Freeform 73"/>
            <p:cNvSpPr>
              <a:spLocks/>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2" name="Freeform 74"/>
            <p:cNvSpPr>
              <a:spLocks/>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3" name="Freeform 75"/>
            <p:cNvSpPr>
              <a:spLocks/>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4" name="Freeform 76"/>
            <p:cNvSpPr>
              <a:spLocks/>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5" name="Freeform 77"/>
            <p:cNvSpPr>
              <a:spLocks/>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6" name="Freeform 78"/>
            <p:cNvSpPr>
              <a:spLocks/>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7" name="Freeform 79"/>
            <p:cNvSpPr>
              <a:spLocks/>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8" name="Freeform 80"/>
            <p:cNvSpPr>
              <a:spLocks/>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69" name="Freeform 81"/>
            <p:cNvSpPr>
              <a:spLocks/>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0" name="Freeform 82"/>
            <p:cNvSpPr>
              <a:spLocks/>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1" name="Freeform 83"/>
            <p:cNvSpPr>
              <a:spLocks/>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2" name="Freeform 84"/>
            <p:cNvSpPr>
              <a:spLocks/>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3" name="Freeform 85"/>
            <p:cNvSpPr>
              <a:spLocks/>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4" name="Freeform 86"/>
            <p:cNvSpPr>
              <a:spLocks/>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5" name="Freeform 87"/>
            <p:cNvSpPr>
              <a:spLocks/>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6" name="Freeform 88"/>
            <p:cNvSpPr>
              <a:spLocks/>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7" name="Freeform 89"/>
            <p:cNvSpPr>
              <a:spLocks/>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8" name="Freeform 90"/>
            <p:cNvSpPr>
              <a:spLocks/>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79" name="Freeform 91"/>
            <p:cNvSpPr>
              <a:spLocks/>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0" name="Freeform 92"/>
            <p:cNvSpPr>
              <a:spLocks/>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1" name="Freeform 93"/>
            <p:cNvSpPr>
              <a:spLocks/>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2" name="Freeform 94"/>
            <p:cNvSpPr>
              <a:spLocks/>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3" name="Freeform 95"/>
            <p:cNvSpPr>
              <a:spLocks/>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4" name="Freeform 96"/>
            <p:cNvSpPr>
              <a:spLocks/>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5" name="Freeform 97"/>
            <p:cNvSpPr>
              <a:spLocks/>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6" name="Freeform 98"/>
            <p:cNvSpPr>
              <a:spLocks/>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7" name="Freeform 99"/>
            <p:cNvSpPr>
              <a:spLocks/>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8" name="Freeform 100"/>
            <p:cNvSpPr>
              <a:spLocks/>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89" name="Freeform 101"/>
            <p:cNvSpPr>
              <a:spLocks/>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0" name="Freeform 102"/>
            <p:cNvSpPr>
              <a:spLocks/>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1" name="Freeform 103"/>
            <p:cNvSpPr>
              <a:spLocks/>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2" name="Freeform 104"/>
            <p:cNvSpPr>
              <a:spLocks/>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3" name="Freeform 105"/>
            <p:cNvSpPr>
              <a:spLocks/>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4" name="Freeform 106"/>
            <p:cNvSpPr>
              <a:spLocks/>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5" name="Freeform 107"/>
            <p:cNvSpPr>
              <a:spLocks/>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6" name="Freeform 108"/>
            <p:cNvSpPr>
              <a:spLocks/>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7" name="Freeform 109"/>
            <p:cNvSpPr>
              <a:spLocks/>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8" name="Freeform 110"/>
            <p:cNvSpPr>
              <a:spLocks/>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99" name="Freeform 111"/>
            <p:cNvSpPr>
              <a:spLocks/>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0" name="Freeform 112"/>
            <p:cNvSpPr>
              <a:spLocks/>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1" name="Freeform 113"/>
            <p:cNvSpPr>
              <a:spLocks/>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2" name="Freeform 114"/>
            <p:cNvSpPr>
              <a:spLocks/>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3" name="Freeform 115"/>
            <p:cNvSpPr>
              <a:spLocks/>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4" name="Freeform 116"/>
            <p:cNvSpPr>
              <a:spLocks/>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5" name="Freeform 117"/>
            <p:cNvSpPr>
              <a:spLocks/>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6" name="Freeform 118"/>
            <p:cNvSpPr>
              <a:spLocks/>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7" name="Freeform 119"/>
            <p:cNvSpPr>
              <a:spLocks/>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8" name="Freeform 120"/>
            <p:cNvSpPr>
              <a:spLocks/>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09" name="Freeform 121"/>
            <p:cNvSpPr>
              <a:spLocks/>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0" name="Freeform 122"/>
            <p:cNvSpPr>
              <a:spLocks/>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1" name="Freeform 123"/>
            <p:cNvSpPr>
              <a:spLocks/>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2" name="Freeform 124"/>
            <p:cNvSpPr>
              <a:spLocks/>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3" name="Freeform 125"/>
            <p:cNvSpPr>
              <a:spLocks/>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sp>
          <p:nvSpPr>
            <p:cNvPr id="114" name="Freeform 126"/>
            <p:cNvSpPr>
              <a:spLocks/>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cap="flat" cmpd="sng">
                  <a:solidFill>
                    <a:srgbClr val="000000"/>
                  </a:solidFill>
                  <a:prstDash val="dash"/>
                  <a:round/>
                  <a:headEnd type="none" w="med" len="med"/>
                  <a:tailEnd type="none" w="med" len="med"/>
                </a14:hiddenLine>
              </a:ext>
            </a:extLst>
          </p:spPr>
          <p:txBody>
            <a:bodyPr/>
            <a:lstStyle/>
            <a:p>
              <a:endParaRPr lang="zh-CN" altLang="en-US" sz="3332">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lIns="121904" tIns="60952" rIns="121904" bIns="60952" anchor="ctr"/>
          <a:lstStyle/>
          <a:p>
            <a:pPr>
              <a:defRPr/>
            </a:pPr>
            <a:endParaRPr lang="zh-CN" altLang="en-US" sz="2532">
              <a:solidFill>
                <a:srgbClr val="093575"/>
              </a:solidFill>
              <a:latin typeface="Arial" charset="0"/>
              <a:ea typeface="宋体"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itchFamily="34" charset="0"/>
                <a:ea typeface="宋体" pitchFamily="2" charset="-122"/>
              </a:defRPr>
            </a:lvl1pPr>
            <a:lvl2pPr marL="742950" indent="-285750" eaLnBrk="0" hangingPunct="0">
              <a:defRPr sz="2200">
                <a:solidFill>
                  <a:schemeClr val="tx1"/>
                </a:solidFill>
                <a:latin typeface="Arial" pitchFamily="34" charset="0"/>
                <a:ea typeface="宋体" pitchFamily="2" charset="-122"/>
              </a:defRPr>
            </a:lvl2pPr>
            <a:lvl3pPr marL="1143000" indent="-228600" eaLnBrk="0" hangingPunct="0">
              <a:defRPr sz="2200">
                <a:solidFill>
                  <a:schemeClr val="tx1"/>
                </a:solidFill>
                <a:latin typeface="Arial" pitchFamily="34" charset="0"/>
                <a:ea typeface="宋体" pitchFamily="2" charset="-122"/>
              </a:defRPr>
            </a:lvl3pPr>
            <a:lvl4pPr marL="1600200" indent="-228600" eaLnBrk="0" hangingPunct="0">
              <a:defRPr sz="2200">
                <a:solidFill>
                  <a:schemeClr val="tx1"/>
                </a:solidFill>
                <a:latin typeface="Arial" pitchFamily="34" charset="0"/>
                <a:ea typeface="宋体" pitchFamily="2" charset="-122"/>
              </a:defRPr>
            </a:lvl4pPr>
            <a:lvl5pPr marL="2057400" indent="-228600" eaLnBrk="0" hangingPunct="0">
              <a:defRPr sz="2200">
                <a:solidFill>
                  <a:schemeClr val="tx1"/>
                </a:solidFill>
                <a:latin typeface="Arial" pitchFamily="34" charset="0"/>
                <a:ea typeface="宋体" pitchFamily="2" charset="-122"/>
              </a:defRPr>
            </a:lvl5pPr>
            <a:lvl6pPr marL="2514600" indent="-228600" algn="ctr" eaLnBrk="0" fontAlgn="base" hangingPunct="0">
              <a:spcBef>
                <a:spcPct val="0"/>
              </a:spcBef>
              <a:spcAft>
                <a:spcPct val="0"/>
              </a:spcAft>
              <a:defRPr sz="2200">
                <a:solidFill>
                  <a:schemeClr val="tx1"/>
                </a:solidFill>
                <a:latin typeface="Arial" pitchFamily="34" charset="0"/>
                <a:ea typeface="宋体" pitchFamily="2" charset="-122"/>
              </a:defRPr>
            </a:lvl6pPr>
            <a:lvl7pPr marL="2971800" indent="-228600" algn="ctr" eaLnBrk="0" fontAlgn="base" hangingPunct="0">
              <a:spcBef>
                <a:spcPct val="0"/>
              </a:spcBef>
              <a:spcAft>
                <a:spcPct val="0"/>
              </a:spcAft>
              <a:defRPr sz="2200">
                <a:solidFill>
                  <a:schemeClr val="tx1"/>
                </a:solidFill>
                <a:latin typeface="Arial" pitchFamily="34" charset="0"/>
                <a:ea typeface="宋体" pitchFamily="2" charset="-122"/>
              </a:defRPr>
            </a:lvl7pPr>
            <a:lvl8pPr marL="3429000" indent="-228600" algn="ctr" eaLnBrk="0" fontAlgn="base" hangingPunct="0">
              <a:spcBef>
                <a:spcPct val="0"/>
              </a:spcBef>
              <a:spcAft>
                <a:spcPct val="0"/>
              </a:spcAft>
              <a:defRPr sz="2200">
                <a:solidFill>
                  <a:schemeClr val="tx1"/>
                </a:solidFill>
                <a:latin typeface="Arial" pitchFamily="34" charset="0"/>
                <a:ea typeface="宋体" pitchFamily="2" charset="-122"/>
              </a:defRPr>
            </a:lvl8pPr>
            <a:lvl9pPr marL="3886200" indent="-228600" algn="ctr" eaLnBrk="0" fontAlgn="base" hangingPunct="0">
              <a:spcBef>
                <a:spcPct val="0"/>
              </a:spcBef>
              <a:spcAft>
                <a:spcPct val="0"/>
              </a:spcAft>
              <a:defRPr sz="2200">
                <a:solidFill>
                  <a:schemeClr val="tx1"/>
                </a:solidFill>
                <a:latin typeface="Arial" pitchFamily="34" charset="0"/>
                <a:ea typeface="宋体" pitchFamily="2" charset="-122"/>
              </a:defRPr>
            </a:lvl9pPr>
          </a:lstStyle>
          <a:p>
            <a:pPr eaLnBrk="1" hangingPunct="1">
              <a:defRPr/>
            </a:pPr>
            <a:endParaRPr lang="zh-CN" altLang="en-US" sz="2932">
              <a:solidFill>
                <a:prstClr val="black"/>
              </a:solidFill>
            </a:endParaRPr>
          </a:p>
        </p:txBody>
      </p:sp>
      <p:graphicFrame>
        <p:nvGraphicFramePr>
          <p:cNvPr id="2" name="对象 1"/>
          <p:cNvGraphicFramePr>
            <a:graphicFrameLocks noChangeAspect="1"/>
          </p:cNvGraphicFramePr>
          <p:nvPr userDrawn="1">
            <p:extLst>
              <p:ext uri="{D42A27DB-BD31-4B8C-83A1-F6EECF244321}">
                <p14:modId xmlns:p14="http://schemas.microsoft.com/office/powerpoint/2010/main" val="1718987335"/>
              </p:ext>
            </p:extLst>
          </p:nvPr>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name="Photo Editor 照片" r:id="rId3" imgW="4323810" imgH="1343212" progId="">
                  <p:embed/>
                </p:oleObj>
              </mc:Choice>
              <mc:Fallback>
                <p:oleObj name="Photo Editor 照片" r:id="rId3" imgW="4323810" imgH="1343212" progId="">
                  <p:embed/>
                  <p:pic>
                    <p:nvPicPr>
                      <p:cNvPr id="2"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0065691"/>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extLst>
      <p:ext uri="{BB962C8B-B14F-4D97-AF65-F5344CB8AC3E}">
        <p14:creationId xmlns:p14="http://schemas.microsoft.com/office/powerpoint/2010/main" val="58522570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1092592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a:spLocks/>
          </p:cNvSpPr>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itchFamily="18" charset="0"/>
                <a:ea typeface="华文隶书" pitchFamily="2" charset="-122"/>
                <a:cs typeface="Times New Roman" pitchFamily="18" charset="0"/>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defRPr/>
            </a:pPr>
            <a:endParaRPr lang="zh-CN" altLang="en-US" sz="1867" dirty="0">
              <a:solidFill>
                <a:prstClr val="black"/>
              </a:solidFill>
            </a:endParaRPr>
          </a:p>
        </p:txBody>
      </p:sp>
    </p:spTree>
    <p:extLst>
      <p:ext uri="{BB962C8B-B14F-4D97-AF65-F5344CB8AC3E}">
        <p14:creationId xmlns:p14="http://schemas.microsoft.com/office/powerpoint/2010/main" val="39212271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6364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3890A1C-7929-4789-894B-4295F27AE5E8}"/>
              </a:ext>
            </a:extLst>
          </p:cNvPr>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pic>
        <p:nvPicPr>
          <p:cNvPr id="9" name="Picture 8">
            <a:extLst>
              <a:ext uri="{FF2B5EF4-FFF2-40B4-BE49-F238E27FC236}">
                <a16:creationId xmlns:a16="http://schemas.microsoft.com/office/drawing/2014/main" id="{77832B67-050F-42AA-B2BC-94EDBB6AD5F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extLst>
      <p:ext uri="{BB962C8B-B14F-4D97-AF65-F5344CB8AC3E}">
        <p14:creationId xmlns:p14="http://schemas.microsoft.com/office/powerpoint/2010/main" val="78780943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11732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C2AA39-D829-4F15-B89B-F799E6355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extLst>
      <p:ext uri="{BB962C8B-B14F-4D97-AF65-F5344CB8AC3E}">
        <p14:creationId xmlns:p14="http://schemas.microsoft.com/office/powerpoint/2010/main" val="29360003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10654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2734931"/>
          </a:xfrm>
          <a:prstGeom prst="rect">
            <a:avLst/>
          </a:prstGeom>
          <a:effectLst>
            <a:outerShdw blurRad="38100" dist="25400" dir="5400000" algn="t" rotWithShape="0">
              <a:prstClr val="black">
                <a:alpha val="58000"/>
              </a:prstClr>
            </a:outerShdw>
          </a:effectLst>
        </p:spPr>
      </p:pic>
    </p:spTree>
    <p:extLst>
      <p:ext uri="{BB962C8B-B14F-4D97-AF65-F5344CB8AC3E}">
        <p14:creationId xmlns:p14="http://schemas.microsoft.com/office/powerpoint/2010/main" val="427617827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32012883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8" y="3807213"/>
            <a:ext cx="1048861"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183"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8" y="4776428"/>
            <a:ext cx="1048861"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604"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8" y="5745645"/>
            <a:ext cx="1048861"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3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3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335804619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2" name="Rectangle 1">
            <a:extLst>
              <a:ext uri="{FF2B5EF4-FFF2-40B4-BE49-F238E27FC236}">
                <a16:creationId xmlns:a16="http://schemas.microsoft.com/office/drawing/2014/main" id="{5DD80D97-96B4-492C-A4D4-24B7660A2F3E}"/>
              </a:ext>
            </a:extLst>
          </p:cNvPr>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prstTxWarp prst="textNoShape">
              <a:avLst/>
            </a:prstTxWarp>
          </a:bodyPr>
          <a:lstStyle/>
          <a:p>
            <a:pPr marL="0" marR="0" indent="0" algn="l" defTabSz="1299794" rtl="0" eaLnBrk="1" fontAlgn="base" latinLnBrk="0" hangingPunct="1">
              <a:lnSpc>
                <a:spcPct val="100000"/>
              </a:lnSpc>
              <a:spcBef>
                <a:spcPct val="0"/>
              </a:spcBef>
              <a:spcAft>
                <a:spcPct val="0"/>
              </a:spcAft>
              <a:buClrTx/>
              <a:buSzTx/>
              <a:buFontTx/>
              <a:buNone/>
              <a:tabLst/>
            </a:pPr>
            <a:endParaRPr kumimoji="0" lang="en-US" sz="2600" b="0" i="0" u="none" strike="noStrike" cap="none" normalizeH="0" baseline="0">
              <a:ln>
                <a:noFill/>
              </a:ln>
              <a:solidFill>
                <a:schemeClr val="tx1"/>
              </a:solidFill>
              <a:effectLst/>
              <a:latin typeface="Arial" charset="0"/>
              <a:ea typeface="宋体" pitchFamily="2" charset="-122"/>
            </a:endParaRPr>
          </a:p>
        </p:txBody>
      </p:sp>
    </p:spTree>
    <p:extLst>
      <p:ext uri="{BB962C8B-B14F-4D97-AF65-F5344CB8AC3E}">
        <p14:creationId xmlns:p14="http://schemas.microsoft.com/office/powerpoint/2010/main" val="1355921409"/>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5292269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61752247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93601549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85092156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14731825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208801688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270896162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386787202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450110946"/>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286792521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99094710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65465653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371373997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3093804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192327086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320787"/>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t>‹#›</a:t>
            </a:fld>
            <a:endParaRPr lang="en-US"/>
          </a:p>
        </p:txBody>
      </p:sp>
    </p:spTree>
    <p:extLst>
      <p:ext uri="{BB962C8B-B14F-4D97-AF65-F5344CB8AC3E}">
        <p14:creationId xmlns:p14="http://schemas.microsoft.com/office/powerpoint/2010/main" val="31865809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50573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09497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257100377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Tree>
    <p:extLst>
      <p:ext uri="{BB962C8B-B14F-4D97-AF65-F5344CB8AC3E}">
        <p14:creationId xmlns:p14="http://schemas.microsoft.com/office/powerpoint/2010/main" val="185384709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a:extLst>
              <a:ext uri="{FF2B5EF4-FFF2-40B4-BE49-F238E27FC236}">
                <a16:creationId xmlns:a16="http://schemas.microsoft.com/office/drawing/2014/main" id="{FABA5BAD-3112-46D8-B297-54C6DB321963}"/>
              </a:ext>
            </a:extLst>
          </p:cNvPr>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a:extLst>
              <a:ext uri="{FF2B5EF4-FFF2-40B4-BE49-F238E27FC236}">
                <a16:creationId xmlns:a16="http://schemas.microsoft.com/office/drawing/2014/main" id="{893D9652-3AE7-429D-B801-494AEB855DA9}"/>
              </a:ext>
            </a:extLst>
          </p:cNvPr>
          <p:cNvGrpSpPr/>
          <p:nvPr userDrawn="1"/>
        </p:nvGrpSpPr>
        <p:grpSpPr>
          <a:xfrm>
            <a:off x="4806363" y="3807209"/>
            <a:ext cx="1048863" cy="697131"/>
            <a:chOff x="533506" y="1676446"/>
            <a:chExt cx="1808548" cy="1602746"/>
          </a:xfrm>
        </p:grpSpPr>
        <p:sp>
          <p:nvSpPr>
            <p:cNvPr id="9" name="Freeform 5">
              <a:extLst>
                <a:ext uri="{FF2B5EF4-FFF2-40B4-BE49-F238E27FC236}">
                  <a16:creationId xmlns:a16="http://schemas.microsoft.com/office/drawing/2014/main" id="{7124D0C7-5179-42B3-B16D-0B6165B57A68}"/>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0" name="Freeform 5">
              <a:extLst>
                <a:ext uri="{FF2B5EF4-FFF2-40B4-BE49-F238E27FC236}">
                  <a16:creationId xmlns:a16="http://schemas.microsoft.com/office/drawing/2014/main" id="{6952CB22-31C2-4371-994B-BDAD34B5349C}"/>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1" name="Freeform 5">
            <a:extLst>
              <a:ext uri="{FF2B5EF4-FFF2-40B4-BE49-F238E27FC236}">
                <a16:creationId xmlns:a16="http://schemas.microsoft.com/office/drawing/2014/main" id="{4E0F79DD-E1BE-493E-AD3F-64E443D9A252}"/>
              </a:ext>
            </a:extLst>
          </p:cNvPr>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Arial"/>
              <a:ea typeface="微软雅黑" panose="020B0503020204020204" charset="-122"/>
              <a:cs typeface="+mn-ea"/>
              <a:sym typeface="+mn-lt"/>
            </a:endParaRPr>
          </a:p>
        </p:txBody>
      </p:sp>
      <p:sp>
        <p:nvSpPr>
          <p:cNvPr id="12" name="Freeform 5">
            <a:extLst>
              <a:ext uri="{FF2B5EF4-FFF2-40B4-BE49-F238E27FC236}">
                <a16:creationId xmlns:a16="http://schemas.microsoft.com/office/drawing/2014/main" id="{C090371E-BEC5-47A6-A790-1AECD03870B1}"/>
              </a:ext>
            </a:extLst>
          </p:cNvPr>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charset="-122"/>
              <a:ea typeface="微软雅黑" panose="020B0503020204020204" charset="-122"/>
              <a:cs typeface="+mn-ea"/>
              <a:sym typeface="+mn-lt"/>
            </a:endParaRPr>
          </a:p>
        </p:txBody>
      </p:sp>
      <p:sp>
        <p:nvSpPr>
          <p:cNvPr id="13" name="矩形 12">
            <a:extLst>
              <a:ext uri="{FF2B5EF4-FFF2-40B4-BE49-F238E27FC236}">
                <a16:creationId xmlns:a16="http://schemas.microsoft.com/office/drawing/2014/main" id="{47333D4D-0C80-4BEC-8812-2F6CDE75ABAC}"/>
              </a:ext>
            </a:extLst>
          </p:cNvPr>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335"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mn-ea"/>
                <a:sym typeface="+mn-lt"/>
              </a:rPr>
              <a:t>汇报  提纲</a:t>
            </a:r>
          </a:p>
        </p:txBody>
      </p:sp>
      <p:sp>
        <p:nvSpPr>
          <p:cNvPr id="14" name="标题 1">
            <a:extLst>
              <a:ext uri="{FF2B5EF4-FFF2-40B4-BE49-F238E27FC236}">
                <a16:creationId xmlns:a16="http://schemas.microsoft.com/office/drawing/2014/main" id="{BF87F7C0-E00F-40A7-BF7C-A3226E664052}"/>
              </a:ext>
            </a:extLst>
          </p:cNvPr>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p>
        </p:txBody>
      </p:sp>
      <p:grpSp>
        <p:nvGrpSpPr>
          <p:cNvPr id="15" name="组合 14">
            <a:extLst>
              <a:ext uri="{FF2B5EF4-FFF2-40B4-BE49-F238E27FC236}">
                <a16:creationId xmlns:a16="http://schemas.microsoft.com/office/drawing/2014/main" id="{0702693F-1373-4CFF-8979-FCF09E8F363E}"/>
              </a:ext>
            </a:extLst>
          </p:cNvPr>
          <p:cNvGrpSpPr/>
          <p:nvPr userDrawn="1"/>
        </p:nvGrpSpPr>
        <p:grpSpPr>
          <a:xfrm>
            <a:off x="4806363" y="4776427"/>
            <a:ext cx="1048863" cy="697131"/>
            <a:chOff x="533506" y="1676446"/>
            <a:chExt cx="1808548" cy="1602746"/>
          </a:xfrm>
        </p:grpSpPr>
        <p:sp>
          <p:nvSpPr>
            <p:cNvPr id="16" name="Freeform 5">
              <a:extLst>
                <a:ext uri="{FF2B5EF4-FFF2-40B4-BE49-F238E27FC236}">
                  <a16:creationId xmlns:a16="http://schemas.microsoft.com/office/drawing/2014/main" id="{39B52891-8B50-4719-8BDA-A738C4310C66}"/>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charset="-122"/>
                <a:ea typeface="微软雅黑" panose="020B0503020204020204" charset="-122"/>
                <a:cs typeface="+mn-ea"/>
                <a:sym typeface="+mn-lt"/>
              </a:endParaRPr>
            </a:p>
          </p:txBody>
        </p:sp>
        <p:sp>
          <p:nvSpPr>
            <p:cNvPr id="17" name="Freeform 5">
              <a:extLst>
                <a:ext uri="{FF2B5EF4-FFF2-40B4-BE49-F238E27FC236}">
                  <a16:creationId xmlns:a16="http://schemas.microsoft.com/office/drawing/2014/main" id="{B986A62C-8DEA-4A7A-BD9E-956B272A828B}"/>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224AA1"/>
                  </a:solidFill>
                  <a:effectLst/>
                  <a:uLnTx/>
                  <a:uFillTx/>
                  <a:latin typeface="微软雅黑"/>
                  <a:ea typeface="微软雅黑"/>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a:ea typeface="微软雅黑"/>
                <a:cs typeface="+mn-cs"/>
              </a:endParaRPr>
            </a:p>
          </p:txBody>
        </p:sp>
      </p:grpSp>
      <p:sp>
        <p:nvSpPr>
          <p:cNvPr id="18" name="标题 1">
            <a:extLst>
              <a:ext uri="{FF2B5EF4-FFF2-40B4-BE49-F238E27FC236}">
                <a16:creationId xmlns:a16="http://schemas.microsoft.com/office/drawing/2014/main" id="{9F2A3D52-D63B-4287-8ABF-2AB9BA18CBC7}"/>
              </a:ext>
            </a:extLst>
          </p:cNvPr>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715" rtl="0" eaLnBrk="1" fontAlgn="auto" latinLnBrk="0" hangingPunct="1">
              <a:lnSpc>
                <a:spcPct val="100000"/>
              </a:lnSpc>
              <a:spcBef>
                <a:spcPts val="0"/>
              </a:spcBef>
              <a:spcAft>
                <a:spcPts val="0"/>
              </a:spcAft>
              <a:buClrTx/>
              <a:buSzTx/>
              <a:buFontTx/>
              <a:buNone/>
              <a:tabLst/>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p>
        </p:txBody>
      </p:sp>
      <p:grpSp>
        <p:nvGrpSpPr>
          <p:cNvPr id="19" name="组合 18">
            <a:extLst>
              <a:ext uri="{FF2B5EF4-FFF2-40B4-BE49-F238E27FC236}">
                <a16:creationId xmlns:a16="http://schemas.microsoft.com/office/drawing/2014/main" id="{32D9A3B4-4677-4FE1-BD64-AB7867F19429}"/>
              </a:ext>
            </a:extLst>
          </p:cNvPr>
          <p:cNvGrpSpPr/>
          <p:nvPr userDrawn="1"/>
        </p:nvGrpSpPr>
        <p:grpSpPr>
          <a:xfrm>
            <a:off x="4806363" y="5745641"/>
            <a:ext cx="1048863" cy="697131"/>
            <a:chOff x="533506" y="1676446"/>
            <a:chExt cx="1808548" cy="1602746"/>
          </a:xfrm>
        </p:grpSpPr>
        <p:sp>
          <p:nvSpPr>
            <p:cNvPr id="20" name="Freeform 5">
              <a:extLst>
                <a:ext uri="{FF2B5EF4-FFF2-40B4-BE49-F238E27FC236}">
                  <a16:creationId xmlns:a16="http://schemas.microsoft.com/office/drawing/2014/main" id="{1F5E04D6-E759-49DD-8378-BF3F756C29E5}"/>
                </a:ext>
              </a:extLst>
            </p:cNvPr>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88" rtl="0" eaLnBrk="1" fontAlgn="auto" latinLnBrk="0" hangingPunct="1">
                <a:lnSpc>
                  <a:spcPct val="100000"/>
                </a:lnSpc>
                <a:spcBef>
                  <a:spcPts val="0"/>
                </a:spcBef>
                <a:spcAft>
                  <a:spcPts val="0"/>
                </a:spcAft>
                <a:buClrTx/>
                <a:buSzTx/>
                <a:buFontTx/>
                <a:buNone/>
                <a:tabLst/>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ea"/>
                <a:sym typeface="+mn-lt"/>
              </a:endParaRPr>
            </a:p>
          </p:txBody>
        </p:sp>
        <p:sp>
          <p:nvSpPr>
            <p:cNvPr id="21" name="Freeform 5">
              <a:extLst>
                <a:ext uri="{FF2B5EF4-FFF2-40B4-BE49-F238E27FC236}">
                  <a16:creationId xmlns:a16="http://schemas.microsoft.com/office/drawing/2014/main" id="{057E28B0-B8AA-491D-AB8A-BEC7FE50749A}"/>
                </a:ext>
              </a:extLst>
            </p:cNvPr>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288" rtl="0" eaLnBrk="1" fontAlgn="auto" latinLnBrk="0" hangingPunct="1">
                <a:lnSpc>
                  <a:spcPct val="100000"/>
                </a:lnSpc>
                <a:spcBef>
                  <a:spcPts val="0"/>
                </a:spcBef>
                <a:spcAft>
                  <a:spcPts val="0"/>
                </a:spcAft>
                <a:buClrTx/>
                <a:buSzTx/>
                <a:buFontTx/>
                <a:buNone/>
                <a:tabLst/>
                <a:defRPr/>
              </a:pPr>
              <a:r>
                <a:rPr kumimoji="0" lang="zh-CN" altLang="en-US" sz="2600" b="1" i="0" u="none" strike="noStrike" kern="1200" cap="none" spc="0" normalizeH="0" baseline="0" noProof="0" dirty="0">
                  <a:ln>
                    <a:noFill/>
                  </a:ln>
                  <a:solidFill>
                    <a:srgbClr val="FF0000"/>
                  </a:solidFill>
                  <a:effectLst/>
                  <a:uLnTx/>
                  <a:uFillTx/>
                  <a:latin typeface="微软雅黑"/>
                  <a:ea typeface="微软雅黑"/>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a:ea typeface="微软雅黑"/>
                <a:cs typeface="+mn-cs"/>
              </a:endParaRPr>
            </a:p>
          </p:txBody>
        </p:sp>
      </p:grpSp>
    </p:spTree>
    <p:extLst>
      <p:ext uri="{BB962C8B-B14F-4D97-AF65-F5344CB8AC3E}">
        <p14:creationId xmlns:p14="http://schemas.microsoft.com/office/powerpoint/2010/main" val="40386405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227275346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533198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4125170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115325411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pPr>
                <a:defRPr/>
              </a:pPr>
              <a:t>‹#›</a:t>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extLst>
      <p:ext uri="{BB962C8B-B14F-4D97-AF65-F5344CB8AC3E}">
        <p14:creationId xmlns:p14="http://schemas.microsoft.com/office/powerpoint/2010/main" val="341611721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p>
        </p:txBody>
      </p:sp>
    </p:spTree>
    <p:extLst>
      <p:ext uri="{BB962C8B-B14F-4D97-AF65-F5344CB8AC3E}">
        <p14:creationId xmlns:p14="http://schemas.microsoft.com/office/powerpoint/2010/main" val="253351438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p>
        </p:txBody>
      </p:sp>
    </p:spTree>
    <p:extLst>
      <p:ext uri="{BB962C8B-B14F-4D97-AF65-F5344CB8AC3E}">
        <p14:creationId xmlns:p14="http://schemas.microsoft.com/office/powerpoint/2010/main" val="396326135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p>
        </p:txBody>
      </p:sp>
    </p:spTree>
    <p:extLst>
      <p:ext uri="{BB962C8B-B14F-4D97-AF65-F5344CB8AC3E}">
        <p14:creationId xmlns:p14="http://schemas.microsoft.com/office/powerpoint/2010/main" val="156138444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p>
        </p:txBody>
      </p:sp>
    </p:spTree>
    <p:extLst>
      <p:ext uri="{BB962C8B-B14F-4D97-AF65-F5344CB8AC3E}">
        <p14:creationId xmlns:p14="http://schemas.microsoft.com/office/powerpoint/2010/main" val="69648905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p>
        </p:txBody>
      </p:sp>
    </p:spTree>
    <p:extLst>
      <p:ext uri="{BB962C8B-B14F-4D97-AF65-F5344CB8AC3E}">
        <p14:creationId xmlns:p14="http://schemas.microsoft.com/office/powerpoint/2010/main" val="16727324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p>
        </p:txBody>
      </p:sp>
    </p:spTree>
    <p:extLst>
      <p:ext uri="{BB962C8B-B14F-4D97-AF65-F5344CB8AC3E}">
        <p14:creationId xmlns:p14="http://schemas.microsoft.com/office/powerpoint/2010/main" val="729280551"/>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p>
        </p:txBody>
      </p:sp>
    </p:spTree>
    <p:extLst>
      <p:ext uri="{BB962C8B-B14F-4D97-AF65-F5344CB8AC3E}">
        <p14:creationId xmlns:p14="http://schemas.microsoft.com/office/powerpoint/2010/main" val="2462630512"/>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p>
        </p:txBody>
      </p:sp>
    </p:spTree>
    <p:extLst>
      <p:ext uri="{BB962C8B-B14F-4D97-AF65-F5344CB8AC3E}">
        <p14:creationId xmlns:p14="http://schemas.microsoft.com/office/powerpoint/2010/main" val="992497597"/>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p>
        </p:txBody>
      </p:sp>
    </p:spTree>
    <p:extLst>
      <p:ext uri="{BB962C8B-B14F-4D97-AF65-F5344CB8AC3E}">
        <p14:creationId xmlns:p14="http://schemas.microsoft.com/office/powerpoint/2010/main" val="139804495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p>
        </p:txBody>
      </p:sp>
    </p:spTree>
    <p:extLst>
      <p:ext uri="{BB962C8B-B14F-4D97-AF65-F5344CB8AC3E}">
        <p14:creationId xmlns:p14="http://schemas.microsoft.com/office/powerpoint/2010/main" val="71637486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p>
        </p:txBody>
      </p:sp>
      <p:sp>
        <p:nvSpPr>
          <p:cNvPr id="5" name="灯片编号占位符 5">
            <a:extLst>
              <a:ext uri="{FF2B5EF4-FFF2-40B4-BE49-F238E27FC236}">
                <a16:creationId xmlns:a16="http://schemas.microsoft.com/office/drawing/2014/main" id="{964A2FF2-E606-4692-92BE-821F1E0AD84D}"/>
              </a:ext>
            </a:extLst>
          </p:cNvPr>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pPr>
                <a:defRPr/>
              </a:pPr>
              <a:t>‹#›</a:t>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p>
        </p:txBody>
      </p:sp>
    </p:spTree>
    <p:extLst>
      <p:ext uri="{BB962C8B-B14F-4D97-AF65-F5344CB8AC3E}">
        <p14:creationId xmlns:p14="http://schemas.microsoft.com/office/powerpoint/2010/main" val="328621666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12839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theme" Target="../theme/theme2.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image" Target="../media/image9.gif"/><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image" Target="../media/image8.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image" Target="../media/image13.gif"/><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image" Target="../media/image8.jp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heme" Target="../theme/theme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image" Target="../media/image8.jp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theme" Target="../theme/theme5.xml"/><Relationship Id="rId3" Type="http://schemas.openxmlformats.org/officeDocument/2006/relationships/slideLayout" Target="../slideLayouts/slideLayout87.xml"/><Relationship Id="rId21" Type="http://schemas.openxmlformats.org/officeDocument/2006/relationships/slideLayout" Target="../slideLayouts/slideLayout105.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image" Target="../media/image14.png"/><Relationship Id="rId10" Type="http://schemas.openxmlformats.org/officeDocument/2006/relationships/slideLayout" Target="../slideLayouts/slideLayout94.xml"/><Relationship Id="rId19" Type="http://schemas.openxmlformats.org/officeDocument/2006/relationships/slideLayout" Target="../slideLayouts/slideLayout103.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image" Target="../media/image8.jp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image" Target="../media/image15.png"/><Relationship Id="rId2" Type="http://schemas.openxmlformats.org/officeDocument/2006/relationships/slideLayout" Target="../slideLayouts/slideLayout111.xml"/><Relationship Id="rId16" Type="http://schemas.openxmlformats.org/officeDocument/2006/relationships/theme" Target="../theme/theme6.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3" Type="http://schemas.openxmlformats.org/officeDocument/2006/relationships/slideLayout" Target="../slideLayouts/slideLayout127.xml"/><Relationship Id="rId21" Type="http://schemas.openxmlformats.org/officeDocument/2006/relationships/theme" Target="../theme/theme7.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image" Target="../media/image1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theme" Target="../theme/theme8.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9.xml"/><Relationship Id="rId13" Type="http://schemas.openxmlformats.org/officeDocument/2006/relationships/slideLayout" Target="../slideLayouts/slideLayout174.xml"/><Relationship Id="rId18" Type="http://schemas.openxmlformats.org/officeDocument/2006/relationships/slideLayout" Target="../slideLayouts/slideLayout179.xml"/><Relationship Id="rId26" Type="http://schemas.openxmlformats.org/officeDocument/2006/relationships/slideLayout" Target="../slideLayouts/slideLayout187.xml"/><Relationship Id="rId3" Type="http://schemas.openxmlformats.org/officeDocument/2006/relationships/slideLayout" Target="../slideLayouts/slideLayout164.xml"/><Relationship Id="rId21" Type="http://schemas.openxmlformats.org/officeDocument/2006/relationships/slideLayout" Target="../slideLayouts/slideLayout182.xml"/><Relationship Id="rId7" Type="http://schemas.openxmlformats.org/officeDocument/2006/relationships/slideLayout" Target="../slideLayouts/slideLayout168.xml"/><Relationship Id="rId12" Type="http://schemas.openxmlformats.org/officeDocument/2006/relationships/slideLayout" Target="../slideLayouts/slideLayout173.xml"/><Relationship Id="rId17" Type="http://schemas.openxmlformats.org/officeDocument/2006/relationships/slideLayout" Target="../slideLayouts/slideLayout178.xml"/><Relationship Id="rId25" Type="http://schemas.openxmlformats.org/officeDocument/2006/relationships/slideLayout" Target="../slideLayouts/slideLayout186.xml"/><Relationship Id="rId2" Type="http://schemas.openxmlformats.org/officeDocument/2006/relationships/slideLayout" Target="../slideLayouts/slideLayout163.xml"/><Relationship Id="rId16" Type="http://schemas.openxmlformats.org/officeDocument/2006/relationships/slideLayout" Target="../slideLayouts/slideLayout177.xml"/><Relationship Id="rId20" Type="http://schemas.openxmlformats.org/officeDocument/2006/relationships/slideLayout" Target="../slideLayouts/slideLayout181.xml"/><Relationship Id="rId29" Type="http://schemas.openxmlformats.org/officeDocument/2006/relationships/image" Target="../media/image14.png"/><Relationship Id="rId1" Type="http://schemas.openxmlformats.org/officeDocument/2006/relationships/slideLayout" Target="../slideLayouts/slideLayout162.xml"/><Relationship Id="rId6" Type="http://schemas.openxmlformats.org/officeDocument/2006/relationships/slideLayout" Target="../slideLayouts/slideLayout167.xml"/><Relationship Id="rId11" Type="http://schemas.openxmlformats.org/officeDocument/2006/relationships/slideLayout" Target="../slideLayouts/slideLayout172.xml"/><Relationship Id="rId24" Type="http://schemas.openxmlformats.org/officeDocument/2006/relationships/slideLayout" Target="../slideLayouts/slideLayout185.xml"/><Relationship Id="rId5" Type="http://schemas.openxmlformats.org/officeDocument/2006/relationships/slideLayout" Target="../slideLayouts/slideLayout166.xml"/><Relationship Id="rId15" Type="http://schemas.openxmlformats.org/officeDocument/2006/relationships/slideLayout" Target="../slideLayouts/slideLayout176.xml"/><Relationship Id="rId23" Type="http://schemas.openxmlformats.org/officeDocument/2006/relationships/slideLayout" Target="../slideLayouts/slideLayout184.xml"/><Relationship Id="rId28" Type="http://schemas.openxmlformats.org/officeDocument/2006/relationships/image" Target="../media/image8.jpg"/><Relationship Id="rId10" Type="http://schemas.openxmlformats.org/officeDocument/2006/relationships/slideLayout" Target="../slideLayouts/slideLayout171.xml"/><Relationship Id="rId19" Type="http://schemas.openxmlformats.org/officeDocument/2006/relationships/slideLayout" Target="../slideLayouts/slideLayout180.xml"/><Relationship Id="rId4" Type="http://schemas.openxmlformats.org/officeDocument/2006/relationships/slideLayout" Target="../slideLayouts/slideLayout165.xml"/><Relationship Id="rId9" Type="http://schemas.openxmlformats.org/officeDocument/2006/relationships/slideLayout" Target="../slideLayouts/slideLayout170.xml"/><Relationship Id="rId14" Type="http://schemas.openxmlformats.org/officeDocument/2006/relationships/slideLayout" Target="../slideLayouts/slideLayout175.xml"/><Relationship Id="rId22" Type="http://schemas.openxmlformats.org/officeDocument/2006/relationships/slideLayout" Target="../slideLayouts/slideLayout183.xml"/><Relationship Id="rId27"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95.xml"/><Relationship Id="rId13" Type="http://schemas.openxmlformats.org/officeDocument/2006/relationships/slideLayout" Target="../slideLayouts/slideLayout200.xml"/><Relationship Id="rId18" Type="http://schemas.openxmlformats.org/officeDocument/2006/relationships/theme" Target="../theme/theme10.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slideLayout" Target="../slideLayouts/slideLayout199.xml"/><Relationship Id="rId17" Type="http://schemas.openxmlformats.org/officeDocument/2006/relationships/slideLayout" Target="../slideLayouts/slideLayout204.xml"/><Relationship Id="rId2" Type="http://schemas.openxmlformats.org/officeDocument/2006/relationships/slideLayout" Target="../slideLayouts/slideLayout189.xml"/><Relationship Id="rId16" Type="http://schemas.openxmlformats.org/officeDocument/2006/relationships/slideLayout" Target="../slideLayouts/slideLayout203.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5" Type="http://schemas.openxmlformats.org/officeDocument/2006/relationships/slideLayout" Target="../slideLayouts/slideLayout20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 Id="rId14" Type="http://schemas.openxmlformats.org/officeDocument/2006/relationships/slideLayout" Target="../slideLayouts/slideLayout20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18" Type="http://schemas.openxmlformats.org/officeDocument/2006/relationships/slideLayout" Target="../slideLayouts/slideLayout222.xml"/><Relationship Id="rId26" Type="http://schemas.openxmlformats.org/officeDocument/2006/relationships/theme" Target="../theme/theme11.xml"/><Relationship Id="rId3" Type="http://schemas.openxmlformats.org/officeDocument/2006/relationships/slideLayout" Target="../slideLayouts/slideLayout207.xml"/><Relationship Id="rId21" Type="http://schemas.openxmlformats.org/officeDocument/2006/relationships/slideLayout" Target="../slideLayouts/slideLayout225.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17" Type="http://schemas.openxmlformats.org/officeDocument/2006/relationships/slideLayout" Target="../slideLayouts/slideLayout221.xml"/><Relationship Id="rId25" Type="http://schemas.openxmlformats.org/officeDocument/2006/relationships/slideLayout" Target="../slideLayouts/slideLayout229.xml"/><Relationship Id="rId2" Type="http://schemas.openxmlformats.org/officeDocument/2006/relationships/slideLayout" Target="../slideLayouts/slideLayout206.xml"/><Relationship Id="rId16" Type="http://schemas.openxmlformats.org/officeDocument/2006/relationships/slideLayout" Target="../slideLayouts/slideLayout220.xml"/><Relationship Id="rId20" Type="http://schemas.openxmlformats.org/officeDocument/2006/relationships/slideLayout" Target="../slideLayouts/slideLayout224.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24" Type="http://schemas.openxmlformats.org/officeDocument/2006/relationships/slideLayout" Target="../slideLayouts/slideLayout228.xml"/><Relationship Id="rId5" Type="http://schemas.openxmlformats.org/officeDocument/2006/relationships/slideLayout" Target="../slideLayouts/slideLayout209.xml"/><Relationship Id="rId15" Type="http://schemas.openxmlformats.org/officeDocument/2006/relationships/slideLayout" Target="../slideLayouts/slideLayout219.xml"/><Relationship Id="rId23" Type="http://schemas.openxmlformats.org/officeDocument/2006/relationships/slideLayout" Target="../slideLayouts/slideLayout227.xml"/><Relationship Id="rId28" Type="http://schemas.openxmlformats.org/officeDocument/2006/relationships/image" Target="../media/image14.png"/><Relationship Id="rId10" Type="http://schemas.openxmlformats.org/officeDocument/2006/relationships/slideLayout" Target="../slideLayouts/slideLayout214.xml"/><Relationship Id="rId19" Type="http://schemas.openxmlformats.org/officeDocument/2006/relationships/slideLayout" Target="../slideLayouts/slideLayout223.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 Id="rId22" Type="http://schemas.openxmlformats.org/officeDocument/2006/relationships/slideLayout" Target="../slideLayouts/slideLayout226.xml"/><Relationship Id="rId27" Type="http://schemas.openxmlformats.org/officeDocument/2006/relationships/image" Target="../media/image8.jp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37.xml"/><Relationship Id="rId13" Type="http://schemas.openxmlformats.org/officeDocument/2006/relationships/slideLayout" Target="../slideLayouts/slideLayout242.xml"/><Relationship Id="rId18" Type="http://schemas.openxmlformats.org/officeDocument/2006/relationships/slideLayout" Target="../slideLayouts/slideLayout247.xml"/><Relationship Id="rId3" Type="http://schemas.openxmlformats.org/officeDocument/2006/relationships/slideLayout" Target="../slideLayouts/slideLayout232.xml"/><Relationship Id="rId21" Type="http://schemas.openxmlformats.org/officeDocument/2006/relationships/slideLayout" Target="../slideLayouts/slideLayout250.xml"/><Relationship Id="rId7" Type="http://schemas.openxmlformats.org/officeDocument/2006/relationships/slideLayout" Target="../slideLayouts/slideLayout236.xml"/><Relationship Id="rId12" Type="http://schemas.openxmlformats.org/officeDocument/2006/relationships/slideLayout" Target="../slideLayouts/slideLayout241.xml"/><Relationship Id="rId17" Type="http://schemas.openxmlformats.org/officeDocument/2006/relationships/slideLayout" Target="../slideLayouts/slideLayout246.xml"/><Relationship Id="rId25" Type="http://schemas.openxmlformats.org/officeDocument/2006/relationships/image" Target="../media/image14.png"/><Relationship Id="rId2" Type="http://schemas.openxmlformats.org/officeDocument/2006/relationships/slideLayout" Target="../slideLayouts/slideLayout231.xml"/><Relationship Id="rId16" Type="http://schemas.openxmlformats.org/officeDocument/2006/relationships/slideLayout" Target="../slideLayouts/slideLayout245.xml"/><Relationship Id="rId20" Type="http://schemas.openxmlformats.org/officeDocument/2006/relationships/slideLayout" Target="../slideLayouts/slideLayout249.xml"/><Relationship Id="rId1" Type="http://schemas.openxmlformats.org/officeDocument/2006/relationships/slideLayout" Target="../slideLayouts/slideLayout230.xml"/><Relationship Id="rId6" Type="http://schemas.openxmlformats.org/officeDocument/2006/relationships/slideLayout" Target="../slideLayouts/slideLayout235.xml"/><Relationship Id="rId11" Type="http://schemas.openxmlformats.org/officeDocument/2006/relationships/slideLayout" Target="../slideLayouts/slideLayout240.xml"/><Relationship Id="rId24" Type="http://schemas.openxmlformats.org/officeDocument/2006/relationships/image" Target="../media/image8.jpg"/><Relationship Id="rId5" Type="http://schemas.openxmlformats.org/officeDocument/2006/relationships/slideLayout" Target="../slideLayouts/slideLayout234.xml"/><Relationship Id="rId15" Type="http://schemas.openxmlformats.org/officeDocument/2006/relationships/slideLayout" Target="../slideLayouts/slideLayout244.xml"/><Relationship Id="rId23" Type="http://schemas.openxmlformats.org/officeDocument/2006/relationships/theme" Target="../theme/theme12.xml"/><Relationship Id="rId10" Type="http://schemas.openxmlformats.org/officeDocument/2006/relationships/slideLayout" Target="../slideLayouts/slideLayout239.xml"/><Relationship Id="rId19" Type="http://schemas.openxmlformats.org/officeDocument/2006/relationships/slideLayout" Target="../slideLayouts/slideLayout248.xml"/><Relationship Id="rId4" Type="http://schemas.openxmlformats.org/officeDocument/2006/relationships/slideLayout" Target="../slideLayouts/slideLayout233.xml"/><Relationship Id="rId9" Type="http://schemas.openxmlformats.org/officeDocument/2006/relationships/slideLayout" Target="../slideLayouts/slideLayout238.xml"/><Relationship Id="rId14" Type="http://schemas.openxmlformats.org/officeDocument/2006/relationships/slideLayout" Target="../slideLayouts/slideLayout243.xml"/><Relationship Id="rId22" Type="http://schemas.openxmlformats.org/officeDocument/2006/relationships/slideLayout" Target="../slideLayouts/slideLayout2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4634" r:id="rId3"/>
    <p:sldLayoutId id="2147484633" r:id="rId4"/>
    <p:sldLayoutId id="2147483651" r:id="rId5"/>
    <p:sldLayoutId id="2147483652" r:id="rId6"/>
    <p:sldLayoutId id="2147483653" r:id="rId7"/>
    <p:sldLayoutId id="2147483654" r:id="rId8"/>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a:extLst>
              <a:ext uri="{FF2B5EF4-FFF2-40B4-BE49-F238E27FC236}">
                <a16:creationId xmlns:a16="http://schemas.microsoft.com/office/drawing/2014/main" id="{BF0A28E6-27C8-F660-D593-EFD6DA226780}"/>
              </a:ext>
            </a:extLst>
          </p:cNvPr>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a:extLst>
              <a:ext uri="{FF2B5EF4-FFF2-40B4-BE49-F238E27FC236}">
                <a16:creationId xmlns:a16="http://schemas.microsoft.com/office/drawing/2014/main" id="{C2F7084D-7EAE-2DD4-8488-B494D6C1479E}"/>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0809" t="23955" r="40919" b="37048"/>
          <a:stretch/>
        </p:blipFill>
        <p:spPr>
          <a:xfrm>
            <a:off x="152401" y="50489"/>
            <a:ext cx="461681" cy="517417"/>
          </a:xfrm>
          <a:prstGeom prst="rect">
            <a:avLst/>
          </a:prstGeom>
        </p:spPr>
      </p:pic>
    </p:spTree>
    <p:extLst>
      <p:ext uri="{BB962C8B-B14F-4D97-AF65-F5344CB8AC3E}">
        <p14:creationId xmlns:p14="http://schemas.microsoft.com/office/powerpoint/2010/main" val="1683504170"/>
      </p:ext>
    </p:extLst>
  </p:cSld>
  <p:clrMap bg1="lt1" tx1="dk1" bg2="lt2" tx2="dk2" accent1="accent1" accent2="accent2" accent3="accent3" accent4="accent4" accent5="accent5" accent6="accent6" hlink="hlink" folHlink="folHlink"/>
  <p:sldLayoutIdLst>
    <p:sldLayoutId id="2147484410" r:id="rId1"/>
    <p:sldLayoutId id="2147484411" r:id="rId2"/>
    <p:sldLayoutId id="2147484412" r:id="rId3"/>
    <p:sldLayoutId id="2147484413" r:id="rId4"/>
    <p:sldLayoutId id="2147484414" r:id="rId5"/>
    <p:sldLayoutId id="2147484415" r:id="rId6"/>
    <p:sldLayoutId id="2147484416" r:id="rId7"/>
    <p:sldLayoutId id="2147484417" r:id="rId8"/>
    <p:sldLayoutId id="2147484418" r:id="rId9"/>
    <p:sldLayoutId id="2147484419" r:id="rId10"/>
    <p:sldLayoutId id="2147484420" r:id="rId11"/>
    <p:sldLayoutId id="2147484421" r:id="rId12"/>
    <p:sldLayoutId id="2147484422" r:id="rId13"/>
    <p:sldLayoutId id="2147484423" r:id="rId14"/>
    <p:sldLayoutId id="2147484424" r:id="rId15"/>
    <p:sldLayoutId id="2147484425" r:id="rId16"/>
    <p:sldLayoutId id="2147484426" r:id="rId17"/>
    <p:sldLayoutId id="2147484427" r:id="rId18"/>
    <p:sldLayoutId id="2147484428" r:id="rId19"/>
    <p:sldLayoutId id="2147484429" r:id="rId20"/>
    <p:sldLayoutId id="2147484430" r:id="rId21"/>
    <p:sldLayoutId id="2147484431" r:id="rId22"/>
    <p:sldLayoutId id="2147484432" r:id="rId23"/>
    <p:sldLayoutId id="2147484433" r:id="rId24"/>
    <p:sldLayoutId id="2147484435"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21" algn="ctr" rtl="0" fontAlgn="base">
        <a:spcBef>
          <a:spcPct val="0"/>
        </a:spcBef>
        <a:spcAft>
          <a:spcPct val="0"/>
        </a:spcAft>
        <a:defRPr sz="3100">
          <a:solidFill>
            <a:schemeClr val="tx2"/>
          </a:solidFill>
          <a:latin typeface="Arial" charset="0"/>
          <a:ea typeface="宋体" pitchFamily="2" charset="-122"/>
        </a:defRPr>
      </a:lvl6pPr>
      <a:lvl7pPr marL="642845" algn="ctr" rtl="0" fontAlgn="base">
        <a:spcBef>
          <a:spcPct val="0"/>
        </a:spcBef>
        <a:spcAft>
          <a:spcPct val="0"/>
        </a:spcAft>
        <a:defRPr sz="3100">
          <a:solidFill>
            <a:schemeClr val="tx2"/>
          </a:solidFill>
          <a:latin typeface="Arial" charset="0"/>
          <a:ea typeface="宋体" pitchFamily="2" charset="-122"/>
        </a:defRPr>
      </a:lvl7pPr>
      <a:lvl8pPr marL="964266" algn="ctr" rtl="0" fontAlgn="base">
        <a:spcBef>
          <a:spcPct val="0"/>
        </a:spcBef>
        <a:spcAft>
          <a:spcPct val="0"/>
        </a:spcAft>
        <a:defRPr sz="3100">
          <a:solidFill>
            <a:schemeClr val="tx2"/>
          </a:solidFill>
          <a:latin typeface="Arial" charset="0"/>
          <a:ea typeface="宋体" pitchFamily="2" charset="-122"/>
        </a:defRPr>
      </a:lvl8pPr>
      <a:lvl9pPr marL="1285687" algn="ctr" rtl="0" fontAlgn="base">
        <a:spcBef>
          <a:spcPct val="0"/>
        </a:spcBef>
        <a:spcAft>
          <a:spcPct val="0"/>
        </a:spcAft>
        <a:defRPr sz="3100">
          <a:solidFill>
            <a:schemeClr val="tx2"/>
          </a:solidFill>
          <a:latin typeface="Arial" charset="0"/>
          <a:ea typeface="宋体" pitchFamily="2" charset="-122"/>
        </a:defRPr>
      </a:lvl9pPr>
    </p:titleStyle>
    <p:bodyStyle>
      <a:lvl1pPr marL="241066" indent="-241066" algn="l" rtl="0" eaLnBrk="0" fontAlgn="base" hangingPunct="0">
        <a:spcBef>
          <a:spcPct val="20000"/>
        </a:spcBef>
        <a:spcAft>
          <a:spcPct val="0"/>
        </a:spcAft>
        <a:buChar char="•"/>
        <a:defRPr sz="2200">
          <a:solidFill>
            <a:schemeClr val="tx1"/>
          </a:solidFill>
          <a:latin typeface="+mn-lt"/>
          <a:ea typeface="+mn-ea"/>
          <a:cs typeface="+mn-cs"/>
        </a:defRPr>
      </a:lvl1pPr>
      <a:lvl2pPr marL="522310" indent="-202006" algn="l" rtl="0" eaLnBrk="0" fontAlgn="base" hangingPunct="0">
        <a:spcBef>
          <a:spcPct val="20000"/>
        </a:spcBef>
        <a:spcAft>
          <a:spcPct val="0"/>
        </a:spcAft>
        <a:buChar char="–"/>
        <a:defRPr sz="2000">
          <a:solidFill>
            <a:schemeClr val="tx1"/>
          </a:solidFill>
          <a:latin typeface="+mn-lt"/>
          <a:ea typeface="+mn-ea"/>
        </a:defRPr>
      </a:lvl2pPr>
      <a:lvl3pPr marL="803555" indent="-160712" algn="l" rtl="0" eaLnBrk="0" fontAlgn="base" hangingPunct="0">
        <a:spcBef>
          <a:spcPct val="20000"/>
        </a:spcBef>
        <a:spcAft>
          <a:spcPct val="0"/>
        </a:spcAft>
        <a:buChar char="•"/>
        <a:defRPr sz="1700">
          <a:solidFill>
            <a:schemeClr val="tx1"/>
          </a:solidFill>
          <a:latin typeface="+mn-lt"/>
          <a:ea typeface="+mn-ea"/>
        </a:defRPr>
      </a:lvl3pPr>
      <a:lvl4pPr marL="1124978" indent="-161828" algn="l" rtl="0" eaLnBrk="0" fontAlgn="base" hangingPunct="0">
        <a:spcBef>
          <a:spcPct val="20000"/>
        </a:spcBef>
        <a:spcAft>
          <a:spcPct val="0"/>
        </a:spcAft>
        <a:buChar char="–"/>
        <a:defRPr sz="1400">
          <a:solidFill>
            <a:schemeClr val="tx1"/>
          </a:solidFill>
          <a:latin typeface="+mn-lt"/>
          <a:ea typeface="+mn-ea"/>
        </a:defRPr>
      </a:lvl4pPr>
      <a:lvl5pPr marL="1446400" indent="-160712" algn="l" rtl="0" eaLnBrk="0" fontAlgn="base" hangingPunct="0">
        <a:spcBef>
          <a:spcPct val="20000"/>
        </a:spcBef>
        <a:spcAft>
          <a:spcPct val="0"/>
        </a:spcAft>
        <a:buChar char="»"/>
        <a:defRPr sz="1400">
          <a:solidFill>
            <a:schemeClr val="tx1"/>
          </a:solidFill>
          <a:latin typeface="+mn-lt"/>
          <a:ea typeface="+mn-ea"/>
        </a:defRPr>
      </a:lvl5pPr>
      <a:lvl6pPr marL="1767822" indent="-160712" algn="l" rtl="0" fontAlgn="base">
        <a:spcBef>
          <a:spcPct val="20000"/>
        </a:spcBef>
        <a:spcAft>
          <a:spcPct val="0"/>
        </a:spcAft>
        <a:buChar char="»"/>
        <a:defRPr sz="1400">
          <a:solidFill>
            <a:schemeClr val="tx1"/>
          </a:solidFill>
          <a:latin typeface="+mn-lt"/>
          <a:ea typeface="+mn-ea"/>
        </a:defRPr>
      </a:lvl6pPr>
      <a:lvl7pPr marL="2089245" indent="-160712" algn="l" rtl="0" fontAlgn="base">
        <a:spcBef>
          <a:spcPct val="20000"/>
        </a:spcBef>
        <a:spcAft>
          <a:spcPct val="0"/>
        </a:spcAft>
        <a:buChar char="»"/>
        <a:defRPr sz="1400">
          <a:solidFill>
            <a:schemeClr val="tx1"/>
          </a:solidFill>
          <a:latin typeface="+mn-lt"/>
          <a:ea typeface="+mn-ea"/>
        </a:defRPr>
      </a:lvl7pPr>
      <a:lvl8pPr marL="2410666" indent="-160712" algn="l" rtl="0" fontAlgn="base">
        <a:spcBef>
          <a:spcPct val="20000"/>
        </a:spcBef>
        <a:spcAft>
          <a:spcPct val="0"/>
        </a:spcAft>
        <a:buChar char="»"/>
        <a:defRPr sz="1400">
          <a:solidFill>
            <a:schemeClr val="tx1"/>
          </a:solidFill>
          <a:latin typeface="+mn-lt"/>
          <a:ea typeface="+mn-ea"/>
        </a:defRPr>
      </a:lvl8pPr>
      <a:lvl9pPr marL="2732087" indent="-160712"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45" rtl="0" eaLnBrk="1" latinLnBrk="0" hangingPunct="1">
        <a:defRPr sz="1300" kern="1200">
          <a:solidFill>
            <a:schemeClr val="tx1"/>
          </a:solidFill>
          <a:latin typeface="+mn-lt"/>
          <a:ea typeface="+mn-ea"/>
          <a:cs typeface="+mn-cs"/>
        </a:defRPr>
      </a:lvl1pPr>
      <a:lvl2pPr marL="321421" algn="l" defTabSz="642845" rtl="0" eaLnBrk="1" latinLnBrk="0" hangingPunct="1">
        <a:defRPr sz="1300" kern="1200">
          <a:solidFill>
            <a:schemeClr val="tx1"/>
          </a:solidFill>
          <a:latin typeface="+mn-lt"/>
          <a:ea typeface="+mn-ea"/>
          <a:cs typeface="+mn-cs"/>
        </a:defRPr>
      </a:lvl2pPr>
      <a:lvl3pPr marL="642845" algn="l" defTabSz="642845" rtl="0" eaLnBrk="1" latinLnBrk="0" hangingPunct="1">
        <a:defRPr sz="1300" kern="1200">
          <a:solidFill>
            <a:schemeClr val="tx1"/>
          </a:solidFill>
          <a:latin typeface="+mn-lt"/>
          <a:ea typeface="+mn-ea"/>
          <a:cs typeface="+mn-cs"/>
        </a:defRPr>
      </a:lvl3pPr>
      <a:lvl4pPr marL="964266" algn="l" defTabSz="642845" rtl="0" eaLnBrk="1" latinLnBrk="0" hangingPunct="1">
        <a:defRPr sz="1300" kern="1200">
          <a:solidFill>
            <a:schemeClr val="tx1"/>
          </a:solidFill>
          <a:latin typeface="+mn-lt"/>
          <a:ea typeface="+mn-ea"/>
          <a:cs typeface="+mn-cs"/>
        </a:defRPr>
      </a:lvl4pPr>
      <a:lvl5pPr marL="1285687" algn="l" defTabSz="642845" rtl="0" eaLnBrk="1" latinLnBrk="0" hangingPunct="1">
        <a:defRPr sz="1300" kern="1200">
          <a:solidFill>
            <a:schemeClr val="tx1"/>
          </a:solidFill>
          <a:latin typeface="+mn-lt"/>
          <a:ea typeface="+mn-ea"/>
          <a:cs typeface="+mn-cs"/>
        </a:defRPr>
      </a:lvl5pPr>
      <a:lvl6pPr marL="1607112" algn="l" defTabSz="642845" rtl="0" eaLnBrk="1" latinLnBrk="0" hangingPunct="1">
        <a:defRPr sz="1300" kern="1200">
          <a:solidFill>
            <a:schemeClr val="tx1"/>
          </a:solidFill>
          <a:latin typeface="+mn-lt"/>
          <a:ea typeface="+mn-ea"/>
          <a:cs typeface="+mn-cs"/>
        </a:defRPr>
      </a:lvl6pPr>
      <a:lvl7pPr marL="1928532" algn="l" defTabSz="642845" rtl="0" eaLnBrk="1" latinLnBrk="0" hangingPunct="1">
        <a:defRPr sz="1300" kern="1200">
          <a:solidFill>
            <a:schemeClr val="tx1"/>
          </a:solidFill>
          <a:latin typeface="+mn-lt"/>
          <a:ea typeface="+mn-ea"/>
          <a:cs typeface="+mn-cs"/>
        </a:defRPr>
      </a:lvl7pPr>
      <a:lvl8pPr marL="2249955" algn="l" defTabSz="642845" rtl="0" eaLnBrk="1" latinLnBrk="0" hangingPunct="1">
        <a:defRPr sz="1300" kern="1200">
          <a:solidFill>
            <a:schemeClr val="tx1"/>
          </a:solidFill>
          <a:latin typeface="+mn-lt"/>
          <a:ea typeface="+mn-ea"/>
          <a:cs typeface="+mn-cs"/>
        </a:defRPr>
      </a:lvl8pPr>
      <a:lvl9pPr marL="2571376" algn="l" defTabSz="642845"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a:extLst>
              <a:ext uri="{FF2B5EF4-FFF2-40B4-BE49-F238E27FC236}">
                <a16:creationId xmlns:a16="http://schemas.microsoft.com/office/drawing/2014/main" id="{51B61907-CE38-43EF-ABC9-71DF18B992B9}"/>
              </a:ext>
            </a:extLst>
          </p:cNvPr>
          <p:cNvPicPr>
            <a:picLocks noChangeAspect="1"/>
          </p:cNvPicPr>
          <p:nvPr userDrawn="1"/>
        </p:nvPicPr>
        <p:blipFill>
          <a:blip r:embed="rId29"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extLst>
      <p:ext uri="{BB962C8B-B14F-4D97-AF65-F5344CB8AC3E}">
        <p14:creationId xmlns:p14="http://schemas.microsoft.com/office/powerpoint/2010/main" val="2341582964"/>
      </p:ext>
    </p:extLst>
  </p:cSld>
  <p:clrMap bg1="lt1" tx1="dk1" bg2="lt2" tx2="dk2" accent1="accent1" accent2="accent2" accent3="accent3" accent4="accent4" accent5="accent5" accent6="accent6" hlink="hlink" folHlink="folHlink"/>
  <p:sldLayoutIdLst>
    <p:sldLayoutId id="2147484467" r:id="rId1"/>
    <p:sldLayoutId id="2147484468" r:id="rId2"/>
    <p:sldLayoutId id="2147484469" r:id="rId3"/>
    <p:sldLayoutId id="2147484470" r:id="rId4"/>
    <p:sldLayoutId id="2147484471" r:id="rId5"/>
    <p:sldLayoutId id="2147484472" r:id="rId6"/>
    <p:sldLayoutId id="2147484473" r:id="rId7"/>
    <p:sldLayoutId id="2147484474" r:id="rId8"/>
    <p:sldLayoutId id="2147484475" r:id="rId9"/>
    <p:sldLayoutId id="2147484476" r:id="rId10"/>
    <p:sldLayoutId id="2147484477" r:id="rId11"/>
    <p:sldLayoutId id="2147484478" r:id="rId12"/>
    <p:sldLayoutId id="2147484479" r:id="rId13"/>
    <p:sldLayoutId id="2147484480" r:id="rId14"/>
    <p:sldLayoutId id="2147484481" r:id="rId15"/>
    <p:sldLayoutId id="2147484482" r:id="rId16"/>
    <p:sldLayoutId id="2147484483" r:id="rId17"/>
    <p:sldLayoutId id="2147484484" r:id="rId18"/>
    <p:sldLayoutId id="2147484485" r:id="rId19"/>
    <p:sldLayoutId id="2147484486" r:id="rId20"/>
    <p:sldLayoutId id="2147484487" r:id="rId21"/>
    <p:sldLayoutId id="2147484488" r:id="rId22"/>
    <p:sldLayoutId id="2147484489" r:id="rId23"/>
    <p:sldLayoutId id="2147484490" r:id="rId24"/>
    <p:sldLayoutId id="2147484491" r:id="rId25"/>
    <p:sldLayoutId id="2147484492" r:id="rId26"/>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13" algn="ctr" rtl="0" fontAlgn="base">
        <a:spcBef>
          <a:spcPct val="0"/>
        </a:spcBef>
        <a:spcAft>
          <a:spcPct val="0"/>
        </a:spcAft>
        <a:defRPr sz="3100">
          <a:solidFill>
            <a:schemeClr val="tx2"/>
          </a:solidFill>
          <a:latin typeface="Arial" charset="0"/>
          <a:ea typeface="宋体" pitchFamily="2" charset="-122"/>
        </a:defRPr>
      </a:lvl6pPr>
      <a:lvl7pPr marL="642829" algn="ctr" rtl="0" fontAlgn="base">
        <a:spcBef>
          <a:spcPct val="0"/>
        </a:spcBef>
        <a:spcAft>
          <a:spcPct val="0"/>
        </a:spcAft>
        <a:defRPr sz="3100">
          <a:solidFill>
            <a:schemeClr val="tx2"/>
          </a:solidFill>
          <a:latin typeface="Arial" charset="0"/>
          <a:ea typeface="宋体" pitchFamily="2" charset="-122"/>
        </a:defRPr>
      </a:lvl7pPr>
      <a:lvl8pPr marL="964243" algn="ctr" rtl="0" fontAlgn="base">
        <a:spcBef>
          <a:spcPct val="0"/>
        </a:spcBef>
        <a:spcAft>
          <a:spcPct val="0"/>
        </a:spcAft>
        <a:defRPr sz="3100">
          <a:solidFill>
            <a:schemeClr val="tx2"/>
          </a:solidFill>
          <a:latin typeface="Arial" charset="0"/>
          <a:ea typeface="宋体" pitchFamily="2" charset="-122"/>
        </a:defRPr>
      </a:lvl8pPr>
      <a:lvl9pPr marL="1285655" algn="ctr" rtl="0" fontAlgn="base">
        <a:spcBef>
          <a:spcPct val="0"/>
        </a:spcBef>
        <a:spcAft>
          <a:spcPct val="0"/>
        </a:spcAft>
        <a:defRPr sz="3100">
          <a:solidFill>
            <a:schemeClr val="tx2"/>
          </a:solidFill>
          <a:latin typeface="Arial" charset="0"/>
          <a:ea typeface="宋体" pitchFamily="2" charset="-122"/>
        </a:defRPr>
      </a:lvl9pPr>
    </p:titleStyle>
    <p:bodyStyle>
      <a:lvl1pPr marL="241061" indent="-241061" algn="l" rtl="0" eaLnBrk="0" fontAlgn="base" hangingPunct="0">
        <a:spcBef>
          <a:spcPct val="20000"/>
        </a:spcBef>
        <a:spcAft>
          <a:spcPct val="0"/>
        </a:spcAft>
        <a:buChar char="•"/>
        <a:defRPr sz="2200">
          <a:solidFill>
            <a:schemeClr val="tx1"/>
          </a:solidFill>
          <a:latin typeface="+mn-lt"/>
          <a:ea typeface="+mn-ea"/>
          <a:cs typeface="+mn-cs"/>
        </a:defRPr>
      </a:lvl1pPr>
      <a:lvl2pPr marL="522298" indent="-202002" algn="l" rtl="0" eaLnBrk="0" fontAlgn="base" hangingPunct="0">
        <a:spcBef>
          <a:spcPct val="20000"/>
        </a:spcBef>
        <a:spcAft>
          <a:spcPct val="0"/>
        </a:spcAft>
        <a:buChar char="–"/>
        <a:defRPr sz="2000">
          <a:solidFill>
            <a:schemeClr val="tx1"/>
          </a:solidFill>
          <a:latin typeface="+mn-lt"/>
          <a:ea typeface="+mn-ea"/>
        </a:defRPr>
      </a:lvl2pPr>
      <a:lvl3pPr marL="803535" indent="-160708" algn="l" rtl="0" eaLnBrk="0" fontAlgn="base" hangingPunct="0">
        <a:spcBef>
          <a:spcPct val="20000"/>
        </a:spcBef>
        <a:spcAft>
          <a:spcPct val="0"/>
        </a:spcAft>
        <a:buChar char="•"/>
        <a:defRPr sz="1700">
          <a:solidFill>
            <a:schemeClr val="tx1"/>
          </a:solidFill>
          <a:latin typeface="+mn-lt"/>
          <a:ea typeface="+mn-ea"/>
        </a:defRPr>
      </a:lvl3pPr>
      <a:lvl4pPr marL="1124951" indent="-161824" algn="l" rtl="0" eaLnBrk="0" fontAlgn="base" hangingPunct="0">
        <a:spcBef>
          <a:spcPct val="20000"/>
        </a:spcBef>
        <a:spcAft>
          <a:spcPct val="0"/>
        </a:spcAft>
        <a:buChar char="–"/>
        <a:defRPr sz="1400">
          <a:solidFill>
            <a:schemeClr val="tx1"/>
          </a:solidFill>
          <a:latin typeface="+mn-lt"/>
          <a:ea typeface="+mn-ea"/>
        </a:defRPr>
      </a:lvl4pPr>
      <a:lvl5pPr marL="1446364" indent="-160708" algn="l" rtl="0" eaLnBrk="0" fontAlgn="base" hangingPunct="0">
        <a:spcBef>
          <a:spcPct val="20000"/>
        </a:spcBef>
        <a:spcAft>
          <a:spcPct val="0"/>
        </a:spcAft>
        <a:buChar char="»"/>
        <a:defRPr sz="1400">
          <a:solidFill>
            <a:schemeClr val="tx1"/>
          </a:solidFill>
          <a:latin typeface="+mn-lt"/>
          <a:ea typeface="+mn-ea"/>
        </a:defRPr>
      </a:lvl5pPr>
      <a:lvl6pPr marL="1767778" indent="-160708" algn="l" rtl="0" fontAlgn="base">
        <a:spcBef>
          <a:spcPct val="20000"/>
        </a:spcBef>
        <a:spcAft>
          <a:spcPct val="0"/>
        </a:spcAft>
        <a:buChar char="»"/>
        <a:defRPr sz="1400">
          <a:solidFill>
            <a:schemeClr val="tx1"/>
          </a:solidFill>
          <a:latin typeface="+mn-lt"/>
          <a:ea typeface="+mn-ea"/>
        </a:defRPr>
      </a:lvl6pPr>
      <a:lvl7pPr marL="2089193" indent="-160708" algn="l" rtl="0" fontAlgn="base">
        <a:spcBef>
          <a:spcPct val="20000"/>
        </a:spcBef>
        <a:spcAft>
          <a:spcPct val="0"/>
        </a:spcAft>
        <a:buChar char="»"/>
        <a:defRPr sz="1400">
          <a:solidFill>
            <a:schemeClr val="tx1"/>
          </a:solidFill>
          <a:latin typeface="+mn-lt"/>
          <a:ea typeface="+mn-ea"/>
        </a:defRPr>
      </a:lvl7pPr>
      <a:lvl8pPr marL="2410606" indent="-160708" algn="l" rtl="0" fontAlgn="base">
        <a:spcBef>
          <a:spcPct val="20000"/>
        </a:spcBef>
        <a:spcAft>
          <a:spcPct val="0"/>
        </a:spcAft>
        <a:buChar char="»"/>
        <a:defRPr sz="1400">
          <a:solidFill>
            <a:schemeClr val="tx1"/>
          </a:solidFill>
          <a:latin typeface="+mn-lt"/>
          <a:ea typeface="+mn-ea"/>
        </a:defRPr>
      </a:lvl8pPr>
      <a:lvl9pPr marL="2732018" indent="-16070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29" rtl="0" eaLnBrk="1" latinLnBrk="0" hangingPunct="1">
        <a:defRPr sz="1300" kern="1200">
          <a:solidFill>
            <a:schemeClr val="tx1"/>
          </a:solidFill>
          <a:latin typeface="+mn-lt"/>
          <a:ea typeface="+mn-ea"/>
          <a:cs typeface="+mn-cs"/>
        </a:defRPr>
      </a:lvl1pPr>
      <a:lvl2pPr marL="321413" algn="l" defTabSz="642829" rtl="0" eaLnBrk="1" latinLnBrk="0" hangingPunct="1">
        <a:defRPr sz="1300" kern="1200">
          <a:solidFill>
            <a:schemeClr val="tx1"/>
          </a:solidFill>
          <a:latin typeface="+mn-lt"/>
          <a:ea typeface="+mn-ea"/>
          <a:cs typeface="+mn-cs"/>
        </a:defRPr>
      </a:lvl2pPr>
      <a:lvl3pPr marL="642829" algn="l" defTabSz="642829" rtl="0" eaLnBrk="1" latinLnBrk="0" hangingPunct="1">
        <a:defRPr sz="1300" kern="1200">
          <a:solidFill>
            <a:schemeClr val="tx1"/>
          </a:solidFill>
          <a:latin typeface="+mn-lt"/>
          <a:ea typeface="+mn-ea"/>
          <a:cs typeface="+mn-cs"/>
        </a:defRPr>
      </a:lvl3pPr>
      <a:lvl4pPr marL="964243" algn="l" defTabSz="642829" rtl="0" eaLnBrk="1" latinLnBrk="0" hangingPunct="1">
        <a:defRPr sz="1300" kern="1200">
          <a:solidFill>
            <a:schemeClr val="tx1"/>
          </a:solidFill>
          <a:latin typeface="+mn-lt"/>
          <a:ea typeface="+mn-ea"/>
          <a:cs typeface="+mn-cs"/>
        </a:defRPr>
      </a:lvl4pPr>
      <a:lvl5pPr marL="1285655" algn="l" defTabSz="642829" rtl="0" eaLnBrk="1" latinLnBrk="0" hangingPunct="1">
        <a:defRPr sz="1300" kern="1200">
          <a:solidFill>
            <a:schemeClr val="tx1"/>
          </a:solidFill>
          <a:latin typeface="+mn-lt"/>
          <a:ea typeface="+mn-ea"/>
          <a:cs typeface="+mn-cs"/>
        </a:defRPr>
      </a:lvl5pPr>
      <a:lvl6pPr marL="1607072" algn="l" defTabSz="642829" rtl="0" eaLnBrk="1" latinLnBrk="0" hangingPunct="1">
        <a:defRPr sz="1300" kern="1200">
          <a:solidFill>
            <a:schemeClr val="tx1"/>
          </a:solidFill>
          <a:latin typeface="+mn-lt"/>
          <a:ea typeface="+mn-ea"/>
          <a:cs typeface="+mn-cs"/>
        </a:defRPr>
      </a:lvl6pPr>
      <a:lvl7pPr marL="1928484" algn="l" defTabSz="642829" rtl="0" eaLnBrk="1" latinLnBrk="0" hangingPunct="1">
        <a:defRPr sz="1300" kern="1200">
          <a:solidFill>
            <a:schemeClr val="tx1"/>
          </a:solidFill>
          <a:latin typeface="+mn-lt"/>
          <a:ea typeface="+mn-ea"/>
          <a:cs typeface="+mn-cs"/>
        </a:defRPr>
      </a:lvl7pPr>
      <a:lvl8pPr marL="2249898" algn="l" defTabSz="642829" rtl="0" eaLnBrk="1" latinLnBrk="0" hangingPunct="1">
        <a:defRPr sz="1300" kern="1200">
          <a:solidFill>
            <a:schemeClr val="tx1"/>
          </a:solidFill>
          <a:latin typeface="+mn-lt"/>
          <a:ea typeface="+mn-ea"/>
          <a:cs typeface="+mn-cs"/>
        </a:defRPr>
      </a:lvl8pPr>
      <a:lvl9pPr marL="2571312" algn="l" defTabSz="642829"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5"/>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1155714"/>
      </p:ext>
    </p:extLst>
  </p:cSld>
  <p:clrMap bg1="lt1" tx1="dk1" bg2="lt2" tx2="dk2" accent1="accent1" accent2="accent2" accent3="accent3" accent4="accent4" accent5="accent5" accent6="accent6" hlink="hlink" folHlink="folHlink"/>
  <p:sldLayoutIdLst>
    <p:sldLayoutId id="2147484494" r:id="rId1"/>
    <p:sldLayoutId id="2147484495" r:id="rId2"/>
    <p:sldLayoutId id="2147484496" r:id="rId3"/>
    <p:sldLayoutId id="2147484497" r:id="rId4"/>
    <p:sldLayoutId id="2147484498" r:id="rId5"/>
    <p:sldLayoutId id="2147484499" r:id="rId6"/>
    <p:sldLayoutId id="2147484500" r:id="rId7"/>
    <p:sldLayoutId id="2147484501" r:id="rId8"/>
    <p:sldLayoutId id="2147484502" r:id="rId9"/>
    <p:sldLayoutId id="2147484503" r:id="rId10"/>
    <p:sldLayoutId id="2147484504" r:id="rId11"/>
    <p:sldLayoutId id="2147484505" r:id="rId12"/>
    <p:sldLayoutId id="2147484506" r:id="rId13"/>
    <p:sldLayoutId id="2147484507" r:id="rId14"/>
    <p:sldLayoutId id="2147484508" r:id="rId15"/>
    <p:sldLayoutId id="2147484509" r:id="rId16"/>
    <p:sldLayoutId id="2147484510" r:id="rId17"/>
    <p:sldLayoutId id="2147484511" r:id="rId18"/>
    <p:sldLayoutId id="2147484512" r:id="rId19"/>
    <p:sldLayoutId id="2147484513" r:id="rId20"/>
    <p:sldLayoutId id="2147484514" r:id="rId21"/>
    <p:sldLayoutId id="2147484515" r:id="rId22"/>
    <p:sldLayoutId id="2147484516" r:id="rId23"/>
    <p:sldLayoutId id="2147484517" r:id="rId24"/>
    <p:sldLayoutId id="2147484518"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88" algn="ctr" rtl="0" fontAlgn="base">
        <a:spcBef>
          <a:spcPct val="0"/>
        </a:spcBef>
        <a:spcAft>
          <a:spcPct val="0"/>
        </a:spcAft>
        <a:defRPr sz="3100">
          <a:solidFill>
            <a:schemeClr val="tx2"/>
          </a:solidFill>
          <a:latin typeface="Arial" charset="0"/>
          <a:ea typeface="宋体" pitchFamily="2" charset="-122"/>
        </a:defRPr>
      </a:lvl6pPr>
      <a:lvl7pPr marL="642777" algn="ctr" rtl="0" fontAlgn="base">
        <a:spcBef>
          <a:spcPct val="0"/>
        </a:spcBef>
        <a:spcAft>
          <a:spcPct val="0"/>
        </a:spcAft>
        <a:defRPr sz="3100">
          <a:solidFill>
            <a:schemeClr val="tx2"/>
          </a:solidFill>
          <a:latin typeface="Arial" charset="0"/>
          <a:ea typeface="宋体" pitchFamily="2" charset="-122"/>
        </a:defRPr>
      </a:lvl7pPr>
      <a:lvl8pPr marL="964165" algn="ctr" rtl="0" fontAlgn="base">
        <a:spcBef>
          <a:spcPct val="0"/>
        </a:spcBef>
        <a:spcAft>
          <a:spcPct val="0"/>
        </a:spcAft>
        <a:defRPr sz="3100">
          <a:solidFill>
            <a:schemeClr val="tx2"/>
          </a:solidFill>
          <a:latin typeface="Arial" charset="0"/>
          <a:ea typeface="宋体" pitchFamily="2" charset="-122"/>
        </a:defRPr>
      </a:lvl8pPr>
      <a:lvl9pPr marL="1285551" algn="ctr" rtl="0" fontAlgn="base">
        <a:spcBef>
          <a:spcPct val="0"/>
        </a:spcBef>
        <a:spcAft>
          <a:spcPct val="0"/>
        </a:spcAft>
        <a:defRPr sz="3100">
          <a:solidFill>
            <a:schemeClr val="tx2"/>
          </a:solidFill>
          <a:latin typeface="Arial" charset="0"/>
          <a:ea typeface="宋体" pitchFamily="2" charset="-122"/>
        </a:defRPr>
      </a:lvl9pPr>
    </p:titleStyle>
    <p:bodyStyle>
      <a:lvl1pPr marL="241041" indent="-241041" algn="l" rtl="0" eaLnBrk="0" fontAlgn="base" hangingPunct="0">
        <a:spcBef>
          <a:spcPct val="20000"/>
        </a:spcBef>
        <a:spcAft>
          <a:spcPct val="0"/>
        </a:spcAft>
        <a:buChar char="•"/>
        <a:defRPr sz="2200">
          <a:solidFill>
            <a:schemeClr val="tx1"/>
          </a:solidFill>
          <a:latin typeface="+mn-lt"/>
          <a:ea typeface="+mn-ea"/>
          <a:cs typeface="+mn-cs"/>
        </a:defRPr>
      </a:lvl1pPr>
      <a:lvl2pPr marL="522255" indent="-201984" algn="l" rtl="0" eaLnBrk="0" fontAlgn="base" hangingPunct="0">
        <a:spcBef>
          <a:spcPct val="20000"/>
        </a:spcBef>
        <a:spcAft>
          <a:spcPct val="0"/>
        </a:spcAft>
        <a:buChar char="–"/>
        <a:defRPr sz="2000">
          <a:solidFill>
            <a:schemeClr val="tx1"/>
          </a:solidFill>
          <a:latin typeface="+mn-lt"/>
          <a:ea typeface="+mn-ea"/>
        </a:defRPr>
      </a:lvl2pPr>
      <a:lvl3pPr marL="803471" indent="-160695" algn="l" rtl="0" eaLnBrk="0" fontAlgn="base" hangingPunct="0">
        <a:spcBef>
          <a:spcPct val="20000"/>
        </a:spcBef>
        <a:spcAft>
          <a:spcPct val="0"/>
        </a:spcAft>
        <a:buChar char="•"/>
        <a:defRPr sz="1700">
          <a:solidFill>
            <a:schemeClr val="tx1"/>
          </a:solidFill>
          <a:latin typeface="+mn-lt"/>
          <a:ea typeface="+mn-ea"/>
        </a:defRPr>
      </a:lvl3pPr>
      <a:lvl4pPr marL="1124860" indent="-161811" algn="l" rtl="0" eaLnBrk="0" fontAlgn="base" hangingPunct="0">
        <a:spcBef>
          <a:spcPct val="20000"/>
        </a:spcBef>
        <a:spcAft>
          <a:spcPct val="0"/>
        </a:spcAft>
        <a:buChar char="–"/>
        <a:defRPr sz="1400">
          <a:solidFill>
            <a:schemeClr val="tx1"/>
          </a:solidFill>
          <a:latin typeface="+mn-lt"/>
          <a:ea typeface="+mn-ea"/>
        </a:defRPr>
      </a:lvl4pPr>
      <a:lvl5pPr marL="1446247" indent="-160695" algn="l" rtl="0" eaLnBrk="0" fontAlgn="base" hangingPunct="0">
        <a:spcBef>
          <a:spcPct val="20000"/>
        </a:spcBef>
        <a:spcAft>
          <a:spcPct val="0"/>
        </a:spcAft>
        <a:buChar char="»"/>
        <a:defRPr sz="1400">
          <a:solidFill>
            <a:schemeClr val="tx1"/>
          </a:solidFill>
          <a:latin typeface="+mn-lt"/>
          <a:ea typeface="+mn-ea"/>
        </a:defRPr>
      </a:lvl5pPr>
      <a:lvl6pPr marL="1767634" indent="-160695" algn="l" rtl="0" fontAlgn="base">
        <a:spcBef>
          <a:spcPct val="20000"/>
        </a:spcBef>
        <a:spcAft>
          <a:spcPct val="0"/>
        </a:spcAft>
        <a:buChar char="»"/>
        <a:defRPr sz="1400">
          <a:solidFill>
            <a:schemeClr val="tx1"/>
          </a:solidFill>
          <a:latin typeface="+mn-lt"/>
          <a:ea typeface="+mn-ea"/>
        </a:defRPr>
      </a:lvl6pPr>
      <a:lvl7pPr marL="2089022" indent="-160695" algn="l" rtl="0" fontAlgn="base">
        <a:spcBef>
          <a:spcPct val="20000"/>
        </a:spcBef>
        <a:spcAft>
          <a:spcPct val="0"/>
        </a:spcAft>
        <a:buChar char="»"/>
        <a:defRPr sz="1400">
          <a:solidFill>
            <a:schemeClr val="tx1"/>
          </a:solidFill>
          <a:latin typeface="+mn-lt"/>
          <a:ea typeface="+mn-ea"/>
        </a:defRPr>
      </a:lvl7pPr>
      <a:lvl8pPr marL="2410409" indent="-160695" algn="l" rtl="0" fontAlgn="base">
        <a:spcBef>
          <a:spcPct val="20000"/>
        </a:spcBef>
        <a:spcAft>
          <a:spcPct val="0"/>
        </a:spcAft>
        <a:buChar char="»"/>
        <a:defRPr sz="1400">
          <a:solidFill>
            <a:schemeClr val="tx1"/>
          </a:solidFill>
          <a:latin typeface="+mn-lt"/>
          <a:ea typeface="+mn-ea"/>
        </a:defRPr>
      </a:lvl8pPr>
      <a:lvl9pPr marL="2731798" indent="-16069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77" rtl="0" eaLnBrk="1" latinLnBrk="0" hangingPunct="1">
        <a:defRPr sz="1300" kern="1200">
          <a:solidFill>
            <a:schemeClr val="tx1"/>
          </a:solidFill>
          <a:latin typeface="+mn-lt"/>
          <a:ea typeface="+mn-ea"/>
          <a:cs typeface="+mn-cs"/>
        </a:defRPr>
      </a:lvl1pPr>
      <a:lvl2pPr marL="321388" algn="l" defTabSz="642777" rtl="0" eaLnBrk="1" latinLnBrk="0" hangingPunct="1">
        <a:defRPr sz="1300" kern="1200">
          <a:solidFill>
            <a:schemeClr val="tx1"/>
          </a:solidFill>
          <a:latin typeface="+mn-lt"/>
          <a:ea typeface="+mn-ea"/>
          <a:cs typeface="+mn-cs"/>
        </a:defRPr>
      </a:lvl2pPr>
      <a:lvl3pPr marL="642777" algn="l" defTabSz="642777" rtl="0" eaLnBrk="1" latinLnBrk="0" hangingPunct="1">
        <a:defRPr sz="1300" kern="1200">
          <a:solidFill>
            <a:schemeClr val="tx1"/>
          </a:solidFill>
          <a:latin typeface="+mn-lt"/>
          <a:ea typeface="+mn-ea"/>
          <a:cs typeface="+mn-cs"/>
        </a:defRPr>
      </a:lvl3pPr>
      <a:lvl4pPr marL="964165" algn="l" defTabSz="642777" rtl="0" eaLnBrk="1" latinLnBrk="0" hangingPunct="1">
        <a:defRPr sz="1300" kern="1200">
          <a:solidFill>
            <a:schemeClr val="tx1"/>
          </a:solidFill>
          <a:latin typeface="+mn-lt"/>
          <a:ea typeface="+mn-ea"/>
          <a:cs typeface="+mn-cs"/>
        </a:defRPr>
      </a:lvl4pPr>
      <a:lvl5pPr marL="1285551" algn="l" defTabSz="642777" rtl="0" eaLnBrk="1" latinLnBrk="0" hangingPunct="1">
        <a:defRPr sz="1300" kern="1200">
          <a:solidFill>
            <a:schemeClr val="tx1"/>
          </a:solidFill>
          <a:latin typeface="+mn-lt"/>
          <a:ea typeface="+mn-ea"/>
          <a:cs typeface="+mn-cs"/>
        </a:defRPr>
      </a:lvl5pPr>
      <a:lvl6pPr marL="1606942" algn="l" defTabSz="642777" rtl="0" eaLnBrk="1" latinLnBrk="0" hangingPunct="1">
        <a:defRPr sz="1300" kern="1200">
          <a:solidFill>
            <a:schemeClr val="tx1"/>
          </a:solidFill>
          <a:latin typeface="+mn-lt"/>
          <a:ea typeface="+mn-ea"/>
          <a:cs typeface="+mn-cs"/>
        </a:defRPr>
      </a:lvl6pPr>
      <a:lvl7pPr marL="1928328" algn="l" defTabSz="642777" rtl="0" eaLnBrk="1" latinLnBrk="0" hangingPunct="1">
        <a:defRPr sz="1300" kern="1200">
          <a:solidFill>
            <a:schemeClr val="tx1"/>
          </a:solidFill>
          <a:latin typeface="+mn-lt"/>
          <a:ea typeface="+mn-ea"/>
          <a:cs typeface="+mn-cs"/>
        </a:defRPr>
      </a:lvl7pPr>
      <a:lvl8pPr marL="2249716" algn="l" defTabSz="642777" rtl="0" eaLnBrk="1" latinLnBrk="0" hangingPunct="1">
        <a:defRPr sz="1300" kern="1200">
          <a:solidFill>
            <a:schemeClr val="tx1"/>
          </a:solidFill>
          <a:latin typeface="+mn-lt"/>
          <a:ea typeface="+mn-ea"/>
          <a:cs typeface="+mn-cs"/>
        </a:defRPr>
      </a:lvl8pPr>
      <a:lvl9pPr marL="2571104" algn="l" defTabSz="642777"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2" y="9963"/>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36"/>
            <a:ext cx="7879080" cy="1015343"/>
          </a:xfrm>
          <a:prstGeom prst="rect">
            <a:avLst/>
          </a:prstGeom>
          <a:noFill/>
        </p:spPr>
        <p:txBody>
          <a:bodyPr wrap="none" rtlCol="0">
            <a:spAutoFit/>
          </a:bodyPr>
          <a:lstStyle/>
          <a:p>
            <a:r>
              <a:rPr lang="zh-CN" alt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8"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1306689"/>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96" algn="ctr" rtl="0" fontAlgn="base">
        <a:spcBef>
          <a:spcPct val="0"/>
        </a:spcBef>
        <a:spcAft>
          <a:spcPct val="0"/>
        </a:spcAft>
        <a:defRPr sz="3100">
          <a:solidFill>
            <a:schemeClr val="tx2"/>
          </a:solidFill>
          <a:latin typeface="Arial" charset="0"/>
          <a:ea typeface="宋体" pitchFamily="2" charset="-122"/>
        </a:defRPr>
      </a:lvl6pPr>
      <a:lvl7pPr marL="642793" algn="ctr" rtl="0" fontAlgn="base">
        <a:spcBef>
          <a:spcPct val="0"/>
        </a:spcBef>
        <a:spcAft>
          <a:spcPct val="0"/>
        </a:spcAft>
        <a:defRPr sz="3100">
          <a:solidFill>
            <a:schemeClr val="tx2"/>
          </a:solidFill>
          <a:latin typeface="Arial" charset="0"/>
          <a:ea typeface="宋体" pitchFamily="2" charset="-122"/>
        </a:defRPr>
      </a:lvl7pPr>
      <a:lvl8pPr marL="964189" algn="ctr" rtl="0" fontAlgn="base">
        <a:spcBef>
          <a:spcPct val="0"/>
        </a:spcBef>
        <a:spcAft>
          <a:spcPct val="0"/>
        </a:spcAft>
        <a:defRPr sz="3100">
          <a:solidFill>
            <a:schemeClr val="tx2"/>
          </a:solidFill>
          <a:latin typeface="Arial" charset="0"/>
          <a:ea typeface="宋体" pitchFamily="2" charset="-122"/>
        </a:defRPr>
      </a:lvl8pPr>
      <a:lvl9pPr marL="1285583" algn="ctr" rtl="0" fontAlgn="base">
        <a:spcBef>
          <a:spcPct val="0"/>
        </a:spcBef>
        <a:spcAft>
          <a:spcPct val="0"/>
        </a:spcAft>
        <a:defRPr sz="3100">
          <a:solidFill>
            <a:schemeClr val="tx2"/>
          </a:solidFill>
          <a:latin typeface="Arial" charset="0"/>
          <a:ea typeface="宋体" pitchFamily="2" charset="-122"/>
        </a:defRPr>
      </a:lvl9pPr>
    </p:titleStyle>
    <p:bodyStyle>
      <a:lvl1pPr marL="241047" indent="-241047" algn="l" rtl="0" eaLnBrk="0" fontAlgn="base" hangingPunct="0">
        <a:spcBef>
          <a:spcPct val="20000"/>
        </a:spcBef>
        <a:spcAft>
          <a:spcPct val="0"/>
        </a:spcAft>
        <a:buChar char="•"/>
        <a:defRPr sz="2200">
          <a:solidFill>
            <a:schemeClr val="tx1"/>
          </a:solidFill>
          <a:latin typeface="+mn-lt"/>
          <a:ea typeface="+mn-ea"/>
          <a:cs typeface="+mn-cs"/>
        </a:defRPr>
      </a:lvl1pPr>
      <a:lvl2pPr marL="522268" indent="-201989" algn="l" rtl="0" eaLnBrk="0" fontAlgn="base" hangingPunct="0">
        <a:spcBef>
          <a:spcPct val="20000"/>
        </a:spcBef>
        <a:spcAft>
          <a:spcPct val="0"/>
        </a:spcAft>
        <a:buChar char="–"/>
        <a:defRPr sz="2000">
          <a:solidFill>
            <a:schemeClr val="tx1"/>
          </a:solidFill>
          <a:latin typeface="+mn-lt"/>
          <a:ea typeface="+mn-ea"/>
        </a:defRPr>
      </a:lvl2pPr>
      <a:lvl3pPr marL="803490" indent="-160698" algn="l" rtl="0" eaLnBrk="0" fontAlgn="base" hangingPunct="0">
        <a:spcBef>
          <a:spcPct val="20000"/>
        </a:spcBef>
        <a:spcAft>
          <a:spcPct val="0"/>
        </a:spcAft>
        <a:buChar char="•"/>
        <a:defRPr sz="1700">
          <a:solidFill>
            <a:schemeClr val="tx1"/>
          </a:solidFill>
          <a:latin typeface="+mn-lt"/>
          <a:ea typeface="+mn-ea"/>
        </a:defRPr>
      </a:lvl3pPr>
      <a:lvl4pPr marL="1124888" indent="-161814" algn="l" rtl="0" eaLnBrk="0" fontAlgn="base" hangingPunct="0">
        <a:spcBef>
          <a:spcPct val="20000"/>
        </a:spcBef>
        <a:spcAft>
          <a:spcPct val="0"/>
        </a:spcAft>
        <a:buChar char="–"/>
        <a:defRPr sz="1400">
          <a:solidFill>
            <a:schemeClr val="tx1"/>
          </a:solidFill>
          <a:latin typeface="+mn-lt"/>
          <a:ea typeface="+mn-ea"/>
        </a:defRPr>
      </a:lvl4pPr>
      <a:lvl5pPr marL="1446282" indent="-160698" algn="l" rtl="0" eaLnBrk="0" fontAlgn="base" hangingPunct="0">
        <a:spcBef>
          <a:spcPct val="20000"/>
        </a:spcBef>
        <a:spcAft>
          <a:spcPct val="0"/>
        </a:spcAft>
        <a:buChar char="»"/>
        <a:defRPr sz="1400">
          <a:solidFill>
            <a:schemeClr val="tx1"/>
          </a:solidFill>
          <a:latin typeface="+mn-lt"/>
          <a:ea typeface="+mn-ea"/>
        </a:defRPr>
      </a:lvl5pPr>
      <a:lvl6pPr marL="1767679" indent="-160698" algn="l" rtl="0" fontAlgn="base">
        <a:spcBef>
          <a:spcPct val="20000"/>
        </a:spcBef>
        <a:spcAft>
          <a:spcPct val="0"/>
        </a:spcAft>
        <a:buChar char="»"/>
        <a:defRPr sz="1400">
          <a:solidFill>
            <a:schemeClr val="tx1"/>
          </a:solidFill>
          <a:latin typeface="+mn-lt"/>
          <a:ea typeface="+mn-ea"/>
        </a:defRPr>
      </a:lvl6pPr>
      <a:lvl7pPr marL="2089075" indent="-160698" algn="l" rtl="0" fontAlgn="base">
        <a:spcBef>
          <a:spcPct val="20000"/>
        </a:spcBef>
        <a:spcAft>
          <a:spcPct val="0"/>
        </a:spcAft>
        <a:buChar char="»"/>
        <a:defRPr sz="1400">
          <a:solidFill>
            <a:schemeClr val="tx1"/>
          </a:solidFill>
          <a:latin typeface="+mn-lt"/>
          <a:ea typeface="+mn-ea"/>
        </a:defRPr>
      </a:lvl7pPr>
      <a:lvl8pPr marL="2410469" indent="-160698" algn="l" rtl="0" fontAlgn="base">
        <a:spcBef>
          <a:spcPct val="20000"/>
        </a:spcBef>
        <a:spcAft>
          <a:spcPct val="0"/>
        </a:spcAft>
        <a:buChar char="»"/>
        <a:defRPr sz="1400">
          <a:solidFill>
            <a:schemeClr val="tx1"/>
          </a:solidFill>
          <a:latin typeface="+mn-lt"/>
          <a:ea typeface="+mn-ea"/>
        </a:defRPr>
      </a:lvl8pPr>
      <a:lvl9pPr marL="2731866" indent="-160698"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93" rtl="0" eaLnBrk="1" latinLnBrk="0" hangingPunct="1">
        <a:defRPr sz="1300" kern="1200">
          <a:solidFill>
            <a:schemeClr val="tx1"/>
          </a:solidFill>
          <a:latin typeface="+mn-lt"/>
          <a:ea typeface="+mn-ea"/>
          <a:cs typeface="+mn-cs"/>
        </a:defRPr>
      </a:lvl1pPr>
      <a:lvl2pPr marL="321396" algn="l" defTabSz="642793" rtl="0" eaLnBrk="1" latinLnBrk="0" hangingPunct="1">
        <a:defRPr sz="1300" kern="1200">
          <a:solidFill>
            <a:schemeClr val="tx1"/>
          </a:solidFill>
          <a:latin typeface="+mn-lt"/>
          <a:ea typeface="+mn-ea"/>
          <a:cs typeface="+mn-cs"/>
        </a:defRPr>
      </a:lvl2pPr>
      <a:lvl3pPr marL="642793" algn="l" defTabSz="642793" rtl="0" eaLnBrk="1" latinLnBrk="0" hangingPunct="1">
        <a:defRPr sz="1300" kern="1200">
          <a:solidFill>
            <a:schemeClr val="tx1"/>
          </a:solidFill>
          <a:latin typeface="+mn-lt"/>
          <a:ea typeface="+mn-ea"/>
          <a:cs typeface="+mn-cs"/>
        </a:defRPr>
      </a:lvl3pPr>
      <a:lvl4pPr marL="964189" algn="l" defTabSz="642793" rtl="0" eaLnBrk="1" latinLnBrk="0" hangingPunct="1">
        <a:defRPr sz="1300" kern="1200">
          <a:solidFill>
            <a:schemeClr val="tx1"/>
          </a:solidFill>
          <a:latin typeface="+mn-lt"/>
          <a:ea typeface="+mn-ea"/>
          <a:cs typeface="+mn-cs"/>
        </a:defRPr>
      </a:lvl4pPr>
      <a:lvl5pPr marL="1285583" algn="l" defTabSz="642793" rtl="0" eaLnBrk="1" latinLnBrk="0" hangingPunct="1">
        <a:defRPr sz="1300" kern="1200">
          <a:solidFill>
            <a:schemeClr val="tx1"/>
          </a:solidFill>
          <a:latin typeface="+mn-lt"/>
          <a:ea typeface="+mn-ea"/>
          <a:cs typeface="+mn-cs"/>
        </a:defRPr>
      </a:lvl5pPr>
      <a:lvl6pPr marL="1606982" algn="l" defTabSz="642793" rtl="0" eaLnBrk="1" latinLnBrk="0" hangingPunct="1">
        <a:defRPr sz="1300" kern="1200">
          <a:solidFill>
            <a:schemeClr val="tx1"/>
          </a:solidFill>
          <a:latin typeface="+mn-lt"/>
          <a:ea typeface="+mn-ea"/>
          <a:cs typeface="+mn-cs"/>
        </a:defRPr>
      </a:lvl6pPr>
      <a:lvl7pPr marL="1928376" algn="l" defTabSz="642793" rtl="0" eaLnBrk="1" latinLnBrk="0" hangingPunct="1">
        <a:defRPr sz="1300" kern="1200">
          <a:solidFill>
            <a:schemeClr val="tx1"/>
          </a:solidFill>
          <a:latin typeface="+mn-lt"/>
          <a:ea typeface="+mn-ea"/>
          <a:cs typeface="+mn-cs"/>
        </a:defRPr>
      </a:lvl7pPr>
      <a:lvl8pPr marL="2249772" algn="l" defTabSz="642793" rtl="0" eaLnBrk="1" latinLnBrk="0" hangingPunct="1">
        <a:defRPr sz="1300" kern="1200">
          <a:solidFill>
            <a:schemeClr val="tx1"/>
          </a:solidFill>
          <a:latin typeface="+mn-lt"/>
          <a:ea typeface="+mn-ea"/>
          <a:cs typeface="+mn-cs"/>
        </a:defRPr>
      </a:lvl8pPr>
      <a:lvl9pPr marL="2571168" algn="l" defTabSz="642793"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7">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1442293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 id="2147484645" r:id="rId10"/>
    <p:sldLayoutId id="2147484646" r:id="rId11"/>
    <p:sldLayoutId id="2147484647" r:id="rId12"/>
    <p:sldLayoutId id="2147484648" r:id="rId13"/>
    <p:sldLayoutId id="2147484649" r:id="rId14"/>
    <p:sldLayoutId id="2147484650" r:id="rId15"/>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2">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charset="-122"/>
                <a:ea typeface="微软雅黑" panose="020B0503020204020204" charset="-122"/>
                <a:cs typeface="+mn-cs"/>
              </a:rPr>
              <a:pPr marL="0" marR="0" lvl="0" indent="0" algn="r" defTabSz="914400" rtl="0" eaLnBrk="0" fontAlgn="base" latinLnBrk="0" hangingPunct="0">
                <a:lnSpc>
                  <a:spcPct val="100000"/>
                </a:lnSpc>
                <a:spcBef>
                  <a:spcPct val="0"/>
                </a:spcBef>
                <a:spcAft>
                  <a:spcPct val="0"/>
                </a:spcAft>
                <a:buClrTx/>
                <a:buSzTx/>
                <a:buFontTx/>
                <a:buNone/>
                <a:defRPr/>
              </a:pPr>
              <a:t>‹#›</a:t>
            </a:fld>
            <a:endParaRPr kumimoji="0" lang="zh-CN" altLang="en-US" sz="16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852148186"/>
      </p:ext>
    </p:extLst>
  </p:cSld>
  <p:clrMap bg1="lt1" tx1="dk1" bg2="lt2" tx2="dk2" accent1="accent1" accent2="accent2" accent3="accent3" accent4="accent4" accent5="accent5" accent6="accent6" hlink="hlink" folHlink="folHlink"/>
  <p:sldLayoutIdLst>
    <p:sldLayoutId id="2147484652" r:id="rId1"/>
    <p:sldLayoutId id="2147484653" r:id="rId2"/>
    <p:sldLayoutId id="2147484654" r:id="rId3"/>
    <p:sldLayoutId id="2147484655" r:id="rId4"/>
    <p:sldLayoutId id="2147484656" r:id="rId5"/>
    <p:sldLayoutId id="2147484657" r:id="rId6"/>
    <p:sldLayoutId id="2147484658" r:id="rId7"/>
    <p:sldLayoutId id="2147484659" r:id="rId8"/>
    <p:sldLayoutId id="2147484660" r:id="rId9"/>
    <p:sldLayoutId id="2147484661" r:id="rId10"/>
    <p:sldLayoutId id="2147484662" r:id="rId11"/>
    <p:sldLayoutId id="2147484663" r:id="rId12"/>
    <p:sldLayoutId id="2147484664" r:id="rId13"/>
    <p:sldLayoutId id="2147484665" r:id="rId14"/>
    <p:sldLayoutId id="2147484666" r:id="rId15"/>
    <p:sldLayoutId id="2147484667" r:id="rId16"/>
    <p:sldLayoutId id="2147484668" r:id="rId17"/>
    <p:sldLayoutId id="2147484669" r:id="rId18"/>
    <p:sldLayoutId id="2147484670" r:id="rId19"/>
    <p:sldLayoutId id="2147484671" r:id="rId20"/>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2400">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1796894543"/>
      </p:ext>
    </p:extLst>
  </p:cSld>
  <p:clrMap bg1="lt1" tx1="dk1" bg2="lt2" tx2="dk2" accent1="accent1" accent2="accent2" accent3="accent3" accent4="accent4" accent5="accent5" accent6="accent6" hlink="hlink" folHlink="folHlink"/>
  <p:sldLayoutIdLst>
    <p:sldLayoutId id="2147484951" r:id="rId1"/>
    <p:sldLayoutId id="2147484952" r:id="rId2"/>
    <p:sldLayoutId id="2147484953" r:id="rId3"/>
    <p:sldLayoutId id="2147484954" r:id="rId4"/>
    <p:sldLayoutId id="2147484955" r:id="rId5"/>
    <p:sldLayoutId id="2147484956" r:id="rId6"/>
    <p:sldLayoutId id="2147484957" r:id="rId7"/>
    <p:sldLayoutId id="2147484958" r:id="rId8"/>
    <p:sldLayoutId id="2147484959" r:id="rId9"/>
    <p:sldLayoutId id="2147484960" r:id="rId10"/>
    <p:sldLayoutId id="2147484961" r:id="rId11"/>
    <p:sldLayoutId id="2147484962" r:id="rId12"/>
    <p:sldLayoutId id="2147484963" r:id="rId13"/>
    <p:sldLayoutId id="2147484964" r:id="rId14"/>
    <p:sldLayoutId id="2147484965" r:id="rId15"/>
    <p:sldLayoutId id="2147484966" r:id="rId16"/>
    <p:sldLayoutId id="2147484967" r:id="rId17"/>
  </p:sldLayoutIdLst>
  <p:txStyles>
    <p:titleStyle>
      <a:lvl1pPr algn="ctr" defTabSz="1219042" rtl="0" eaLnBrk="1" latinLnBrk="0" hangingPunct="1">
        <a:spcBef>
          <a:spcPct val="0"/>
        </a:spcBef>
        <a:buNone/>
        <a:defRPr sz="5867" kern="1200">
          <a:solidFill>
            <a:schemeClr val="tx1"/>
          </a:solidFill>
          <a:latin typeface="+mj-lt"/>
          <a:ea typeface="+mj-ea"/>
          <a:cs typeface="+mj-cs"/>
        </a:defRPr>
      </a:lvl1pPr>
    </p:titleStyle>
    <p:bodyStyle>
      <a:lvl1pPr marL="457141" indent="-457141" algn="l" defTabSz="1219042" rtl="0" eaLnBrk="1" latinLnBrk="0" hangingPunct="1">
        <a:spcBef>
          <a:spcPct val="20000"/>
        </a:spcBef>
        <a:buFont typeface="Arial" panose="020B0604020202020204" pitchFamily="34" charset="0"/>
        <a:buChar char="•"/>
        <a:defRPr sz="4267" kern="1200">
          <a:solidFill>
            <a:schemeClr val="tx1"/>
          </a:solidFill>
          <a:latin typeface="+mn-lt"/>
          <a:ea typeface="+mn-ea"/>
          <a:cs typeface="+mn-cs"/>
        </a:defRPr>
      </a:lvl1pPr>
      <a:lvl2pPr marL="990470" indent="-380950" algn="l" defTabSz="1219042" rtl="0" eaLnBrk="1" latinLnBrk="0" hangingPunct="1">
        <a:spcBef>
          <a:spcPct val="20000"/>
        </a:spcBef>
        <a:buFont typeface="Arial" panose="020B0604020202020204" pitchFamily="34" charset="0"/>
        <a:buChar char="–"/>
        <a:defRPr sz="3733" kern="1200">
          <a:solidFill>
            <a:schemeClr val="tx1"/>
          </a:solidFill>
          <a:latin typeface="+mn-lt"/>
          <a:ea typeface="+mn-ea"/>
          <a:cs typeface="+mn-cs"/>
        </a:defRPr>
      </a:lvl2pPr>
      <a:lvl3pPr marL="1523802" indent="-304760" algn="l" defTabSz="1219042"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320"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839"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36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88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402"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921" indent="-304760" algn="l" defTabSz="1219042"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42" rtl="0" eaLnBrk="1" latinLnBrk="0" hangingPunct="1">
        <a:defRPr sz="2400" kern="1200">
          <a:solidFill>
            <a:schemeClr val="tx1"/>
          </a:solidFill>
          <a:latin typeface="+mn-lt"/>
          <a:ea typeface="+mn-ea"/>
          <a:cs typeface="+mn-cs"/>
        </a:defRPr>
      </a:lvl1pPr>
      <a:lvl2pPr marL="609521" algn="l" defTabSz="1219042" rtl="0" eaLnBrk="1" latinLnBrk="0" hangingPunct="1">
        <a:defRPr sz="2400" kern="1200">
          <a:solidFill>
            <a:schemeClr val="tx1"/>
          </a:solidFill>
          <a:latin typeface="+mn-lt"/>
          <a:ea typeface="+mn-ea"/>
          <a:cs typeface="+mn-cs"/>
        </a:defRPr>
      </a:lvl2pPr>
      <a:lvl3pPr marL="1219042" algn="l" defTabSz="1219042" rtl="0" eaLnBrk="1" latinLnBrk="0" hangingPunct="1">
        <a:defRPr sz="2400" kern="1200">
          <a:solidFill>
            <a:schemeClr val="tx1"/>
          </a:solidFill>
          <a:latin typeface="+mn-lt"/>
          <a:ea typeface="+mn-ea"/>
          <a:cs typeface="+mn-cs"/>
        </a:defRPr>
      </a:lvl3pPr>
      <a:lvl4pPr marL="1828561" algn="l" defTabSz="1219042" rtl="0" eaLnBrk="1" latinLnBrk="0" hangingPunct="1">
        <a:defRPr sz="2400" kern="1200">
          <a:solidFill>
            <a:schemeClr val="tx1"/>
          </a:solidFill>
          <a:latin typeface="+mn-lt"/>
          <a:ea typeface="+mn-ea"/>
          <a:cs typeface="+mn-cs"/>
        </a:defRPr>
      </a:lvl4pPr>
      <a:lvl5pPr marL="2438080" algn="l" defTabSz="1219042" rtl="0" eaLnBrk="1" latinLnBrk="0" hangingPunct="1">
        <a:defRPr sz="2400" kern="1200">
          <a:solidFill>
            <a:schemeClr val="tx1"/>
          </a:solidFill>
          <a:latin typeface="+mn-lt"/>
          <a:ea typeface="+mn-ea"/>
          <a:cs typeface="+mn-cs"/>
        </a:defRPr>
      </a:lvl5pPr>
      <a:lvl6pPr marL="3047601" algn="l" defTabSz="1219042" rtl="0" eaLnBrk="1" latinLnBrk="0" hangingPunct="1">
        <a:defRPr sz="2400" kern="1200">
          <a:solidFill>
            <a:schemeClr val="tx1"/>
          </a:solidFill>
          <a:latin typeface="+mn-lt"/>
          <a:ea typeface="+mn-ea"/>
          <a:cs typeface="+mn-cs"/>
        </a:defRPr>
      </a:lvl6pPr>
      <a:lvl7pPr marL="3657122" algn="l" defTabSz="1219042" rtl="0" eaLnBrk="1" latinLnBrk="0" hangingPunct="1">
        <a:defRPr sz="2400" kern="1200">
          <a:solidFill>
            <a:schemeClr val="tx1"/>
          </a:solidFill>
          <a:latin typeface="+mn-lt"/>
          <a:ea typeface="+mn-ea"/>
          <a:cs typeface="+mn-cs"/>
        </a:defRPr>
      </a:lvl7pPr>
      <a:lvl8pPr marL="4266641" algn="l" defTabSz="1219042" rtl="0" eaLnBrk="1" latinLnBrk="0" hangingPunct="1">
        <a:defRPr sz="2400" kern="1200">
          <a:solidFill>
            <a:schemeClr val="tx1"/>
          </a:solidFill>
          <a:latin typeface="+mn-lt"/>
          <a:ea typeface="+mn-ea"/>
          <a:cs typeface="+mn-cs"/>
        </a:defRPr>
      </a:lvl8pPr>
      <a:lvl9pPr marL="4876162" algn="l" defTabSz="1219042"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8">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9"/>
          <a:stretch>
            <a:fillRect/>
          </a:stretch>
        </p:blipFill>
        <p:spPr>
          <a:xfrm>
            <a:off x="104824" y="9968"/>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8838937"/>
      </p:ext>
    </p:extLst>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 id="2147484980" r:id="rId12"/>
    <p:sldLayoutId id="2147484981" r:id="rId13"/>
    <p:sldLayoutId id="2147484982" r:id="rId14"/>
    <p:sldLayoutId id="2147484983" r:id="rId15"/>
    <p:sldLayoutId id="2147484984" r:id="rId16"/>
    <p:sldLayoutId id="2147484985" r:id="rId17"/>
    <p:sldLayoutId id="2147484986" r:id="rId18"/>
    <p:sldLayoutId id="2147484987" r:id="rId19"/>
    <p:sldLayoutId id="2147484988" r:id="rId20"/>
    <p:sldLayoutId id="2147484989" r:id="rId21"/>
    <p:sldLayoutId id="2147484990" r:id="rId22"/>
    <p:sldLayoutId id="2147484991" r:id="rId23"/>
    <p:sldLayoutId id="2147484992" r:id="rId24"/>
    <p:sldLayoutId id="2147484993" r:id="rId25"/>
    <p:sldLayoutId id="2147484994"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25" algn="ctr" rtl="0" fontAlgn="base">
        <a:spcBef>
          <a:spcPct val="0"/>
        </a:spcBef>
        <a:spcAft>
          <a:spcPct val="0"/>
        </a:spcAft>
        <a:defRPr sz="3100">
          <a:solidFill>
            <a:schemeClr val="tx2"/>
          </a:solidFill>
          <a:latin typeface="Arial" charset="0"/>
          <a:ea typeface="宋体" pitchFamily="2" charset="-122"/>
        </a:defRPr>
      </a:lvl6pPr>
      <a:lvl7pPr marL="642652" algn="ctr" rtl="0" fontAlgn="base">
        <a:spcBef>
          <a:spcPct val="0"/>
        </a:spcBef>
        <a:spcAft>
          <a:spcPct val="0"/>
        </a:spcAft>
        <a:defRPr sz="3100">
          <a:solidFill>
            <a:schemeClr val="tx2"/>
          </a:solidFill>
          <a:latin typeface="Arial" charset="0"/>
          <a:ea typeface="宋体" pitchFamily="2" charset="-122"/>
        </a:defRPr>
      </a:lvl7pPr>
      <a:lvl8pPr marL="963979" algn="ctr" rtl="0" fontAlgn="base">
        <a:spcBef>
          <a:spcPct val="0"/>
        </a:spcBef>
        <a:spcAft>
          <a:spcPct val="0"/>
        </a:spcAft>
        <a:defRPr sz="3100">
          <a:solidFill>
            <a:schemeClr val="tx2"/>
          </a:solidFill>
          <a:latin typeface="Arial" charset="0"/>
          <a:ea typeface="宋体" pitchFamily="2" charset="-122"/>
        </a:defRPr>
      </a:lvl8pPr>
      <a:lvl9pPr marL="1285304" algn="ctr" rtl="0" fontAlgn="base">
        <a:spcBef>
          <a:spcPct val="0"/>
        </a:spcBef>
        <a:spcAft>
          <a:spcPct val="0"/>
        </a:spcAft>
        <a:defRPr sz="3100">
          <a:solidFill>
            <a:schemeClr val="tx2"/>
          </a:solidFill>
          <a:latin typeface="Arial" charset="0"/>
          <a:ea typeface="宋体" pitchFamily="2" charset="-122"/>
        </a:defRPr>
      </a:lvl9pPr>
    </p:titleStyle>
    <p:bodyStyle>
      <a:lvl1pPr marL="240995" indent="-240995" algn="l" rtl="0" eaLnBrk="0" fontAlgn="base" hangingPunct="0">
        <a:spcBef>
          <a:spcPct val="20000"/>
        </a:spcBef>
        <a:spcAft>
          <a:spcPct val="0"/>
        </a:spcAft>
        <a:buChar char="•"/>
        <a:defRPr sz="2200">
          <a:solidFill>
            <a:schemeClr val="tx1"/>
          </a:solidFill>
          <a:latin typeface="+mn-lt"/>
          <a:ea typeface="+mn-ea"/>
          <a:cs typeface="+mn-cs"/>
        </a:defRPr>
      </a:lvl1pPr>
      <a:lvl2pPr marL="522155" indent="-201946" algn="l" rtl="0" eaLnBrk="0" fontAlgn="base" hangingPunct="0">
        <a:spcBef>
          <a:spcPct val="20000"/>
        </a:spcBef>
        <a:spcAft>
          <a:spcPct val="0"/>
        </a:spcAft>
        <a:buChar char="–"/>
        <a:defRPr sz="2000">
          <a:solidFill>
            <a:schemeClr val="tx1"/>
          </a:solidFill>
          <a:latin typeface="+mn-lt"/>
          <a:ea typeface="+mn-ea"/>
        </a:defRPr>
      </a:lvl2pPr>
      <a:lvl3pPr marL="803316" indent="-160664" algn="l" rtl="0" eaLnBrk="0" fontAlgn="base" hangingPunct="0">
        <a:spcBef>
          <a:spcPct val="20000"/>
        </a:spcBef>
        <a:spcAft>
          <a:spcPct val="0"/>
        </a:spcAft>
        <a:buChar char="•"/>
        <a:defRPr sz="1700">
          <a:solidFill>
            <a:schemeClr val="tx1"/>
          </a:solidFill>
          <a:latin typeface="+mn-lt"/>
          <a:ea typeface="+mn-ea"/>
        </a:defRPr>
      </a:lvl3pPr>
      <a:lvl4pPr marL="1124644" indent="-161780" algn="l" rtl="0" eaLnBrk="0" fontAlgn="base" hangingPunct="0">
        <a:spcBef>
          <a:spcPct val="20000"/>
        </a:spcBef>
        <a:spcAft>
          <a:spcPct val="0"/>
        </a:spcAft>
        <a:buChar char="–"/>
        <a:defRPr sz="1400">
          <a:solidFill>
            <a:schemeClr val="tx1"/>
          </a:solidFill>
          <a:latin typeface="+mn-lt"/>
          <a:ea typeface="+mn-ea"/>
        </a:defRPr>
      </a:lvl4pPr>
      <a:lvl5pPr marL="1445969" indent="-160664" algn="l" rtl="0" eaLnBrk="0" fontAlgn="base" hangingPunct="0">
        <a:spcBef>
          <a:spcPct val="20000"/>
        </a:spcBef>
        <a:spcAft>
          <a:spcPct val="0"/>
        </a:spcAft>
        <a:buChar char="»"/>
        <a:defRPr sz="1400">
          <a:solidFill>
            <a:schemeClr val="tx1"/>
          </a:solidFill>
          <a:latin typeface="+mn-lt"/>
          <a:ea typeface="+mn-ea"/>
        </a:defRPr>
      </a:lvl5pPr>
      <a:lvl6pPr marL="1767294" indent="-160664" algn="l" rtl="0" fontAlgn="base">
        <a:spcBef>
          <a:spcPct val="20000"/>
        </a:spcBef>
        <a:spcAft>
          <a:spcPct val="0"/>
        </a:spcAft>
        <a:buChar char="»"/>
        <a:defRPr sz="1400">
          <a:solidFill>
            <a:schemeClr val="tx1"/>
          </a:solidFill>
          <a:latin typeface="+mn-lt"/>
          <a:ea typeface="+mn-ea"/>
        </a:defRPr>
      </a:lvl6pPr>
      <a:lvl7pPr marL="2088621" indent="-160664" algn="l" rtl="0" fontAlgn="base">
        <a:spcBef>
          <a:spcPct val="20000"/>
        </a:spcBef>
        <a:spcAft>
          <a:spcPct val="0"/>
        </a:spcAft>
        <a:buChar char="»"/>
        <a:defRPr sz="1400">
          <a:solidFill>
            <a:schemeClr val="tx1"/>
          </a:solidFill>
          <a:latin typeface="+mn-lt"/>
          <a:ea typeface="+mn-ea"/>
        </a:defRPr>
      </a:lvl7pPr>
      <a:lvl8pPr marL="2409946" indent="-160664" algn="l" rtl="0" fontAlgn="base">
        <a:spcBef>
          <a:spcPct val="20000"/>
        </a:spcBef>
        <a:spcAft>
          <a:spcPct val="0"/>
        </a:spcAft>
        <a:buChar char="»"/>
        <a:defRPr sz="1400">
          <a:solidFill>
            <a:schemeClr val="tx1"/>
          </a:solidFill>
          <a:latin typeface="+mn-lt"/>
          <a:ea typeface="+mn-ea"/>
        </a:defRPr>
      </a:lvl8pPr>
      <a:lvl9pPr marL="2731272" indent="-160664"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52" rtl="0" eaLnBrk="1" latinLnBrk="0" hangingPunct="1">
        <a:defRPr sz="1300" kern="1200">
          <a:solidFill>
            <a:schemeClr val="tx1"/>
          </a:solidFill>
          <a:latin typeface="+mn-lt"/>
          <a:ea typeface="+mn-ea"/>
          <a:cs typeface="+mn-cs"/>
        </a:defRPr>
      </a:lvl1pPr>
      <a:lvl2pPr marL="321325" algn="l" defTabSz="642652" rtl="0" eaLnBrk="1" latinLnBrk="0" hangingPunct="1">
        <a:defRPr sz="1300" kern="1200">
          <a:solidFill>
            <a:schemeClr val="tx1"/>
          </a:solidFill>
          <a:latin typeface="+mn-lt"/>
          <a:ea typeface="+mn-ea"/>
          <a:cs typeface="+mn-cs"/>
        </a:defRPr>
      </a:lvl2pPr>
      <a:lvl3pPr marL="642652" algn="l" defTabSz="642652" rtl="0" eaLnBrk="1" latinLnBrk="0" hangingPunct="1">
        <a:defRPr sz="1300" kern="1200">
          <a:solidFill>
            <a:schemeClr val="tx1"/>
          </a:solidFill>
          <a:latin typeface="+mn-lt"/>
          <a:ea typeface="+mn-ea"/>
          <a:cs typeface="+mn-cs"/>
        </a:defRPr>
      </a:lvl3pPr>
      <a:lvl4pPr marL="963979" algn="l" defTabSz="642652" rtl="0" eaLnBrk="1" latinLnBrk="0" hangingPunct="1">
        <a:defRPr sz="1300" kern="1200">
          <a:solidFill>
            <a:schemeClr val="tx1"/>
          </a:solidFill>
          <a:latin typeface="+mn-lt"/>
          <a:ea typeface="+mn-ea"/>
          <a:cs typeface="+mn-cs"/>
        </a:defRPr>
      </a:lvl4pPr>
      <a:lvl5pPr marL="1285304" algn="l" defTabSz="642652" rtl="0" eaLnBrk="1" latinLnBrk="0" hangingPunct="1">
        <a:defRPr sz="1300" kern="1200">
          <a:solidFill>
            <a:schemeClr val="tx1"/>
          </a:solidFill>
          <a:latin typeface="+mn-lt"/>
          <a:ea typeface="+mn-ea"/>
          <a:cs typeface="+mn-cs"/>
        </a:defRPr>
      </a:lvl5pPr>
      <a:lvl6pPr marL="1606633" algn="l" defTabSz="642652" rtl="0" eaLnBrk="1" latinLnBrk="0" hangingPunct="1">
        <a:defRPr sz="1300" kern="1200">
          <a:solidFill>
            <a:schemeClr val="tx1"/>
          </a:solidFill>
          <a:latin typeface="+mn-lt"/>
          <a:ea typeface="+mn-ea"/>
          <a:cs typeface="+mn-cs"/>
        </a:defRPr>
      </a:lvl6pPr>
      <a:lvl7pPr marL="1927956" algn="l" defTabSz="642652" rtl="0" eaLnBrk="1" latinLnBrk="0" hangingPunct="1">
        <a:defRPr sz="1300" kern="1200">
          <a:solidFill>
            <a:schemeClr val="tx1"/>
          </a:solidFill>
          <a:latin typeface="+mn-lt"/>
          <a:ea typeface="+mn-ea"/>
          <a:cs typeface="+mn-cs"/>
        </a:defRPr>
      </a:lvl7pPr>
      <a:lvl8pPr marL="2249284" algn="l" defTabSz="642652" rtl="0" eaLnBrk="1" latinLnBrk="0" hangingPunct="1">
        <a:defRPr sz="1300" kern="1200">
          <a:solidFill>
            <a:schemeClr val="tx1"/>
          </a:solidFill>
          <a:latin typeface="+mn-lt"/>
          <a:ea typeface="+mn-ea"/>
          <a:cs typeface="+mn-cs"/>
        </a:defRPr>
      </a:lvl8pPr>
      <a:lvl9pPr marL="2570608" algn="l" defTabSz="642652"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headEnd/>
            <a:tailEnd/>
          </a:ln>
          <a:effectLst/>
        </p:spPr>
        <p:txBody>
          <a:bodyPr wrap="none" anchor="ctr"/>
          <a:lstStyle/>
          <a:p>
            <a:pPr algn="ctr">
              <a:defRPr/>
            </a:pPr>
            <a:endParaRPr lang="zh-CN" altLang="en-US" sz="3332">
              <a:solidFill>
                <a:srgbClr val="093575"/>
              </a:solidFill>
              <a:latin typeface="Arial" charset="0"/>
              <a:ea typeface="宋体" charset="-122"/>
            </a:endParaRPr>
          </a:p>
        </p:txBody>
      </p:sp>
      <p:grpSp>
        <p:nvGrpSpPr>
          <p:cNvPr id="8" name="Group 18"/>
          <p:cNvGrpSpPr>
            <a:grpSpLocks/>
          </p:cNvGrpSpPr>
          <p:nvPr/>
        </p:nvGrpSpPr>
        <p:grpSpPr bwMode="auto">
          <a:xfrm>
            <a:off x="827198" y="317504"/>
            <a:ext cx="10742124" cy="2600325"/>
            <a:chOff x="664" y="1951"/>
            <a:chExt cx="4308" cy="2120"/>
          </a:xfrm>
        </p:grpSpPr>
        <p:sp>
          <p:nvSpPr>
            <p:cNvPr id="9" name="Freeform 19"/>
            <p:cNvSpPr>
              <a:spLocks/>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 name="Freeform 20"/>
            <p:cNvSpPr>
              <a:spLocks/>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 name="Freeform 21"/>
            <p:cNvSpPr>
              <a:spLocks/>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2" name="Freeform 22"/>
            <p:cNvSpPr>
              <a:spLocks/>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3" name="Freeform 23"/>
            <p:cNvSpPr>
              <a:spLocks/>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4" name="Freeform 24"/>
            <p:cNvSpPr>
              <a:spLocks/>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5" name="Freeform 25"/>
            <p:cNvSpPr>
              <a:spLocks/>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6" name="Freeform 26"/>
            <p:cNvSpPr>
              <a:spLocks/>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7" name="Freeform 27"/>
            <p:cNvSpPr>
              <a:spLocks/>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8" name="Freeform 28"/>
            <p:cNvSpPr>
              <a:spLocks/>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9" name="Freeform 29"/>
            <p:cNvSpPr>
              <a:spLocks/>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0" name="Freeform 30"/>
            <p:cNvSpPr>
              <a:spLocks/>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1" name="Freeform 31"/>
            <p:cNvSpPr>
              <a:spLocks/>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2" name="Freeform 32"/>
            <p:cNvSpPr>
              <a:spLocks/>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3" name="Freeform 33"/>
            <p:cNvSpPr>
              <a:spLocks/>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4" name="Freeform 34"/>
            <p:cNvSpPr>
              <a:spLocks/>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5" name="Freeform 35"/>
            <p:cNvSpPr>
              <a:spLocks/>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6" name="Freeform 36"/>
            <p:cNvSpPr>
              <a:spLocks/>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7" name="Freeform 37"/>
            <p:cNvSpPr>
              <a:spLocks/>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8" name="Freeform 38"/>
            <p:cNvSpPr>
              <a:spLocks/>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29" name="Freeform 39"/>
            <p:cNvSpPr>
              <a:spLocks/>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0" name="Freeform 40"/>
            <p:cNvSpPr>
              <a:spLocks/>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1" name="Freeform 41"/>
            <p:cNvSpPr>
              <a:spLocks/>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2" name="Freeform 42"/>
            <p:cNvSpPr>
              <a:spLocks/>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3" name="Freeform 43"/>
            <p:cNvSpPr>
              <a:spLocks/>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4" name="Freeform 44"/>
            <p:cNvSpPr>
              <a:spLocks/>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5" name="Freeform 45"/>
            <p:cNvSpPr>
              <a:spLocks/>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6" name="Freeform 46"/>
            <p:cNvSpPr>
              <a:spLocks/>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7" name="Freeform 47"/>
            <p:cNvSpPr>
              <a:spLocks/>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8" name="Freeform 48"/>
            <p:cNvSpPr>
              <a:spLocks/>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39" name="Freeform 49"/>
            <p:cNvSpPr>
              <a:spLocks/>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0" name="Freeform 50"/>
            <p:cNvSpPr>
              <a:spLocks/>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1" name="Freeform 51"/>
            <p:cNvSpPr>
              <a:spLocks/>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2" name="Freeform 52"/>
            <p:cNvSpPr>
              <a:spLocks/>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3" name="Freeform 53"/>
            <p:cNvSpPr>
              <a:spLocks/>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4" name="Freeform 54"/>
            <p:cNvSpPr>
              <a:spLocks/>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5" name="Freeform 55"/>
            <p:cNvSpPr>
              <a:spLocks/>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6" name="Freeform 56"/>
            <p:cNvSpPr>
              <a:spLocks/>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7" name="Freeform 57"/>
            <p:cNvSpPr>
              <a:spLocks/>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8" name="Freeform 58"/>
            <p:cNvSpPr>
              <a:spLocks/>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49" name="Freeform 59"/>
            <p:cNvSpPr>
              <a:spLocks/>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0" name="Freeform 60"/>
            <p:cNvSpPr>
              <a:spLocks/>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1" name="Freeform 61"/>
            <p:cNvSpPr>
              <a:spLocks/>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2" name="Freeform 62"/>
            <p:cNvSpPr>
              <a:spLocks/>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3" name="Freeform 63"/>
            <p:cNvSpPr>
              <a:spLocks/>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4" name="Freeform 64"/>
            <p:cNvSpPr>
              <a:spLocks/>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5" name="Freeform 65"/>
            <p:cNvSpPr>
              <a:spLocks/>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6" name="Freeform 66"/>
            <p:cNvSpPr>
              <a:spLocks/>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7" name="Freeform 67"/>
            <p:cNvSpPr>
              <a:spLocks/>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8" name="Freeform 68"/>
            <p:cNvSpPr>
              <a:spLocks/>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59" name="Freeform 69"/>
            <p:cNvSpPr>
              <a:spLocks/>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0" name="Freeform 70"/>
            <p:cNvSpPr>
              <a:spLocks/>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1" name="Freeform 71"/>
            <p:cNvSpPr>
              <a:spLocks/>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2" name="Freeform 72"/>
            <p:cNvSpPr>
              <a:spLocks/>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3" name="Freeform 73"/>
            <p:cNvSpPr>
              <a:spLocks/>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4" name="Freeform 74"/>
            <p:cNvSpPr>
              <a:spLocks/>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5" name="Freeform 75"/>
            <p:cNvSpPr>
              <a:spLocks/>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6" name="Freeform 76"/>
            <p:cNvSpPr>
              <a:spLocks/>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7" name="Freeform 77"/>
            <p:cNvSpPr>
              <a:spLocks/>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8" name="Freeform 78"/>
            <p:cNvSpPr>
              <a:spLocks/>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69" name="Freeform 79"/>
            <p:cNvSpPr>
              <a:spLocks/>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0" name="Freeform 80"/>
            <p:cNvSpPr>
              <a:spLocks/>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1" name="Freeform 81"/>
            <p:cNvSpPr>
              <a:spLocks/>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2" name="Freeform 82"/>
            <p:cNvSpPr>
              <a:spLocks/>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3" name="Freeform 83"/>
            <p:cNvSpPr>
              <a:spLocks/>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4" name="Freeform 84"/>
            <p:cNvSpPr>
              <a:spLocks/>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5" name="Freeform 85"/>
            <p:cNvSpPr>
              <a:spLocks/>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6" name="Freeform 86"/>
            <p:cNvSpPr>
              <a:spLocks/>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7" name="Freeform 87"/>
            <p:cNvSpPr>
              <a:spLocks/>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8" name="Freeform 88"/>
            <p:cNvSpPr>
              <a:spLocks/>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79" name="Freeform 89"/>
            <p:cNvSpPr>
              <a:spLocks/>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0" name="Freeform 90"/>
            <p:cNvSpPr>
              <a:spLocks/>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1" name="Freeform 91"/>
            <p:cNvSpPr>
              <a:spLocks/>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2" name="Freeform 92"/>
            <p:cNvSpPr>
              <a:spLocks/>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3" name="Freeform 93"/>
            <p:cNvSpPr>
              <a:spLocks/>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4" name="Freeform 94"/>
            <p:cNvSpPr>
              <a:spLocks/>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5" name="Freeform 95"/>
            <p:cNvSpPr>
              <a:spLocks/>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6" name="Freeform 96"/>
            <p:cNvSpPr>
              <a:spLocks/>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7" name="Freeform 97"/>
            <p:cNvSpPr>
              <a:spLocks/>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8" name="Freeform 98"/>
            <p:cNvSpPr>
              <a:spLocks/>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89" name="Freeform 99"/>
            <p:cNvSpPr>
              <a:spLocks/>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0" name="Freeform 100"/>
            <p:cNvSpPr>
              <a:spLocks/>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1" name="Freeform 101"/>
            <p:cNvSpPr>
              <a:spLocks/>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2" name="Freeform 102"/>
            <p:cNvSpPr>
              <a:spLocks/>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3" name="Freeform 103"/>
            <p:cNvSpPr>
              <a:spLocks/>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4" name="Freeform 104"/>
            <p:cNvSpPr>
              <a:spLocks/>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5" name="Freeform 105"/>
            <p:cNvSpPr>
              <a:spLocks/>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6" name="Freeform 106"/>
            <p:cNvSpPr>
              <a:spLocks/>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7" name="Freeform 107"/>
            <p:cNvSpPr>
              <a:spLocks/>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8" name="Freeform 108"/>
            <p:cNvSpPr>
              <a:spLocks/>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99" name="Freeform 109"/>
            <p:cNvSpPr>
              <a:spLocks/>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0" name="Freeform 110"/>
            <p:cNvSpPr>
              <a:spLocks/>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1" name="Freeform 111"/>
            <p:cNvSpPr>
              <a:spLocks/>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2" name="Freeform 112"/>
            <p:cNvSpPr>
              <a:spLocks/>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3" name="Freeform 113"/>
            <p:cNvSpPr>
              <a:spLocks/>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4" name="Freeform 114"/>
            <p:cNvSpPr>
              <a:spLocks/>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5" name="Freeform 115"/>
            <p:cNvSpPr>
              <a:spLocks/>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6" name="Freeform 116"/>
            <p:cNvSpPr>
              <a:spLocks/>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7" name="Freeform 117"/>
            <p:cNvSpPr>
              <a:spLocks/>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8" name="Freeform 118"/>
            <p:cNvSpPr>
              <a:spLocks/>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09" name="Freeform 119"/>
            <p:cNvSpPr>
              <a:spLocks/>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0" name="Freeform 120"/>
            <p:cNvSpPr>
              <a:spLocks/>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1" name="Freeform 121"/>
            <p:cNvSpPr>
              <a:spLocks/>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2" name="Freeform 122"/>
            <p:cNvSpPr>
              <a:spLocks/>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3" name="Freeform 123"/>
            <p:cNvSpPr>
              <a:spLocks/>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4" name="Freeform 124"/>
            <p:cNvSpPr>
              <a:spLocks/>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5" name="Freeform 125"/>
            <p:cNvSpPr>
              <a:spLocks/>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sp>
          <p:nvSpPr>
            <p:cNvPr id="116" name="Freeform 126"/>
            <p:cNvSpPr>
              <a:spLocks/>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itchFamily="2" charset="2"/>
                <a:buChar char="v"/>
                <a:defRPr/>
              </a:pPr>
              <a:endParaRPr lang="zh-CN" altLang="en-US" sz="3332">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2">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itchFamily="18" charset="0"/>
            </a:endParaRPr>
          </a:p>
        </p:txBody>
      </p:sp>
    </p:spTree>
    <p:extLst>
      <p:ext uri="{BB962C8B-B14F-4D97-AF65-F5344CB8AC3E}">
        <p14:creationId xmlns:p14="http://schemas.microsoft.com/office/powerpoint/2010/main" val="2089915709"/>
      </p:ext>
    </p:extLst>
  </p:cSld>
  <p:clrMap bg1="lt1" tx1="dk1" bg2="lt2" tx2="dk2" accent1="accent1" accent2="accent2" accent3="accent3" accent4="accent4" accent5="accent5" accent6="accent6" hlink="hlink" folHlink="folHlink"/>
  <p:sldLayoutIdLst>
    <p:sldLayoutId id="2147484996" r:id="rId1"/>
    <p:sldLayoutId id="2147484997" r:id="rId2"/>
    <p:sldLayoutId id="2147484998" r:id="rId3"/>
    <p:sldLayoutId id="2147484999" r:id="rId4"/>
    <p:sldLayoutId id="2147485000" r:id="rId5"/>
    <p:sldLayoutId id="2147485001" r:id="rId6"/>
    <p:sldLayoutId id="2147485002" r:id="rId7"/>
    <p:sldLayoutId id="2147485003" r:id="rId8"/>
    <p:sldLayoutId id="2147485004" r:id="rId9"/>
    <p:sldLayoutId id="2147485005" r:id="rId10"/>
    <p:sldLayoutId id="2147485006" r:id="rId11"/>
    <p:sldLayoutId id="2147485007" r:id="rId12"/>
    <p:sldLayoutId id="2147485008" r:id="rId13"/>
    <p:sldLayoutId id="2147485009" r:id="rId14"/>
    <p:sldLayoutId id="2147485010" r:id="rId15"/>
    <p:sldLayoutId id="2147485011" r:id="rId16"/>
    <p:sldLayoutId id="2147485012" r:id="rId17"/>
  </p:sldLayoutIdLst>
  <p:txStyles>
    <p:titleStyle>
      <a:lvl1pPr algn="ctr" defTabSz="1219008" rtl="0" eaLnBrk="1" latinLnBrk="0" hangingPunct="1">
        <a:spcBef>
          <a:spcPct val="0"/>
        </a:spcBef>
        <a:buNone/>
        <a:defRPr sz="5867" kern="1200">
          <a:solidFill>
            <a:schemeClr val="tx1"/>
          </a:solidFill>
          <a:latin typeface="+mj-lt"/>
          <a:ea typeface="+mj-ea"/>
          <a:cs typeface="+mj-cs"/>
        </a:defRPr>
      </a:lvl1pPr>
    </p:titleStyle>
    <p:bodyStyle>
      <a:lvl1pPr marL="457127" indent="-457127" algn="l" defTabSz="1219008"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445" indent="-380940" algn="l" defTabSz="1219008" rtl="0" eaLnBrk="1" latinLnBrk="0" hangingPunct="1">
        <a:spcBef>
          <a:spcPct val="20000"/>
        </a:spcBef>
        <a:buFont typeface="Arial" panose="020B0604020202020204" pitchFamily="34" charset="0"/>
        <a:buChar char="–"/>
        <a:defRPr sz="3732" kern="1200">
          <a:solidFill>
            <a:schemeClr val="tx1"/>
          </a:solidFill>
          <a:latin typeface="+mn-lt"/>
          <a:ea typeface="+mn-ea"/>
          <a:cs typeface="+mn-cs"/>
        </a:defRPr>
      </a:lvl2pPr>
      <a:lvl3pPr marL="1523761" indent="-304752" algn="l" defTabSz="1219008"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264"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4pPr>
      <a:lvl5pPr marL="2742769"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27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1777"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282"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0785" indent="-304752" algn="l" defTabSz="1219008"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008" rtl="0" eaLnBrk="1" latinLnBrk="0" hangingPunct="1">
        <a:defRPr sz="2400" kern="1200">
          <a:solidFill>
            <a:schemeClr val="tx1"/>
          </a:solidFill>
          <a:latin typeface="+mn-lt"/>
          <a:ea typeface="+mn-ea"/>
          <a:cs typeface="+mn-cs"/>
        </a:defRPr>
      </a:lvl1pPr>
      <a:lvl2pPr marL="609503" algn="l" defTabSz="1219008" rtl="0" eaLnBrk="1" latinLnBrk="0" hangingPunct="1">
        <a:defRPr sz="2400" kern="1200">
          <a:solidFill>
            <a:schemeClr val="tx1"/>
          </a:solidFill>
          <a:latin typeface="+mn-lt"/>
          <a:ea typeface="+mn-ea"/>
          <a:cs typeface="+mn-cs"/>
        </a:defRPr>
      </a:lvl2pPr>
      <a:lvl3pPr marL="1219008" algn="l" defTabSz="1219008" rtl="0" eaLnBrk="1" latinLnBrk="0" hangingPunct="1">
        <a:defRPr sz="2400" kern="1200">
          <a:solidFill>
            <a:schemeClr val="tx1"/>
          </a:solidFill>
          <a:latin typeface="+mn-lt"/>
          <a:ea typeface="+mn-ea"/>
          <a:cs typeface="+mn-cs"/>
        </a:defRPr>
      </a:lvl3pPr>
      <a:lvl4pPr marL="1828512" algn="l" defTabSz="1219008" rtl="0" eaLnBrk="1" latinLnBrk="0" hangingPunct="1">
        <a:defRPr sz="2400" kern="1200">
          <a:solidFill>
            <a:schemeClr val="tx1"/>
          </a:solidFill>
          <a:latin typeface="+mn-lt"/>
          <a:ea typeface="+mn-ea"/>
          <a:cs typeface="+mn-cs"/>
        </a:defRPr>
      </a:lvl4pPr>
      <a:lvl5pPr marL="2438016" algn="l" defTabSz="1219008" rtl="0" eaLnBrk="1" latinLnBrk="0" hangingPunct="1">
        <a:defRPr sz="2400" kern="1200">
          <a:solidFill>
            <a:schemeClr val="tx1"/>
          </a:solidFill>
          <a:latin typeface="+mn-lt"/>
          <a:ea typeface="+mn-ea"/>
          <a:cs typeface="+mn-cs"/>
        </a:defRPr>
      </a:lvl5pPr>
      <a:lvl6pPr marL="3047521" algn="l" defTabSz="1219008" rtl="0" eaLnBrk="1" latinLnBrk="0" hangingPunct="1">
        <a:defRPr sz="2400" kern="1200">
          <a:solidFill>
            <a:schemeClr val="tx1"/>
          </a:solidFill>
          <a:latin typeface="+mn-lt"/>
          <a:ea typeface="+mn-ea"/>
          <a:cs typeface="+mn-cs"/>
        </a:defRPr>
      </a:lvl6pPr>
      <a:lvl7pPr marL="3657025" algn="l" defTabSz="1219008" rtl="0" eaLnBrk="1" latinLnBrk="0" hangingPunct="1">
        <a:defRPr sz="2400" kern="1200">
          <a:solidFill>
            <a:schemeClr val="tx1"/>
          </a:solidFill>
          <a:latin typeface="+mn-lt"/>
          <a:ea typeface="+mn-ea"/>
          <a:cs typeface="+mn-cs"/>
        </a:defRPr>
      </a:lvl7pPr>
      <a:lvl8pPr marL="4266529" algn="l" defTabSz="1219008" rtl="0" eaLnBrk="1" latinLnBrk="0" hangingPunct="1">
        <a:defRPr sz="2400" kern="1200">
          <a:solidFill>
            <a:schemeClr val="tx1"/>
          </a:solidFill>
          <a:latin typeface="+mn-lt"/>
          <a:ea typeface="+mn-ea"/>
          <a:cs typeface="+mn-cs"/>
        </a:defRPr>
      </a:lvl8pPr>
      <a:lvl9pPr marL="4876034" algn="l" defTabSz="1219008"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3" y="9966"/>
            <a:ext cx="793019" cy="589809"/>
          </a:xfrm>
          <a:prstGeom prst="rect">
            <a:avLst/>
          </a:prstGeom>
        </p:spPr>
      </p:pic>
      <p:sp>
        <p:nvSpPr>
          <p:cNvPr id="5" name="TextBox 4">
            <a:extLst>
              <a:ext uri="{FF2B5EF4-FFF2-40B4-BE49-F238E27FC236}">
                <a16:creationId xmlns:a16="http://schemas.microsoft.com/office/drawing/2014/main" id="{00D589FF-F98B-4C7D-AB22-C1BB96C966EA}"/>
              </a:ext>
            </a:extLst>
          </p:cNvPr>
          <p:cNvSpPr txBox="1"/>
          <p:nvPr userDrawn="1"/>
        </p:nvSpPr>
        <p:spPr>
          <a:xfrm>
            <a:off x="821908" y="1393540"/>
            <a:ext cx="7879080" cy="1015534"/>
          </a:xfrm>
          <a:prstGeom prst="rect">
            <a:avLst/>
          </a:prstGeom>
          <a:noFill/>
        </p:spPr>
        <p:txBody>
          <a:bodyPr wrap="none" rtlCol="0">
            <a:spAutoFit/>
          </a:bodyPr>
          <a:lstStyle/>
          <a:p>
            <a:r>
              <a:rPr lang="zh-CN" alt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5999"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0778278"/>
      </p:ext>
    </p:extLst>
  </p:cSld>
  <p:clrMap bg1="lt1" tx1="dk1" bg2="lt2" tx2="dk2" accent1="accent1" accent2="accent2" accent3="accent3" accent4="accent4" accent5="accent5" accent6="accent6" hlink="hlink" folHlink="folHlink"/>
  <p:sldLayoutIdLst>
    <p:sldLayoutId id="2147485045" r:id="rId1"/>
    <p:sldLayoutId id="2147485046" r:id="rId2"/>
    <p:sldLayoutId id="2147485047" r:id="rId3"/>
    <p:sldLayoutId id="2147485048" r:id="rId4"/>
    <p:sldLayoutId id="2147485049" r:id="rId5"/>
    <p:sldLayoutId id="2147485050" r:id="rId6"/>
    <p:sldLayoutId id="2147485051" r:id="rId7"/>
    <p:sldLayoutId id="2147485052" r:id="rId8"/>
    <p:sldLayoutId id="2147485053" r:id="rId9"/>
    <p:sldLayoutId id="2147485054" r:id="rId10"/>
    <p:sldLayoutId id="2147485055" r:id="rId11"/>
    <p:sldLayoutId id="2147485056" r:id="rId12"/>
    <p:sldLayoutId id="2147485057" r:id="rId13"/>
    <p:sldLayoutId id="2147485058" r:id="rId14"/>
    <p:sldLayoutId id="2147485059" r:id="rId15"/>
    <p:sldLayoutId id="2147485060" r:id="rId16"/>
    <p:sldLayoutId id="2147485061" r:id="rId17"/>
    <p:sldLayoutId id="2147485062" r:id="rId18"/>
    <p:sldLayoutId id="2147485063" r:id="rId19"/>
    <p:sldLayoutId id="2147485064" r:id="rId20"/>
    <p:sldLayoutId id="2147485065" r:id="rId21"/>
    <p:sldLayoutId id="2147485066" r:id="rId22"/>
    <p:sldLayoutId id="2147485067" r:id="rId23"/>
    <p:sldLayoutId id="2147485068" r:id="rId24"/>
    <p:sldLayoutId id="2147485069"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348" algn="ctr" rtl="0" fontAlgn="base">
        <a:spcBef>
          <a:spcPct val="0"/>
        </a:spcBef>
        <a:spcAft>
          <a:spcPct val="0"/>
        </a:spcAft>
        <a:defRPr sz="3100">
          <a:solidFill>
            <a:schemeClr val="tx2"/>
          </a:solidFill>
          <a:latin typeface="Arial" charset="0"/>
          <a:ea typeface="宋体" pitchFamily="2" charset="-122"/>
        </a:defRPr>
      </a:lvl6pPr>
      <a:lvl7pPr marL="642700" algn="ctr" rtl="0" fontAlgn="base">
        <a:spcBef>
          <a:spcPct val="0"/>
        </a:spcBef>
        <a:spcAft>
          <a:spcPct val="0"/>
        </a:spcAft>
        <a:defRPr sz="3100">
          <a:solidFill>
            <a:schemeClr val="tx2"/>
          </a:solidFill>
          <a:latin typeface="Arial" charset="0"/>
          <a:ea typeface="宋体" pitchFamily="2" charset="-122"/>
        </a:defRPr>
      </a:lvl7pPr>
      <a:lvl8pPr marL="964048" algn="ctr" rtl="0" fontAlgn="base">
        <a:spcBef>
          <a:spcPct val="0"/>
        </a:spcBef>
        <a:spcAft>
          <a:spcPct val="0"/>
        </a:spcAft>
        <a:defRPr sz="3100">
          <a:solidFill>
            <a:schemeClr val="tx2"/>
          </a:solidFill>
          <a:latin typeface="Arial" charset="0"/>
          <a:ea typeface="宋体" pitchFamily="2" charset="-122"/>
        </a:defRPr>
      </a:lvl8pPr>
      <a:lvl9pPr marL="1285396" algn="ctr" rtl="0" fontAlgn="base">
        <a:spcBef>
          <a:spcPct val="0"/>
        </a:spcBef>
        <a:spcAft>
          <a:spcPct val="0"/>
        </a:spcAft>
        <a:defRPr sz="3100">
          <a:solidFill>
            <a:schemeClr val="tx2"/>
          </a:solidFill>
          <a:latin typeface="Arial" charset="0"/>
          <a:ea typeface="宋体" pitchFamily="2" charset="-122"/>
        </a:defRPr>
      </a:lvl9pPr>
    </p:titleStyle>
    <p:bodyStyle>
      <a:lvl1pPr marL="241013" indent="-241013" algn="l" rtl="0" eaLnBrk="0" fontAlgn="base" hangingPunct="0">
        <a:spcBef>
          <a:spcPct val="20000"/>
        </a:spcBef>
        <a:spcAft>
          <a:spcPct val="0"/>
        </a:spcAft>
        <a:buChar char="•"/>
        <a:defRPr sz="2200">
          <a:solidFill>
            <a:schemeClr val="tx1"/>
          </a:solidFill>
          <a:latin typeface="+mn-lt"/>
          <a:ea typeface="+mn-ea"/>
          <a:cs typeface="+mn-cs"/>
        </a:defRPr>
      </a:lvl1pPr>
      <a:lvl2pPr marL="522191" indent="-201960" algn="l" rtl="0" eaLnBrk="0" fontAlgn="base" hangingPunct="0">
        <a:spcBef>
          <a:spcPct val="20000"/>
        </a:spcBef>
        <a:spcAft>
          <a:spcPct val="0"/>
        </a:spcAft>
        <a:buChar char="–"/>
        <a:defRPr sz="2000">
          <a:solidFill>
            <a:schemeClr val="tx1"/>
          </a:solidFill>
          <a:latin typeface="+mn-lt"/>
          <a:ea typeface="+mn-ea"/>
        </a:defRPr>
      </a:lvl2pPr>
      <a:lvl3pPr marL="803373" indent="-160676" algn="l" rtl="0" eaLnBrk="0" fontAlgn="base" hangingPunct="0">
        <a:spcBef>
          <a:spcPct val="20000"/>
        </a:spcBef>
        <a:spcAft>
          <a:spcPct val="0"/>
        </a:spcAft>
        <a:buChar char="•"/>
        <a:defRPr sz="1700">
          <a:solidFill>
            <a:schemeClr val="tx1"/>
          </a:solidFill>
          <a:latin typeface="+mn-lt"/>
          <a:ea typeface="+mn-ea"/>
        </a:defRPr>
      </a:lvl3pPr>
      <a:lvl4pPr marL="1124725" indent="-161791" algn="l" rtl="0" eaLnBrk="0" fontAlgn="base" hangingPunct="0">
        <a:spcBef>
          <a:spcPct val="20000"/>
        </a:spcBef>
        <a:spcAft>
          <a:spcPct val="0"/>
        </a:spcAft>
        <a:buChar char="–"/>
        <a:defRPr sz="1400">
          <a:solidFill>
            <a:schemeClr val="tx1"/>
          </a:solidFill>
          <a:latin typeface="+mn-lt"/>
          <a:ea typeface="+mn-ea"/>
        </a:defRPr>
      </a:lvl4pPr>
      <a:lvl5pPr marL="1446073" indent="-160676" algn="l" rtl="0" eaLnBrk="0" fontAlgn="base" hangingPunct="0">
        <a:spcBef>
          <a:spcPct val="20000"/>
        </a:spcBef>
        <a:spcAft>
          <a:spcPct val="0"/>
        </a:spcAft>
        <a:buChar char="»"/>
        <a:defRPr sz="1400">
          <a:solidFill>
            <a:schemeClr val="tx1"/>
          </a:solidFill>
          <a:latin typeface="+mn-lt"/>
          <a:ea typeface="+mn-ea"/>
        </a:defRPr>
      </a:lvl5pPr>
      <a:lvl6pPr marL="1767422" indent="-160676" algn="l" rtl="0" fontAlgn="base">
        <a:spcBef>
          <a:spcPct val="20000"/>
        </a:spcBef>
        <a:spcAft>
          <a:spcPct val="0"/>
        </a:spcAft>
        <a:buChar char="»"/>
        <a:defRPr sz="1400">
          <a:solidFill>
            <a:schemeClr val="tx1"/>
          </a:solidFill>
          <a:latin typeface="+mn-lt"/>
          <a:ea typeface="+mn-ea"/>
        </a:defRPr>
      </a:lvl6pPr>
      <a:lvl7pPr marL="2088773" indent="-160676" algn="l" rtl="0" fontAlgn="base">
        <a:spcBef>
          <a:spcPct val="20000"/>
        </a:spcBef>
        <a:spcAft>
          <a:spcPct val="0"/>
        </a:spcAft>
        <a:buChar char="»"/>
        <a:defRPr sz="1400">
          <a:solidFill>
            <a:schemeClr val="tx1"/>
          </a:solidFill>
          <a:latin typeface="+mn-lt"/>
          <a:ea typeface="+mn-ea"/>
        </a:defRPr>
      </a:lvl7pPr>
      <a:lvl8pPr marL="2410121" indent="-160676" algn="l" rtl="0" fontAlgn="base">
        <a:spcBef>
          <a:spcPct val="20000"/>
        </a:spcBef>
        <a:spcAft>
          <a:spcPct val="0"/>
        </a:spcAft>
        <a:buChar char="»"/>
        <a:defRPr sz="1400">
          <a:solidFill>
            <a:schemeClr val="tx1"/>
          </a:solidFill>
          <a:latin typeface="+mn-lt"/>
          <a:ea typeface="+mn-ea"/>
        </a:defRPr>
      </a:lvl8pPr>
      <a:lvl9pPr marL="2731469" indent="-160676"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700" rtl="0" eaLnBrk="1" latinLnBrk="0" hangingPunct="1">
        <a:defRPr sz="1300" kern="1200">
          <a:solidFill>
            <a:schemeClr val="tx1"/>
          </a:solidFill>
          <a:latin typeface="+mn-lt"/>
          <a:ea typeface="+mn-ea"/>
          <a:cs typeface="+mn-cs"/>
        </a:defRPr>
      </a:lvl1pPr>
      <a:lvl2pPr marL="321348" algn="l" defTabSz="642700" rtl="0" eaLnBrk="1" latinLnBrk="0" hangingPunct="1">
        <a:defRPr sz="1300" kern="1200">
          <a:solidFill>
            <a:schemeClr val="tx1"/>
          </a:solidFill>
          <a:latin typeface="+mn-lt"/>
          <a:ea typeface="+mn-ea"/>
          <a:cs typeface="+mn-cs"/>
        </a:defRPr>
      </a:lvl2pPr>
      <a:lvl3pPr marL="642700" algn="l" defTabSz="642700" rtl="0" eaLnBrk="1" latinLnBrk="0" hangingPunct="1">
        <a:defRPr sz="1300" kern="1200">
          <a:solidFill>
            <a:schemeClr val="tx1"/>
          </a:solidFill>
          <a:latin typeface="+mn-lt"/>
          <a:ea typeface="+mn-ea"/>
          <a:cs typeface="+mn-cs"/>
        </a:defRPr>
      </a:lvl3pPr>
      <a:lvl4pPr marL="964048" algn="l" defTabSz="642700" rtl="0" eaLnBrk="1" latinLnBrk="0" hangingPunct="1">
        <a:defRPr sz="1300" kern="1200">
          <a:solidFill>
            <a:schemeClr val="tx1"/>
          </a:solidFill>
          <a:latin typeface="+mn-lt"/>
          <a:ea typeface="+mn-ea"/>
          <a:cs typeface="+mn-cs"/>
        </a:defRPr>
      </a:lvl4pPr>
      <a:lvl5pPr marL="1285396" algn="l" defTabSz="642700" rtl="0" eaLnBrk="1" latinLnBrk="0" hangingPunct="1">
        <a:defRPr sz="1300" kern="1200">
          <a:solidFill>
            <a:schemeClr val="tx1"/>
          </a:solidFill>
          <a:latin typeface="+mn-lt"/>
          <a:ea typeface="+mn-ea"/>
          <a:cs typeface="+mn-cs"/>
        </a:defRPr>
      </a:lvl5pPr>
      <a:lvl6pPr marL="1606749" algn="l" defTabSz="642700" rtl="0" eaLnBrk="1" latinLnBrk="0" hangingPunct="1">
        <a:defRPr sz="1300" kern="1200">
          <a:solidFill>
            <a:schemeClr val="tx1"/>
          </a:solidFill>
          <a:latin typeface="+mn-lt"/>
          <a:ea typeface="+mn-ea"/>
          <a:cs typeface="+mn-cs"/>
        </a:defRPr>
      </a:lvl6pPr>
      <a:lvl7pPr marL="1928096" algn="l" defTabSz="642700" rtl="0" eaLnBrk="1" latinLnBrk="0" hangingPunct="1">
        <a:defRPr sz="1300" kern="1200">
          <a:solidFill>
            <a:schemeClr val="tx1"/>
          </a:solidFill>
          <a:latin typeface="+mn-lt"/>
          <a:ea typeface="+mn-ea"/>
          <a:cs typeface="+mn-cs"/>
        </a:defRPr>
      </a:lvl7pPr>
      <a:lvl8pPr marL="2249446" algn="l" defTabSz="642700" rtl="0" eaLnBrk="1" latinLnBrk="0" hangingPunct="1">
        <a:defRPr sz="1300" kern="1200">
          <a:solidFill>
            <a:schemeClr val="tx1"/>
          </a:solidFill>
          <a:latin typeface="+mn-lt"/>
          <a:ea typeface="+mn-ea"/>
          <a:cs typeface="+mn-cs"/>
        </a:defRPr>
      </a:lvl8pPr>
      <a:lvl9pPr marL="2570794" algn="l" defTabSz="64270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4">
            <a:extLst>
              <a:ext uri="{28A0092B-C50C-407E-A947-70E740481C1C}">
                <a14:useLocalDpi xmlns:a14="http://schemas.microsoft.com/office/drawing/2010/main" val="0"/>
              </a:ext>
            </a:extLst>
          </a:blip>
          <a:srcRect b="91440"/>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5"/>
          <a:stretch>
            <a:fillRect/>
          </a:stretch>
        </p:blipFill>
        <p:spPr>
          <a:xfrm>
            <a:off x="104820" y="9961"/>
            <a:ext cx="793019" cy="589809"/>
          </a:xfrm>
          <a:prstGeom prst="rect">
            <a:avLst/>
          </a:prstGeom>
        </p:spPr>
      </p:pic>
    </p:spTree>
    <p:extLst>
      <p:ext uri="{BB962C8B-B14F-4D97-AF65-F5344CB8AC3E}">
        <p14:creationId xmlns:p14="http://schemas.microsoft.com/office/powerpoint/2010/main" val="1700741087"/>
      </p:ext>
    </p:extLst>
  </p:cSld>
  <p:clrMap bg1="lt1" tx1="dk1" bg2="lt2" tx2="dk2" accent1="accent1" accent2="accent2" accent3="accent3" accent4="accent4" accent5="accent5" accent6="accent6" hlink="hlink" folHlink="folHlink"/>
  <p:sldLayoutIdLst>
    <p:sldLayoutId id="2147485106" r:id="rId1"/>
    <p:sldLayoutId id="2147485107" r:id="rId2"/>
    <p:sldLayoutId id="2147485108" r:id="rId3"/>
    <p:sldLayoutId id="2147485109" r:id="rId4"/>
    <p:sldLayoutId id="2147485110" r:id="rId5"/>
    <p:sldLayoutId id="2147485111" r:id="rId6"/>
    <p:sldLayoutId id="2147485112" r:id="rId7"/>
    <p:sldLayoutId id="2147485113" r:id="rId8"/>
    <p:sldLayoutId id="2147485114" r:id="rId9"/>
    <p:sldLayoutId id="2147485115" r:id="rId10"/>
    <p:sldLayoutId id="2147485116" r:id="rId11"/>
    <p:sldLayoutId id="2147485117" r:id="rId12"/>
    <p:sldLayoutId id="2147485118" r:id="rId13"/>
    <p:sldLayoutId id="2147485119" r:id="rId14"/>
    <p:sldLayoutId id="2147485120" r:id="rId15"/>
    <p:sldLayoutId id="2147485121" r:id="rId16"/>
    <p:sldLayoutId id="2147485122" r:id="rId17"/>
    <p:sldLayoutId id="2147485123" r:id="rId18"/>
    <p:sldLayoutId id="2147485124" r:id="rId19"/>
    <p:sldLayoutId id="2147485125" r:id="rId20"/>
    <p:sldLayoutId id="2147485126" r:id="rId21"/>
    <p:sldLayoutId id="2147485127" r:id="rId22"/>
  </p:sldLayoutIdLst>
  <mc:AlternateContent xmlns:mc="http://schemas.openxmlformats.org/markup-compatibility/2006" xmlns:p14="http://schemas.microsoft.com/office/powerpoint/2010/main">
    <mc:Choice Requires="p14">
      <p:transition p14:dur="250"/>
    </mc:Choice>
    <mc:Fallback xmlns="">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charset="0"/>
          <a:ea typeface="宋体" pitchFamily="2" charset="-122"/>
        </a:defRPr>
      </a:lvl2pPr>
      <a:lvl3pPr algn="ctr" rtl="0" eaLnBrk="0" fontAlgn="base" hangingPunct="0">
        <a:spcBef>
          <a:spcPct val="0"/>
        </a:spcBef>
        <a:spcAft>
          <a:spcPct val="0"/>
        </a:spcAft>
        <a:defRPr sz="3100">
          <a:solidFill>
            <a:schemeClr val="tx2"/>
          </a:solidFill>
          <a:latin typeface="Arial" charset="0"/>
          <a:ea typeface="宋体" pitchFamily="2" charset="-122"/>
        </a:defRPr>
      </a:lvl3pPr>
      <a:lvl4pPr algn="ctr" rtl="0" eaLnBrk="0" fontAlgn="base" hangingPunct="0">
        <a:spcBef>
          <a:spcPct val="0"/>
        </a:spcBef>
        <a:spcAft>
          <a:spcPct val="0"/>
        </a:spcAft>
        <a:defRPr sz="3100">
          <a:solidFill>
            <a:schemeClr val="tx2"/>
          </a:solidFill>
          <a:latin typeface="Arial" charset="0"/>
          <a:ea typeface="宋体" pitchFamily="2" charset="-122"/>
        </a:defRPr>
      </a:lvl4pPr>
      <a:lvl5pPr algn="ctr" rtl="0" eaLnBrk="0" fontAlgn="base" hangingPunct="0">
        <a:spcBef>
          <a:spcPct val="0"/>
        </a:spcBef>
        <a:spcAft>
          <a:spcPct val="0"/>
        </a:spcAft>
        <a:defRPr sz="3100">
          <a:solidFill>
            <a:schemeClr val="tx2"/>
          </a:solidFill>
          <a:latin typeface="Arial" charset="0"/>
          <a:ea typeface="宋体" pitchFamily="2" charset="-122"/>
        </a:defRPr>
      </a:lvl5pPr>
      <a:lvl6pPr marL="321400" algn="ctr" rtl="0" fontAlgn="base">
        <a:spcBef>
          <a:spcPct val="0"/>
        </a:spcBef>
        <a:spcAft>
          <a:spcPct val="0"/>
        </a:spcAft>
        <a:defRPr sz="3100">
          <a:solidFill>
            <a:schemeClr val="tx2"/>
          </a:solidFill>
          <a:latin typeface="Arial" charset="0"/>
          <a:ea typeface="宋体" pitchFamily="2" charset="-122"/>
        </a:defRPr>
      </a:lvl6pPr>
      <a:lvl7pPr marL="642803" algn="ctr" rtl="0" fontAlgn="base">
        <a:spcBef>
          <a:spcPct val="0"/>
        </a:spcBef>
        <a:spcAft>
          <a:spcPct val="0"/>
        </a:spcAft>
        <a:defRPr sz="3100">
          <a:solidFill>
            <a:schemeClr val="tx2"/>
          </a:solidFill>
          <a:latin typeface="Arial" charset="0"/>
          <a:ea typeface="宋体" pitchFamily="2" charset="-122"/>
        </a:defRPr>
      </a:lvl7pPr>
      <a:lvl8pPr marL="964204" algn="ctr" rtl="0" fontAlgn="base">
        <a:spcBef>
          <a:spcPct val="0"/>
        </a:spcBef>
        <a:spcAft>
          <a:spcPct val="0"/>
        </a:spcAft>
        <a:defRPr sz="3100">
          <a:solidFill>
            <a:schemeClr val="tx2"/>
          </a:solidFill>
          <a:latin typeface="Arial" charset="0"/>
          <a:ea typeface="宋体" pitchFamily="2" charset="-122"/>
        </a:defRPr>
      </a:lvl8pPr>
      <a:lvl9pPr marL="1285604" algn="ctr" rtl="0" fontAlgn="base">
        <a:spcBef>
          <a:spcPct val="0"/>
        </a:spcBef>
        <a:spcAft>
          <a:spcPct val="0"/>
        </a:spcAft>
        <a:defRPr sz="3100">
          <a:solidFill>
            <a:schemeClr val="tx2"/>
          </a:solidFill>
          <a:latin typeface="Arial" charset="0"/>
          <a:ea typeface="宋体" pitchFamily="2" charset="-122"/>
        </a:defRPr>
      </a:lvl9pPr>
    </p:titleStyle>
    <p:bodyStyle>
      <a:lvl1pPr marL="241050" indent="-241050" algn="l" rtl="0" eaLnBrk="0" fontAlgn="base" hangingPunct="0">
        <a:spcBef>
          <a:spcPct val="20000"/>
        </a:spcBef>
        <a:spcAft>
          <a:spcPct val="0"/>
        </a:spcAft>
        <a:buChar char="•"/>
        <a:defRPr sz="2200">
          <a:solidFill>
            <a:schemeClr val="tx1"/>
          </a:solidFill>
          <a:latin typeface="+mn-lt"/>
          <a:ea typeface="+mn-ea"/>
          <a:cs typeface="+mn-cs"/>
        </a:defRPr>
      </a:lvl1pPr>
      <a:lvl2pPr marL="522276" indent="-201992" algn="l" rtl="0" eaLnBrk="0" fontAlgn="base" hangingPunct="0">
        <a:spcBef>
          <a:spcPct val="20000"/>
        </a:spcBef>
        <a:spcAft>
          <a:spcPct val="0"/>
        </a:spcAft>
        <a:buChar char="–"/>
        <a:defRPr sz="2000">
          <a:solidFill>
            <a:schemeClr val="tx1"/>
          </a:solidFill>
          <a:latin typeface="+mn-lt"/>
          <a:ea typeface="+mn-ea"/>
        </a:defRPr>
      </a:lvl2pPr>
      <a:lvl3pPr marL="803503" indent="-160701" algn="l" rtl="0" eaLnBrk="0" fontAlgn="base" hangingPunct="0">
        <a:spcBef>
          <a:spcPct val="20000"/>
        </a:spcBef>
        <a:spcAft>
          <a:spcPct val="0"/>
        </a:spcAft>
        <a:buChar char="•"/>
        <a:defRPr sz="1700">
          <a:solidFill>
            <a:schemeClr val="tx1"/>
          </a:solidFill>
          <a:latin typeface="+mn-lt"/>
          <a:ea typeface="+mn-ea"/>
        </a:defRPr>
      </a:lvl3pPr>
      <a:lvl4pPr marL="1124905" indent="-161817" algn="l" rtl="0" eaLnBrk="0" fontAlgn="base" hangingPunct="0">
        <a:spcBef>
          <a:spcPct val="20000"/>
        </a:spcBef>
        <a:spcAft>
          <a:spcPct val="0"/>
        </a:spcAft>
        <a:buChar char="–"/>
        <a:defRPr sz="1400">
          <a:solidFill>
            <a:schemeClr val="tx1"/>
          </a:solidFill>
          <a:latin typeface="+mn-lt"/>
          <a:ea typeface="+mn-ea"/>
        </a:defRPr>
      </a:lvl4pPr>
      <a:lvl5pPr marL="1446305" indent="-160701" algn="l" rtl="0" eaLnBrk="0" fontAlgn="base" hangingPunct="0">
        <a:spcBef>
          <a:spcPct val="20000"/>
        </a:spcBef>
        <a:spcAft>
          <a:spcPct val="0"/>
        </a:spcAft>
        <a:buChar char="»"/>
        <a:defRPr sz="1400">
          <a:solidFill>
            <a:schemeClr val="tx1"/>
          </a:solidFill>
          <a:latin typeface="+mn-lt"/>
          <a:ea typeface="+mn-ea"/>
        </a:defRPr>
      </a:lvl5pPr>
      <a:lvl6pPr marL="1767706" indent="-160701" algn="l" rtl="0" fontAlgn="base">
        <a:spcBef>
          <a:spcPct val="20000"/>
        </a:spcBef>
        <a:spcAft>
          <a:spcPct val="0"/>
        </a:spcAft>
        <a:buChar char="»"/>
        <a:defRPr sz="1400">
          <a:solidFill>
            <a:schemeClr val="tx1"/>
          </a:solidFill>
          <a:latin typeface="+mn-lt"/>
          <a:ea typeface="+mn-ea"/>
        </a:defRPr>
      </a:lvl6pPr>
      <a:lvl7pPr marL="2089108" indent="-160701" algn="l" rtl="0" fontAlgn="base">
        <a:spcBef>
          <a:spcPct val="20000"/>
        </a:spcBef>
        <a:spcAft>
          <a:spcPct val="0"/>
        </a:spcAft>
        <a:buChar char="»"/>
        <a:defRPr sz="1400">
          <a:solidFill>
            <a:schemeClr val="tx1"/>
          </a:solidFill>
          <a:latin typeface="+mn-lt"/>
          <a:ea typeface="+mn-ea"/>
        </a:defRPr>
      </a:lvl7pPr>
      <a:lvl8pPr marL="2410509" indent="-160701" algn="l" rtl="0" fontAlgn="base">
        <a:spcBef>
          <a:spcPct val="20000"/>
        </a:spcBef>
        <a:spcAft>
          <a:spcPct val="0"/>
        </a:spcAft>
        <a:buChar char="»"/>
        <a:defRPr sz="1400">
          <a:solidFill>
            <a:schemeClr val="tx1"/>
          </a:solidFill>
          <a:latin typeface="+mn-lt"/>
          <a:ea typeface="+mn-ea"/>
        </a:defRPr>
      </a:lvl8pPr>
      <a:lvl9pPr marL="2731909" indent="-160701"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803" rtl="0" eaLnBrk="1" latinLnBrk="0" hangingPunct="1">
        <a:defRPr sz="1300" kern="1200">
          <a:solidFill>
            <a:schemeClr val="tx1"/>
          </a:solidFill>
          <a:latin typeface="+mn-lt"/>
          <a:ea typeface="+mn-ea"/>
          <a:cs typeface="+mn-cs"/>
        </a:defRPr>
      </a:lvl1pPr>
      <a:lvl2pPr marL="321400" algn="l" defTabSz="642803" rtl="0" eaLnBrk="1" latinLnBrk="0" hangingPunct="1">
        <a:defRPr sz="1300" kern="1200">
          <a:solidFill>
            <a:schemeClr val="tx1"/>
          </a:solidFill>
          <a:latin typeface="+mn-lt"/>
          <a:ea typeface="+mn-ea"/>
          <a:cs typeface="+mn-cs"/>
        </a:defRPr>
      </a:lvl2pPr>
      <a:lvl3pPr marL="642803" algn="l" defTabSz="642803" rtl="0" eaLnBrk="1" latinLnBrk="0" hangingPunct="1">
        <a:defRPr sz="1300" kern="1200">
          <a:solidFill>
            <a:schemeClr val="tx1"/>
          </a:solidFill>
          <a:latin typeface="+mn-lt"/>
          <a:ea typeface="+mn-ea"/>
          <a:cs typeface="+mn-cs"/>
        </a:defRPr>
      </a:lvl3pPr>
      <a:lvl4pPr marL="964204" algn="l" defTabSz="642803" rtl="0" eaLnBrk="1" latinLnBrk="0" hangingPunct="1">
        <a:defRPr sz="1300" kern="1200">
          <a:solidFill>
            <a:schemeClr val="tx1"/>
          </a:solidFill>
          <a:latin typeface="+mn-lt"/>
          <a:ea typeface="+mn-ea"/>
          <a:cs typeface="+mn-cs"/>
        </a:defRPr>
      </a:lvl4pPr>
      <a:lvl5pPr marL="1285604" algn="l" defTabSz="642803" rtl="0" eaLnBrk="1" latinLnBrk="0" hangingPunct="1">
        <a:defRPr sz="1300" kern="1200">
          <a:solidFill>
            <a:schemeClr val="tx1"/>
          </a:solidFill>
          <a:latin typeface="+mn-lt"/>
          <a:ea typeface="+mn-ea"/>
          <a:cs typeface="+mn-cs"/>
        </a:defRPr>
      </a:lvl5pPr>
      <a:lvl6pPr marL="1607006" algn="l" defTabSz="642803" rtl="0" eaLnBrk="1" latinLnBrk="0" hangingPunct="1">
        <a:defRPr sz="1300" kern="1200">
          <a:solidFill>
            <a:schemeClr val="tx1"/>
          </a:solidFill>
          <a:latin typeface="+mn-lt"/>
          <a:ea typeface="+mn-ea"/>
          <a:cs typeface="+mn-cs"/>
        </a:defRPr>
      </a:lvl6pPr>
      <a:lvl7pPr marL="1928406" algn="l" defTabSz="642803" rtl="0" eaLnBrk="1" latinLnBrk="0" hangingPunct="1">
        <a:defRPr sz="1300" kern="1200">
          <a:solidFill>
            <a:schemeClr val="tx1"/>
          </a:solidFill>
          <a:latin typeface="+mn-lt"/>
          <a:ea typeface="+mn-ea"/>
          <a:cs typeface="+mn-cs"/>
        </a:defRPr>
      </a:lvl7pPr>
      <a:lvl8pPr marL="2249808" algn="l" defTabSz="642803" rtl="0" eaLnBrk="1" latinLnBrk="0" hangingPunct="1">
        <a:defRPr sz="1300" kern="1200">
          <a:solidFill>
            <a:schemeClr val="tx1"/>
          </a:solidFill>
          <a:latin typeface="+mn-lt"/>
          <a:ea typeface="+mn-ea"/>
          <a:cs typeface="+mn-cs"/>
        </a:defRPr>
      </a:lvl8pPr>
      <a:lvl9pPr marL="2571209" algn="l" defTabSz="642803"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447E-148E-C5AE-EEA1-A6565EC897C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1.5</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大数据挖掘隐私与伦理问题</a:t>
            </a:r>
            <a:endParaRPr lang="en-US" altLang="zh-CN" b="0" dirty="0">
              <a:ea typeface="华光综艺_CNKI" panose="02000500000000000000" pitchFamily="2" charset="-122"/>
            </a:endParaRPr>
          </a:p>
        </p:txBody>
      </p:sp>
    </p:spTree>
    <p:extLst>
      <p:ext uri="{BB962C8B-B14F-4D97-AF65-F5344CB8AC3E}">
        <p14:creationId xmlns:p14="http://schemas.microsoft.com/office/powerpoint/2010/main" val="21598714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54027-EF29-9991-27AA-F94659A231A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278D8C6-54EC-6F90-8D39-AC3F963CAA84}"/>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数据挖掘隐私问题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
        <p:nvSpPr>
          <p:cNvPr id="4" name="文本框 3">
            <a:extLst>
              <a:ext uri="{FF2B5EF4-FFF2-40B4-BE49-F238E27FC236}">
                <a16:creationId xmlns:a16="http://schemas.microsoft.com/office/drawing/2014/main" id="{5D5B503D-1978-CE5F-67C9-E34FF0C4F790}"/>
              </a:ext>
            </a:extLst>
          </p:cNvPr>
          <p:cNvSpPr txBox="1"/>
          <p:nvPr/>
        </p:nvSpPr>
        <p:spPr>
          <a:xfrm>
            <a:off x="735394" y="1442514"/>
            <a:ext cx="10856173" cy="1976951"/>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隐私 </a:t>
            </a:r>
            <a:r>
              <a:rPr lang="zh-CN" altLang="en-US" sz="2400" b="1" dirty="0">
                <a:latin typeface="微软雅黑" pitchFamily="34" charset="-122"/>
                <a:ea typeface="微软雅黑" pitchFamily="34" charset="-122"/>
                <a:cs typeface="+mj-cs"/>
              </a:rPr>
              <a:t>指的是个人、组织或团体希望保密或限制他人访问的信息或活动。</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保护隐私意味着确保个人拥有控制自己个人信息的权利，并防止他人非法获取、使用或滥用个人信息。数据挖掘技术能够有效提升处理复杂事务的决策能力，增强预测的精准度。</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然而，随着大规模数据的收集和分析，数据挖掘过程中隐私问题的凸显也引起了广泛关注。</a:t>
            </a:r>
          </a:p>
        </p:txBody>
      </p:sp>
      <p:graphicFrame>
        <p:nvGraphicFramePr>
          <p:cNvPr id="5" name="表格 4">
            <a:extLst>
              <a:ext uri="{FF2B5EF4-FFF2-40B4-BE49-F238E27FC236}">
                <a16:creationId xmlns:a16="http://schemas.microsoft.com/office/drawing/2014/main" id="{322C8A66-E5A9-F82C-9A1E-3DE27FF39430}"/>
              </a:ext>
            </a:extLst>
          </p:cNvPr>
          <p:cNvGraphicFramePr>
            <a:graphicFrameLocks noGrp="1"/>
          </p:cNvGraphicFramePr>
          <p:nvPr>
            <p:extLst>
              <p:ext uri="{D42A27DB-BD31-4B8C-83A1-F6EECF244321}">
                <p14:modId xmlns:p14="http://schemas.microsoft.com/office/powerpoint/2010/main" val="1623069489"/>
              </p:ext>
            </p:extLst>
          </p:nvPr>
        </p:nvGraphicFramePr>
        <p:xfrm>
          <a:off x="1894477" y="3623201"/>
          <a:ext cx="7882040" cy="2365375"/>
        </p:xfrm>
        <a:graphic>
          <a:graphicData uri="http://schemas.openxmlformats.org/drawingml/2006/table">
            <a:tbl>
              <a:tblPr firstRow="1" firstCol="1" bandRow="1"/>
              <a:tblGrid>
                <a:gridCol w="7882040">
                  <a:extLst>
                    <a:ext uri="{9D8B030D-6E8A-4147-A177-3AD203B41FA5}">
                      <a16:colId xmlns:a16="http://schemas.microsoft.com/office/drawing/2014/main" val="377670949"/>
                    </a:ext>
                  </a:extLst>
                </a:gridCol>
              </a:tblGrid>
              <a:tr h="0">
                <a:tc>
                  <a:txBody>
                    <a:bodyPr/>
                    <a:lstStyle/>
                    <a:p>
                      <a:pPr marL="0" marR="0" algn="just">
                        <a:lnSpc>
                          <a:spcPct val="125000"/>
                        </a:lnSpc>
                        <a:spcBef>
                          <a:spcPts val="360"/>
                        </a:spcBef>
                        <a:buNone/>
                      </a:pPr>
                      <a:r>
                        <a:rPr lang="zh-CN" sz="18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美国</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Target</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公司通过分析女性客户的购买记录，挖掘出与怀孕高度相关的</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25</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种典型商品的购买行为，构建了“怀孕预测”指数。例如，他们发现女性在怀孕四个月左右会购买大量无香味乳液。基于这一指数，</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Target</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能够提前预测孕妇的预产期，并向她们发送孕妇装、婴儿床等商品的折扣券，吸引她们购物。根据这一“怀孕预测”指数，该公司成功获取到一名</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17</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岁的在校高中生的妊娠隐私，并向其邮递婴儿尿片和童车优惠券，这比她的家人知悉这一隐私还要早一个月。</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710966779"/>
                  </a:ext>
                </a:extLst>
              </a:tr>
            </a:tbl>
          </a:graphicData>
        </a:graphic>
      </p:graphicFrame>
    </p:spTree>
    <p:extLst>
      <p:ext uri="{BB962C8B-B14F-4D97-AF65-F5344CB8AC3E}">
        <p14:creationId xmlns:p14="http://schemas.microsoft.com/office/powerpoint/2010/main" val="287486657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DE33-D88D-7292-3F53-11CEA69939EF}"/>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3B0CD938-2571-9E10-5929-CF0EE1686BCF}"/>
              </a:ext>
            </a:extLst>
          </p:cNvPr>
          <p:cNvSpPr txBox="1"/>
          <p:nvPr/>
        </p:nvSpPr>
        <p:spPr>
          <a:xfrm>
            <a:off x="1280503" y="1414621"/>
            <a:ext cx="9732808" cy="4100610"/>
          </a:xfrm>
          <a:prstGeom prst="rect">
            <a:avLst/>
          </a:prstGeom>
          <a:noFill/>
        </p:spPr>
        <p:txBody>
          <a:bodyPr wrap="square">
            <a:spAutoFit/>
          </a:bodyPr>
          <a:lstStyle/>
          <a:p>
            <a:r>
              <a:rPr lang="zh-CN" altLang="en-US" sz="2400" b="1" dirty="0">
                <a:solidFill>
                  <a:srgbClr val="0245AD"/>
                </a:solidFill>
                <a:latin typeface="微软雅黑" pitchFamily="34" charset="-122"/>
                <a:ea typeface="微软雅黑" pitchFamily="34" charset="-122"/>
                <a:cs typeface="+mj-cs"/>
              </a:rPr>
              <a:t>信息泄露问题</a:t>
            </a:r>
            <a:endParaRPr lang="en-US" altLang="zh-CN" sz="2400" b="1" dirty="0">
              <a:solidFill>
                <a:srgbClr val="0245AD"/>
              </a:solidFill>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涵盖了从数据收集、数据处理到建立模型和业务决策的整个过程，每个环节都可能发生信息泄露。即使在匿名化或脱敏的数据集中，通过巧妙的数据重组和交叉引用，个人身份或其他敏感信息仍可能被揭示。</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大数据环境下，数据集中包含大量个体的敏感信息，如医疗记录、金融交易、社交媒体活动等。即使这些数据形式是碎片化的，仍然可以通过数据挖掘算法发现其中隐匿的数据关联或进行数据预测，最终导致个人隐私泄露。</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这样的泄露不仅会对个体的隐私构成威胁，还可能影响其声誉和安全，对相关组织也会产生不利影响</a:t>
            </a:r>
          </a:p>
        </p:txBody>
      </p:sp>
      <p:sp>
        <p:nvSpPr>
          <p:cNvPr id="2" name="矩形 26">
            <a:extLst>
              <a:ext uri="{FF2B5EF4-FFF2-40B4-BE49-F238E27FC236}">
                <a16:creationId xmlns:a16="http://schemas.microsoft.com/office/drawing/2014/main" id="{AE6C537F-B190-4B0D-E040-0089398BD585}"/>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数据挖掘隐私问题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3498555625"/>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CB02E-5C16-F412-9836-F6468834AD0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04F76DA0-A74B-A067-D4BC-262CC993EC32}"/>
              </a:ext>
            </a:extLst>
          </p:cNvPr>
          <p:cNvSpPr txBox="1"/>
          <p:nvPr/>
        </p:nvSpPr>
        <p:spPr>
          <a:xfrm>
            <a:off x="752275" y="1224800"/>
            <a:ext cx="10687449" cy="5023939"/>
          </a:xfrm>
          <a:prstGeom prst="rect">
            <a:avLst/>
          </a:prstGeom>
          <a:noFill/>
        </p:spPr>
        <p:txBody>
          <a:bodyPr wrap="square">
            <a:spAutoFit/>
          </a:bodyPr>
          <a:lstStyle/>
          <a:p>
            <a:r>
              <a:rPr lang="zh-CN" altLang="en-US" sz="2400" b="1" dirty="0">
                <a:solidFill>
                  <a:srgbClr val="0245AD"/>
                </a:solidFill>
                <a:latin typeface="微软雅黑" pitchFamily="34" charset="-122"/>
                <a:ea typeface="微软雅黑" pitchFamily="34" charset="-122"/>
                <a:cs typeface="+mj-cs"/>
              </a:rPr>
              <a:t>对用户知情权和允许权的侵犯</a:t>
            </a:r>
            <a:endParaRPr lang="en-US" altLang="zh-CN" sz="2400" b="1" dirty="0">
              <a:solidFill>
                <a:srgbClr val="0245AD"/>
              </a:solidFill>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组织对数据进行二次乃至多次分析，使用数据挖掘结果开展商业行为，往往忽视了个人的数据知情权和允许权。</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数据收集过程中，用户能够通过明确的知情同意来掌控自己的数据。在进行数据挖掘时，确保这种同意的实施变得更加复杂。即使在主体明确授权组织使用其个人数据的情况下，要确保数据不被用于其他目的也十分困难。很多数据在收集时可能并没有特定的用途，但最终却被用于各种创新的目的。</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由于组织无法就未来可能进行的某种数据挖掘获得个人的明确同意，在二次挖掘过程中回访成千上万、甚至上亿个数据生产者并征求同意也难以实现，因此，组织常常越过数据生产者自行决定是否进行数据挖掘。</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这导致个人逐渐失去对自己数据的知情权和允许权，并面临隐私权被侵犯的风险</a:t>
            </a:r>
          </a:p>
        </p:txBody>
      </p:sp>
      <p:sp>
        <p:nvSpPr>
          <p:cNvPr id="2" name="矩形 26">
            <a:extLst>
              <a:ext uri="{FF2B5EF4-FFF2-40B4-BE49-F238E27FC236}">
                <a16:creationId xmlns:a16="http://schemas.microsoft.com/office/drawing/2014/main" id="{3F3C0177-3CF8-BD27-74FF-A68F78539FB0}"/>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数据挖掘隐私问题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5733730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81644-2868-7E79-579F-A6B407AA8E59}"/>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8386C182-8D66-B7D9-EDF5-8C9AE3C0ECDB}"/>
              </a:ext>
            </a:extLst>
          </p:cNvPr>
          <p:cNvSpPr txBox="1"/>
          <p:nvPr/>
        </p:nvSpPr>
        <p:spPr>
          <a:xfrm>
            <a:off x="1249581" y="1359716"/>
            <a:ext cx="9692838" cy="2069284"/>
          </a:xfrm>
          <a:prstGeom prst="rect">
            <a:avLst/>
          </a:prstGeom>
          <a:noFill/>
        </p:spPr>
        <p:txBody>
          <a:bodyPr wrap="square">
            <a:spAutoFit/>
          </a:bodyPr>
          <a:lstStyle/>
          <a:p>
            <a:pPr>
              <a:lnSpc>
                <a:spcPct val="150000"/>
              </a:lnSpc>
            </a:pPr>
            <a:r>
              <a:rPr lang="zh-CN" altLang="en-US" sz="2400" b="1" dirty="0">
                <a:solidFill>
                  <a:srgbClr val="0245AD"/>
                </a:solidFill>
                <a:latin typeface="微软雅黑" pitchFamily="34" charset="-122"/>
                <a:ea typeface="微软雅黑" pitchFamily="34" charset="-122"/>
                <a:cs typeface="+mj-cs"/>
              </a:rPr>
              <a:t>数据挖掘中的伦理问题 </a:t>
            </a:r>
            <a:r>
              <a:rPr lang="zh-CN" altLang="en-US" sz="2400" b="1" dirty="0">
                <a:latin typeface="微软雅黑" pitchFamily="34" charset="-122"/>
                <a:ea typeface="微软雅黑" pitchFamily="34" charset="-122"/>
                <a:cs typeface="+mj-cs"/>
              </a:rPr>
              <a:t>指的是在整个数据挖掘活动过程中涉及的道德规范、行为准则，以及对数据挖掘技术应用的道德和法律约束。</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数据挖掘的伦理问题正变得越来越突出，除了以上提到的隐私问题，还包括数据挖掘对用户进行分类与行为预测导致的权利侵犯和歧视问题。</a:t>
            </a:r>
          </a:p>
        </p:txBody>
      </p:sp>
      <p:graphicFrame>
        <p:nvGraphicFramePr>
          <p:cNvPr id="7" name="表格 6">
            <a:extLst>
              <a:ext uri="{FF2B5EF4-FFF2-40B4-BE49-F238E27FC236}">
                <a16:creationId xmlns:a16="http://schemas.microsoft.com/office/drawing/2014/main" id="{A3B0D8E4-5535-E323-0FB3-C47FF50890EC}"/>
              </a:ext>
            </a:extLst>
          </p:cNvPr>
          <p:cNvGraphicFramePr>
            <a:graphicFrameLocks noGrp="1"/>
          </p:cNvGraphicFramePr>
          <p:nvPr>
            <p:extLst>
              <p:ext uri="{D42A27DB-BD31-4B8C-83A1-F6EECF244321}">
                <p14:modId xmlns:p14="http://schemas.microsoft.com/office/powerpoint/2010/main" val="152289927"/>
              </p:ext>
            </p:extLst>
          </p:nvPr>
        </p:nvGraphicFramePr>
        <p:xfrm>
          <a:off x="1743223" y="3805414"/>
          <a:ext cx="8390804" cy="2365375"/>
        </p:xfrm>
        <a:graphic>
          <a:graphicData uri="http://schemas.openxmlformats.org/drawingml/2006/table">
            <a:tbl>
              <a:tblPr firstRow="1" firstCol="1" bandRow="1"/>
              <a:tblGrid>
                <a:gridCol w="8390804">
                  <a:extLst>
                    <a:ext uri="{9D8B030D-6E8A-4147-A177-3AD203B41FA5}">
                      <a16:colId xmlns:a16="http://schemas.microsoft.com/office/drawing/2014/main" val="2944930890"/>
                    </a:ext>
                  </a:extLst>
                </a:gridCol>
              </a:tblGrid>
              <a:tr h="0">
                <a:tc>
                  <a:txBody>
                    <a:bodyPr/>
                    <a:lstStyle/>
                    <a:p>
                      <a:pPr marL="0" marR="0" algn="just">
                        <a:lnSpc>
                          <a:spcPct val="125000"/>
                        </a:lnSpc>
                        <a:spcBef>
                          <a:spcPts val="360"/>
                        </a:spcBef>
                        <a:buNone/>
                      </a:pPr>
                      <a:r>
                        <a:rPr lang="zh-CN" sz="18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英国的政治咨询公司剑桥分析（</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Cambridge Analytica</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）曾利用</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Facebook</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上的一个性格测试游戏以及</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Facebook</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系统的漏洞，获取了超过</a:t>
                      </a:r>
                      <a:r>
                        <a:rPr lang="en-US"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5000</a:t>
                      </a:r>
                      <a:r>
                        <a:rPr lang="zh-CN" sz="18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用户的行为数据。这些数据包括用户的喜好、观点以及社交互动等信息。之后剑桥分析公司利用数据挖掘技术对这些数据进行分析和建模，以识别出政治倾向仍不明确或者是具有易受影响性格的选民，并通过社交媒体平台向这些特定群体持续投放具有偏向性或者诋毁内容的广告，试图左右他们的投票倾向。这种行为被认为对选举结果产生了不良影响，并引发了公众对于信息安全和隐私保护的广泛担忧。</a:t>
                      </a:r>
                      <a:endParaRPr 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837994914"/>
                  </a:ext>
                </a:extLst>
              </a:tr>
            </a:tbl>
          </a:graphicData>
        </a:graphic>
      </p:graphicFrame>
      <p:sp>
        <p:nvSpPr>
          <p:cNvPr id="2" name="矩形 26">
            <a:extLst>
              <a:ext uri="{FF2B5EF4-FFF2-40B4-BE49-F238E27FC236}">
                <a16:creationId xmlns:a16="http://schemas.microsoft.com/office/drawing/2014/main" id="{A85EA59F-BC7D-7900-E497-D87F9B07366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数据挖掘伦理问题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76658119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0EDFB-63FC-2A68-1D7C-050830E1BA5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54DB9D6-E6D2-A476-3B93-7D8FA153A6CD}"/>
              </a:ext>
            </a:extLst>
          </p:cNvPr>
          <p:cNvSpPr txBox="1"/>
          <p:nvPr/>
        </p:nvSpPr>
        <p:spPr>
          <a:xfrm>
            <a:off x="556891" y="1190656"/>
            <a:ext cx="10878838" cy="4746941"/>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数据挖掘过程和结果可能侵犯用户自主权。</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自主权是指个体在不受外界干预或控制的情况下，根据自己的意志和价值观进行决策和采取行动的权利。</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商业公司通过收集用户的个人信息、社交互动、浏览记录等数据，分析用户的兴趣爱好、社交关系和行为习惯，然后通过广告定向推送和推荐系统来影响用户的消费行为和决策。这种数据使用方式缺乏透明度，缺少公共监督。</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用户并不清楚他们的个人数据是如何被收集和利用的，也完全无法掌控自己的数据被用于何种目的。在推荐机制营造的信息茧房中，用户更容易受到偏见和虚假信息的影响，从而无法有效行使其自主权。</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从数据挖掘获益的只有商业公司，作为数据提供方的用户并未被考虑过支付任何收益。</a:t>
            </a:r>
          </a:p>
        </p:txBody>
      </p:sp>
      <p:sp>
        <p:nvSpPr>
          <p:cNvPr id="2" name="矩形 26">
            <a:extLst>
              <a:ext uri="{FF2B5EF4-FFF2-40B4-BE49-F238E27FC236}">
                <a16:creationId xmlns:a16="http://schemas.microsoft.com/office/drawing/2014/main" id="{FA8BC3DA-DCDD-1ED1-C14E-7CCB4445B299}"/>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数据挖掘伦理问题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90158000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A581-083D-3C4D-22A1-73D4A90428EC}"/>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A88D1E95-E0DC-AA5D-882C-728738F5FBF8}"/>
              </a:ext>
            </a:extLst>
          </p:cNvPr>
          <p:cNvGraphicFramePr>
            <a:graphicFrameLocks noGrp="1"/>
          </p:cNvGraphicFramePr>
          <p:nvPr>
            <p:extLst>
              <p:ext uri="{D42A27DB-BD31-4B8C-83A1-F6EECF244321}">
                <p14:modId xmlns:p14="http://schemas.microsoft.com/office/powerpoint/2010/main" val="1387962068"/>
              </p:ext>
            </p:extLst>
          </p:nvPr>
        </p:nvGraphicFramePr>
        <p:xfrm>
          <a:off x="1496144" y="2245744"/>
          <a:ext cx="8865192" cy="2628202"/>
        </p:xfrm>
        <a:graphic>
          <a:graphicData uri="http://schemas.openxmlformats.org/drawingml/2006/table">
            <a:tbl>
              <a:tblPr firstRow="1" firstCol="1" bandRow="1"/>
              <a:tblGrid>
                <a:gridCol w="8865192">
                  <a:extLst>
                    <a:ext uri="{9D8B030D-6E8A-4147-A177-3AD203B41FA5}">
                      <a16:colId xmlns:a16="http://schemas.microsoft.com/office/drawing/2014/main" val="3154986441"/>
                    </a:ext>
                  </a:extLst>
                </a:gridCol>
              </a:tblGrid>
              <a:tr h="0">
                <a:tc>
                  <a:txBody>
                    <a:bodyPr/>
                    <a:lstStyle/>
                    <a:p>
                      <a:pPr marL="0" marR="0" algn="just">
                        <a:lnSpc>
                          <a:spcPct val="125000"/>
                        </a:lnSpc>
                        <a:spcBef>
                          <a:spcPts val="360"/>
                        </a:spcBef>
                        <a:buNone/>
                      </a:pPr>
                      <a:r>
                        <a:rPr lang="zh-CN" sz="2000" b="1" kern="100" dirty="0">
                          <a:solidFill>
                            <a:srgbClr val="C45911"/>
                          </a:solidFill>
                          <a:effectLst/>
                          <a:latin typeface="Times New Roman" panose="02020603050405020304" pitchFamily="18" charset="0"/>
                          <a:ea typeface="楷体" panose="02010609060101010101" pitchFamily="49" charset="-122"/>
                          <a:cs typeface="Times New Roman" panose="02020603050405020304" pitchFamily="18" charset="0"/>
                        </a:rPr>
                        <a:t>延伸阅读：</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当涉及在线隐私保护时，美国联邦贸易委员会认定“告知</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同意”规则是最重要的原则之一。该规则要求在收集和处理个人数据之前，信息控制者和信息处理者必须事先告知用户，并获得其明示或默示同意。这确保了用户在决定是否分享个人信息时有明确的知情和选择权。然而，“告知</a:t>
                      </a:r>
                      <a:r>
                        <a:rPr lang="en-US"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sz="200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同意”机制未覆盖信息的二次利用，即一旦用户同意了初始的数据收集和处理行为，他们可能无法控制或预测将来个人信息的二次利用。这导致用户难以掌控当前和未来的信息分析、处理和利用行为，也使他们对信息的二次利用行为毫无察觉。</a:t>
                      </a:r>
                      <a:endParaRPr lang="zh-CN" sz="2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511736864"/>
                  </a:ext>
                </a:extLst>
              </a:tr>
            </a:tbl>
          </a:graphicData>
        </a:graphic>
      </p:graphicFrame>
      <p:sp>
        <p:nvSpPr>
          <p:cNvPr id="4" name="矩形 26">
            <a:extLst>
              <a:ext uri="{FF2B5EF4-FFF2-40B4-BE49-F238E27FC236}">
                <a16:creationId xmlns:a16="http://schemas.microsoft.com/office/drawing/2014/main" id="{A01A0531-18D1-5EC6-76B0-8436A6FBB197}"/>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数据挖掘伦理问题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11187634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5E8B1-9E9A-48CD-C3E7-D82FE856B3A6}"/>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5F111B2-B696-1765-9DE3-C4877EC18CF4}"/>
              </a:ext>
            </a:extLst>
          </p:cNvPr>
          <p:cNvSpPr txBox="1"/>
          <p:nvPr/>
        </p:nvSpPr>
        <p:spPr>
          <a:xfrm>
            <a:off x="1149873" y="1213172"/>
            <a:ext cx="9863437" cy="4839273"/>
          </a:xfrm>
          <a:prstGeom prst="rect">
            <a:avLst/>
          </a:prstGeom>
          <a:noFill/>
        </p:spPr>
        <p:txBody>
          <a:bodyPr wrap="square">
            <a:spAutoFit/>
          </a:bodyPr>
          <a:lstStyle/>
          <a:p>
            <a:pPr>
              <a:lnSpc>
                <a:spcPct val="150000"/>
              </a:lnSpc>
            </a:pPr>
            <a:r>
              <a:rPr lang="zh-CN" altLang="en-US" sz="2400" b="1" dirty="0">
                <a:latin typeface="微软雅黑" pitchFamily="34" charset="-122"/>
                <a:ea typeface="微软雅黑" pitchFamily="34" charset="-122"/>
                <a:cs typeface="+mj-cs"/>
              </a:rPr>
              <a:t>数据挖掘还可能存在算法歧视，并导致歧视性行为，如种族歧视、性别歧视、消费歧视、年龄歧视和基于其他特征的歧视。</a:t>
            </a:r>
            <a:endParaRPr lang="en-US" altLang="zh-CN" sz="2400" b="1" dirty="0">
              <a:latin typeface="微软雅黑" pitchFamily="34" charset="-122"/>
              <a:ea typeface="微软雅黑" pitchFamily="34" charset="-122"/>
              <a:cs typeface="+mj-cs"/>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消费歧视的一个典型例子是“大数据杀熟”现象，即一些在线服务平台通过收集和分析用户的消费记录、浏览习惯等数据，构建用户画像，从而针对不同用户实施个性化定价策略。</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一些电商平台可能会对新用户显示较低的价格以吸引其消费，而对老用户则显示较高的价格，利用老用户对平台的忠诚度和购买意愿来提高利润。</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当银行等机构根据用户特征而对用户进行分类或评级时，人们将被视为群体成员而不是个人来评判和对待。人们可能仅仅因为被标记为某个群体的成员或被标记某些特征而受到歧视或污名化。</a:t>
            </a:r>
          </a:p>
        </p:txBody>
      </p:sp>
      <p:sp>
        <p:nvSpPr>
          <p:cNvPr id="2" name="矩形 26">
            <a:extLst>
              <a:ext uri="{FF2B5EF4-FFF2-40B4-BE49-F238E27FC236}">
                <a16:creationId xmlns:a16="http://schemas.microsoft.com/office/drawing/2014/main" id="{F7A15329-05DB-6A83-758C-116D17E7E63A}"/>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数据挖掘伦理问题</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102656054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5201B-88E2-EBD8-7960-F771CD3482A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01E59C4-86B9-5A3F-3754-A4092193653A}"/>
              </a:ext>
            </a:extLst>
          </p:cNvPr>
          <p:cNvSpPr txBox="1"/>
          <p:nvPr/>
        </p:nvSpPr>
        <p:spPr>
          <a:xfrm>
            <a:off x="1283082" y="1560495"/>
            <a:ext cx="9238534" cy="41929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针对数据挖掘过程中的隐私和伦理问题，一些国家陆续发布了数据挖掘中的法律法规作为应对方案。</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欧洲于</a:t>
            </a:r>
            <a:r>
              <a:rPr lang="en-US" altLang="zh-CN" sz="2000" dirty="0">
                <a:latin typeface="微软雅黑" panose="020B0503020204020204" pitchFamily="34" charset="-122"/>
                <a:ea typeface="微软雅黑" panose="020B0503020204020204" pitchFamily="34" charset="-122"/>
              </a:rPr>
              <a:t>2018</a:t>
            </a:r>
            <a:r>
              <a:rPr lang="zh-CN" altLang="en-US" sz="2000" dirty="0">
                <a:latin typeface="微软雅黑" panose="020B0503020204020204" pitchFamily="34" charset="-122"/>
                <a:ea typeface="微软雅黑" panose="020B0503020204020204" pitchFamily="34" charset="-122"/>
              </a:rPr>
              <a:t>年引入了通用数据保护条例（</a:t>
            </a:r>
            <a:r>
              <a:rPr lang="en-US" altLang="zh-CN" sz="2000" dirty="0">
                <a:latin typeface="微软雅黑" panose="020B0503020204020204" pitchFamily="34" charset="-122"/>
                <a:ea typeface="微软雅黑" panose="020B0503020204020204" pitchFamily="34" charset="-122"/>
              </a:rPr>
              <a:t>General Data Protection Regulation</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GDPR</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GDPR</a:t>
            </a:r>
            <a:r>
              <a:rPr lang="zh-CN" altLang="en-US" sz="2000" dirty="0">
                <a:latin typeface="微软雅黑" panose="020B0503020204020204" pitchFamily="34" charset="-122"/>
                <a:ea typeface="微软雅黑" panose="020B0503020204020204" pitchFamily="34" charset="-122"/>
              </a:rPr>
              <a:t>规定了个人数据的收集、处理、存储和共享的规则，以及对个人数据保护的权利和义务。</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我国在</a:t>
            </a:r>
            <a:r>
              <a:rPr lang="en-US" altLang="zh-CN" sz="2000" dirty="0">
                <a:latin typeface="微软雅黑" panose="020B0503020204020204" pitchFamily="34" charset="-122"/>
                <a:ea typeface="微软雅黑" panose="020B0503020204020204" pitchFamily="34" charset="-122"/>
              </a:rPr>
              <a:t>2021</a:t>
            </a:r>
            <a:r>
              <a:rPr lang="zh-CN" altLang="en-US" sz="2000" dirty="0">
                <a:latin typeface="微软雅黑" panose="020B0503020204020204" pitchFamily="34" charset="-122"/>
                <a:ea typeface="微软雅黑" panose="020B0503020204020204" pitchFamily="34" charset="-122"/>
              </a:rPr>
              <a:t>年发布</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中华人民共和国个人信息保护法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，明确了个人信息的处理规则。</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这些法规强调了对个人数据的保护和隐私权利，要求组织在收集和处理数据时遵循一系列规定，包括明确的知情同意和数据主体权利的尊重等。</a:t>
            </a:r>
          </a:p>
        </p:txBody>
      </p:sp>
      <p:sp>
        <p:nvSpPr>
          <p:cNvPr id="6" name="矩形 26">
            <a:extLst>
              <a:ext uri="{FF2B5EF4-FFF2-40B4-BE49-F238E27FC236}">
                <a16:creationId xmlns:a16="http://schemas.microsoft.com/office/drawing/2014/main" id="{86BF8912-4A3A-88F2-B769-D12645646B96}"/>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数据挖掘行为规范</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231217603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5CD6D-370B-1D1F-3867-C688B348729B}"/>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0D5EE9E3-C202-A3A5-3B75-A71E9024CE16}"/>
              </a:ext>
            </a:extLst>
          </p:cNvPr>
          <p:cNvSpPr txBox="1"/>
          <p:nvPr/>
        </p:nvSpPr>
        <p:spPr>
          <a:xfrm>
            <a:off x="393033" y="1071710"/>
            <a:ext cx="10841025" cy="5588838"/>
          </a:xfrm>
          <a:prstGeom prst="rect">
            <a:avLst/>
          </a:prstGeom>
          <a:noFill/>
        </p:spPr>
        <p:txBody>
          <a:bodyPr wrap="square">
            <a:spAutoFit/>
          </a:bodyPr>
          <a:lstStyle/>
          <a:p>
            <a:pPr>
              <a:lnSpc>
                <a:spcPct val="150000"/>
              </a:lnSpc>
              <a:defRPr/>
            </a:pPr>
            <a:r>
              <a:rPr lang="zh-CN" altLang="en-US" sz="1600" b="1" dirty="0">
                <a:latin typeface="微软雅黑" panose="020B0503020204020204" pitchFamily="34" charset="-122"/>
                <a:ea typeface="微软雅黑" panose="020B0503020204020204" pitchFamily="34" charset="-122"/>
              </a:rPr>
              <a:t>结合上述法规的要求，本书提出大数据挖掘过程中的七条行为规范：</a:t>
            </a:r>
            <a:endParaRPr lang="en-US" altLang="zh-CN" sz="1600" b="1" dirty="0">
              <a:latin typeface="微软雅黑" panose="020B0503020204020204" pitchFamily="34" charset="-122"/>
              <a:ea typeface="微软雅黑" panose="020B0503020204020204" pitchFamily="34" charset="-122"/>
            </a:endParaRP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）明确目的和合理性。在进行数据挖掘之前，机构应明确目的，并确保目的是合理的。机构应确保数据与数据挖掘目的一致，不得过度收集信息，避免将数据用于与原始目的不相关的用途。</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）最小影响原则。数据挖掘过程中应采取措施以减少对个人权益的负面影响。只有在确保没有更小干预方式时，才能使用特定数据。</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）公开透明原则。机构应在数据挖掘之前告知数据主体数据挖掘目的，并提供数据使用的透明信息，如明确的隐私政策和通知，以向数据主体解释数据处理的方式和目的。</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）数据质量原则。数据挖掘应基于准确和完整的数据进行，机构应确保个人信息的质量，以避免因信息不准确或不完整而对个人权益造成不利影响。</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）数据安全原则。机构应采取适当的安全措施来保护挖掘的个人数据，以防止数据泄漏和滥用。这包括加密、访问控制和监控等安全措施。</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6</a:t>
            </a:r>
            <a:r>
              <a:rPr lang="zh-CN" altLang="en-US" sz="1600" dirty="0">
                <a:latin typeface="微软雅黑" panose="020B0503020204020204" pitchFamily="34" charset="-122"/>
                <a:ea typeface="微软雅黑" panose="020B0503020204020204" pitchFamily="34" charset="-122"/>
              </a:rPr>
              <a:t>）个人权利尊重原则。数据主体应具有控制其个人数据的权利，机构应尊重数据主体的权利，包括访问、更正、删除等权利。</a:t>
            </a:r>
          </a:p>
          <a:p>
            <a:pPr marL="342900" marR="0" lvl="0" indent="-342900" fontAlgn="auto">
              <a:lnSpc>
                <a:spcPct val="150000"/>
              </a:lnSpc>
              <a:spcBef>
                <a:spcPts val="0"/>
              </a:spcBef>
              <a:spcAft>
                <a:spcPts val="0"/>
              </a:spcAft>
              <a:buClrTx/>
              <a:buSzTx/>
              <a:buFont typeface="Arial" panose="020B0604020202020204" pitchFamily="34" charset="0"/>
              <a:buChar char="•"/>
              <a:tabLst/>
              <a:defRPr/>
            </a:pP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7</a:t>
            </a:r>
            <a:r>
              <a:rPr lang="zh-CN" altLang="en-US" sz="1600" dirty="0">
                <a:latin typeface="微软雅黑" panose="020B0503020204020204" pitchFamily="34" charset="-122"/>
                <a:ea typeface="微软雅黑" panose="020B0503020204020204" pitchFamily="34" charset="-122"/>
              </a:rPr>
              <a:t>）合规性与监管原则。机构应遵守相关的法律法规，包括个人数据保护法规，同时应积极与监管机构合作，并提供必要的报告和信息。</a:t>
            </a:r>
          </a:p>
        </p:txBody>
      </p:sp>
      <p:sp>
        <p:nvSpPr>
          <p:cNvPr id="4" name="矩形 26">
            <a:extLst>
              <a:ext uri="{FF2B5EF4-FFF2-40B4-BE49-F238E27FC236}">
                <a16:creationId xmlns:a16="http://schemas.microsoft.com/office/drawing/2014/main" id="{B7C975B2-120A-E163-726C-62301B5FC31D}"/>
              </a:ext>
            </a:extLst>
          </p:cNvPr>
          <p:cNvSpPr/>
          <p:nvPr/>
        </p:nvSpPr>
        <p:spPr>
          <a:xfrm>
            <a:off x="995423" y="248198"/>
            <a:ext cx="10017888" cy="584763"/>
          </a:xfrm>
          <a:prstGeom prst="rect">
            <a:avLst/>
          </a:prstGeom>
          <a:noFill/>
        </p:spPr>
        <p:txBody>
          <a:bodyPr wrap="square" lIns="91429" tIns="45714" rIns="91429" bIns="45714">
            <a:spAutoFit/>
          </a:bodyPr>
          <a:lstStyle/>
          <a:p>
            <a:r>
              <a:rPr lang="zh-CN" altLang="en-US" sz="3200" b="0" dirty="0">
                <a:solidFill>
                  <a:srgbClr val="FFFF00"/>
                </a:solidFill>
                <a:latin typeface="华光综艺_CNKI" panose="02000500000000000000" pitchFamily="2" charset="-122"/>
                <a:ea typeface="华光综艺_CNKI" panose="02000500000000000000" pitchFamily="2" charset="-122"/>
              </a:rPr>
              <a:t>数据挖掘行为规范</a:t>
            </a:r>
            <a:endParaRPr lang="en-US" sz="3200" b="0" dirty="0">
              <a:solidFill>
                <a:srgbClr val="FFFF00"/>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4157719230"/>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057fef28-e1f3-418f-8f7b-57f60670b37e"/>
  <p:tag name="COMMONDATA" val="eyJoZGlkIjoiNGZlODdkOGY2N2FkZjEzZjVmYjI5NGY1MTQ2NGRhNj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1300163" rtl="0" eaLnBrk="1" fontAlgn="base" latinLnBrk="0" hangingPunct="1">
          <a:lnSpc>
            <a:spcPct val="100000"/>
          </a:lnSpc>
          <a:spcBef>
            <a:spcPct val="0"/>
          </a:spcBef>
          <a:spcAft>
            <a:spcPct val="0"/>
          </a:spcAft>
          <a:buClrTx/>
          <a:buSzTx/>
          <a:buFontTx/>
          <a:buNone/>
          <a:tabLst/>
          <a:defRPr kumimoji="0" lang="zh-CN" altLang="en-US" sz="26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3E28D3-CC25-4935-9535-3CA44F295BD0}">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6151</TotalTime>
  <Words>1750</Words>
  <Application>Microsoft Office PowerPoint</Application>
  <PresentationFormat>宽屏</PresentationFormat>
  <Paragraphs>61</Paragraphs>
  <Slides>11</Slides>
  <Notes>11</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1</vt:i4>
      </vt:variant>
      <vt:variant>
        <vt:lpstr>幻灯片标题</vt:lpstr>
      </vt:variant>
      <vt:variant>
        <vt:i4>11</vt:i4>
      </vt:variant>
    </vt:vector>
  </HeadingPairs>
  <TitlesOfParts>
    <vt:vector size="33" baseType="lpstr">
      <vt:lpstr>等线</vt:lpstr>
      <vt:lpstr>华光综艺_CNKI</vt:lpstr>
      <vt:lpstr>思源黑体</vt:lpstr>
      <vt:lpstr>思源黑体 CN Bold</vt:lpstr>
      <vt:lpstr>微软雅黑</vt:lpstr>
      <vt:lpstr>Arial</vt:lpstr>
      <vt:lpstr>Calibri</vt:lpstr>
      <vt:lpstr>Times New Roman</vt:lpstr>
      <vt:lpstr>Wingdings</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qing zhang</cp:lastModifiedBy>
  <cp:revision>2477</cp:revision>
  <dcterms:created xsi:type="dcterms:W3CDTF">2022-05-23T09:13:00Z</dcterms:created>
  <dcterms:modified xsi:type="dcterms:W3CDTF">2025-04-18T03:48:09Z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03DF3E81453D43789918EC1D3CAC176D_12</vt:lpwstr>
  </property>
  <property fmtid="{D5CDD505-2E9C-101B-9397-08002B2CF9AE}" pid="3" name="KSOProductBuildVer">
    <vt:lpwstr>2052-11.1.0.14309</vt:lpwstr>
  </property>
</Properties>
</file>