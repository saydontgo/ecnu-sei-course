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5.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6.xml" ContentType="application/vnd.openxmlformats-officedocument.theme+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7.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theme/theme8.xml" ContentType="application/vnd.openxmlformats-officedocument.theme+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9.xml" ContentType="application/vnd.openxmlformats-officedocument.theme+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10.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theme/theme11.xml" ContentType="application/vnd.openxmlformats-officedocument.theme+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2">
  <p:sldMasterIdLst>
    <p:sldMasterId id="2147483648" r:id="rId1"/>
    <p:sldMasterId id="2147484409" r:id="rId2"/>
    <p:sldMasterId id="2147484466" r:id="rId3"/>
    <p:sldMasterId id="2147484493" r:id="rId4"/>
    <p:sldMasterId id="2147484519" r:id="rId5"/>
    <p:sldMasterId id="2147484635" r:id="rId6"/>
    <p:sldMasterId id="2147484651" r:id="rId7"/>
    <p:sldMasterId id="2147484950" r:id="rId8"/>
    <p:sldMasterId id="2147484968" r:id="rId9"/>
    <p:sldMasterId id="2147484995" r:id="rId10"/>
    <p:sldMasterId id="2147485044" r:id="rId11"/>
    <p:sldMasterId id="2147485105" r:id="rId12"/>
  </p:sldMasterIdLst>
  <p:notesMasterIdLst>
    <p:notesMasterId r:id="rId24"/>
  </p:notesMasterIdLst>
  <p:handoutMasterIdLst>
    <p:handoutMasterId r:id="rId25"/>
  </p:handoutMasterIdLst>
  <p:sldIdLst>
    <p:sldId id="15638" r:id="rId13"/>
    <p:sldId id="15580" r:id="rId14"/>
    <p:sldId id="15682" r:id="rId15"/>
    <p:sldId id="15683" r:id="rId16"/>
    <p:sldId id="15684" r:id="rId17"/>
    <p:sldId id="15685" r:id="rId18"/>
    <p:sldId id="15686" r:id="rId19"/>
    <p:sldId id="15687" r:id="rId20"/>
    <p:sldId id="15688" r:id="rId21"/>
    <p:sldId id="15689" r:id="rId22"/>
    <p:sldId id="15502" r:id="rId23"/>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2275" userDrawn="1">
          <p15:clr>
            <a:srgbClr val="A4A3A4"/>
          </p15:clr>
        </p15:guide>
        <p15:guide id="5" orient="horz" pos="245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5C0C"/>
    <a:srgbClr val="FFFFFF"/>
    <a:srgbClr val="0066FF"/>
    <a:srgbClr val="7EA4EE"/>
    <a:srgbClr val="00FF00"/>
    <a:srgbClr val="F6F9FE"/>
    <a:srgbClr val="91CF50"/>
    <a:srgbClr val="FF66FF"/>
    <a:srgbClr val="00CCFF"/>
    <a:srgbClr val="0096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2" autoAdjust="0"/>
    <p:restoredTop sz="88617" autoAdjust="0"/>
  </p:normalViewPr>
  <p:slideViewPr>
    <p:cSldViewPr snapToGrid="0">
      <p:cViewPr varScale="1">
        <p:scale>
          <a:sx n="40" d="100"/>
          <a:sy n="40" d="100"/>
        </p:scale>
        <p:origin x="44" y="328"/>
      </p:cViewPr>
      <p:guideLst>
        <p:guide pos="2275"/>
        <p:guide orient="horz" pos="245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5" d="100"/>
          <a:sy n="85" d="100"/>
        </p:scale>
        <p:origin x="2428" y="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tags" Target="tags/tag1.xml"/><Relationship Id="rId3" Type="http://schemas.openxmlformats.org/officeDocument/2006/relationships/slideMaster" Target="slideMasters/slideMaster3.xml"/><Relationship Id="rId21" Type="http://schemas.openxmlformats.org/officeDocument/2006/relationships/slide" Target="slides/slide9.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viewProps" Target="viewProps.xml"/><Relationship Id="rId10" Type="http://schemas.openxmlformats.org/officeDocument/2006/relationships/slideMaster" Target="slideMasters/slideMaster10.xml"/><Relationship Id="rId19" Type="http://schemas.openxmlformats.org/officeDocument/2006/relationships/slide" Target="slides/slide7.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5682E4-1D3E-4E21-8E57-F0A36E8AFBBC}" type="datetimeFigureOut">
              <a:rPr lang="zh-CN" altLang="en-US" smtClean="0"/>
              <a:t>2025/4/15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C971F6-C60D-4682-BD97-627ABF355346}"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80EC0-271A-47A3-B94A-5AACB63D0D64}" type="datetimeFigureOut">
              <a:rPr lang="zh-CN" altLang="en-US" smtClean="0"/>
              <a:t>2025/4/15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F833C-0931-4030-8352-AFD9186768B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t>1</a:t>
            </a:fld>
            <a:endParaRPr lang="zh-CN" altLang="en-US"/>
          </a:p>
        </p:txBody>
      </p:sp>
    </p:spTree>
    <p:extLst>
      <p:ext uri="{BB962C8B-B14F-4D97-AF65-F5344CB8AC3E}">
        <p14:creationId xmlns:p14="http://schemas.microsoft.com/office/powerpoint/2010/main" val="4004672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57189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69DC7-3392-AA9D-D49B-51D11A01E90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886FF47-DDC1-E638-B83F-C604B1477D6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67A2AA2-AE67-E92B-524D-1F13572AB5B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562AE7E-697D-43C3-F10F-39030421DE7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8458135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6D7A4-F680-E08B-8D5B-679C7C85C34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23FB5F5-D963-AA97-8F2A-7EE683B7660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1E18BF3-72BF-67A5-B135-4CC97690B8D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3FB1D16-151A-1B6A-7111-E101CF758BD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5497084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DE572-FBE6-DEA8-A2E7-2100A087BEC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34B5BC-9AC8-E9A5-7173-CC3E9C1BF48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F2C8275-511C-B333-8B01-5CF8AA6E2B0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74BF333-C93A-9C9F-0405-B3FCD8D4BC2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039157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15407-5A12-8894-5336-CB2953D5D3A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CA8B3B-798E-8AE5-BC7F-1EA4DB266F4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5CAA145-7FBB-F287-8A31-E7A9C1401DD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E274B6A-DCBF-0BFA-2E70-D90A3BAAFF0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5706530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D5E17-B6F1-8707-078A-833A22C01AD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6465050-05FE-7DF2-A451-34CE3DBDEE4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339A27A-AE7F-54B6-6A7F-44996E26AB5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567B5D4-B965-F910-6183-4F570BBD7A6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9220345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32B01-2C3E-89E7-414B-FFC1B32ECD3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82473C2-4927-D213-03CE-CF027A38FD9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3A03447-173B-C420-7DBB-51BCB7E89C2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75227A7-FB7E-1A8C-192F-FB7D8FC1EAC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3443058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83772-E387-362B-62AE-C2F5BD0E63F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C759CDE-2083-C982-E385-41E82F66B4D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908D9F2-5025-BAB4-5B94-80911D4AFE1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2DBF3F5-5CC8-8E43-8786-686C54EF263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078176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F0142-2062-5507-3558-BFDA753B18A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C897F19-ABB1-9062-12ED-CFD28ED5578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09D65A9-FA76-32E0-4D06-83CB5F99EFB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C2763A8-058D-F275-8980-4E65E744DA4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5379625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52409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6.xml"/><Relationship Id="rId4" Type="http://schemas.microsoft.com/office/2007/relationships/hdphoto" Target="../media/hdphoto1.wdp"/></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4" Type="http://schemas.microsoft.com/office/2007/relationships/hdphoto" Target="../media/hdphoto1.wdp"/></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pitchFamily="34" charset="-122"/>
              <a:ea typeface="微软雅黑" panose="020B0503020204020204" pitchFamily="3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508FBC-A264-6F1A-7977-DAFCBAF3875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55"/>
          <a:stretch/>
        </p:blipFill>
        <p:spPr>
          <a:xfrm>
            <a:off x="916640" y="227763"/>
            <a:ext cx="11161059" cy="603504"/>
          </a:xfrm>
          <a:prstGeom prst="rect">
            <a:avLst/>
          </a:prstGeom>
        </p:spPr>
      </p:pic>
      <p:pic>
        <p:nvPicPr>
          <p:cNvPr id="3" name="Picture 2" descr="A logo with dots and lines&#10;&#10;Description automatically generated">
            <a:extLst>
              <a:ext uri="{FF2B5EF4-FFF2-40B4-BE49-F238E27FC236}">
                <a16:creationId xmlns:a16="http://schemas.microsoft.com/office/drawing/2014/main" id="{5467157C-6AAC-7C52-2017-1FE36A3D10C3}"/>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71D0F9-5031-B629-E802-6AEAF0F1C632}"/>
              </a:ext>
            </a:extLst>
          </p:cNvPr>
          <p:cNvPicPr>
            <a:picLocks noChangeAspect="1"/>
          </p:cNvPicPr>
          <p:nvPr userDrawn="1"/>
        </p:nvPicPr>
        <p:blipFill rotWithShape="1">
          <a:blip r:embed="rId2"/>
          <a:srcRect l="453"/>
          <a:stretch/>
        </p:blipFill>
        <p:spPr>
          <a:xfrm>
            <a:off x="0" y="0"/>
            <a:ext cx="12192000" cy="1014998"/>
          </a:xfrm>
          <a:prstGeom prst="rect">
            <a:avLst/>
          </a:prstGeom>
        </p:spPr>
      </p:pic>
      <p:sp>
        <p:nvSpPr>
          <p:cNvPr id="2" name="Rectangle 1">
            <a:extLst>
              <a:ext uri="{FF2B5EF4-FFF2-40B4-BE49-F238E27FC236}">
                <a16:creationId xmlns:a16="http://schemas.microsoft.com/office/drawing/2014/main" id="{F3F803D8-0039-D24A-E8C1-26F5161CAA45}"/>
              </a:ext>
            </a:extLst>
          </p:cNvPr>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18990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74834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二、主要工作</a:t>
            </a:r>
          </a:p>
        </p:txBody>
      </p:sp>
      <p:sp>
        <p:nvSpPr>
          <p:cNvPr id="2" name="矩形 26">
            <a:extLst>
              <a:ext uri="{FF2B5EF4-FFF2-40B4-BE49-F238E27FC236}">
                <a16:creationId xmlns:a16="http://schemas.microsoft.com/office/drawing/2014/main" id="{09687F67-AA25-9614-8E73-69B387358195}"/>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三、总结展望</a:t>
            </a:r>
          </a:p>
        </p:txBody>
      </p:sp>
      <p:sp>
        <p:nvSpPr>
          <p:cNvPr id="2" name="矩形 26">
            <a:extLst>
              <a:ext uri="{FF2B5EF4-FFF2-40B4-BE49-F238E27FC236}">
                <a16:creationId xmlns:a16="http://schemas.microsoft.com/office/drawing/2014/main" id="{237FF217-6AE0-9A66-FE88-108698555006}"/>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结束语</a:t>
            </a:r>
          </a:p>
        </p:txBody>
      </p:sp>
      <p:sp>
        <p:nvSpPr>
          <p:cNvPr id="2" name="矩形 26">
            <a:extLst>
              <a:ext uri="{FF2B5EF4-FFF2-40B4-BE49-F238E27FC236}">
                <a16:creationId xmlns:a16="http://schemas.microsoft.com/office/drawing/2014/main" id="{E96EBE77-5145-3DED-C2A2-D3DD459293CF}"/>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5"/>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8770174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923539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4507437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76186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2235285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82581224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267507155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8"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4618409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0"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1"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34682162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342575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3"/>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33845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4"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380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2684325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3346196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433335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5880842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2074857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838632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3369776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0"/>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37604906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8020350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4957722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6570711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8039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4/15/2025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47932535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769863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16606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502470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724178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0312220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5416086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8572895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62922012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1"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377"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2"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47"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7476164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237875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3"/>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9879606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6"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144960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34280979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6790264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0298697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26760598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432172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35555954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95084749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09"/>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4530837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547564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13326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575501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211477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4/15/2025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121994257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002">
    <p:spTree>
      <p:nvGrpSpPr>
        <p:cNvPr id="1" name=""/>
        <p:cNvGrpSpPr/>
        <p:nvPr/>
      </p:nvGrpSpPr>
      <p:grpSpPr>
        <a:xfrm>
          <a:off x="0" y="0"/>
          <a:ext cx="0" cy="0"/>
          <a:chOff x="0" y="0"/>
          <a:chExt cx="0" cy="0"/>
        </a:xfrm>
      </p:grpSpPr>
      <p:sp>
        <p:nvSpPr>
          <p:cNvPr id="7" name="矩形 6"/>
          <p:cNvSpPr/>
          <p:nvPr userDrawn="1"/>
        </p:nvSpPr>
        <p:spPr>
          <a:xfrm>
            <a:off x="0" y="6714000"/>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8" name="矩形 7"/>
          <p:cNvSpPr/>
          <p:nvPr userDrawn="1"/>
        </p:nvSpPr>
        <p:spPr>
          <a:xfrm>
            <a:off x="0" y="0"/>
            <a:ext cx="12192000" cy="86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4" name="文本框 3"/>
          <p:cNvSpPr txBox="1">
            <a:spLocks noChangeArrowheads="1"/>
          </p:cNvSpPr>
          <p:nvPr userDrawn="1"/>
        </p:nvSpPr>
        <p:spPr bwMode="auto">
          <a:xfrm>
            <a:off x="0" y="137411"/>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二  研究成果与主要创新</a:t>
            </a:r>
            <a:endParaRPr lang="zh-CN" altLang="en-US" sz="3600" b="1" spc="300" dirty="0">
              <a:solidFill>
                <a:schemeClr val="accent4">
                  <a:lumMod val="40000"/>
                  <a:lumOff val="60000"/>
                </a:schemeClr>
              </a:solidFill>
              <a:latin typeface="微软雅黑" panose="020B0503020204020204" pitchFamily="34" charset="-122"/>
              <a:ea typeface="微软雅黑" panose="020B0503020204020204" pitchFamily="34" charset="-122"/>
            </a:endParaRPr>
          </a:p>
        </p:txBody>
      </p:sp>
      <p:sp>
        <p:nvSpPr>
          <p:cNvPr id="6" name="矩形 7"/>
          <p:cNvSpPr/>
          <p:nvPr userDrawn="1"/>
        </p:nvSpPr>
        <p:spPr>
          <a:xfrm>
            <a:off x="0" y="6713999"/>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Tree>
    <p:extLst>
      <p:ext uri="{BB962C8B-B14F-4D97-AF65-F5344CB8AC3E}">
        <p14:creationId xmlns:p14="http://schemas.microsoft.com/office/powerpoint/2010/main" val="10999053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3809716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187983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971779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70889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1222865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9542546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0235951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4034407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95464782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75707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5"/>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5911005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7" y="124415"/>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002856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9311068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96581560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49991907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5984768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460970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9440917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7924158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11"/>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7547318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28578282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9990543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26540637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7750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8075647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6"/>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0" y="87766"/>
            <a:ext cx="833913" cy="625435"/>
          </a:xfrm>
          <a:prstGeom prst="rect">
            <a:avLst/>
          </a:prstGeom>
        </p:spPr>
      </p:pic>
    </p:spTree>
    <p:extLst>
      <p:ext uri="{BB962C8B-B14F-4D97-AF65-F5344CB8AC3E}">
        <p14:creationId xmlns:p14="http://schemas.microsoft.com/office/powerpoint/2010/main" val="30445544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40590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815122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6629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13271703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50235392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1420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7672777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6429422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006358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4"/>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559353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5" y="124414"/>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956585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73168294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973309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9897481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9465017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856367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2088798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9158766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1"/>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5120712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376637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8350377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086269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66966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40804835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9"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黄生俊   副教授</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2509937" y="3182187"/>
            <a:ext cx="717212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统计调查</a:t>
            </a:r>
          </a:p>
        </p:txBody>
      </p:sp>
    </p:spTree>
    <p:extLst>
      <p:ext uri="{BB962C8B-B14F-4D97-AF65-F5344CB8AC3E}">
        <p14:creationId xmlns:p14="http://schemas.microsoft.com/office/powerpoint/2010/main" val="8237704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191030678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27673099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2749563" y="2348880"/>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3791744" y="2380494"/>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统计调查概述</a:t>
            </a:r>
          </a:p>
        </p:txBody>
      </p:sp>
      <p:sp>
        <p:nvSpPr>
          <p:cNvPr id="23" name="椭圆 22"/>
          <p:cNvSpPr/>
          <p:nvPr userDrawn="1"/>
        </p:nvSpPr>
        <p:spPr>
          <a:xfrm>
            <a:off x="2749563" y="3388677"/>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3791744" y="3420291"/>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统计调查的实施</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1" name="椭圆 10"/>
          <p:cNvSpPr/>
          <p:nvPr userDrawn="1"/>
        </p:nvSpPr>
        <p:spPr>
          <a:xfrm>
            <a:off x="2735627" y="4437112"/>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12" name="矩形 11"/>
          <p:cNvSpPr/>
          <p:nvPr userDrawn="1"/>
        </p:nvSpPr>
        <p:spPr>
          <a:xfrm>
            <a:off x="3777808" y="4468726"/>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调查问卷</a:t>
            </a:r>
          </a:p>
        </p:txBody>
      </p:sp>
    </p:spTree>
    <p:extLst>
      <p:ext uri="{BB962C8B-B14F-4D97-AF65-F5344CB8AC3E}">
        <p14:creationId xmlns:p14="http://schemas.microsoft.com/office/powerpoint/2010/main" val="21017715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28293709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83075896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统计调查概述</a:t>
            </a:r>
          </a:p>
        </p:txBody>
      </p:sp>
    </p:spTree>
    <p:extLst>
      <p:ext uri="{BB962C8B-B14F-4D97-AF65-F5344CB8AC3E}">
        <p14:creationId xmlns:p14="http://schemas.microsoft.com/office/powerpoint/2010/main" val="16418887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一、统计调查概述</a:t>
            </a:r>
          </a:p>
        </p:txBody>
      </p:sp>
      <p:sp>
        <p:nvSpPr>
          <p:cNvPr id="3" name="标题 2"/>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959599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统计调查的实施</a:t>
            </a:r>
          </a:p>
        </p:txBody>
      </p:sp>
    </p:spTree>
    <p:extLst>
      <p:ext uri="{BB962C8B-B14F-4D97-AF65-F5344CB8AC3E}">
        <p14:creationId xmlns:p14="http://schemas.microsoft.com/office/powerpoint/2010/main" val="38381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二、统计调查的实施</a:t>
            </a:r>
          </a:p>
        </p:txBody>
      </p:sp>
    </p:spTree>
    <p:extLst>
      <p:ext uri="{BB962C8B-B14F-4D97-AF65-F5344CB8AC3E}">
        <p14:creationId xmlns:p14="http://schemas.microsoft.com/office/powerpoint/2010/main" val="29681230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调查问卷</a:t>
            </a:r>
          </a:p>
        </p:txBody>
      </p:sp>
    </p:spTree>
    <p:extLst>
      <p:ext uri="{BB962C8B-B14F-4D97-AF65-F5344CB8AC3E}">
        <p14:creationId xmlns:p14="http://schemas.microsoft.com/office/powerpoint/2010/main" val="25106697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三、调查问卷</a:t>
            </a:r>
          </a:p>
        </p:txBody>
      </p:sp>
    </p:spTree>
    <p:extLst>
      <p:ext uri="{BB962C8B-B14F-4D97-AF65-F5344CB8AC3E}">
        <p14:creationId xmlns:p14="http://schemas.microsoft.com/office/powerpoint/2010/main" val="3157779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11182516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25745050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0830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8"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刘亚杰   研究员</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1902991" y="3182187"/>
            <a:ext cx="838601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抽样与估计</a:t>
            </a:r>
            <a:r>
              <a:rPr kumimoji="0" lang="en-US" altLang="zh-CN"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1</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Tree>
    <p:extLst>
      <p:ext uri="{BB962C8B-B14F-4D97-AF65-F5344CB8AC3E}">
        <p14:creationId xmlns:p14="http://schemas.microsoft.com/office/powerpoint/2010/main" val="2706480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25152681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1001369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3387976" y="2204864"/>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4430158" y="223125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抽样的基本概念</a:t>
            </a:r>
          </a:p>
        </p:txBody>
      </p:sp>
      <p:sp>
        <p:nvSpPr>
          <p:cNvPr id="21" name="椭圆 20"/>
          <p:cNvSpPr/>
          <p:nvPr userDrawn="1"/>
        </p:nvSpPr>
        <p:spPr>
          <a:xfrm>
            <a:off x="3387976" y="3902552"/>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22" name="矩形 21"/>
          <p:cNvSpPr/>
          <p:nvPr userDrawn="1"/>
        </p:nvSpPr>
        <p:spPr>
          <a:xfrm>
            <a:off x="4430157" y="39315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分层抽样</a:t>
            </a:r>
          </a:p>
        </p:txBody>
      </p:sp>
      <p:sp>
        <p:nvSpPr>
          <p:cNvPr id="23" name="椭圆 22"/>
          <p:cNvSpPr/>
          <p:nvPr userDrawn="1"/>
        </p:nvSpPr>
        <p:spPr>
          <a:xfrm>
            <a:off x="3387976" y="3053708"/>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4430158" y="308140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简单随机抽样</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3" name="椭圆 12"/>
          <p:cNvSpPr/>
          <p:nvPr userDrawn="1"/>
        </p:nvSpPr>
        <p:spPr>
          <a:xfrm>
            <a:off x="3387976" y="4751396"/>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四</a:t>
            </a:r>
          </a:p>
        </p:txBody>
      </p:sp>
      <p:sp>
        <p:nvSpPr>
          <p:cNvPr id="14" name="矩形 13"/>
          <p:cNvSpPr/>
          <p:nvPr userDrawn="1"/>
        </p:nvSpPr>
        <p:spPr>
          <a:xfrm>
            <a:off x="4430157" y="478170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整群抽样</a:t>
            </a:r>
          </a:p>
        </p:txBody>
      </p:sp>
      <p:sp>
        <p:nvSpPr>
          <p:cNvPr id="15" name="椭圆 14"/>
          <p:cNvSpPr/>
          <p:nvPr userDrawn="1"/>
        </p:nvSpPr>
        <p:spPr>
          <a:xfrm>
            <a:off x="3387976" y="5600241"/>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五</a:t>
            </a:r>
          </a:p>
        </p:txBody>
      </p:sp>
      <p:sp>
        <p:nvSpPr>
          <p:cNvPr id="16" name="矩形 15"/>
          <p:cNvSpPr/>
          <p:nvPr userDrawn="1"/>
        </p:nvSpPr>
        <p:spPr>
          <a:xfrm>
            <a:off x="4430157" y="56318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系统抽样</a:t>
            </a:r>
          </a:p>
        </p:txBody>
      </p:sp>
    </p:spTree>
    <p:extLst>
      <p:ext uri="{BB962C8B-B14F-4D97-AF65-F5344CB8AC3E}">
        <p14:creationId xmlns:p14="http://schemas.microsoft.com/office/powerpoint/2010/main" val="37813254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41432478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12208814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272000" y="2852936"/>
            <a:ext cx="9648000" cy="1428214"/>
          </a:xfrm>
          <a:prstGeom prst="roundRect">
            <a:avLst>
              <a:gd name="adj" fmla="val 50000"/>
            </a:avLst>
          </a:prstGeom>
          <a:solidFill>
            <a:srgbClr val="1967A5"/>
          </a:solidFill>
        </p:spPr>
        <p:txBody>
          <a:bodyPr wrap="square" lIns="432000" rIns="432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抽样的基本概念</a:t>
            </a:r>
          </a:p>
        </p:txBody>
      </p:sp>
    </p:spTree>
    <p:extLst>
      <p:ext uri="{BB962C8B-B14F-4D97-AF65-F5344CB8AC3E}">
        <p14:creationId xmlns:p14="http://schemas.microsoft.com/office/powerpoint/2010/main" val="24955395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一、抽样的基本概念</a:t>
            </a:r>
          </a:p>
        </p:txBody>
      </p:sp>
    </p:spTree>
    <p:extLst>
      <p:ext uri="{BB962C8B-B14F-4D97-AF65-F5344CB8AC3E}">
        <p14:creationId xmlns:p14="http://schemas.microsoft.com/office/powerpoint/2010/main" val="27230024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504000" rIns="504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简单随机抽样</a:t>
            </a:r>
          </a:p>
        </p:txBody>
      </p:sp>
    </p:spTree>
    <p:extLst>
      <p:ext uri="{BB962C8B-B14F-4D97-AF65-F5344CB8AC3E}">
        <p14:creationId xmlns:p14="http://schemas.microsoft.com/office/powerpoint/2010/main" val="35245598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二、简单随机抽样</a:t>
            </a:r>
          </a:p>
        </p:txBody>
      </p:sp>
    </p:spTree>
    <p:extLst>
      <p:ext uri="{BB962C8B-B14F-4D97-AF65-F5344CB8AC3E}">
        <p14:creationId xmlns:p14="http://schemas.microsoft.com/office/powerpoint/2010/main" val="39643339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分层抽样</a:t>
            </a:r>
          </a:p>
        </p:txBody>
      </p:sp>
    </p:spTree>
    <p:extLst>
      <p:ext uri="{BB962C8B-B14F-4D97-AF65-F5344CB8AC3E}">
        <p14:creationId xmlns:p14="http://schemas.microsoft.com/office/powerpoint/2010/main" val="33798624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三、分层抽样</a:t>
            </a:r>
          </a:p>
        </p:txBody>
      </p:sp>
    </p:spTree>
    <p:extLst>
      <p:ext uri="{BB962C8B-B14F-4D97-AF65-F5344CB8AC3E}">
        <p14:creationId xmlns:p14="http://schemas.microsoft.com/office/powerpoint/2010/main" val="25278443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第四部分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整群抽样</a:t>
            </a:r>
          </a:p>
        </p:txBody>
      </p:sp>
    </p:spTree>
    <p:extLst>
      <p:ext uri="{BB962C8B-B14F-4D97-AF65-F5344CB8AC3E}">
        <p14:creationId xmlns:p14="http://schemas.microsoft.com/office/powerpoint/2010/main" val="33620276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四、整群抽样</a:t>
            </a:r>
          </a:p>
        </p:txBody>
      </p:sp>
    </p:spTree>
    <p:extLst>
      <p:ext uri="{BB962C8B-B14F-4D97-AF65-F5344CB8AC3E}">
        <p14:creationId xmlns:p14="http://schemas.microsoft.com/office/powerpoint/2010/main" val="2150209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第五部分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系统抽样</a:t>
            </a:r>
          </a:p>
        </p:txBody>
      </p:sp>
    </p:spTree>
    <p:extLst>
      <p:ext uri="{BB962C8B-B14F-4D97-AF65-F5344CB8AC3E}">
        <p14:creationId xmlns:p14="http://schemas.microsoft.com/office/powerpoint/2010/main" val="4039430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五、系统抽样</a:t>
            </a:r>
          </a:p>
        </p:txBody>
      </p:sp>
    </p:spTree>
    <p:extLst>
      <p:ext uri="{BB962C8B-B14F-4D97-AF65-F5344CB8AC3E}">
        <p14:creationId xmlns:p14="http://schemas.microsoft.com/office/powerpoint/2010/main" val="40878796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38477917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16654773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62527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0640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41"/>
            <a:ext cx="10362961"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5" y="3886200"/>
            <a:ext cx="8533924" cy="1752600"/>
          </a:xfrm>
          <a:prstGeom prst="rect">
            <a:avLst/>
          </a:prstGeom>
        </p:spPr>
        <p:txBody>
          <a:bodyPr/>
          <a:lstStyle>
            <a:lvl1pPr marL="0" indent="0" algn="ctr">
              <a:buNone/>
              <a:defRPr>
                <a:solidFill>
                  <a:schemeClr val="tx1">
                    <a:tint val="75000"/>
                  </a:schemeClr>
                </a:solidFill>
              </a:defRPr>
            </a:lvl1pPr>
            <a:lvl2pPr marL="609521" indent="0" algn="ctr">
              <a:buNone/>
              <a:defRPr>
                <a:solidFill>
                  <a:schemeClr val="tx1">
                    <a:tint val="75000"/>
                  </a:schemeClr>
                </a:solidFill>
              </a:defRPr>
            </a:lvl2pPr>
            <a:lvl3pPr marL="1219042" indent="0" algn="ctr">
              <a:buNone/>
              <a:defRPr>
                <a:solidFill>
                  <a:schemeClr val="tx1">
                    <a:tint val="75000"/>
                  </a:schemeClr>
                </a:solidFill>
              </a:defRPr>
            </a:lvl3pPr>
            <a:lvl4pPr marL="1828561" indent="0" algn="ctr">
              <a:buNone/>
              <a:defRPr>
                <a:solidFill>
                  <a:schemeClr val="tx1">
                    <a:tint val="75000"/>
                  </a:schemeClr>
                </a:solidFill>
              </a:defRPr>
            </a:lvl4pPr>
            <a:lvl5pPr marL="2438080" indent="0" algn="ctr">
              <a:buNone/>
              <a:defRPr>
                <a:solidFill>
                  <a:schemeClr val="tx1">
                    <a:tint val="75000"/>
                  </a:schemeClr>
                </a:solidFill>
              </a:defRPr>
            </a:lvl5pPr>
            <a:lvl6pPr marL="3047601" indent="0" algn="ctr">
              <a:buNone/>
              <a:defRPr>
                <a:solidFill>
                  <a:schemeClr val="tx1">
                    <a:tint val="75000"/>
                  </a:schemeClr>
                </a:solidFill>
              </a:defRPr>
            </a:lvl6pPr>
            <a:lvl7pPr marL="3657122" indent="0" algn="ctr">
              <a:buNone/>
              <a:defRPr>
                <a:solidFill>
                  <a:schemeClr val="tx1">
                    <a:tint val="75000"/>
                  </a:schemeClr>
                </a:solidFill>
              </a:defRPr>
            </a:lvl7pPr>
            <a:lvl8pPr marL="4266641" indent="0" algn="ctr">
              <a:buNone/>
              <a:defRPr>
                <a:solidFill>
                  <a:schemeClr val="tx1">
                    <a:tint val="75000"/>
                  </a:schemeClr>
                </a:solidFill>
              </a:defRPr>
            </a:lvl8pPr>
            <a:lvl9pPr marL="4876162"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0907336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5"/>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3791747" y="6356356"/>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830306138"/>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5"/>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3"/>
            <a:ext cx="10362961" cy="1500187"/>
          </a:xfrm>
          <a:prstGeom prst="rect">
            <a:avLst/>
          </a:prstGeom>
        </p:spPr>
        <p:txBody>
          <a:bodyPr anchor="b"/>
          <a:lstStyle>
            <a:lvl1pPr marL="0" indent="0">
              <a:buNone/>
              <a:defRPr sz="2667">
                <a:solidFill>
                  <a:schemeClr val="tx1">
                    <a:tint val="75000"/>
                  </a:schemeClr>
                </a:solidFill>
              </a:defRPr>
            </a:lvl1pPr>
            <a:lvl2pPr marL="609521" indent="0">
              <a:buNone/>
              <a:defRPr sz="2400">
                <a:solidFill>
                  <a:schemeClr val="tx1">
                    <a:tint val="75000"/>
                  </a:schemeClr>
                </a:solidFill>
              </a:defRPr>
            </a:lvl2pPr>
            <a:lvl3pPr marL="1219042" indent="0">
              <a:buNone/>
              <a:defRPr sz="2133">
                <a:solidFill>
                  <a:schemeClr val="tx1">
                    <a:tint val="75000"/>
                  </a:schemeClr>
                </a:solidFill>
              </a:defRPr>
            </a:lvl3pPr>
            <a:lvl4pPr marL="1828561" indent="0">
              <a:buNone/>
              <a:defRPr sz="1867">
                <a:solidFill>
                  <a:schemeClr val="tx1">
                    <a:tint val="75000"/>
                  </a:schemeClr>
                </a:solidFill>
              </a:defRPr>
            </a:lvl4pPr>
            <a:lvl5pPr marL="2438080" indent="0">
              <a:buNone/>
              <a:defRPr sz="1867">
                <a:solidFill>
                  <a:schemeClr val="tx1">
                    <a:tint val="75000"/>
                  </a:schemeClr>
                </a:solidFill>
              </a:defRPr>
            </a:lvl5pPr>
            <a:lvl6pPr marL="3047601" indent="0">
              <a:buNone/>
              <a:defRPr sz="1867">
                <a:solidFill>
                  <a:schemeClr val="tx1">
                    <a:tint val="75000"/>
                  </a:schemeClr>
                </a:solidFill>
              </a:defRPr>
            </a:lvl6pPr>
            <a:lvl7pPr marL="3657122" indent="0">
              <a:buNone/>
              <a:defRPr sz="1867">
                <a:solidFill>
                  <a:schemeClr val="tx1">
                    <a:tint val="75000"/>
                  </a:schemeClr>
                </a:solidFill>
              </a:defRPr>
            </a:lvl7pPr>
            <a:lvl8pPr marL="4266641" indent="0">
              <a:buNone/>
              <a:defRPr sz="1867">
                <a:solidFill>
                  <a:schemeClr val="tx1">
                    <a:tint val="75000"/>
                  </a:schemeClr>
                </a:solidFill>
              </a:defRPr>
            </a:lvl8pPr>
            <a:lvl9pPr marL="4876162"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394013240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5"/>
            <a:ext cx="5409317"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5"/>
            <a:ext cx="5410904"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08540086"/>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9" y="1535113"/>
            <a:ext cx="5387089"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9"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3"/>
            <a:ext cx="5388676"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8" name="页脚占位符 7"/>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36755828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4" name="页脚占位符 3"/>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2680104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3" name="页脚占位符 2"/>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07596582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49"/>
            <a:ext cx="4010547" cy="1162051"/>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4" y="273066"/>
            <a:ext cx="6816025" cy="5853113"/>
          </a:xfrm>
          <a:prstGeom prst="rect">
            <a:avLst/>
          </a:prstGeo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41110558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1"/>
            <a:ext cx="7316152" cy="566739"/>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7"/>
            </a:lvl1pPr>
            <a:lvl2pPr marL="609521" indent="0">
              <a:buNone/>
              <a:defRPr sz="3733"/>
            </a:lvl2pPr>
            <a:lvl3pPr marL="1219042" indent="0">
              <a:buNone/>
              <a:defRPr sz="3200"/>
            </a:lvl3pPr>
            <a:lvl4pPr marL="1828561" indent="0">
              <a:buNone/>
              <a:defRPr sz="2667"/>
            </a:lvl4pPr>
            <a:lvl5pPr marL="2438080" indent="0">
              <a:buNone/>
              <a:defRPr sz="2667"/>
            </a:lvl5pPr>
            <a:lvl6pPr marL="3047601" indent="0">
              <a:buNone/>
              <a:defRPr sz="2667"/>
            </a:lvl6pPr>
            <a:lvl7pPr marL="3657122" indent="0">
              <a:buNone/>
              <a:defRPr sz="2667"/>
            </a:lvl7pPr>
            <a:lvl8pPr marL="4266641" indent="0">
              <a:buNone/>
              <a:defRPr sz="2667"/>
            </a:lvl8pPr>
            <a:lvl9pPr marL="4876162"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7"/>
            <a:ext cx="7316152" cy="8048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4623127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5"/>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34406571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4" y="274644"/>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4"/>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758765625"/>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7" tIns="60953" rIns="121907" bIns="60953"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4174451897"/>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2"/>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7183462"/>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4124130156"/>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37960715"/>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201496657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207749256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6"/>
            <a:ext cx="2844800" cy="365125"/>
          </a:xfrm>
          <a:prstGeom prst="rect">
            <a:avLst/>
          </a:prstGeom>
        </p:spPr>
        <p:txBody>
          <a:bodyPr vert="horz" lIns="121916" tIns="60959" rIns="121916" bIns="60959"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2530245552"/>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4072092"/>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7"/>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3" y="87768"/>
            <a:ext cx="833913" cy="625435"/>
          </a:xfrm>
          <a:prstGeom prst="rect">
            <a:avLst/>
          </a:prstGeom>
        </p:spPr>
      </p:pic>
    </p:spTree>
    <p:extLst>
      <p:ext uri="{BB962C8B-B14F-4D97-AF65-F5344CB8AC3E}">
        <p14:creationId xmlns:p14="http://schemas.microsoft.com/office/powerpoint/2010/main" val="1629473426"/>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057316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3217561138"/>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05506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5"/>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0817570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204763363"/>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30252322"/>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81"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631346797"/>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16637126"/>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385575122"/>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502001943"/>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20488621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5659433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180185388"/>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678604256"/>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122311615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8847085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79513701"/>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64963397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4" y="124412"/>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67770"/>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27927788"/>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2619967837"/>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861590437"/>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9223713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516248556"/>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3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3256481458"/>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37"/>
            <a:ext cx="10362961" cy="1470027"/>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4" y="3886200"/>
            <a:ext cx="8533924" cy="1752600"/>
          </a:xfrm>
          <a:prstGeom prst="rect">
            <a:avLst/>
          </a:prstGeom>
        </p:spPr>
        <p:txBody>
          <a:bodyPr/>
          <a:lstStyle>
            <a:lvl1pPr marL="0" indent="0" algn="ctr">
              <a:buNone/>
              <a:defRPr>
                <a:solidFill>
                  <a:schemeClr val="tx1">
                    <a:tint val="75000"/>
                  </a:schemeClr>
                </a:solidFill>
              </a:defRPr>
            </a:lvl1pPr>
            <a:lvl2pPr marL="609503" indent="0" algn="ctr">
              <a:buNone/>
              <a:defRPr>
                <a:solidFill>
                  <a:schemeClr val="tx1">
                    <a:tint val="75000"/>
                  </a:schemeClr>
                </a:solidFill>
              </a:defRPr>
            </a:lvl2pPr>
            <a:lvl3pPr marL="1219008" indent="0" algn="ctr">
              <a:buNone/>
              <a:defRPr>
                <a:solidFill>
                  <a:schemeClr val="tx1">
                    <a:tint val="75000"/>
                  </a:schemeClr>
                </a:solidFill>
              </a:defRPr>
            </a:lvl3pPr>
            <a:lvl4pPr marL="1828512" indent="0" algn="ctr">
              <a:buNone/>
              <a:defRPr>
                <a:solidFill>
                  <a:schemeClr val="tx1">
                    <a:tint val="75000"/>
                  </a:schemeClr>
                </a:solidFill>
              </a:defRPr>
            </a:lvl4pPr>
            <a:lvl5pPr marL="2438016" indent="0" algn="ctr">
              <a:buNone/>
              <a:defRPr>
                <a:solidFill>
                  <a:schemeClr val="tx1">
                    <a:tint val="75000"/>
                  </a:schemeClr>
                </a:solidFill>
              </a:defRPr>
            </a:lvl5pPr>
            <a:lvl6pPr marL="3047521" indent="0" algn="ctr">
              <a:buNone/>
              <a:defRPr>
                <a:solidFill>
                  <a:schemeClr val="tx1">
                    <a:tint val="75000"/>
                  </a:schemeClr>
                </a:solidFill>
              </a:defRPr>
            </a:lvl6pPr>
            <a:lvl7pPr marL="3657025" indent="0" algn="ctr">
              <a:buNone/>
              <a:defRPr>
                <a:solidFill>
                  <a:schemeClr val="tx1">
                    <a:tint val="75000"/>
                  </a:schemeClr>
                </a:solidFill>
              </a:defRPr>
            </a:lvl7pPr>
            <a:lvl8pPr marL="4266529" indent="0" algn="ctr">
              <a:buNone/>
              <a:defRPr>
                <a:solidFill>
                  <a:schemeClr val="tx1">
                    <a:tint val="75000"/>
                  </a:schemeClr>
                </a:solidFill>
              </a:defRPr>
            </a:lvl8pPr>
            <a:lvl9pPr marL="4876034"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929535992"/>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6"/>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3791747" y="6356358"/>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05908976"/>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8"/>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5"/>
            <a:ext cx="10362961" cy="1500187"/>
          </a:xfrm>
          <a:prstGeom prst="rect">
            <a:avLst/>
          </a:prstGeom>
        </p:spPr>
        <p:txBody>
          <a:bodyPr anchor="b"/>
          <a:lstStyle>
            <a:lvl1pPr marL="0" indent="0">
              <a:buNone/>
              <a:defRPr sz="2667">
                <a:solidFill>
                  <a:schemeClr val="tx1">
                    <a:tint val="75000"/>
                  </a:schemeClr>
                </a:solidFill>
              </a:defRPr>
            </a:lvl1pPr>
            <a:lvl2pPr marL="609503" indent="0">
              <a:buNone/>
              <a:defRPr sz="2400">
                <a:solidFill>
                  <a:schemeClr val="tx1">
                    <a:tint val="75000"/>
                  </a:schemeClr>
                </a:solidFill>
              </a:defRPr>
            </a:lvl2pPr>
            <a:lvl3pPr marL="1219008" indent="0">
              <a:buNone/>
              <a:defRPr sz="2133">
                <a:solidFill>
                  <a:schemeClr val="tx1">
                    <a:tint val="75000"/>
                  </a:schemeClr>
                </a:solidFill>
              </a:defRPr>
            </a:lvl3pPr>
            <a:lvl4pPr marL="1828512" indent="0">
              <a:buNone/>
              <a:defRPr sz="1867">
                <a:solidFill>
                  <a:schemeClr val="tx1">
                    <a:tint val="75000"/>
                  </a:schemeClr>
                </a:solidFill>
              </a:defRPr>
            </a:lvl4pPr>
            <a:lvl5pPr marL="2438016" indent="0">
              <a:buNone/>
              <a:defRPr sz="1867">
                <a:solidFill>
                  <a:schemeClr val="tx1">
                    <a:tint val="75000"/>
                  </a:schemeClr>
                </a:solidFill>
              </a:defRPr>
            </a:lvl5pPr>
            <a:lvl6pPr marL="3047521" indent="0">
              <a:buNone/>
              <a:defRPr sz="1867">
                <a:solidFill>
                  <a:schemeClr val="tx1">
                    <a:tint val="75000"/>
                  </a:schemeClr>
                </a:solidFill>
              </a:defRPr>
            </a:lvl6pPr>
            <a:lvl7pPr marL="3657025" indent="0">
              <a:buNone/>
              <a:defRPr sz="1867">
                <a:solidFill>
                  <a:schemeClr val="tx1">
                    <a:tint val="75000"/>
                  </a:schemeClr>
                </a:solidFill>
              </a:defRPr>
            </a:lvl7pPr>
            <a:lvl8pPr marL="4266529" indent="0">
              <a:buNone/>
              <a:defRPr sz="1867">
                <a:solidFill>
                  <a:schemeClr val="tx1">
                    <a:tint val="75000"/>
                  </a:schemeClr>
                </a:solidFill>
              </a:defRPr>
            </a:lvl8pPr>
            <a:lvl9pPr marL="4876034"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2321406441"/>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6"/>
            <a:ext cx="5409317"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6"/>
            <a:ext cx="5410904"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739081048"/>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8" y="1535115"/>
            <a:ext cx="5387089"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8"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5"/>
            <a:ext cx="5388676"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8" name="页脚占位符 7"/>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881558549"/>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4" name="页脚占位符 3"/>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93400213"/>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3" name="页脚占位符 2"/>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799481677"/>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52"/>
            <a:ext cx="4010547" cy="1162049"/>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2" y="273066"/>
            <a:ext cx="6816025" cy="5853113"/>
          </a:xfrm>
          <a:prstGeom prst="rect">
            <a:avLst/>
          </a:prstGeom>
        </p:spPr>
        <p:txBody>
          <a:bodyPr/>
          <a:lstStyle>
            <a:lvl1pPr>
              <a:defRPr sz="4265"/>
            </a:lvl1pPr>
            <a:lvl2pPr>
              <a:defRPr sz="3732"/>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407715691"/>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4"/>
            <a:ext cx="7316152" cy="566737"/>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503" indent="0">
              <a:buNone/>
              <a:defRPr sz="3732"/>
            </a:lvl2pPr>
            <a:lvl3pPr marL="1219008" indent="0">
              <a:buNone/>
              <a:defRPr sz="3200"/>
            </a:lvl3pPr>
            <a:lvl4pPr marL="1828512" indent="0">
              <a:buNone/>
              <a:defRPr sz="2667"/>
            </a:lvl4pPr>
            <a:lvl5pPr marL="2438016" indent="0">
              <a:buNone/>
              <a:defRPr sz="2667"/>
            </a:lvl5pPr>
            <a:lvl6pPr marL="3047521" indent="0">
              <a:buNone/>
              <a:defRPr sz="2667"/>
            </a:lvl6pPr>
            <a:lvl7pPr marL="3657025" indent="0">
              <a:buNone/>
              <a:defRPr sz="2667"/>
            </a:lvl7pPr>
            <a:lvl8pPr marL="4266529" indent="0">
              <a:buNone/>
              <a:defRPr sz="2667"/>
            </a:lvl8pPr>
            <a:lvl9pPr marL="4876034"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6"/>
            <a:ext cx="7316152" cy="8048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58251516"/>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6"/>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50976721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2" y="274646"/>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6"/>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178454049"/>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4" tIns="60952" rIns="121904" bIns="60952"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3675348321"/>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0"/>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0005484"/>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1718987335"/>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30065691"/>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585225702"/>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110925924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8"/>
            <a:ext cx="2844800" cy="365125"/>
          </a:xfrm>
          <a:prstGeom prst="rect">
            <a:avLst/>
          </a:prstGeom>
        </p:spPr>
        <p:txBody>
          <a:bodyPr vert="horz" lIns="121912" tIns="60956" rIns="121912" bIns="60956"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392122716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763641"/>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7" y="202986"/>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787809434"/>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1117324"/>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36000382"/>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106546"/>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76178270"/>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201288357"/>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58046193"/>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9"/>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355921409"/>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5292269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617522471"/>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936015495"/>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85092156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473182540"/>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088016884"/>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708961625"/>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86787202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50110946"/>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867925218"/>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990947103"/>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3"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654656536"/>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713739972"/>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09380426"/>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923270866"/>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9320787"/>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18658091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50573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809497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57100377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185384709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40386405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（一）个人简历</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275346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3198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25170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59" y="124411"/>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15325411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0" y="124411"/>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1611721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253351438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6326135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6138444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69648905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72732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29280551"/>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4626305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1999"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99249759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1398044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716374863"/>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8621666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812839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26" Type="http://schemas.openxmlformats.org/officeDocument/2006/relationships/theme" Target="../theme/theme2.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slideLayout" Target="../slideLayouts/slideLayout33.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28" Type="http://schemas.openxmlformats.org/officeDocument/2006/relationships/image" Target="../media/image9.gif"/><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 Id="rId27" Type="http://schemas.openxmlformats.org/officeDocument/2006/relationships/image" Target="../media/image8.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image" Target="../media/image13.gif"/><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image" Target="../media/image8.jpg"/><Relationship Id="rId10" Type="http://schemas.openxmlformats.org/officeDocument/2006/relationships/slideLayout" Target="../slideLayouts/slideLayout43.xml"/><Relationship Id="rId19" Type="http://schemas.openxmlformats.org/officeDocument/2006/relationships/slideLayout" Target="../slideLayouts/slideLayout5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theme" Target="../theme/theme4.xml"/><Relationship Id="rId3" Type="http://schemas.openxmlformats.org/officeDocument/2006/relationships/slideLayout" Target="../slideLayouts/slideLayout62.xml"/><Relationship Id="rId21" Type="http://schemas.openxmlformats.org/officeDocument/2006/relationships/slideLayout" Target="../slideLayouts/slideLayout80.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slideLayout" Target="../slideLayouts/slideLayout84.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slideLayout" Target="../slideLayouts/slideLayout79.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24" Type="http://schemas.openxmlformats.org/officeDocument/2006/relationships/slideLayout" Target="../slideLayouts/slideLayout83.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slideLayout" Target="../slideLayouts/slideLayout82.xml"/><Relationship Id="rId28" Type="http://schemas.openxmlformats.org/officeDocument/2006/relationships/image" Target="../media/image14.png"/><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slideLayout" Target="../slideLayouts/slideLayout81.xml"/><Relationship Id="rId27" Type="http://schemas.openxmlformats.org/officeDocument/2006/relationships/image" Target="../media/image8.jp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theme" Target="../theme/theme5.xml"/><Relationship Id="rId3" Type="http://schemas.openxmlformats.org/officeDocument/2006/relationships/slideLayout" Target="../slideLayouts/slideLayout87.xml"/><Relationship Id="rId21" Type="http://schemas.openxmlformats.org/officeDocument/2006/relationships/slideLayout" Target="../slideLayouts/slideLayout105.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image" Target="../media/image14.png"/><Relationship Id="rId10" Type="http://schemas.openxmlformats.org/officeDocument/2006/relationships/slideLayout" Target="../slideLayouts/slideLayout94.xml"/><Relationship Id="rId19" Type="http://schemas.openxmlformats.org/officeDocument/2006/relationships/slideLayout" Target="../slideLayouts/slideLayout103.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image" Target="../media/image8.jp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3" Type="http://schemas.openxmlformats.org/officeDocument/2006/relationships/slideLayout" Target="../slideLayouts/slideLayout112.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image" Target="../media/image15.png"/><Relationship Id="rId2" Type="http://schemas.openxmlformats.org/officeDocument/2006/relationships/slideLayout" Target="../slideLayouts/slideLayout111.xml"/><Relationship Id="rId16" Type="http://schemas.openxmlformats.org/officeDocument/2006/relationships/theme" Target="../theme/theme6.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10" Type="http://schemas.openxmlformats.org/officeDocument/2006/relationships/slideLayout" Target="../slideLayouts/slideLayout119.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32.xml"/><Relationship Id="rId13" Type="http://schemas.openxmlformats.org/officeDocument/2006/relationships/slideLayout" Target="../slideLayouts/slideLayout137.xml"/><Relationship Id="rId18" Type="http://schemas.openxmlformats.org/officeDocument/2006/relationships/slideLayout" Target="../slideLayouts/slideLayout142.xml"/><Relationship Id="rId3" Type="http://schemas.openxmlformats.org/officeDocument/2006/relationships/slideLayout" Target="../slideLayouts/slideLayout127.xml"/><Relationship Id="rId21" Type="http://schemas.openxmlformats.org/officeDocument/2006/relationships/theme" Target="../theme/theme7.xml"/><Relationship Id="rId7" Type="http://schemas.openxmlformats.org/officeDocument/2006/relationships/slideLayout" Target="../slideLayouts/slideLayout131.xml"/><Relationship Id="rId12" Type="http://schemas.openxmlformats.org/officeDocument/2006/relationships/slideLayout" Target="../slideLayouts/slideLayout136.xml"/><Relationship Id="rId17" Type="http://schemas.openxmlformats.org/officeDocument/2006/relationships/slideLayout" Target="../slideLayouts/slideLayout141.xml"/><Relationship Id="rId2" Type="http://schemas.openxmlformats.org/officeDocument/2006/relationships/slideLayout" Target="../slideLayouts/slideLayout126.xml"/><Relationship Id="rId16" Type="http://schemas.openxmlformats.org/officeDocument/2006/relationships/slideLayout" Target="../slideLayouts/slideLayout140.xml"/><Relationship Id="rId20" Type="http://schemas.openxmlformats.org/officeDocument/2006/relationships/slideLayout" Target="../slideLayouts/slideLayout144.xml"/><Relationship Id="rId1" Type="http://schemas.openxmlformats.org/officeDocument/2006/relationships/slideLayout" Target="../slideLayouts/slideLayout125.xml"/><Relationship Id="rId6" Type="http://schemas.openxmlformats.org/officeDocument/2006/relationships/slideLayout" Target="../slideLayouts/slideLayout130.xml"/><Relationship Id="rId11" Type="http://schemas.openxmlformats.org/officeDocument/2006/relationships/slideLayout" Target="../slideLayouts/slideLayout135.xml"/><Relationship Id="rId5" Type="http://schemas.openxmlformats.org/officeDocument/2006/relationships/slideLayout" Target="../slideLayouts/slideLayout129.xml"/><Relationship Id="rId15" Type="http://schemas.openxmlformats.org/officeDocument/2006/relationships/slideLayout" Target="../slideLayouts/slideLayout139.xml"/><Relationship Id="rId10" Type="http://schemas.openxmlformats.org/officeDocument/2006/relationships/slideLayout" Target="../slideLayouts/slideLayout134.xml"/><Relationship Id="rId19" Type="http://schemas.openxmlformats.org/officeDocument/2006/relationships/slideLayout" Target="../slideLayouts/slideLayout143.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14" Type="http://schemas.openxmlformats.org/officeDocument/2006/relationships/slideLayout" Target="../slideLayouts/slideLayout138.xml"/><Relationship Id="rId22" Type="http://schemas.openxmlformats.org/officeDocument/2006/relationships/image" Target="../media/image15.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slideLayout" Target="../slideLayouts/slideLayout157.xml"/><Relationship Id="rId18" Type="http://schemas.openxmlformats.org/officeDocument/2006/relationships/theme" Target="../theme/theme8.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17" Type="http://schemas.openxmlformats.org/officeDocument/2006/relationships/slideLayout" Target="../slideLayouts/slideLayout161.xml"/><Relationship Id="rId2" Type="http://schemas.openxmlformats.org/officeDocument/2006/relationships/slideLayout" Target="../slideLayouts/slideLayout146.xml"/><Relationship Id="rId16" Type="http://schemas.openxmlformats.org/officeDocument/2006/relationships/slideLayout" Target="../slideLayouts/slideLayout160.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5" Type="http://schemas.openxmlformats.org/officeDocument/2006/relationships/slideLayout" Target="../slideLayouts/slideLayout15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 Id="rId14" Type="http://schemas.openxmlformats.org/officeDocument/2006/relationships/slideLayout" Target="../slideLayouts/slideLayout15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69.xml"/><Relationship Id="rId13" Type="http://schemas.openxmlformats.org/officeDocument/2006/relationships/slideLayout" Target="../slideLayouts/slideLayout174.xml"/><Relationship Id="rId18" Type="http://schemas.openxmlformats.org/officeDocument/2006/relationships/slideLayout" Target="../slideLayouts/slideLayout179.xml"/><Relationship Id="rId26" Type="http://schemas.openxmlformats.org/officeDocument/2006/relationships/slideLayout" Target="../slideLayouts/slideLayout187.xml"/><Relationship Id="rId3" Type="http://schemas.openxmlformats.org/officeDocument/2006/relationships/slideLayout" Target="../slideLayouts/slideLayout164.xml"/><Relationship Id="rId21" Type="http://schemas.openxmlformats.org/officeDocument/2006/relationships/slideLayout" Target="../slideLayouts/slideLayout182.xml"/><Relationship Id="rId7" Type="http://schemas.openxmlformats.org/officeDocument/2006/relationships/slideLayout" Target="../slideLayouts/slideLayout168.xml"/><Relationship Id="rId12" Type="http://schemas.openxmlformats.org/officeDocument/2006/relationships/slideLayout" Target="../slideLayouts/slideLayout173.xml"/><Relationship Id="rId17" Type="http://schemas.openxmlformats.org/officeDocument/2006/relationships/slideLayout" Target="../slideLayouts/slideLayout178.xml"/><Relationship Id="rId25" Type="http://schemas.openxmlformats.org/officeDocument/2006/relationships/slideLayout" Target="../slideLayouts/slideLayout186.xml"/><Relationship Id="rId2" Type="http://schemas.openxmlformats.org/officeDocument/2006/relationships/slideLayout" Target="../slideLayouts/slideLayout163.xml"/><Relationship Id="rId16" Type="http://schemas.openxmlformats.org/officeDocument/2006/relationships/slideLayout" Target="../slideLayouts/slideLayout177.xml"/><Relationship Id="rId20" Type="http://schemas.openxmlformats.org/officeDocument/2006/relationships/slideLayout" Target="../slideLayouts/slideLayout181.xml"/><Relationship Id="rId29" Type="http://schemas.openxmlformats.org/officeDocument/2006/relationships/image" Target="../media/image14.png"/><Relationship Id="rId1" Type="http://schemas.openxmlformats.org/officeDocument/2006/relationships/slideLayout" Target="../slideLayouts/slideLayout162.xml"/><Relationship Id="rId6" Type="http://schemas.openxmlformats.org/officeDocument/2006/relationships/slideLayout" Target="../slideLayouts/slideLayout167.xml"/><Relationship Id="rId11" Type="http://schemas.openxmlformats.org/officeDocument/2006/relationships/slideLayout" Target="../slideLayouts/slideLayout172.xml"/><Relationship Id="rId24" Type="http://schemas.openxmlformats.org/officeDocument/2006/relationships/slideLayout" Target="../slideLayouts/slideLayout185.xml"/><Relationship Id="rId5" Type="http://schemas.openxmlformats.org/officeDocument/2006/relationships/slideLayout" Target="../slideLayouts/slideLayout166.xml"/><Relationship Id="rId15" Type="http://schemas.openxmlformats.org/officeDocument/2006/relationships/slideLayout" Target="../slideLayouts/slideLayout176.xml"/><Relationship Id="rId23" Type="http://schemas.openxmlformats.org/officeDocument/2006/relationships/slideLayout" Target="../slideLayouts/slideLayout184.xml"/><Relationship Id="rId28" Type="http://schemas.openxmlformats.org/officeDocument/2006/relationships/image" Target="../media/image8.jpg"/><Relationship Id="rId10" Type="http://schemas.openxmlformats.org/officeDocument/2006/relationships/slideLayout" Target="../slideLayouts/slideLayout171.xml"/><Relationship Id="rId19" Type="http://schemas.openxmlformats.org/officeDocument/2006/relationships/slideLayout" Target="../slideLayouts/slideLayout180.xml"/><Relationship Id="rId4" Type="http://schemas.openxmlformats.org/officeDocument/2006/relationships/slideLayout" Target="../slideLayouts/slideLayout165.xml"/><Relationship Id="rId9" Type="http://schemas.openxmlformats.org/officeDocument/2006/relationships/slideLayout" Target="../slideLayouts/slideLayout170.xml"/><Relationship Id="rId14" Type="http://schemas.openxmlformats.org/officeDocument/2006/relationships/slideLayout" Target="../slideLayouts/slideLayout175.xml"/><Relationship Id="rId22" Type="http://schemas.openxmlformats.org/officeDocument/2006/relationships/slideLayout" Target="../slideLayouts/slideLayout183.xml"/><Relationship Id="rId27"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95.xml"/><Relationship Id="rId13" Type="http://schemas.openxmlformats.org/officeDocument/2006/relationships/slideLayout" Target="../slideLayouts/slideLayout200.xml"/><Relationship Id="rId18" Type="http://schemas.openxmlformats.org/officeDocument/2006/relationships/theme" Target="../theme/theme10.xml"/><Relationship Id="rId3" Type="http://schemas.openxmlformats.org/officeDocument/2006/relationships/slideLayout" Target="../slideLayouts/slideLayout190.xml"/><Relationship Id="rId7" Type="http://schemas.openxmlformats.org/officeDocument/2006/relationships/slideLayout" Target="../slideLayouts/slideLayout194.xml"/><Relationship Id="rId12" Type="http://schemas.openxmlformats.org/officeDocument/2006/relationships/slideLayout" Target="../slideLayouts/slideLayout199.xml"/><Relationship Id="rId17" Type="http://schemas.openxmlformats.org/officeDocument/2006/relationships/slideLayout" Target="../slideLayouts/slideLayout204.xml"/><Relationship Id="rId2" Type="http://schemas.openxmlformats.org/officeDocument/2006/relationships/slideLayout" Target="../slideLayouts/slideLayout189.xml"/><Relationship Id="rId16" Type="http://schemas.openxmlformats.org/officeDocument/2006/relationships/slideLayout" Target="../slideLayouts/slideLayout203.xml"/><Relationship Id="rId1" Type="http://schemas.openxmlformats.org/officeDocument/2006/relationships/slideLayout" Target="../slideLayouts/slideLayout188.xml"/><Relationship Id="rId6" Type="http://schemas.openxmlformats.org/officeDocument/2006/relationships/slideLayout" Target="../slideLayouts/slideLayout193.xml"/><Relationship Id="rId11" Type="http://schemas.openxmlformats.org/officeDocument/2006/relationships/slideLayout" Target="../slideLayouts/slideLayout198.xml"/><Relationship Id="rId5" Type="http://schemas.openxmlformats.org/officeDocument/2006/relationships/slideLayout" Target="../slideLayouts/slideLayout192.xml"/><Relationship Id="rId15" Type="http://schemas.openxmlformats.org/officeDocument/2006/relationships/slideLayout" Target="../slideLayouts/slideLayout202.xml"/><Relationship Id="rId10" Type="http://schemas.openxmlformats.org/officeDocument/2006/relationships/slideLayout" Target="../slideLayouts/slideLayout197.xml"/><Relationship Id="rId4" Type="http://schemas.openxmlformats.org/officeDocument/2006/relationships/slideLayout" Target="../slideLayouts/slideLayout191.xml"/><Relationship Id="rId9" Type="http://schemas.openxmlformats.org/officeDocument/2006/relationships/slideLayout" Target="../slideLayouts/slideLayout196.xml"/><Relationship Id="rId14" Type="http://schemas.openxmlformats.org/officeDocument/2006/relationships/slideLayout" Target="../slideLayouts/slideLayout201.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slideLayout" Target="../slideLayouts/slideLayout217.xml"/><Relationship Id="rId18" Type="http://schemas.openxmlformats.org/officeDocument/2006/relationships/slideLayout" Target="../slideLayouts/slideLayout222.xml"/><Relationship Id="rId26" Type="http://schemas.openxmlformats.org/officeDocument/2006/relationships/theme" Target="../theme/theme11.xml"/><Relationship Id="rId3" Type="http://schemas.openxmlformats.org/officeDocument/2006/relationships/slideLayout" Target="../slideLayouts/slideLayout207.xml"/><Relationship Id="rId21" Type="http://schemas.openxmlformats.org/officeDocument/2006/relationships/slideLayout" Target="../slideLayouts/slideLayout225.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17" Type="http://schemas.openxmlformats.org/officeDocument/2006/relationships/slideLayout" Target="../slideLayouts/slideLayout221.xml"/><Relationship Id="rId25" Type="http://schemas.openxmlformats.org/officeDocument/2006/relationships/slideLayout" Target="../slideLayouts/slideLayout229.xml"/><Relationship Id="rId2" Type="http://schemas.openxmlformats.org/officeDocument/2006/relationships/slideLayout" Target="../slideLayouts/slideLayout206.xml"/><Relationship Id="rId16" Type="http://schemas.openxmlformats.org/officeDocument/2006/relationships/slideLayout" Target="../slideLayouts/slideLayout220.xml"/><Relationship Id="rId20" Type="http://schemas.openxmlformats.org/officeDocument/2006/relationships/slideLayout" Target="../slideLayouts/slideLayout224.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24" Type="http://schemas.openxmlformats.org/officeDocument/2006/relationships/slideLayout" Target="../slideLayouts/slideLayout228.xml"/><Relationship Id="rId5" Type="http://schemas.openxmlformats.org/officeDocument/2006/relationships/slideLayout" Target="../slideLayouts/slideLayout209.xml"/><Relationship Id="rId15" Type="http://schemas.openxmlformats.org/officeDocument/2006/relationships/slideLayout" Target="../slideLayouts/slideLayout219.xml"/><Relationship Id="rId23" Type="http://schemas.openxmlformats.org/officeDocument/2006/relationships/slideLayout" Target="../slideLayouts/slideLayout227.xml"/><Relationship Id="rId28" Type="http://schemas.openxmlformats.org/officeDocument/2006/relationships/image" Target="../media/image14.png"/><Relationship Id="rId10" Type="http://schemas.openxmlformats.org/officeDocument/2006/relationships/slideLayout" Target="../slideLayouts/slideLayout214.xml"/><Relationship Id="rId19" Type="http://schemas.openxmlformats.org/officeDocument/2006/relationships/slideLayout" Target="../slideLayouts/slideLayout223.xml"/><Relationship Id="rId4" Type="http://schemas.openxmlformats.org/officeDocument/2006/relationships/slideLayout" Target="../slideLayouts/slideLayout208.xml"/><Relationship Id="rId9" Type="http://schemas.openxmlformats.org/officeDocument/2006/relationships/slideLayout" Target="../slideLayouts/slideLayout213.xml"/><Relationship Id="rId14" Type="http://schemas.openxmlformats.org/officeDocument/2006/relationships/slideLayout" Target="../slideLayouts/slideLayout218.xml"/><Relationship Id="rId22" Type="http://schemas.openxmlformats.org/officeDocument/2006/relationships/slideLayout" Target="../slideLayouts/slideLayout226.xml"/><Relationship Id="rId27" Type="http://schemas.openxmlformats.org/officeDocument/2006/relationships/image" Target="../media/image8.jp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237.xml"/><Relationship Id="rId13" Type="http://schemas.openxmlformats.org/officeDocument/2006/relationships/slideLayout" Target="../slideLayouts/slideLayout242.xml"/><Relationship Id="rId18" Type="http://schemas.openxmlformats.org/officeDocument/2006/relationships/slideLayout" Target="../slideLayouts/slideLayout247.xml"/><Relationship Id="rId3" Type="http://schemas.openxmlformats.org/officeDocument/2006/relationships/slideLayout" Target="../slideLayouts/slideLayout232.xml"/><Relationship Id="rId21" Type="http://schemas.openxmlformats.org/officeDocument/2006/relationships/slideLayout" Target="../slideLayouts/slideLayout250.xml"/><Relationship Id="rId7" Type="http://schemas.openxmlformats.org/officeDocument/2006/relationships/slideLayout" Target="../slideLayouts/slideLayout236.xml"/><Relationship Id="rId12" Type="http://schemas.openxmlformats.org/officeDocument/2006/relationships/slideLayout" Target="../slideLayouts/slideLayout241.xml"/><Relationship Id="rId17" Type="http://schemas.openxmlformats.org/officeDocument/2006/relationships/slideLayout" Target="../slideLayouts/slideLayout246.xml"/><Relationship Id="rId25" Type="http://schemas.openxmlformats.org/officeDocument/2006/relationships/image" Target="../media/image14.png"/><Relationship Id="rId2" Type="http://schemas.openxmlformats.org/officeDocument/2006/relationships/slideLayout" Target="../slideLayouts/slideLayout231.xml"/><Relationship Id="rId16" Type="http://schemas.openxmlformats.org/officeDocument/2006/relationships/slideLayout" Target="../slideLayouts/slideLayout245.xml"/><Relationship Id="rId20" Type="http://schemas.openxmlformats.org/officeDocument/2006/relationships/slideLayout" Target="../slideLayouts/slideLayout249.xml"/><Relationship Id="rId1" Type="http://schemas.openxmlformats.org/officeDocument/2006/relationships/slideLayout" Target="../slideLayouts/slideLayout230.xml"/><Relationship Id="rId6" Type="http://schemas.openxmlformats.org/officeDocument/2006/relationships/slideLayout" Target="../slideLayouts/slideLayout235.xml"/><Relationship Id="rId11" Type="http://schemas.openxmlformats.org/officeDocument/2006/relationships/slideLayout" Target="../slideLayouts/slideLayout240.xml"/><Relationship Id="rId24" Type="http://schemas.openxmlformats.org/officeDocument/2006/relationships/image" Target="../media/image8.jpg"/><Relationship Id="rId5" Type="http://schemas.openxmlformats.org/officeDocument/2006/relationships/slideLayout" Target="../slideLayouts/slideLayout234.xml"/><Relationship Id="rId15" Type="http://schemas.openxmlformats.org/officeDocument/2006/relationships/slideLayout" Target="../slideLayouts/slideLayout244.xml"/><Relationship Id="rId23" Type="http://schemas.openxmlformats.org/officeDocument/2006/relationships/theme" Target="../theme/theme12.xml"/><Relationship Id="rId10" Type="http://schemas.openxmlformats.org/officeDocument/2006/relationships/slideLayout" Target="../slideLayouts/slideLayout239.xml"/><Relationship Id="rId19" Type="http://schemas.openxmlformats.org/officeDocument/2006/relationships/slideLayout" Target="../slideLayouts/slideLayout248.xml"/><Relationship Id="rId4" Type="http://schemas.openxmlformats.org/officeDocument/2006/relationships/slideLayout" Target="../slideLayouts/slideLayout233.xml"/><Relationship Id="rId9" Type="http://schemas.openxmlformats.org/officeDocument/2006/relationships/slideLayout" Target="../slideLayouts/slideLayout238.xml"/><Relationship Id="rId14" Type="http://schemas.openxmlformats.org/officeDocument/2006/relationships/slideLayout" Target="../slideLayouts/slideLayout243.xml"/><Relationship Id="rId22" Type="http://schemas.openxmlformats.org/officeDocument/2006/relationships/slideLayout" Target="../slideLayouts/slideLayout2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fld>
            <a:endParaRPr lang="zh-CN" altLang="en-US" sz="12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4634" r:id="rId3"/>
    <p:sldLayoutId id="2147484633" r:id="rId4"/>
    <p:sldLayoutId id="2147483651" r:id="rId5"/>
    <p:sldLayoutId id="2147483652" r:id="rId6"/>
    <p:sldLayoutId id="2147483653" r:id="rId7"/>
    <p:sldLayoutId id="2147483654" r:id="rId8"/>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1">
            <a:extLst>
              <a:ext uri="{FF2B5EF4-FFF2-40B4-BE49-F238E27FC236}">
                <a16:creationId xmlns:a16="http://schemas.microsoft.com/office/drawing/2014/main" id="{BF0A28E6-27C8-F660-D593-EFD6DA226780}"/>
              </a:ext>
            </a:extLst>
          </p:cNvPr>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3" name="Picture 2" descr="A blue and white logo&#10;&#10;Description automatically generated">
            <a:extLst>
              <a:ext uri="{FF2B5EF4-FFF2-40B4-BE49-F238E27FC236}">
                <a16:creationId xmlns:a16="http://schemas.microsoft.com/office/drawing/2014/main" id="{C2F7084D-7EAE-2DD4-8488-B494D6C1479E}"/>
              </a:ext>
            </a:extLst>
          </p:cNvPr>
          <p:cNvPicPr>
            <a:picLocks noChangeAspect="1"/>
          </p:cNvPicPr>
          <p:nvPr userDrawn="1"/>
        </p:nvPicPr>
        <p:blipFill rotWithShape="1">
          <a:blip r:embed="rId28" cstate="print">
            <a:extLst>
              <a:ext uri="{28A0092B-C50C-407E-A947-70E740481C1C}">
                <a14:useLocalDpi xmlns:a14="http://schemas.microsoft.com/office/drawing/2010/main" val="0"/>
              </a:ext>
            </a:extLst>
          </a:blip>
          <a:srcRect l="40809" t="23955" r="40919" b="37048"/>
          <a:stretch/>
        </p:blipFill>
        <p:spPr>
          <a:xfrm>
            <a:off x="152401" y="50489"/>
            <a:ext cx="461681" cy="517417"/>
          </a:xfrm>
          <a:prstGeom prst="rect">
            <a:avLst/>
          </a:prstGeom>
        </p:spPr>
      </p:pic>
    </p:spTree>
    <p:extLst>
      <p:ext uri="{BB962C8B-B14F-4D97-AF65-F5344CB8AC3E}">
        <p14:creationId xmlns:p14="http://schemas.microsoft.com/office/powerpoint/2010/main" val="1683504170"/>
      </p:ext>
    </p:extLst>
  </p:cSld>
  <p:clrMap bg1="lt1" tx1="dk1" bg2="lt2" tx2="dk2" accent1="accent1" accent2="accent2" accent3="accent3" accent4="accent4" accent5="accent5" accent6="accent6" hlink="hlink" folHlink="folHlink"/>
  <p:sldLayoutIdLst>
    <p:sldLayoutId id="2147484410" r:id="rId1"/>
    <p:sldLayoutId id="2147484411" r:id="rId2"/>
    <p:sldLayoutId id="2147484412" r:id="rId3"/>
    <p:sldLayoutId id="2147484413" r:id="rId4"/>
    <p:sldLayoutId id="2147484414" r:id="rId5"/>
    <p:sldLayoutId id="2147484415" r:id="rId6"/>
    <p:sldLayoutId id="2147484416" r:id="rId7"/>
    <p:sldLayoutId id="2147484417" r:id="rId8"/>
    <p:sldLayoutId id="2147484418" r:id="rId9"/>
    <p:sldLayoutId id="2147484419" r:id="rId10"/>
    <p:sldLayoutId id="2147484420" r:id="rId11"/>
    <p:sldLayoutId id="2147484421" r:id="rId12"/>
    <p:sldLayoutId id="2147484422" r:id="rId13"/>
    <p:sldLayoutId id="2147484423" r:id="rId14"/>
    <p:sldLayoutId id="2147484424" r:id="rId15"/>
    <p:sldLayoutId id="2147484425" r:id="rId16"/>
    <p:sldLayoutId id="2147484426" r:id="rId17"/>
    <p:sldLayoutId id="2147484427" r:id="rId18"/>
    <p:sldLayoutId id="2147484428" r:id="rId19"/>
    <p:sldLayoutId id="2147484429" r:id="rId20"/>
    <p:sldLayoutId id="2147484430" r:id="rId21"/>
    <p:sldLayoutId id="2147484431" r:id="rId22"/>
    <p:sldLayoutId id="2147484432" r:id="rId23"/>
    <p:sldLayoutId id="2147484433" r:id="rId24"/>
    <p:sldLayoutId id="2147484435"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21" algn="ctr" rtl="0" fontAlgn="base">
        <a:spcBef>
          <a:spcPct val="0"/>
        </a:spcBef>
        <a:spcAft>
          <a:spcPct val="0"/>
        </a:spcAft>
        <a:defRPr sz="3100">
          <a:solidFill>
            <a:schemeClr val="tx2"/>
          </a:solidFill>
          <a:latin typeface="Arial" charset="0"/>
          <a:ea typeface="宋体" pitchFamily="2" charset="-122"/>
        </a:defRPr>
      </a:lvl6pPr>
      <a:lvl7pPr marL="642845" algn="ctr" rtl="0" fontAlgn="base">
        <a:spcBef>
          <a:spcPct val="0"/>
        </a:spcBef>
        <a:spcAft>
          <a:spcPct val="0"/>
        </a:spcAft>
        <a:defRPr sz="3100">
          <a:solidFill>
            <a:schemeClr val="tx2"/>
          </a:solidFill>
          <a:latin typeface="Arial" charset="0"/>
          <a:ea typeface="宋体" pitchFamily="2" charset="-122"/>
        </a:defRPr>
      </a:lvl7pPr>
      <a:lvl8pPr marL="964266" algn="ctr" rtl="0" fontAlgn="base">
        <a:spcBef>
          <a:spcPct val="0"/>
        </a:spcBef>
        <a:spcAft>
          <a:spcPct val="0"/>
        </a:spcAft>
        <a:defRPr sz="3100">
          <a:solidFill>
            <a:schemeClr val="tx2"/>
          </a:solidFill>
          <a:latin typeface="Arial" charset="0"/>
          <a:ea typeface="宋体" pitchFamily="2" charset="-122"/>
        </a:defRPr>
      </a:lvl8pPr>
      <a:lvl9pPr marL="1285687" algn="ctr" rtl="0" fontAlgn="base">
        <a:spcBef>
          <a:spcPct val="0"/>
        </a:spcBef>
        <a:spcAft>
          <a:spcPct val="0"/>
        </a:spcAft>
        <a:defRPr sz="3100">
          <a:solidFill>
            <a:schemeClr val="tx2"/>
          </a:solidFill>
          <a:latin typeface="Arial" charset="0"/>
          <a:ea typeface="宋体" pitchFamily="2" charset="-122"/>
        </a:defRPr>
      </a:lvl9pPr>
    </p:titleStyle>
    <p:bodyStyle>
      <a:lvl1pPr marL="241066" indent="-241066" algn="l" rtl="0" eaLnBrk="0" fontAlgn="base" hangingPunct="0">
        <a:spcBef>
          <a:spcPct val="20000"/>
        </a:spcBef>
        <a:spcAft>
          <a:spcPct val="0"/>
        </a:spcAft>
        <a:buChar char="•"/>
        <a:defRPr sz="2200">
          <a:solidFill>
            <a:schemeClr val="tx1"/>
          </a:solidFill>
          <a:latin typeface="+mn-lt"/>
          <a:ea typeface="+mn-ea"/>
          <a:cs typeface="+mn-cs"/>
        </a:defRPr>
      </a:lvl1pPr>
      <a:lvl2pPr marL="522310" indent="-202006" algn="l" rtl="0" eaLnBrk="0" fontAlgn="base" hangingPunct="0">
        <a:spcBef>
          <a:spcPct val="20000"/>
        </a:spcBef>
        <a:spcAft>
          <a:spcPct val="0"/>
        </a:spcAft>
        <a:buChar char="–"/>
        <a:defRPr sz="2000">
          <a:solidFill>
            <a:schemeClr val="tx1"/>
          </a:solidFill>
          <a:latin typeface="+mn-lt"/>
          <a:ea typeface="+mn-ea"/>
        </a:defRPr>
      </a:lvl2pPr>
      <a:lvl3pPr marL="803555" indent="-160712" algn="l" rtl="0" eaLnBrk="0" fontAlgn="base" hangingPunct="0">
        <a:spcBef>
          <a:spcPct val="20000"/>
        </a:spcBef>
        <a:spcAft>
          <a:spcPct val="0"/>
        </a:spcAft>
        <a:buChar char="•"/>
        <a:defRPr sz="1700">
          <a:solidFill>
            <a:schemeClr val="tx1"/>
          </a:solidFill>
          <a:latin typeface="+mn-lt"/>
          <a:ea typeface="+mn-ea"/>
        </a:defRPr>
      </a:lvl3pPr>
      <a:lvl4pPr marL="1124978" indent="-161828" algn="l" rtl="0" eaLnBrk="0" fontAlgn="base" hangingPunct="0">
        <a:spcBef>
          <a:spcPct val="20000"/>
        </a:spcBef>
        <a:spcAft>
          <a:spcPct val="0"/>
        </a:spcAft>
        <a:buChar char="–"/>
        <a:defRPr sz="1400">
          <a:solidFill>
            <a:schemeClr val="tx1"/>
          </a:solidFill>
          <a:latin typeface="+mn-lt"/>
          <a:ea typeface="+mn-ea"/>
        </a:defRPr>
      </a:lvl4pPr>
      <a:lvl5pPr marL="1446400" indent="-160712" algn="l" rtl="0" eaLnBrk="0" fontAlgn="base" hangingPunct="0">
        <a:spcBef>
          <a:spcPct val="20000"/>
        </a:spcBef>
        <a:spcAft>
          <a:spcPct val="0"/>
        </a:spcAft>
        <a:buChar char="»"/>
        <a:defRPr sz="1400">
          <a:solidFill>
            <a:schemeClr val="tx1"/>
          </a:solidFill>
          <a:latin typeface="+mn-lt"/>
          <a:ea typeface="+mn-ea"/>
        </a:defRPr>
      </a:lvl5pPr>
      <a:lvl6pPr marL="1767822" indent="-160712" algn="l" rtl="0" fontAlgn="base">
        <a:spcBef>
          <a:spcPct val="20000"/>
        </a:spcBef>
        <a:spcAft>
          <a:spcPct val="0"/>
        </a:spcAft>
        <a:buChar char="»"/>
        <a:defRPr sz="1400">
          <a:solidFill>
            <a:schemeClr val="tx1"/>
          </a:solidFill>
          <a:latin typeface="+mn-lt"/>
          <a:ea typeface="+mn-ea"/>
        </a:defRPr>
      </a:lvl6pPr>
      <a:lvl7pPr marL="2089245" indent="-160712" algn="l" rtl="0" fontAlgn="base">
        <a:spcBef>
          <a:spcPct val="20000"/>
        </a:spcBef>
        <a:spcAft>
          <a:spcPct val="0"/>
        </a:spcAft>
        <a:buChar char="»"/>
        <a:defRPr sz="1400">
          <a:solidFill>
            <a:schemeClr val="tx1"/>
          </a:solidFill>
          <a:latin typeface="+mn-lt"/>
          <a:ea typeface="+mn-ea"/>
        </a:defRPr>
      </a:lvl7pPr>
      <a:lvl8pPr marL="2410666" indent="-160712" algn="l" rtl="0" fontAlgn="base">
        <a:spcBef>
          <a:spcPct val="20000"/>
        </a:spcBef>
        <a:spcAft>
          <a:spcPct val="0"/>
        </a:spcAft>
        <a:buChar char="»"/>
        <a:defRPr sz="1400">
          <a:solidFill>
            <a:schemeClr val="tx1"/>
          </a:solidFill>
          <a:latin typeface="+mn-lt"/>
          <a:ea typeface="+mn-ea"/>
        </a:defRPr>
      </a:lvl8pPr>
      <a:lvl9pPr marL="2732087" indent="-160712"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45" rtl="0" eaLnBrk="1" latinLnBrk="0" hangingPunct="1">
        <a:defRPr sz="1300" kern="1200">
          <a:solidFill>
            <a:schemeClr val="tx1"/>
          </a:solidFill>
          <a:latin typeface="+mn-lt"/>
          <a:ea typeface="+mn-ea"/>
          <a:cs typeface="+mn-cs"/>
        </a:defRPr>
      </a:lvl1pPr>
      <a:lvl2pPr marL="321421" algn="l" defTabSz="642845" rtl="0" eaLnBrk="1" latinLnBrk="0" hangingPunct="1">
        <a:defRPr sz="1300" kern="1200">
          <a:solidFill>
            <a:schemeClr val="tx1"/>
          </a:solidFill>
          <a:latin typeface="+mn-lt"/>
          <a:ea typeface="+mn-ea"/>
          <a:cs typeface="+mn-cs"/>
        </a:defRPr>
      </a:lvl2pPr>
      <a:lvl3pPr marL="642845" algn="l" defTabSz="642845" rtl="0" eaLnBrk="1" latinLnBrk="0" hangingPunct="1">
        <a:defRPr sz="1300" kern="1200">
          <a:solidFill>
            <a:schemeClr val="tx1"/>
          </a:solidFill>
          <a:latin typeface="+mn-lt"/>
          <a:ea typeface="+mn-ea"/>
          <a:cs typeface="+mn-cs"/>
        </a:defRPr>
      </a:lvl3pPr>
      <a:lvl4pPr marL="964266" algn="l" defTabSz="642845" rtl="0" eaLnBrk="1" latinLnBrk="0" hangingPunct="1">
        <a:defRPr sz="1300" kern="1200">
          <a:solidFill>
            <a:schemeClr val="tx1"/>
          </a:solidFill>
          <a:latin typeface="+mn-lt"/>
          <a:ea typeface="+mn-ea"/>
          <a:cs typeface="+mn-cs"/>
        </a:defRPr>
      </a:lvl4pPr>
      <a:lvl5pPr marL="1285687" algn="l" defTabSz="642845" rtl="0" eaLnBrk="1" latinLnBrk="0" hangingPunct="1">
        <a:defRPr sz="1300" kern="1200">
          <a:solidFill>
            <a:schemeClr val="tx1"/>
          </a:solidFill>
          <a:latin typeface="+mn-lt"/>
          <a:ea typeface="+mn-ea"/>
          <a:cs typeface="+mn-cs"/>
        </a:defRPr>
      </a:lvl5pPr>
      <a:lvl6pPr marL="1607112" algn="l" defTabSz="642845" rtl="0" eaLnBrk="1" latinLnBrk="0" hangingPunct="1">
        <a:defRPr sz="1300" kern="1200">
          <a:solidFill>
            <a:schemeClr val="tx1"/>
          </a:solidFill>
          <a:latin typeface="+mn-lt"/>
          <a:ea typeface="+mn-ea"/>
          <a:cs typeface="+mn-cs"/>
        </a:defRPr>
      </a:lvl6pPr>
      <a:lvl7pPr marL="1928532" algn="l" defTabSz="642845" rtl="0" eaLnBrk="1" latinLnBrk="0" hangingPunct="1">
        <a:defRPr sz="1300" kern="1200">
          <a:solidFill>
            <a:schemeClr val="tx1"/>
          </a:solidFill>
          <a:latin typeface="+mn-lt"/>
          <a:ea typeface="+mn-ea"/>
          <a:cs typeface="+mn-cs"/>
        </a:defRPr>
      </a:lvl7pPr>
      <a:lvl8pPr marL="2249955" algn="l" defTabSz="642845" rtl="0" eaLnBrk="1" latinLnBrk="0" hangingPunct="1">
        <a:defRPr sz="1300" kern="1200">
          <a:solidFill>
            <a:schemeClr val="tx1"/>
          </a:solidFill>
          <a:latin typeface="+mn-lt"/>
          <a:ea typeface="+mn-ea"/>
          <a:cs typeface="+mn-cs"/>
        </a:defRPr>
      </a:lvl8pPr>
      <a:lvl9pPr marL="2571376" algn="l" defTabSz="642845" rtl="0" eaLnBrk="1" latinLnBrk="0" hangingPunct="1">
        <a:defRPr sz="1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7" name="Picture 6">
            <a:extLst>
              <a:ext uri="{FF2B5EF4-FFF2-40B4-BE49-F238E27FC236}">
                <a16:creationId xmlns:a16="http://schemas.microsoft.com/office/drawing/2014/main" id="{51B61907-CE38-43EF-ABC9-71DF18B992B9}"/>
              </a:ext>
            </a:extLst>
          </p:cNvPr>
          <p:cNvPicPr>
            <a:picLocks noChangeAspect="1"/>
          </p:cNvPicPr>
          <p:nvPr userDrawn="1"/>
        </p:nvPicPr>
        <p:blipFill>
          <a:blip r:embed="rId29" cstate="print">
            <a:extLst>
              <a:ext uri="{28A0092B-C50C-407E-A947-70E740481C1C}">
                <a14:useLocalDpi xmlns:a14="http://schemas.microsoft.com/office/drawing/2010/main" val="0"/>
              </a:ext>
            </a:extLst>
          </a:blip>
          <a:stretch>
            <a:fillRect/>
          </a:stretch>
        </p:blipFill>
        <p:spPr>
          <a:xfrm>
            <a:off x="166735" y="0"/>
            <a:ext cx="612000" cy="612000"/>
          </a:xfrm>
          <a:prstGeom prst="rect">
            <a:avLst/>
          </a:prstGeom>
        </p:spPr>
      </p:pic>
    </p:spTree>
    <p:extLst>
      <p:ext uri="{BB962C8B-B14F-4D97-AF65-F5344CB8AC3E}">
        <p14:creationId xmlns:p14="http://schemas.microsoft.com/office/powerpoint/2010/main" val="2341582964"/>
      </p:ext>
    </p:extLst>
  </p:cSld>
  <p:clrMap bg1="lt1" tx1="dk1" bg2="lt2" tx2="dk2" accent1="accent1" accent2="accent2" accent3="accent3" accent4="accent4" accent5="accent5" accent6="accent6" hlink="hlink" folHlink="folHlink"/>
  <p:sldLayoutIdLst>
    <p:sldLayoutId id="2147484467" r:id="rId1"/>
    <p:sldLayoutId id="2147484468" r:id="rId2"/>
    <p:sldLayoutId id="2147484469" r:id="rId3"/>
    <p:sldLayoutId id="2147484470" r:id="rId4"/>
    <p:sldLayoutId id="2147484471" r:id="rId5"/>
    <p:sldLayoutId id="2147484472" r:id="rId6"/>
    <p:sldLayoutId id="2147484473" r:id="rId7"/>
    <p:sldLayoutId id="2147484474" r:id="rId8"/>
    <p:sldLayoutId id="2147484475" r:id="rId9"/>
    <p:sldLayoutId id="2147484476" r:id="rId10"/>
    <p:sldLayoutId id="2147484477" r:id="rId11"/>
    <p:sldLayoutId id="2147484478" r:id="rId12"/>
    <p:sldLayoutId id="2147484479" r:id="rId13"/>
    <p:sldLayoutId id="2147484480" r:id="rId14"/>
    <p:sldLayoutId id="2147484481" r:id="rId15"/>
    <p:sldLayoutId id="2147484482" r:id="rId16"/>
    <p:sldLayoutId id="2147484483" r:id="rId17"/>
    <p:sldLayoutId id="2147484484" r:id="rId18"/>
    <p:sldLayoutId id="2147484485" r:id="rId19"/>
    <p:sldLayoutId id="2147484486" r:id="rId20"/>
    <p:sldLayoutId id="2147484487" r:id="rId21"/>
    <p:sldLayoutId id="2147484488" r:id="rId22"/>
    <p:sldLayoutId id="2147484489" r:id="rId23"/>
    <p:sldLayoutId id="2147484490" r:id="rId24"/>
    <p:sldLayoutId id="2147484491" r:id="rId25"/>
    <p:sldLayoutId id="2147484492" r:id="rId26"/>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13" algn="ctr" rtl="0" fontAlgn="base">
        <a:spcBef>
          <a:spcPct val="0"/>
        </a:spcBef>
        <a:spcAft>
          <a:spcPct val="0"/>
        </a:spcAft>
        <a:defRPr sz="3100">
          <a:solidFill>
            <a:schemeClr val="tx2"/>
          </a:solidFill>
          <a:latin typeface="Arial" charset="0"/>
          <a:ea typeface="宋体" pitchFamily="2" charset="-122"/>
        </a:defRPr>
      </a:lvl6pPr>
      <a:lvl7pPr marL="642829" algn="ctr" rtl="0" fontAlgn="base">
        <a:spcBef>
          <a:spcPct val="0"/>
        </a:spcBef>
        <a:spcAft>
          <a:spcPct val="0"/>
        </a:spcAft>
        <a:defRPr sz="3100">
          <a:solidFill>
            <a:schemeClr val="tx2"/>
          </a:solidFill>
          <a:latin typeface="Arial" charset="0"/>
          <a:ea typeface="宋体" pitchFamily="2" charset="-122"/>
        </a:defRPr>
      </a:lvl7pPr>
      <a:lvl8pPr marL="964243" algn="ctr" rtl="0" fontAlgn="base">
        <a:spcBef>
          <a:spcPct val="0"/>
        </a:spcBef>
        <a:spcAft>
          <a:spcPct val="0"/>
        </a:spcAft>
        <a:defRPr sz="3100">
          <a:solidFill>
            <a:schemeClr val="tx2"/>
          </a:solidFill>
          <a:latin typeface="Arial" charset="0"/>
          <a:ea typeface="宋体" pitchFamily="2" charset="-122"/>
        </a:defRPr>
      </a:lvl8pPr>
      <a:lvl9pPr marL="1285655" algn="ctr" rtl="0" fontAlgn="base">
        <a:spcBef>
          <a:spcPct val="0"/>
        </a:spcBef>
        <a:spcAft>
          <a:spcPct val="0"/>
        </a:spcAft>
        <a:defRPr sz="3100">
          <a:solidFill>
            <a:schemeClr val="tx2"/>
          </a:solidFill>
          <a:latin typeface="Arial" charset="0"/>
          <a:ea typeface="宋体" pitchFamily="2" charset="-122"/>
        </a:defRPr>
      </a:lvl9pPr>
    </p:titleStyle>
    <p:bodyStyle>
      <a:lvl1pPr marL="241061" indent="-241061" algn="l" rtl="0" eaLnBrk="0" fontAlgn="base" hangingPunct="0">
        <a:spcBef>
          <a:spcPct val="20000"/>
        </a:spcBef>
        <a:spcAft>
          <a:spcPct val="0"/>
        </a:spcAft>
        <a:buChar char="•"/>
        <a:defRPr sz="2200">
          <a:solidFill>
            <a:schemeClr val="tx1"/>
          </a:solidFill>
          <a:latin typeface="+mn-lt"/>
          <a:ea typeface="+mn-ea"/>
          <a:cs typeface="+mn-cs"/>
        </a:defRPr>
      </a:lvl1pPr>
      <a:lvl2pPr marL="522298" indent="-202002" algn="l" rtl="0" eaLnBrk="0" fontAlgn="base" hangingPunct="0">
        <a:spcBef>
          <a:spcPct val="20000"/>
        </a:spcBef>
        <a:spcAft>
          <a:spcPct val="0"/>
        </a:spcAft>
        <a:buChar char="–"/>
        <a:defRPr sz="2000">
          <a:solidFill>
            <a:schemeClr val="tx1"/>
          </a:solidFill>
          <a:latin typeface="+mn-lt"/>
          <a:ea typeface="+mn-ea"/>
        </a:defRPr>
      </a:lvl2pPr>
      <a:lvl3pPr marL="803535" indent="-160708" algn="l" rtl="0" eaLnBrk="0" fontAlgn="base" hangingPunct="0">
        <a:spcBef>
          <a:spcPct val="20000"/>
        </a:spcBef>
        <a:spcAft>
          <a:spcPct val="0"/>
        </a:spcAft>
        <a:buChar char="•"/>
        <a:defRPr sz="1700">
          <a:solidFill>
            <a:schemeClr val="tx1"/>
          </a:solidFill>
          <a:latin typeface="+mn-lt"/>
          <a:ea typeface="+mn-ea"/>
        </a:defRPr>
      </a:lvl3pPr>
      <a:lvl4pPr marL="1124951" indent="-161824" algn="l" rtl="0" eaLnBrk="0" fontAlgn="base" hangingPunct="0">
        <a:spcBef>
          <a:spcPct val="20000"/>
        </a:spcBef>
        <a:spcAft>
          <a:spcPct val="0"/>
        </a:spcAft>
        <a:buChar char="–"/>
        <a:defRPr sz="1400">
          <a:solidFill>
            <a:schemeClr val="tx1"/>
          </a:solidFill>
          <a:latin typeface="+mn-lt"/>
          <a:ea typeface="+mn-ea"/>
        </a:defRPr>
      </a:lvl4pPr>
      <a:lvl5pPr marL="1446364" indent="-160708" algn="l" rtl="0" eaLnBrk="0" fontAlgn="base" hangingPunct="0">
        <a:spcBef>
          <a:spcPct val="20000"/>
        </a:spcBef>
        <a:spcAft>
          <a:spcPct val="0"/>
        </a:spcAft>
        <a:buChar char="»"/>
        <a:defRPr sz="1400">
          <a:solidFill>
            <a:schemeClr val="tx1"/>
          </a:solidFill>
          <a:latin typeface="+mn-lt"/>
          <a:ea typeface="+mn-ea"/>
        </a:defRPr>
      </a:lvl5pPr>
      <a:lvl6pPr marL="1767778" indent="-160708" algn="l" rtl="0" fontAlgn="base">
        <a:spcBef>
          <a:spcPct val="20000"/>
        </a:spcBef>
        <a:spcAft>
          <a:spcPct val="0"/>
        </a:spcAft>
        <a:buChar char="»"/>
        <a:defRPr sz="1400">
          <a:solidFill>
            <a:schemeClr val="tx1"/>
          </a:solidFill>
          <a:latin typeface="+mn-lt"/>
          <a:ea typeface="+mn-ea"/>
        </a:defRPr>
      </a:lvl6pPr>
      <a:lvl7pPr marL="2089193" indent="-160708" algn="l" rtl="0" fontAlgn="base">
        <a:spcBef>
          <a:spcPct val="20000"/>
        </a:spcBef>
        <a:spcAft>
          <a:spcPct val="0"/>
        </a:spcAft>
        <a:buChar char="»"/>
        <a:defRPr sz="1400">
          <a:solidFill>
            <a:schemeClr val="tx1"/>
          </a:solidFill>
          <a:latin typeface="+mn-lt"/>
          <a:ea typeface="+mn-ea"/>
        </a:defRPr>
      </a:lvl7pPr>
      <a:lvl8pPr marL="2410606" indent="-160708" algn="l" rtl="0" fontAlgn="base">
        <a:spcBef>
          <a:spcPct val="20000"/>
        </a:spcBef>
        <a:spcAft>
          <a:spcPct val="0"/>
        </a:spcAft>
        <a:buChar char="»"/>
        <a:defRPr sz="1400">
          <a:solidFill>
            <a:schemeClr val="tx1"/>
          </a:solidFill>
          <a:latin typeface="+mn-lt"/>
          <a:ea typeface="+mn-ea"/>
        </a:defRPr>
      </a:lvl8pPr>
      <a:lvl9pPr marL="2732018" indent="-16070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29" rtl="0" eaLnBrk="1" latinLnBrk="0" hangingPunct="1">
        <a:defRPr sz="1300" kern="1200">
          <a:solidFill>
            <a:schemeClr val="tx1"/>
          </a:solidFill>
          <a:latin typeface="+mn-lt"/>
          <a:ea typeface="+mn-ea"/>
          <a:cs typeface="+mn-cs"/>
        </a:defRPr>
      </a:lvl1pPr>
      <a:lvl2pPr marL="321413" algn="l" defTabSz="642829" rtl="0" eaLnBrk="1" latinLnBrk="0" hangingPunct="1">
        <a:defRPr sz="1300" kern="1200">
          <a:solidFill>
            <a:schemeClr val="tx1"/>
          </a:solidFill>
          <a:latin typeface="+mn-lt"/>
          <a:ea typeface="+mn-ea"/>
          <a:cs typeface="+mn-cs"/>
        </a:defRPr>
      </a:lvl2pPr>
      <a:lvl3pPr marL="642829" algn="l" defTabSz="642829" rtl="0" eaLnBrk="1" latinLnBrk="0" hangingPunct="1">
        <a:defRPr sz="1300" kern="1200">
          <a:solidFill>
            <a:schemeClr val="tx1"/>
          </a:solidFill>
          <a:latin typeface="+mn-lt"/>
          <a:ea typeface="+mn-ea"/>
          <a:cs typeface="+mn-cs"/>
        </a:defRPr>
      </a:lvl3pPr>
      <a:lvl4pPr marL="964243" algn="l" defTabSz="642829" rtl="0" eaLnBrk="1" latinLnBrk="0" hangingPunct="1">
        <a:defRPr sz="1300" kern="1200">
          <a:solidFill>
            <a:schemeClr val="tx1"/>
          </a:solidFill>
          <a:latin typeface="+mn-lt"/>
          <a:ea typeface="+mn-ea"/>
          <a:cs typeface="+mn-cs"/>
        </a:defRPr>
      </a:lvl4pPr>
      <a:lvl5pPr marL="1285655" algn="l" defTabSz="642829" rtl="0" eaLnBrk="1" latinLnBrk="0" hangingPunct="1">
        <a:defRPr sz="1300" kern="1200">
          <a:solidFill>
            <a:schemeClr val="tx1"/>
          </a:solidFill>
          <a:latin typeface="+mn-lt"/>
          <a:ea typeface="+mn-ea"/>
          <a:cs typeface="+mn-cs"/>
        </a:defRPr>
      </a:lvl5pPr>
      <a:lvl6pPr marL="1607072" algn="l" defTabSz="642829" rtl="0" eaLnBrk="1" latinLnBrk="0" hangingPunct="1">
        <a:defRPr sz="1300" kern="1200">
          <a:solidFill>
            <a:schemeClr val="tx1"/>
          </a:solidFill>
          <a:latin typeface="+mn-lt"/>
          <a:ea typeface="+mn-ea"/>
          <a:cs typeface="+mn-cs"/>
        </a:defRPr>
      </a:lvl6pPr>
      <a:lvl7pPr marL="1928484" algn="l" defTabSz="642829" rtl="0" eaLnBrk="1" latinLnBrk="0" hangingPunct="1">
        <a:defRPr sz="1300" kern="1200">
          <a:solidFill>
            <a:schemeClr val="tx1"/>
          </a:solidFill>
          <a:latin typeface="+mn-lt"/>
          <a:ea typeface="+mn-ea"/>
          <a:cs typeface="+mn-cs"/>
        </a:defRPr>
      </a:lvl7pPr>
      <a:lvl8pPr marL="2249898" algn="l" defTabSz="642829" rtl="0" eaLnBrk="1" latinLnBrk="0" hangingPunct="1">
        <a:defRPr sz="1300" kern="1200">
          <a:solidFill>
            <a:schemeClr val="tx1"/>
          </a:solidFill>
          <a:latin typeface="+mn-lt"/>
          <a:ea typeface="+mn-ea"/>
          <a:cs typeface="+mn-cs"/>
        </a:defRPr>
      </a:lvl8pPr>
      <a:lvl9pPr marL="2571312" algn="l" defTabSz="642829"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6"/>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5"/>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31155714"/>
      </p:ext>
    </p:extLst>
  </p:cSld>
  <p:clrMap bg1="lt1" tx1="dk1" bg2="lt2" tx2="dk2" accent1="accent1" accent2="accent2" accent3="accent3" accent4="accent4" accent5="accent5" accent6="accent6" hlink="hlink" folHlink="folHlink"/>
  <p:sldLayoutIdLst>
    <p:sldLayoutId id="2147484494" r:id="rId1"/>
    <p:sldLayoutId id="2147484495" r:id="rId2"/>
    <p:sldLayoutId id="2147484496" r:id="rId3"/>
    <p:sldLayoutId id="2147484497" r:id="rId4"/>
    <p:sldLayoutId id="2147484498" r:id="rId5"/>
    <p:sldLayoutId id="2147484499" r:id="rId6"/>
    <p:sldLayoutId id="2147484500" r:id="rId7"/>
    <p:sldLayoutId id="2147484501" r:id="rId8"/>
    <p:sldLayoutId id="2147484502" r:id="rId9"/>
    <p:sldLayoutId id="2147484503" r:id="rId10"/>
    <p:sldLayoutId id="2147484504" r:id="rId11"/>
    <p:sldLayoutId id="2147484505" r:id="rId12"/>
    <p:sldLayoutId id="2147484506" r:id="rId13"/>
    <p:sldLayoutId id="2147484507" r:id="rId14"/>
    <p:sldLayoutId id="2147484508" r:id="rId15"/>
    <p:sldLayoutId id="2147484509" r:id="rId16"/>
    <p:sldLayoutId id="2147484510" r:id="rId17"/>
    <p:sldLayoutId id="2147484511" r:id="rId18"/>
    <p:sldLayoutId id="2147484512" r:id="rId19"/>
    <p:sldLayoutId id="2147484513" r:id="rId20"/>
    <p:sldLayoutId id="2147484514" r:id="rId21"/>
    <p:sldLayoutId id="2147484515" r:id="rId22"/>
    <p:sldLayoutId id="2147484516" r:id="rId23"/>
    <p:sldLayoutId id="2147484517" r:id="rId24"/>
    <p:sldLayoutId id="2147484518"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88" algn="ctr" rtl="0" fontAlgn="base">
        <a:spcBef>
          <a:spcPct val="0"/>
        </a:spcBef>
        <a:spcAft>
          <a:spcPct val="0"/>
        </a:spcAft>
        <a:defRPr sz="3100">
          <a:solidFill>
            <a:schemeClr val="tx2"/>
          </a:solidFill>
          <a:latin typeface="Arial" charset="0"/>
          <a:ea typeface="宋体" pitchFamily="2" charset="-122"/>
        </a:defRPr>
      </a:lvl6pPr>
      <a:lvl7pPr marL="642777" algn="ctr" rtl="0" fontAlgn="base">
        <a:spcBef>
          <a:spcPct val="0"/>
        </a:spcBef>
        <a:spcAft>
          <a:spcPct val="0"/>
        </a:spcAft>
        <a:defRPr sz="3100">
          <a:solidFill>
            <a:schemeClr val="tx2"/>
          </a:solidFill>
          <a:latin typeface="Arial" charset="0"/>
          <a:ea typeface="宋体" pitchFamily="2" charset="-122"/>
        </a:defRPr>
      </a:lvl7pPr>
      <a:lvl8pPr marL="964165" algn="ctr" rtl="0" fontAlgn="base">
        <a:spcBef>
          <a:spcPct val="0"/>
        </a:spcBef>
        <a:spcAft>
          <a:spcPct val="0"/>
        </a:spcAft>
        <a:defRPr sz="3100">
          <a:solidFill>
            <a:schemeClr val="tx2"/>
          </a:solidFill>
          <a:latin typeface="Arial" charset="0"/>
          <a:ea typeface="宋体" pitchFamily="2" charset="-122"/>
        </a:defRPr>
      </a:lvl8pPr>
      <a:lvl9pPr marL="1285551" algn="ctr" rtl="0" fontAlgn="base">
        <a:spcBef>
          <a:spcPct val="0"/>
        </a:spcBef>
        <a:spcAft>
          <a:spcPct val="0"/>
        </a:spcAft>
        <a:defRPr sz="3100">
          <a:solidFill>
            <a:schemeClr val="tx2"/>
          </a:solidFill>
          <a:latin typeface="Arial" charset="0"/>
          <a:ea typeface="宋体" pitchFamily="2" charset="-122"/>
        </a:defRPr>
      </a:lvl9pPr>
    </p:titleStyle>
    <p:bodyStyle>
      <a:lvl1pPr marL="241041" indent="-241041" algn="l" rtl="0" eaLnBrk="0" fontAlgn="base" hangingPunct="0">
        <a:spcBef>
          <a:spcPct val="20000"/>
        </a:spcBef>
        <a:spcAft>
          <a:spcPct val="0"/>
        </a:spcAft>
        <a:buChar char="•"/>
        <a:defRPr sz="2200">
          <a:solidFill>
            <a:schemeClr val="tx1"/>
          </a:solidFill>
          <a:latin typeface="+mn-lt"/>
          <a:ea typeface="+mn-ea"/>
          <a:cs typeface="+mn-cs"/>
        </a:defRPr>
      </a:lvl1pPr>
      <a:lvl2pPr marL="522255" indent="-201984" algn="l" rtl="0" eaLnBrk="0" fontAlgn="base" hangingPunct="0">
        <a:spcBef>
          <a:spcPct val="20000"/>
        </a:spcBef>
        <a:spcAft>
          <a:spcPct val="0"/>
        </a:spcAft>
        <a:buChar char="–"/>
        <a:defRPr sz="2000">
          <a:solidFill>
            <a:schemeClr val="tx1"/>
          </a:solidFill>
          <a:latin typeface="+mn-lt"/>
          <a:ea typeface="+mn-ea"/>
        </a:defRPr>
      </a:lvl2pPr>
      <a:lvl3pPr marL="803471" indent="-160695" algn="l" rtl="0" eaLnBrk="0" fontAlgn="base" hangingPunct="0">
        <a:spcBef>
          <a:spcPct val="20000"/>
        </a:spcBef>
        <a:spcAft>
          <a:spcPct val="0"/>
        </a:spcAft>
        <a:buChar char="•"/>
        <a:defRPr sz="1700">
          <a:solidFill>
            <a:schemeClr val="tx1"/>
          </a:solidFill>
          <a:latin typeface="+mn-lt"/>
          <a:ea typeface="+mn-ea"/>
        </a:defRPr>
      </a:lvl3pPr>
      <a:lvl4pPr marL="1124860" indent="-161811" algn="l" rtl="0" eaLnBrk="0" fontAlgn="base" hangingPunct="0">
        <a:spcBef>
          <a:spcPct val="20000"/>
        </a:spcBef>
        <a:spcAft>
          <a:spcPct val="0"/>
        </a:spcAft>
        <a:buChar char="–"/>
        <a:defRPr sz="1400">
          <a:solidFill>
            <a:schemeClr val="tx1"/>
          </a:solidFill>
          <a:latin typeface="+mn-lt"/>
          <a:ea typeface="+mn-ea"/>
        </a:defRPr>
      </a:lvl4pPr>
      <a:lvl5pPr marL="1446247" indent="-160695" algn="l" rtl="0" eaLnBrk="0" fontAlgn="base" hangingPunct="0">
        <a:spcBef>
          <a:spcPct val="20000"/>
        </a:spcBef>
        <a:spcAft>
          <a:spcPct val="0"/>
        </a:spcAft>
        <a:buChar char="»"/>
        <a:defRPr sz="1400">
          <a:solidFill>
            <a:schemeClr val="tx1"/>
          </a:solidFill>
          <a:latin typeface="+mn-lt"/>
          <a:ea typeface="+mn-ea"/>
        </a:defRPr>
      </a:lvl5pPr>
      <a:lvl6pPr marL="1767634" indent="-160695" algn="l" rtl="0" fontAlgn="base">
        <a:spcBef>
          <a:spcPct val="20000"/>
        </a:spcBef>
        <a:spcAft>
          <a:spcPct val="0"/>
        </a:spcAft>
        <a:buChar char="»"/>
        <a:defRPr sz="1400">
          <a:solidFill>
            <a:schemeClr val="tx1"/>
          </a:solidFill>
          <a:latin typeface="+mn-lt"/>
          <a:ea typeface="+mn-ea"/>
        </a:defRPr>
      </a:lvl6pPr>
      <a:lvl7pPr marL="2089022" indent="-160695" algn="l" rtl="0" fontAlgn="base">
        <a:spcBef>
          <a:spcPct val="20000"/>
        </a:spcBef>
        <a:spcAft>
          <a:spcPct val="0"/>
        </a:spcAft>
        <a:buChar char="»"/>
        <a:defRPr sz="1400">
          <a:solidFill>
            <a:schemeClr val="tx1"/>
          </a:solidFill>
          <a:latin typeface="+mn-lt"/>
          <a:ea typeface="+mn-ea"/>
        </a:defRPr>
      </a:lvl7pPr>
      <a:lvl8pPr marL="2410409" indent="-160695" algn="l" rtl="0" fontAlgn="base">
        <a:spcBef>
          <a:spcPct val="20000"/>
        </a:spcBef>
        <a:spcAft>
          <a:spcPct val="0"/>
        </a:spcAft>
        <a:buChar char="»"/>
        <a:defRPr sz="1400">
          <a:solidFill>
            <a:schemeClr val="tx1"/>
          </a:solidFill>
          <a:latin typeface="+mn-lt"/>
          <a:ea typeface="+mn-ea"/>
        </a:defRPr>
      </a:lvl8pPr>
      <a:lvl9pPr marL="2731798" indent="-16069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77" rtl="0" eaLnBrk="1" latinLnBrk="0" hangingPunct="1">
        <a:defRPr sz="1300" kern="1200">
          <a:solidFill>
            <a:schemeClr val="tx1"/>
          </a:solidFill>
          <a:latin typeface="+mn-lt"/>
          <a:ea typeface="+mn-ea"/>
          <a:cs typeface="+mn-cs"/>
        </a:defRPr>
      </a:lvl1pPr>
      <a:lvl2pPr marL="321388" algn="l" defTabSz="642777" rtl="0" eaLnBrk="1" latinLnBrk="0" hangingPunct="1">
        <a:defRPr sz="1300" kern="1200">
          <a:solidFill>
            <a:schemeClr val="tx1"/>
          </a:solidFill>
          <a:latin typeface="+mn-lt"/>
          <a:ea typeface="+mn-ea"/>
          <a:cs typeface="+mn-cs"/>
        </a:defRPr>
      </a:lvl2pPr>
      <a:lvl3pPr marL="642777" algn="l" defTabSz="642777" rtl="0" eaLnBrk="1" latinLnBrk="0" hangingPunct="1">
        <a:defRPr sz="1300" kern="1200">
          <a:solidFill>
            <a:schemeClr val="tx1"/>
          </a:solidFill>
          <a:latin typeface="+mn-lt"/>
          <a:ea typeface="+mn-ea"/>
          <a:cs typeface="+mn-cs"/>
        </a:defRPr>
      </a:lvl3pPr>
      <a:lvl4pPr marL="964165" algn="l" defTabSz="642777" rtl="0" eaLnBrk="1" latinLnBrk="0" hangingPunct="1">
        <a:defRPr sz="1300" kern="1200">
          <a:solidFill>
            <a:schemeClr val="tx1"/>
          </a:solidFill>
          <a:latin typeface="+mn-lt"/>
          <a:ea typeface="+mn-ea"/>
          <a:cs typeface="+mn-cs"/>
        </a:defRPr>
      </a:lvl4pPr>
      <a:lvl5pPr marL="1285551" algn="l" defTabSz="642777" rtl="0" eaLnBrk="1" latinLnBrk="0" hangingPunct="1">
        <a:defRPr sz="1300" kern="1200">
          <a:solidFill>
            <a:schemeClr val="tx1"/>
          </a:solidFill>
          <a:latin typeface="+mn-lt"/>
          <a:ea typeface="+mn-ea"/>
          <a:cs typeface="+mn-cs"/>
        </a:defRPr>
      </a:lvl5pPr>
      <a:lvl6pPr marL="1606942" algn="l" defTabSz="642777" rtl="0" eaLnBrk="1" latinLnBrk="0" hangingPunct="1">
        <a:defRPr sz="1300" kern="1200">
          <a:solidFill>
            <a:schemeClr val="tx1"/>
          </a:solidFill>
          <a:latin typeface="+mn-lt"/>
          <a:ea typeface="+mn-ea"/>
          <a:cs typeface="+mn-cs"/>
        </a:defRPr>
      </a:lvl6pPr>
      <a:lvl7pPr marL="1928328" algn="l" defTabSz="642777" rtl="0" eaLnBrk="1" latinLnBrk="0" hangingPunct="1">
        <a:defRPr sz="1300" kern="1200">
          <a:solidFill>
            <a:schemeClr val="tx1"/>
          </a:solidFill>
          <a:latin typeface="+mn-lt"/>
          <a:ea typeface="+mn-ea"/>
          <a:cs typeface="+mn-cs"/>
        </a:defRPr>
      </a:lvl7pPr>
      <a:lvl8pPr marL="2249716" algn="l" defTabSz="642777" rtl="0" eaLnBrk="1" latinLnBrk="0" hangingPunct="1">
        <a:defRPr sz="1300" kern="1200">
          <a:solidFill>
            <a:schemeClr val="tx1"/>
          </a:solidFill>
          <a:latin typeface="+mn-lt"/>
          <a:ea typeface="+mn-ea"/>
          <a:cs typeface="+mn-cs"/>
        </a:defRPr>
      </a:lvl8pPr>
      <a:lvl9pPr marL="2571104" algn="l" defTabSz="642777"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2" y="9963"/>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343"/>
          </a:xfrm>
          <a:prstGeom prst="rect">
            <a:avLst/>
          </a:prstGeom>
          <a:noFill/>
        </p:spPr>
        <p:txBody>
          <a:bodyPr wrap="none" rtlCol="0">
            <a:spAutoFit/>
          </a:bodyPr>
          <a:lstStyle/>
          <a:p>
            <a:r>
              <a:rPr lang="zh-CN" alt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01306689"/>
      </p:ext>
    </p:extLst>
  </p:cSld>
  <p:clrMap bg1="lt1" tx1="dk1" bg2="lt2" tx2="dk2" accent1="accent1" accent2="accent2" accent3="accent3" accent4="accent4" accent5="accent5" accent6="accent6" hlink="hlink" folHlink="folHlink"/>
  <p:sldLayoutIdLst>
    <p:sldLayoutId id="2147484520" r:id="rId1"/>
    <p:sldLayoutId id="2147484521" r:id="rId2"/>
    <p:sldLayoutId id="2147484522" r:id="rId3"/>
    <p:sldLayoutId id="2147484523" r:id="rId4"/>
    <p:sldLayoutId id="2147484524" r:id="rId5"/>
    <p:sldLayoutId id="2147484525" r:id="rId6"/>
    <p:sldLayoutId id="2147484526" r:id="rId7"/>
    <p:sldLayoutId id="2147484527" r:id="rId8"/>
    <p:sldLayoutId id="2147484528" r:id="rId9"/>
    <p:sldLayoutId id="2147484529" r:id="rId10"/>
    <p:sldLayoutId id="2147484530" r:id="rId11"/>
    <p:sldLayoutId id="2147484531" r:id="rId12"/>
    <p:sldLayoutId id="2147484532" r:id="rId13"/>
    <p:sldLayoutId id="2147484533" r:id="rId14"/>
    <p:sldLayoutId id="2147484534" r:id="rId15"/>
    <p:sldLayoutId id="2147484535" r:id="rId16"/>
    <p:sldLayoutId id="2147484536" r:id="rId17"/>
    <p:sldLayoutId id="2147484537" r:id="rId18"/>
    <p:sldLayoutId id="2147484538" r:id="rId19"/>
    <p:sldLayoutId id="2147484539" r:id="rId20"/>
    <p:sldLayoutId id="2147484540" r:id="rId21"/>
    <p:sldLayoutId id="2147484541" r:id="rId22"/>
    <p:sldLayoutId id="2147484542" r:id="rId23"/>
    <p:sldLayoutId id="2147484543" r:id="rId24"/>
    <p:sldLayoutId id="2147484544"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96" algn="ctr" rtl="0" fontAlgn="base">
        <a:spcBef>
          <a:spcPct val="0"/>
        </a:spcBef>
        <a:spcAft>
          <a:spcPct val="0"/>
        </a:spcAft>
        <a:defRPr sz="3100">
          <a:solidFill>
            <a:schemeClr val="tx2"/>
          </a:solidFill>
          <a:latin typeface="Arial" charset="0"/>
          <a:ea typeface="宋体" pitchFamily="2" charset="-122"/>
        </a:defRPr>
      </a:lvl6pPr>
      <a:lvl7pPr marL="642793" algn="ctr" rtl="0" fontAlgn="base">
        <a:spcBef>
          <a:spcPct val="0"/>
        </a:spcBef>
        <a:spcAft>
          <a:spcPct val="0"/>
        </a:spcAft>
        <a:defRPr sz="3100">
          <a:solidFill>
            <a:schemeClr val="tx2"/>
          </a:solidFill>
          <a:latin typeface="Arial" charset="0"/>
          <a:ea typeface="宋体" pitchFamily="2" charset="-122"/>
        </a:defRPr>
      </a:lvl7pPr>
      <a:lvl8pPr marL="964189" algn="ctr" rtl="0" fontAlgn="base">
        <a:spcBef>
          <a:spcPct val="0"/>
        </a:spcBef>
        <a:spcAft>
          <a:spcPct val="0"/>
        </a:spcAft>
        <a:defRPr sz="3100">
          <a:solidFill>
            <a:schemeClr val="tx2"/>
          </a:solidFill>
          <a:latin typeface="Arial" charset="0"/>
          <a:ea typeface="宋体" pitchFamily="2" charset="-122"/>
        </a:defRPr>
      </a:lvl8pPr>
      <a:lvl9pPr marL="1285583" algn="ctr" rtl="0" fontAlgn="base">
        <a:spcBef>
          <a:spcPct val="0"/>
        </a:spcBef>
        <a:spcAft>
          <a:spcPct val="0"/>
        </a:spcAft>
        <a:defRPr sz="3100">
          <a:solidFill>
            <a:schemeClr val="tx2"/>
          </a:solidFill>
          <a:latin typeface="Arial" charset="0"/>
          <a:ea typeface="宋体" pitchFamily="2" charset="-122"/>
        </a:defRPr>
      </a:lvl9pPr>
    </p:titleStyle>
    <p:bodyStyle>
      <a:lvl1pPr marL="241047" indent="-241047" algn="l" rtl="0" eaLnBrk="0" fontAlgn="base" hangingPunct="0">
        <a:spcBef>
          <a:spcPct val="20000"/>
        </a:spcBef>
        <a:spcAft>
          <a:spcPct val="0"/>
        </a:spcAft>
        <a:buChar char="•"/>
        <a:defRPr sz="2200">
          <a:solidFill>
            <a:schemeClr val="tx1"/>
          </a:solidFill>
          <a:latin typeface="+mn-lt"/>
          <a:ea typeface="+mn-ea"/>
          <a:cs typeface="+mn-cs"/>
        </a:defRPr>
      </a:lvl1pPr>
      <a:lvl2pPr marL="522268" indent="-201989" algn="l" rtl="0" eaLnBrk="0" fontAlgn="base" hangingPunct="0">
        <a:spcBef>
          <a:spcPct val="20000"/>
        </a:spcBef>
        <a:spcAft>
          <a:spcPct val="0"/>
        </a:spcAft>
        <a:buChar char="–"/>
        <a:defRPr sz="2000">
          <a:solidFill>
            <a:schemeClr val="tx1"/>
          </a:solidFill>
          <a:latin typeface="+mn-lt"/>
          <a:ea typeface="+mn-ea"/>
        </a:defRPr>
      </a:lvl2pPr>
      <a:lvl3pPr marL="803490" indent="-160698" algn="l" rtl="0" eaLnBrk="0" fontAlgn="base" hangingPunct="0">
        <a:spcBef>
          <a:spcPct val="20000"/>
        </a:spcBef>
        <a:spcAft>
          <a:spcPct val="0"/>
        </a:spcAft>
        <a:buChar char="•"/>
        <a:defRPr sz="1700">
          <a:solidFill>
            <a:schemeClr val="tx1"/>
          </a:solidFill>
          <a:latin typeface="+mn-lt"/>
          <a:ea typeface="+mn-ea"/>
        </a:defRPr>
      </a:lvl3pPr>
      <a:lvl4pPr marL="1124888" indent="-161814" algn="l" rtl="0" eaLnBrk="0" fontAlgn="base" hangingPunct="0">
        <a:spcBef>
          <a:spcPct val="20000"/>
        </a:spcBef>
        <a:spcAft>
          <a:spcPct val="0"/>
        </a:spcAft>
        <a:buChar char="–"/>
        <a:defRPr sz="1400">
          <a:solidFill>
            <a:schemeClr val="tx1"/>
          </a:solidFill>
          <a:latin typeface="+mn-lt"/>
          <a:ea typeface="+mn-ea"/>
        </a:defRPr>
      </a:lvl4pPr>
      <a:lvl5pPr marL="1446282" indent="-160698" algn="l" rtl="0" eaLnBrk="0" fontAlgn="base" hangingPunct="0">
        <a:spcBef>
          <a:spcPct val="20000"/>
        </a:spcBef>
        <a:spcAft>
          <a:spcPct val="0"/>
        </a:spcAft>
        <a:buChar char="»"/>
        <a:defRPr sz="1400">
          <a:solidFill>
            <a:schemeClr val="tx1"/>
          </a:solidFill>
          <a:latin typeface="+mn-lt"/>
          <a:ea typeface="+mn-ea"/>
        </a:defRPr>
      </a:lvl5pPr>
      <a:lvl6pPr marL="1767679" indent="-160698" algn="l" rtl="0" fontAlgn="base">
        <a:spcBef>
          <a:spcPct val="20000"/>
        </a:spcBef>
        <a:spcAft>
          <a:spcPct val="0"/>
        </a:spcAft>
        <a:buChar char="»"/>
        <a:defRPr sz="1400">
          <a:solidFill>
            <a:schemeClr val="tx1"/>
          </a:solidFill>
          <a:latin typeface="+mn-lt"/>
          <a:ea typeface="+mn-ea"/>
        </a:defRPr>
      </a:lvl6pPr>
      <a:lvl7pPr marL="2089075" indent="-160698" algn="l" rtl="0" fontAlgn="base">
        <a:spcBef>
          <a:spcPct val="20000"/>
        </a:spcBef>
        <a:spcAft>
          <a:spcPct val="0"/>
        </a:spcAft>
        <a:buChar char="»"/>
        <a:defRPr sz="1400">
          <a:solidFill>
            <a:schemeClr val="tx1"/>
          </a:solidFill>
          <a:latin typeface="+mn-lt"/>
          <a:ea typeface="+mn-ea"/>
        </a:defRPr>
      </a:lvl7pPr>
      <a:lvl8pPr marL="2410469" indent="-160698" algn="l" rtl="0" fontAlgn="base">
        <a:spcBef>
          <a:spcPct val="20000"/>
        </a:spcBef>
        <a:spcAft>
          <a:spcPct val="0"/>
        </a:spcAft>
        <a:buChar char="»"/>
        <a:defRPr sz="1400">
          <a:solidFill>
            <a:schemeClr val="tx1"/>
          </a:solidFill>
          <a:latin typeface="+mn-lt"/>
          <a:ea typeface="+mn-ea"/>
        </a:defRPr>
      </a:lvl8pPr>
      <a:lvl9pPr marL="2731866" indent="-16069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93" rtl="0" eaLnBrk="1" latinLnBrk="0" hangingPunct="1">
        <a:defRPr sz="1300" kern="1200">
          <a:solidFill>
            <a:schemeClr val="tx1"/>
          </a:solidFill>
          <a:latin typeface="+mn-lt"/>
          <a:ea typeface="+mn-ea"/>
          <a:cs typeface="+mn-cs"/>
        </a:defRPr>
      </a:lvl1pPr>
      <a:lvl2pPr marL="321396" algn="l" defTabSz="642793" rtl="0" eaLnBrk="1" latinLnBrk="0" hangingPunct="1">
        <a:defRPr sz="1300" kern="1200">
          <a:solidFill>
            <a:schemeClr val="tx1"/>
          </a:solidFill>
          <a:latin typeface="+mn-lt"/>
          <a:ea typeface="+mn-ea"/>
          <a:cs typeface="+mn-cs"/>
        </a:defRPr>
      </a:lvl2pPr>
      <a:lvl3pPr marL="642793" algn="l" defTabSz="642793" rtl="0" eaLnBrk="1" latinLnBrk="0" hangingPunct="1">
        <a:defRPr sz="1300" kern="1200">
          <a:solidFill>
            <a:schemeClr val="tx1"/>
          </a:solidFill>
          <a:latin typeface="+mn-lt"/>
          <a:ea typeface="+mn-ea"/>
          <a:cs typeface="+mn-cs"/>
        </a:defRPr>
      </a:lvl3pPr>
      <a:lvl4pPr marL="964189" algn="l" defTabSz="642793" rtl="0" eaLnBrk="1" latinLnBrk="0" hangingPunct="1">
        <a:defRPr sz="1300" kern="1200">
          <a:solidFill>
            <a:schemeClr val="tx1"/>
          </a:solidFill>
          <a:latin typeface="+mn-lt"/>
          <a:ea typeface="+mn-ea"/>
          <a:cs typeface="+mn-cs"/>
        </a:defRPr>
      </a:lvl4pPr>
      <a:lvl5pPr marL="1285583" algn="l" defTabSz="642793" rtl="0" eaLnBrk="1" latinLnBrk="0" hangingPunct="1">
        <a:defRPr sz="1300" kern="1200">
          <a:solidFill>
            <a:schemeClr val="tx1"/>
          </a:solidFill>
          <a:latin typeface="+mn-lt"/>
          <a:ea typeface="+mn-ea"/>
          <a:cs typeface="+mn-cs"/>
        </a:defRPr>
      </a:lvl5pPr>
      <a:lvl6pPr marL="1606982" algn="l" defTabSz="642793" rtl="0" eaLnBrk="1" latinLnBrk="0" hangingPunct="1">
        <a:defRPr sz="1300" kern="1200">
          <a:solidFill>
            <a:schemeClr val="tx1"/>
          </a:solidFill>
          <a:latin typeface="+mn-lt"/>
          <a:ea typeface="+mn-ea"/>
          <a:cs typeface="+mn-cs"/>
        </a:defRPr>
      </a:lvl6pPr>
      <a:lvl7pPr marL="1928376" algn="l" defTabSz="642793" rtl="0" eaLnBrk="1" latinLnBrk="0" hangingPunct="1">
        <a:defRPr sz="1300" kern="1200">
          <a:solidFill>
            <a:schemeClr val="tx1"/>
          </a:solidFill>
          <a:latin typeface="+mn-lt"/>
          <a:ea typeface="+mn-ea"/>
          <a:cs typeface="+mn-cs"/>
        </a:defRPr>
      </a:lvl7pPr>
      <a:lvl8pPr marL="2249772" algn="l" defTabSz="642793" rtl="0" eaLnBrk="1" latinLnBrk="0" hangingPunct="1">
        <a:defRPr sz="1300" kern="1200">
          <a:solidFill>
            <a:schemeClr val="tx1"/>
          </a:solidFill>
          <a:latin typeface="+mn-lt"/>
          <a:ea typeface="+mn-ea"/>
          <a:cs typeface="+mn-cs"/>
        </a:defRPr>
      </a:lvl8pPr>
      <a:lvl9pPr marL="2571168" algn="l" defTabSz="642793"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7">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AAC65BA3-EF8F-408F-A22D-18BBE8C1E8E8}"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4114422936"/>
      </p:ext>
    </p:extLst>
  </p:cSld>
  <p:clrMap bg1="lt1" tx1="dk1" bg2="lt2" tx2="dk2" accent1="accent1" accent2="accent2" accent3="accent3" accent4="accent4" accent5="accent5" accent6="accent6" hlink="hlink" folHlink="folHlink"/>
  <p:sldLayoutIdLst>
    <p:sldLayoutId id="2147484636" r:id="rId1"/>
    <p:sldLayoutId id="2147484637" r:id="rId2"/>
    <p:sldLayoutId id="2147484638" r:id="rId3"/>
    <p:sldLayoutId id="2147484639" r:id="rId4"/>
    <p:sldLayoutId id="2147484640" r:id="rId5"/>
    <p:sldLayoutId id="2147484641" r:id="rId6"/>
    <p:sldLayoutId id="2147484642" r:id="rId7"/>
    <p:sldLayoutId id="2147484643" r:id="rId8"/>
    <p:sldLayoutId id="2147484644" r:id="rId9"/>
    <p:sldLayoutId id="2147484645" r:id="rId10"/>
    <p:sldLayoutId id="2147484646" r:id="rId11"/>
    <p:sldLayoutId id="2147484647" r:id="rId12"/>
    <p:sldLayoutId id="2147484648" r:id="rId13"/>
    <p:sldLayoutId id="2147484649" r:id="rId14"/>
    <p:sldLayoutId id="2147484650" r:id="rId1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2">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D203FF89-D6BC-427F-AEEF-1C1BC6695141}"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852148186"/>
      </p:ext>
    </p:extLst>
  </p:cSld>
  <p:clrMap bg1="lt1" tx1="dk1" bg2="lt2" tx2="dk2" accent1="accent1" accent2="accent2" accent3="accent3" accent4="accent4" accent5="accent5" accent6="accent6" hlink="hlink" folHlink="folHlink"/>
  <p:sldLayoutIdLst>
    <p:sldLayoutId id="2147484652" r:id="rId1"/>
    <p:sldLayoutId id="2147484653" r:id="rId2"/>
    <p:sldLayoutId id="2147484654" r:id="rId3"/>
    <p:sldLayoutId id="2147484655" r:id="rId4"/>
    <p:sldLayoutId id="2147484656" r:id="rId5"/>
    <p:sldLayoutId id="2147484657" r:id="rId6"/>
    <p:sldLayoutId id="2147484658" r:id="rId7"/>
    <p:sldLayoutId id="2147484659" r:id="rId8"/>
    <p:sldLayoutId id="2147484660" r:id="rId9"/>
    <p:sldLayoutId id="2147484661" r:id="rId10"/>
    <p:sldLayoutId id="2147484662" r:id="rId11"/>
    <p:sldLayoutId id="2147484663" r:id="rId12"/>
    <p:sldLayoutId id="2147484664" r:id="rId13"/>
    <p:sldLayoutId id="2147484665" r:id="rId14"/>
    <p:sldLayoutId id="2147484666" r:id="rId15"/>
    <p:sldLayoutId id="2147484667" r:id="rId16"/>
    <p:sldLayoutId id="2147484668" r:id="rId17"/>
    <p:sldLayoutId id="2147484669" r:id="rId18"/>
    <p:sldLayoutId id="2147484670" r:id="rId19"/>
    <p:sldLayoutId id="2147484671" r:id="rId20"/>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2400">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grpSp>
      <p:sp>
        <p:nvSpPr>
          <p:cNvPr id="120" name="Line 136"/>
          <p:cNvSpPr>
            <a:spLocks noChangeShapeType="1"/>
          </p:cNvSpPr>
          <p:nvPr/>
        </p:nvSpPr>
        <p:spPr bwMode="auto">
          <a:xfrm>
            <a:off x="46553"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1796894543"/>
      </p:ext>
    </p:extLst>
  </p:cSld>
  <p:clrMap bg1="lt1" tx1="dk1" bg2="lt2" tx2="dk2" accent1="accent1" accent2="accent2" accent3="accent3" accent4="accent4" accent5="accent5" accent6="accent6" hlink="hlink" folHlink="folHlink"/>
  <p:sldLayoutIdLst>
    <p:sldLayoutId id="2147484951" r:id="rId1"/>
    <p:sldLayoutId id="2147484952" r:id="rId2"/>
    <p:sldLayoutId id="2147484953" r:id="rId3"/>
    <p:sldLayoutId id="2147484954" r:id="rId4"/>
    <p:sldLayoutId id="2147484955" r:id="rId5"/>
    <p:sldLayoutId id="2147484956" r:id="rId6"/>
    <p:sldLayoutId id="2147484957" r:id="rId7"/>
    <p:sldLayoutId id="2147484958" r:id="rId8"/>
    <p:sldLayoutId id="2147484959" r:id="rId9"/>
    <p:sldLayoutId id="2147484960" r:id="rId10"/>
    <p:sldLayoutId id="2147484961" r:id="rId11"/>
    <p:sldLayoutId id="2147484962" r:id="rId12"/>
    <p:sldLayoutId id="2147484963" r:id="rId13"/>
    <p:sldLayoutId id="2147484964" r:id="rId14"/>
    <p:sldLayoutId id="2147484965" r:id="rId15"/>
    <p:sldLayoutId id="2147484966" r:id="rId16"/>
    <p:sldLayoutId id="2147484967" r:id="rId17"/>
  </p:sldLayoutIdLst>
  <p:txStyles>
    <p:titleStyle>
      <a:lvl1pPr algn="ctr" defTabSz="1219042" rtl="0" eaLnBrk="1" latinLnBrk="0" hangingPunct="1">
        <a:spcBef>
          <a:spcPct val="0"/>
        </a:spcBef>
        <a:buNone/>
        <a:defRPr sz="5867" kern="1200">
          <a:solidFill>
            <a:schemeClr val="tx1"/>
          </a:solidFill>
          <a:latin typeface="+mj-lt"/>
          <a:ea typeface="+mj-ea"/>
          <a:cs typeface="+mj-cs"/>
        </a:defRPr>
      </a:lvl1pPr>
    </p:titleStyle>
    <p:bodyStyle>
      <a:lvl1pPr marL="457141" indent="-457141" algn="l" defTabSz="1219042" rtl="0" eaLnBrk="1" latinLnBrk="0" hangingPunct="1">
        <a:spcBef>
          <a:spcPct val="20000"/>
        </a:spcBef>
        <a:buFont typeface="Arial" panose="020B0604020202020204" pitchFamily="34" charset="0"/>
        <a:buChar char="•"/>
        <a:defRPr sz="4267" kern="1200">
          <a:solidFill>
            <a:schemeClr val="tx1"/>
          </a:solidFill>
          <a:latin typeface="+mn-lt"/>
          <a:ea typeface="+mn-ea"/>
          <a:cs typeface="+mn-cs"/>
        </a:defRPr>
      </a:lvl1pPr>
      <a:lvl2pPr marL="990470" indent="-380950" algn="l" defTabSz="1219042" rtl="0" eaLnBrk="1" latinLnBrk="0" hangingPunct="1">
        <a:spcBef>
          <a:spcPct val="20000"/>
        </a:spcBef>
        <a:buFont typeface="Arial" panose="020B0604020202020204" pitchFamily="34" charset="0"/>
        <a:buChar char="–"/>
        <a:defRPr sz="3733" kern="1200">
          <a:solidFill>
            <a:schemeClr val="tx1"/>
          </a:solidFill>
          <a:latin typeface="+mn-lt"/>
          <a:ea typeface="+mn-ea"/>
          <a:cs typeface="+mn-cs"/>
        </a:defRPr>
      </a:lvl2pPr>
      <a:lvl3pPr marL="1523802" indent="-304760" algn="l" defTabSz="1219042"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320"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839"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36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88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40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92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42" rtl="0" eaLnBrk="1" latinLnBrk="0" hangingPunct="1">
        <a:defRPr sz="2400" kern="1200">
          <a:solidFill>
            <a:schemeClr val="tx1"/>
          </a:solidFill>
          <a:latin typeface="+mn-lt"/>
          <a:ea typeface="+mn-ea"/>
          <a:cs typeface="+mn-cs"/>
        </a:defRPr>
      </a:lvl1pPr>
      <a:lvl2pPr marL="609521" algn="l" defTabSz="1219042" rtl="0" eaLnBrk="1" latinLnBrk="0" hangingPunct="1">
        <a:defRPr sz="2400" kern="1200">
          <a:solidFill>
            <a:schemeClr val="tx1"/>
          </a:solidFill>
          <a:latin typeface="+mn-lt"/>
          <a:ea typeface="+mn-ea"/>
          <a:cs typeface="+mn-cs"/>
        </a:defRPr>
      </a:lvl2pPr>
      <a:lvl3pPr marL="1219042" algn="l" defTabSz="1219042" rtl="0" eaLnBrk="1" latinLnBrk="0" hangingPunct="1">
        <a:defRPr sz="2400" kern="1200">
          <a:solidFill>
            <a:schemeClr val="tx1"/>
          </a:solidFill>
          <a:latin typeface="+mn-lt"/>
          <a:ea typeface="+mn-ea"/>
          <a:cs typeface="+mn-cs"/>
        </a:defRPr>
      </a:lvl3pPr>
      <a:lvl4pPr marL="1828561" algn="l" defTabSz="1219042" rtl="0" eaLnBrk="1" latinLnBrk="0" hangingPunct="1">
        <a:defRPr sz="2400" kern="1200">
          <a:solidFill>
            <a:schemeClr val="tx1"/>
          </a:solidFill>
          <a:latin typeface="+mn-lt"/>
          <a:ea typeface="+mn-ea"/>
          <a:cs typeface="+mn-cs"/>
        </a:defRPr>
      </a:lvl4pPr>
      <a:lvl5pPr marL="2438080" algn="l" defTabSz="1219042" rtl="0" eaLnBrk="1" latinLnBrk="0" hangingPunct="1">
        <a:defRPr sz="2400" kern="1200">
          <a:solidFill>
            <a:schemeClr val="tx1"/>
          </a:solidFill>
          <a:latin typeface="+mn-lt"/>
          <a:ea typeface="+mn-ea"/>
          <a:cs typeface="+mn-cs"/>
        </a:defRPr>
      </a:lvl5pPr>
      <a:lvl6pPr marL="3047601" algn="l" defTabSz="1219042" rtl="0" eaLnBrk="1" latinLnBrk="0" hangingPunct="1">
        <a:defRPr sz="2400" kern="1200">
          <a:solidFill>
            <a:schemeClr val="tx1"/>
          </a:solidFill>
          <a:latin typeface="+mn-lt"/>
          <a:ea typeface="+mn-ea"/>
          <a:cs typeface="+mn-cs"/>
        </a:defRPr>
      </a:lvl6pPr>
      <a:lvl7pPr marL="3657122" algn="l" defTabSz="1219042" rtl="0" eaLnBrk="1" latinLnBrk="0" hangingPunct="1">
        <a:defRPr sz="2400" kern="1200">
          <a:solidFill>
            <a:schemeClr val="tx1"/>
          </a:solidFill>
          <a:latin typeface="+mn-lt"/>
          <a:ea typeface="+mn-ea"/>
          <a:cs typeface="+mn-cs"/>
        </a:defRPr>
      </a:lvl7pPr>
      <a:lvl8pPr marL="4266641" algn="l" defTabSz="1219042" rtl="0" eaLnBrk="1" latinLnBrk="0" hangingPunct="1">
        <a:defRPr sz="2400" kern="1200">
          <a:solidFill>
            <a:schemeClr val="tx1"/>
          </a:solidFill>
          <a:latin typeface="+mn-lt"/>
          <a:ea typeface="+mn-ea"/>
          <a:cs typeface="+mn-cs"/>
        </a:defRPr>
      </a:lvl8pPr>
      <a:lvl9pPr marL="4876162" algn="l" defTabSz="1219042"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9"/>
          <a:stretch>
            <a:fillRect/>
          </a:stretch>
        </p:blipFill>
        <p:spPr>
          <a:xfrm>
            <a:off x="104824" y="9968"/>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68838937"/>
      </p:ext>
    </p:extLst>
  </p:cSld>
  <p:clrMap bg1="lt1" tx1="dk1" bg2="lt2" tx2="dk2" accent1="accent1" accent2="accent2" accent3="accent3" accent4="accent4" accent5="accent5" accent6="accent6" hlink="hlink" folHlink="folHlink"/>
  <p:sldLayoutIdLst>
    <p:sldLayoutId id="2147484969" r:id="rId1"/>
    <p:sldLayoutId id="2147484970" r:id="rId2"/>
    <p:sldLayoutId id="2147484971" r:id="rId3"/>
    <p:sldLayoutId id="2147484972" r:id="rId4"/>
    <p:sldLayoutId id="2147484973" r:id="rId5"/>
    <p:sldLayoutId id="2147484974" r:id="rId6"/>
    <p:sldLayoutId id="2147484975" r:id="rId7"/>
    <p:sldLayoutId id="2147484976" r:id="rId8"/>
    <p:sldLayoutId id="2147484977" r:id="rId9"/>
    <p:sldLayoutId id="2147484978" r:id="rId10"/>
    <p:sldLayoutId id="2147484979" r:id="rId11"/>
    <p:sldLayoutId id="2147484980" r:id="rId12"/>
    <p:sldLayoutId id="2147484981" r:id="rId13"/>
    <p:sldLayoutId id="2147484982" r:id="rId14"/>
    <p:sldLayoutId id="2147484983" r:id="rId15"/>
    <p:sldLayoutId id="2147484984" r:id="rId16"/>
    <p:sldLayoutId id="2147484985" r:id="rId17"/>
    <p:sldLayoutId id="2147484986" r:id="rId18"/>
    <p:sldLayoutId id="2147484987" r:id="rId19"/>
    <p:sldLayoutId id="2147484988" r:id="rId20"/>
    <p:sldLayoutId id="2147484989" r:id="rId21"/>
    <p:sldLayoutId id="2147484990" r:id="rId22"/>
    <p:sldLayoutId id="2147484991" r:id="rId23"/>
    <p:sldLayoutId id="2147484992" r:id="rId24"/>
    <p:sldLayoutId id="2147484993" r:id="rId25"/>
    <p:sldLayoutId id="2147484994" r:id="rId26"/>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25" algn="ctr" rtl="0" fontAlgn="base">
        <a:spcBef>
          <a:spcPct val="0"/>
        </a:spcBef>
        <a:spcAft>
          <a:spcPct val="0"/>
        </a:spcAft>
        <a:defRPr sz="3100">
          <a:solidFill>
            <a:schemeClr val="tx2"/>
          </a:solidFill>
          <a:latin typeface="Arial" charset="0"/>
          <a:ea typeface="宋体" pitchFamily="2" charset="-122"/>
        </a:defRPr>
      </a:lvl6pPr>
      <a:lvl7pPr marL="642652" algn="ctr" rtl="0" fontAlgn="base">
        <a:spcBef>
          <a:spcPct val="0"/>
        </a:spcBef>
        <a:spcAft>
          <a:spcPct val="0"/>
        </a:spcAft>
        <a:defRPr sz="3100">
          <a:solidFill>
            <a:schemeClr val="tx2"/>
          </a:solidFill>
          <a:latin typeface="Arial" charset="0"/>
          <a:ea typeface="宋体" pitchFamily="2" charset="-122"/>
        </a:defRPr>
      </a:lvl7pPr>
      <a:lvl8pPr marL="963979" algn="ctr" rtl="0" fontAlgn="base">
        <a:spcBef>
          <a:spcPct val="0"/>
        </a:spcBef>
        <a:spcAft>
          <a:spcPct val="0"/>
        </a:spcAft>
        <a:defRPr sz="3100">
          <a:solidFill>
            <a:schemeClr val="tx2"/>
          </a:solidFill>
          <a:latin typeface="Arial" charset="0"/>
          <a:ea typeface="宋体" pitchFamily="2" charset="-122"/>
        </a:defRPr>
      </a:lvl8pPr>
      <a:lvl9pPr marL="1285304" algn="ctr" rtl="0" fontAlgn="base">
        <a:spcBef>
          <a:spcPct val="0"/>
        </a:spcBef>
        <a:spcAft>
          <a:spcPct val="0"/>
        </a:spcAft>
        <a:defRPr sz="3100">
          <a:solidFill>
            <a:schemeClr val="tx2"/>
          </a:solidFill>
          <a:latin typeface="Arial" charset="0"/>
          <a:ea typeface="宋体" pitchFamily="2" charset="-122"/>
        </a:defRPr>
      </a:lvl9pPr>
    </p:titleStyle>
    <p:bodyStyle>
      <a:lvl1pPr marL="240995" indent="-240995" algn="l" rtl="0" eaLnBrk="0" fontAlgn="base" hangingPunct="0">
        <a:spcBef>
          <a:spcPct val="20000"/>
        </a:spcBef>
        <a:spcAft>
          <a:spcPct val="0"/>
        </a:spcAft>
        <a:buChar char="•"/>
        <a:defRPr sz="2200">
          <a:solidFill>
            <a:schemeClr val="tx1"/>
          </a:solidFill>
          <a:latin typeface="+mn-lt"/>
          <a:ea typeface="+mn-ea"/>
          <a:cs typeface="+mn-cs"/>
        </a:defRPr>
      </a:lvl1pPr>
      <a:lvl2pPr marL="522155" indent="-201946" algn="l" rtl="0" eaLnBrk="0" fontAlgn="base" hangingPunct="0">
        <a:spcBef>
          <a:spcPct val="20000"/>
        </a:spcBef>
        <a:spcAft>
          <a:spcPct val="0"/>
        </a:spcAft>
        <a:buChar char="–"/>
        <a:defRPr sz="2000">
          <a:solidFill>
            <a:schemeClr val="tx1"/>
          </a:solidFill>
          <a:latin typeface="+mn-lt"/>
          <a:ea typeface="+mn-ea"/>
        </a:defRPr>
      </a:lvl2pPr>
      <a:lvl3pPr marL="803316" indent="-160664" algn="l" rtl="0" eaLnBrk="0" fontAlgn="base" hangingPunct="0">
        <a:spcBef>
          <a:spcPct val="20000"/>
        </a:spcBef>
        <a:spcAft>
          <a:spcPct val="0"/>
        </a:spcAft>
        <a:buChar char="•"/>
        <a:defRPr sz="1700">
          <a:solidFill>
            <a:schemeClr val="tx1"/>
          </a:solidFill>
          <a:latin typeface="+mn-lt"/>
          <a:ea typeface="+mn-ea"/>
        </a:defRPr>
      </a:lvl3pPr>
      <a:lvl4pPr marL="1124644" indent="-161780" algn="l" rtl="0" eaLnBrk="0" fontAlgn="base" hangingPunct="0">
        <a:spcBef>
          <a:spcPct val="20000"/>
        </a:spcBef>
        <a:spcAft>
          <a:spcPct val="0"/>
        </a:spcAft>
        <a:buChar char="–"/>
        <a:defRPr sz="1400">
          <a:solidFill>
            <a:schemeClr val="tx1"/>
          </a:solidFill>
          <a:latin typeface="+mn-lt"/>
          <a:ea typeface="+mn-ea"/>
        </a:defRPr>
      </a:lvl4pPr>
      <a:lvl5pPr marL="1445969" indent="-160664" algn="l" rtl="0" eaLnBrk="0" fontAlgn="base" hangingPunct="0">
        <a:spcBef>
          <a:spcPct val="20000"/>
        </a:spcBef>
        <a:spcAft>
          <a:spcPct val="0"/>
        </a:spcAft>
        <a:buChar char="»"/>
        <a:defRPr sz="1400">
          <a:solidFill>
            <a:schemeClr val="tx1"/>
          </a:solidFill>
          <a:latin typeface="+mn-lt"/>
          <a:ea typeface="+mn-ea"/>
        </a:defRPr>
      </a:lvl5pPr>
      <a:lvl6pPr marL="1767294" indent="-160664" algn="l" rtl="0" fontAlgn="base">
        <a:spcBef>
          <a:spcPct val="20000"/>
        </a:spcBef>
        <a:spcAft>
          <a:spcPct val="0"/>
        </a:spcAft>
        <a:buChar char="»"/>
        <a:defRPr sz="1400">
          <a:solidFill>
            <a:schemeClr val="tx1"/>
          </a:solidFill>
          <a:latin typeface="+mn-lt"/>
          <a:ea typeface="+mn-ea"/>
        </a:defRPr>
      </a:lvl6pPr>
      <a:lvl7pPr marL="2088621" indent="-160664" algn="l" rtl="0" fontAlgn="base">
        <a:spcBef>
          <a:spcPct val="20000"/>
        </a:spcBef>
        <a:spcAft>
          <a:spcPct val="0"/>
        </a:spcAft>
        <a:buChar char="»"/>
        <a:defRPr sz="1400">
          <a:solidFill>
            <a:schemeClr val="tx1"/>
          </a:solidFill>
          <a:latin typeface="+mn-lt"/>
          <a:ea typeface="+mn-ea"/>
        </a:defRPr>
      </a:lvl7pPr>
      <a:lvl8pPr marL="2409946" indent="-160664" algn="l" rtl="0" fontAlgn="base">
        <a:spcBef>
          <a:spcPct val="20000"/>
        </a:spcBef>
        <a:spcAft>
          <a:spcPct val="0"/>
        </a:spcAft>
        <a:buChar char="»"/>
        <a:defRPr sz="1400">
          <a:solidFill>
            <a:schemeClr val="tx1"/>
          </a:solidFill>
          <a:latin typeface="+mn-lt"/>
          <a:ea typeface="+mn-ea"/>
        </a:defRPr>
      </a:lvl8pPr>
      <a:lvl9pPr marL="2731272" indent="-160664"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52" rtl="0" eaLnBrk="1" latinLnBrk="0" hangingPunct="1">
        <a:defRPr sz="1300" kern="1200">
          <a:solidFill>
            <a:schemeClr val="tx1"/>
          </a:solidFill>
          <a:latin typeface="+mn-lt"/>
          <a:ea typeface="+mn-ea"/>
          <a:cs typeface="+mn-cs"/>
        </a:defRPr>
      </a:lvl1pPr>
      <a:lvl2pPr marL="321325" algn="l" defTabSz="642652" rtl="0" eaLnBrk="1" latinLnBrk="0" hangingPunct="1">
        <a:defRPr sz="1300" kern="1200">
          <a:solidFill>
            <a:schemeClr val="tx1"/>
          </a:solidFill>
          <a:latin typeface="+mn-lt"/>
          <a:ea typeface="+mn-ea"/>
          <a:cs typeface="+mn-cs"/>
        </a:defRPr>
      </a:lvl2pPr>
      <a:lvl3pPr marL="642652" algn="l" defTabSz="642652" rtl="0" eaLnBrk="1" latinLnBrk="0" hangingPunct="1">
        <a:defRPr sz="1300" kern="1200">
          <a:solidFill>
            <a:schemeClr val="tx1"/>
          </a:solidFill>
          <a:latin typeface="+mn-lt"/>
          <a:ea typeface="+mn-ea"/>
          <a:cs typeface="+mn-cs"/>
        </a:defRPr>
      </a:lvl3pPr>
      <a:lvl4pPr marL="963979" algn="l" defTabSz="642652" rtl="0" eaLnBrk="1" latinLnBrk="0" hangingPunct="1">
        <a:defRPr sz="1300" kern="1200">
          <a:solidFill>
            <a:schemeClr val="tx1"/>
          </a:solidFill>
          <a:latin typeface="+mn-lt"/>
          <a:ea typeface="+mn-ea"/>
          <a:cs typeface="+mn-cs"/>
        </a:defRPr>
      </a:lvl4pPr>
      <a:lvl5pPr marL="1285304" algn="l" defTabSz="642652" rtl="0" eaLnBrk="1" latinLnBrk="0" hangingPunct="1">
        <a:defRPr sz="1300" kern="1200">
          <a:solidFill>
            <a:schemeClr val="tx1"/>
          </a:solidFill>
          <a:latin typeface="+mn-lt"/>
          <a:ea typeface="+mn-ea"/>
          <a:cs typeface="+mn-cs"/>
        </a:defRPr>
      </a:lvl5pPr>
      <a:lvl6pPr marL="1606633" algn="l" defTabSz="642652" rtl="0" eaLnBrk="1" latinLnBrk="0" hangingPunct="1">
        <a:defRPr sz="1300" kern="1200">
          <a:solidFill>
            <a:schemeClr val="tx1"/>
          </a:solidFill>
          <a:latin typeface="+mn-lt"/>
          <a:ea typeface="+mn-ea"/>
          <a:cs typeface="+mn-cs"/>
        </a:defRPr>
      </a:lvl6pPr>
      <a:lvl7pPr marL="1927956" algn="l" defTabSz="642652" rtl="0" eaLnBrk="1" latinLnBrk="0" hangingPunct="1">
        <a:defRPr sz="1300" kern="1200">
          <a:solidFill>
            <a:schemeClr val="tx1"/>
          </a:solidFill>
          <a:latin typeface="+mn-lt"/>
          <a:ea typeface="+mn-ea"/>
          <a:cs typeface="+mn-cs"/>
        </a:defRPr>
      </a:lvl7pPr>
      <a:lvl8pPr marL="2249284" algn="l" defTabSz="642652" rtl="0" eaLnBrk="1" latinLnBrk="0" hangingPunct="1">
        <a:defRPr sz="1300" kern="1200">
          <a:solidFill>
            <a:schemeClr val="tx1"/>
          </a:solidFill>
          <a:latin typeface="+mn-lt"/>
          <a:ea typeface="+mn-ea"/>
          <a:cs typeface="+mn-cs"/>
        </a:defRPr>
      </a:lvl8pPr>
      <a:lvl9pPr marL="2570608" algn="l" defTabSz="642652" rtl="0" eaLnBrk="1" latinLnBrk="0" hangingPunct="1">
        <a:defRPr sz="13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3332">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grpSp>
      <p:sp>
        <p:nvSpPr>
          <p:cNvPr id="120" name="Line 136"/>
          <p:cNvSpPr>
            <a:spLocks noChangeShapeType="1"/>
          </p:cNvSpPr>
          <p:nvPr/>
        </p:nvSpPr>
        <p:spPr bwMode="auto">
          <a:xfrm>
            <a:off x="46551"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332">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2089915709"/>
      </p:ext>
    </p:extLst>
  </p:cSld>
  <p:clrMap bg1="lt1" tx1="dk1" bg2="lt2" tx2="dk2" accent1="accent1" accent2="accent2" accent3="accent3" accent4="accent4" accent5="accent5" accent6="accent6" hlink="hlink" folHlink="folHlink"/>
  <p:sldLayoutIdLst>
    <p:sldLayoutId id="2147484996" r:id="rId1"/>
    <p:sldLayoutId id="2147484997" r:id="rId2"/>
    <p:sldLayoutId id="2147484998" r:id="rId3"/>
    <p:sldLayoutId id="2147484999" r:id="rId4"/>
    <p:sldLayoutId id="2147485000" r:id="rId5"/>
    <p:sldLayoutId id="2147485001" r:id="rId6"/>
    <p:sldLayoutId id="2147485002" r:id="rId7"/>
    <p:sldLayoutId id="2147485003" r:id="rId8"/>
    <p:sldLayoutId id="2147485004" r:id="rId9"/>
    <p:sldLayoutId id="2147485005" r:id="rId10"/>
    <p:sldLayoutId id="2147485006" r:id="rId11"/>
    <p:sldLayoutId id="2147485007" r:id="rId12"/>
    <p:sldLayoutId id="2147485008" r:id="rId13"/>
    <p:sldLayoutId id="2147485009" r:id="rId14"/>
    <p:sldLayoutId id="2147485010" r:id="rId15"/>
    <p:sldLayoutId id="2147485011" r:id="rId16"/>
    <p:sldLayoutId id="2147485012" r:id="rId17"/>
  </p:sldLayoutIdLst>
  <p:txStyles>
    <p:titleStyle>
      <a:lvl1pPr algn="ctr" defTabSz="1219008" rtl="0" eaLnBrk="1" latinLnBrk="0" hangingPunct="1">
        <a:spcBef>
          <a:spcPct val="0"/>
        </a:spcBef>
        <a:buNone/>
        <a:defRPr sz="5867" kern="1200">
          <a:solidFill>
            <a:schemeClr val="tx1"/>
          </a:solidFill>
          <a:latin typeface="+mj-lt"/>
          <a:ea typeface="+mj-ea"/>
          <a:cs typeface="+mj-cs"/>
        </a:defRPr>
      </a:lvl1pPr>
    </p:titleStyle>
    <p:bodyStyle>
      <a:lvl1pPr marL="457127" indent="-457127" algn="l" defTabSz="1219008"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445" indent="-380940" algn="l" defTabSz="1219008" rtl="0" eaLnBrk="1" latinLnBrk="0" hangingPunct="1">
        <a:spcBef>
          <a:spcPct val="20000"/>
        </a:spcBef>
        <a:buFont typeface="Arial" panose="020B0604020202020204" pitchFamily="34" charset="0"/>
        <a:buChar char="–"/>
        <a:defRPr sz="3732" kern="1200">
          <a:solidFill>
            <a:schemeClr val="tx1"/>
          </a:solidFill>
          <a:latin typeface="+mn-lt"/>
          <a:ea typeface="+mn-ea"/>
          <a:cs typeface="+mn-cs"/>
        </a:defRPr>
      </a:lvl2pPr>
      <a:lvl3pPr marL="1523761" indent="-304752" algn="l" defTabSz="1219008"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264"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769"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27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777"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28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785"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08" rtl="0" eaLnBrk="1" latinLnBrk="0" hangingPunct="1">
        <a:defRPr sz="2400" kern="1200">
          <a:solidFill>
            <a:schemeClr val="tx1"/>
          </a:solidFill>
          <a:latin typeface="+mn-lt"/>
          <a:ea typeface="+mn-ea"/>
          <a:cs typeface="+mn-cs"/>
        </a:defRPr>
      </a:lvl1pPr>
      <a:lvl2pPr marL="609503" algn="l" defTabSz="1219008" rtl="0" eaLnBrk="1" latinLnBrk="0" hangingPunct="1">
        <a:defRPr sz="2400" kern="1200">
          <a:solidFill>
            <a:schemeClr val="tx1"/>
          </a:solidFill>
          <a:latin typeface="+mn-lt"/>
          <a:ea typeface="+mn-ea"/>
          <a:cs typeface="+mn-cs"/>
        </a:defRPr>
      </a:lvl2pPr>
      <a:lvl3pPr marL="1219008" algn="l" defTabSz="1219008" rtl="0" eaLnBrk="1" latinLnBrk="0" hangingPunct="1">
        <a:defRPr sz="2400" kern="1200">
          <a:solidFill>
            <a:schemeClr val="tx1"/>
          </a:solidFill>
          <a:latin typeface="+mn-lt"/>
          <a:ea typeface="+mn-ea"/>
          <a:cs typeface="+mn-cs"/>
        </a:defRPr>
      </a:lvl3pPr>
      <a:lvl4pPr marL="1828512" algn="l" defTabSz="1219008" rtl="0" eaLnBrk="1" latinLnBrk="0" hangingPunct="1">
        <a:defRPr sz="2400" kern="1200">
          <a:solidFill>
            <a:schemeClr val="tx1"/>
          </a:solidFill>
          <a:latin typeface="+mn-lt"/>
          <a:ea typeface="+mn-ea"/>
          <a:cs typeface="+mn-cs"/>
        </a:defRPr>
      </a:lvl4pPr>
      <a:lvl5pPr marL="2438016" algn="l" defTabSz="1219008" rtl="0" eaLnBrk="1" latinLnBrk="0" hangingPunct="1">
        <a:defRPr sz="2400" kern="1200">
          <a:solidFill>
            <a:schemeClr val="tx1"/>
          </a:solidFill>
          <a:latin typeface="+mn-lt"/>
          <a:ea typeface="+mn-ea"/>
          <a:cs typeface="+mn-cs"/>
        </a:defRPr>
      </a:lvl5pPr>
      <a:lvl6pPr marL="3047521" algn="l" defTabSz="1219008" rtl="0" eaLnBrk="1" latinLnBrk="0" hangingPunct="1">
        <a:defRPr sz="2400" kern="1200">
          <a:solidFill>
            <a:schemeClr val="tx1"/>
          </a:solidFill>
          <a:latin typeface="+mn-lt"/>
          <a:ea typeface="+mn-ea"/>
          <a:cs typeface="+mn-cs"/>
        </a:defRPr>
      </a:lvl6pPr>
      <a:lvl7pPr marL="3657025" algn="l" defTabSz="1219008" rtl="0" eaLnBrk="1" latinLnBrk="0" hangingPunct="1">
        <a:defRPr sz="2400" kern="1200">
          <a:solidFill>
            <a:schemeClr val="tx1"/>
          </a:solidFill>
          <a:latin typeface="+mn-lt"/>
          <a:ea typeface="+mn-ea"/>
          <a:cs typeface="+mn-cs"/>
        </a:defRPr>
      </a:lvl7pPr>
      <a:lvl8pPr marL="4266529" algn="l" defTabSz="1219008" rtl="0" eaLnBrk="1" latinLnBrk="0" hangingPunct="1">
        <a:defRPr sz="2400" kern="1200">
          <a:solidFill>
            <a:schemeClr val="tx1"/>
          </a:solidFill>
          <a:latin typeface="+mn-lt"/>
          <a:ea typeface="+mn-ea"/>
          <a:cs typeface="+mn-cs"/>
        </a:defRPr>
      </a:lvl8pPr>
      <a:lvl9pPr marL="4876034" algn="l" defTabSz="1219008"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6"/>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80778278"/>
      </p:ext>
    </p:extLst>
  </p:cSld>
  <p:clrMap bg1="lt1" tx1="dk1" bg2="lt2" tx2="dk2" accent1="accent1" accent2="accent2" accent3="accent3" accent4="accent4" accent5="accent5" accent6="accent6" hlink="hlink" folHlink="folHlink"/>
  <p:sldLayoutIdLst>
    <p:sldLayoutId id="2147485045" r:id="rId1"/>
    <p:sldLayoutId id="2147485046" r:id="rId2"/>
    <p:sldLayoutId id="2147485047" r:id="rId3"/>
    <p:sldLayoutId id="2147485048" r:id="rId4"/>
    <p:sldLayoutId id="2147485049" r:id="rId5"/>
    <p:sldLayoutId id="2147485050" r:id="rId6"/>
    <p:sldLayoutId id="2147485051" r:id="rId7"/>
    <p:sldLayoutId id="2147485052" r:id="rId8"/>
    <p:sldLayoutId id="2147485053" r:id="rId9"/>
    <p:sldLayoutId id="2147485054" r:id="rId10"/>
    <p:sldLayoutId id="2147485055" r:id="rId11"/>
    <p:sldLayoutId id="2147485056" r:id="rId12"/>
    <p:sldLayoutId id="2147485057" r:id="rId13"/>
    <p:sldLayoutId id="2147485058" r:id="rId14"/>
    <p:sldLayoutId id="2147485059" r:id="rId15"/>
    <p:sldLayoutId id="2147485060" r:id="rId16"/>
    <p:sldLayoutId id="2147485061" r:id="rId17"/>
    <p:sldLayoutId id="2147485062" r:id="rId18"/>
    <p:sldLayoutId id="2147485063" r:id="rId19"/>
    <p:sldLayoutId id="2147485064" r:id="rId20"/>
    <p:sldLayoutId id="2147485065" r:id="rId21"/>
    <p:sldLayoutId id="2147485066" r:id="rId22"/>
    <p:sldLayoutId id="2147485067" r:id="rId23"/>
    <p:sldLayoutId id="2147485068" r:id="rId24"/>
    <p:sldLayoutId id="2147485069" r:id="rId25"/>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48" algn="ctr" rtl="0" fontAlgn="base">
        <a:spcBef>
          <a:spcPct val="0"/>
        </a:spcBef>
        <a:spcAft>
          <a:spcPct val="0"/>
        </a:spcAft>
        <a:defRPr sz="3100">
          <a:solidFill>
            <a:schemeClr val="tx2"/>
          </a:solidFill>
          <a:latin typeface="Arial" charset="0"/>
          <a:ea typeface="宋体" pitchFamily="2" charset="-122"/>
        </a:defRPr>
      </a:lvl6pPr>
      <a:lvl7pPr marL="642700" algn="ctr" rtl="0" fontAlgn="base">
        <a:spcBef>
          <a:spcPct val="0"/>
        </a:spcBef>
        <a:spcAft>
          <a:spcPct val="0"/>
        </a:spcAft>
        <a:defRPr sz="3100">
          <a:solidFill>
            <a:schemeClr val="tx2"/>
          </a:solidFill>
          <a:latin typeface="Arial" charset="0"/>
          <a:ea typeface="宋体" pitchFamily="2" charset="-122"/>
        </a:defRPr>
      </a:lvl7pPr>
      <a:lvl8pPr marL="964048" algn="ctr" rtl="0" fontAlgn="base">
        <a:spcBef>
          <a:spcPct val="0"/>
        </a:spcBef>
        <a:spcAft>
          <a:spcPct val="0"/>
        </a:spcAft>
        <a:defRPr sz="3100">
          <a:solidFill>
            <a:schemeClr val="tx2"/>
          </a:solidFill>
          <a:latin typeface="Arial" charset="0"/>
          <a:ea typeface="宋体" pitchFamily="2" charset="-122"/>
        </a:defRPr>
      </a:lvl8pPr>
      <a:lvl9pPr marL="1285396" algn="ctr" rtl="0" fontAlgn="base">
        <a:spcBef>
          <a:spcPct val="0"/>
        </a:spcBef>
        <a:spcAft>
          <a:spcPct val="0"/>
        </a:spcAft>
        <a:defRPr sz="3100">
          <a:solidFill>
            <a:schemeClr val="tx2"/>
          </a:solidFill>
          <a:latin typeface="Arial" charset="0"/>
          <a:ea typeface="宋体" pitchFamily="2" charset="-122"/>
        </a:defRPr>
      </a:lvl9pPr>
    </p:titleStyle>
    <p:bodyStyle>
      <a:lvl1pPr marL="241013" indent="-241013" algn="l" rtl="0" eaLnBrk="0" fontAlgn="base" hangingPunct="0">
        <a:spcBef>
          <a:spcPct val="20000"/>
        </a:spcBef>
        <a:spcAft>
          <a:spcPct val="0"/>
        </a:spcAft>
        <a:buChar char="•"/>
        <a:defRPr sz="2200">
          <a:solidFill>
            <a:schemeClr val="tx1"/>
          </a:solidFill>
          <a:latin typeface="+mn-lt"/>
          <a:ea typeface="+mn-ea"/>
          <a:cs typeface="+mn-cs"/>
        </a:defRPr>
      </a:lvl1pPr>
      <a:lvl2pPr marL="522191" indent="-201960" algn="l" rtl="0" eaLnBrk="0" fontAlgn="base" hangingPunct="0">
        <a:spcBef>
          <a:spcPct val="20000"/>
        </a:spcBef>
        <a:spcAft>
          <a:spcPct val="0"/>
        </a:spcAft>
        <a:buChar char="–"/>
        <a:defRPr sz="2000">
          <a:solidFill>
            <a:schemeClr val="tx1"/>
          </a:solidFill>
          <a:latin typeface="+mn-lt"/>
          <a:ea typeface="+mn-ea"/>
        </a:defRPr>
      </a:lvl2pPr>
      <a:lvl3pPr marL="803373" indent="-160676" algn="l" rtl="0" eaLnBrk="0" fontAlgn="base" hangingPunct="0">
        <a:spcBef>
          <a:spcPct val="20000"/>
        </a:spcBef>
        <a:spcAft>
          <a:spcPct val="0"/>
        </a:spcAft>
        <a:buChar char="•"/>
        <a:defRPr sz="1700">
          <a:solidFill>
            <a:schemeClr val="tx1"/>
          </a:solidFill>
          <a:latin typeface="+mn-lt"/>
          <a:ea typeface="+mn-ea"/>
        </a:defRPr>
      </a:lvl3pPr>
      <a:lvl4pPr marL="1124725" indent="-161791" algn="l" rtl="0" eaLnBrk="0" fontAlgn="base" hangingPunct="0">
        <a:spcBef>
          <a:spcPct val="20000"/>
        </a:spcBef>
        <a:spcAft>
          <a:spcPct val="0"/>
        </a:spcAft>
        <a:buChar char="–"/>
        <a:defRPr sz="1400">
          <a:solidFill>
            <a:schemeClr val="tx1"/>
          </a:solidFill>
          <a:latin typeface="+mn-lt"/>
          <a:ea typeface="+mn-ea"/>
        </a:defRPr>
      </a:lvl4pPr>
      <a:lvl5pPr marL="1446073" indent="-160676" algn="l" rtl="0" eaLnBrk="0" fontAlgn="base" hangingPunct="0">
        <a:spcBef>
          <a:spcPct val="20000"/>
        </a:spcBef>
        <a:spcAft>
          <a:spcPct val="0"/>
        </a:spcAft>
        <a:buChar char="»"/>
        <a:defRPr sz="1400">
          <a:solidFill>
            <a:schemeClr val="tx1"/>
          </a:solidFill>
          <a:latin typeface="+mn-lt"/>
          <a:ea typeface="+mn-ea"/>
        </a:defRPr>
      </a:lvl5pPr>
      <a:lvl6pPr marL="1767422" indent="-160676" algn="l" rtl="0" fontAlgn="base">
        <a:spcBef>
          <a:spcPct val="20000"/>
        </a:spcBef>
        <a:spcAft>
          <a:spcPct val="0"/>
        </a:spcAft>
        <a:buChar char="»"/>
        <a:defRPr sz="1400">
          <a:solidFill>
            <a:schemeClr val="tx1"/>
          </a:solidFill>
          <a:latin typeface="+mn-lt"/>
          <a:ea typeface="+mn-ea"/>
        </a:defRPr>
      </a:lvl6pPr>
      <a:lvl7pPr marL="2088773" indent="-160676" algn="l" rtl="0" fontAlgn="base">
        <a:spcBef>
          <a:spcPct val="20000"/>
        </a:spcBef>
        <a:spcAft>
          <a:spcPct val="0"/>
        </a:spcAft>
        <a:buChar char="»"/>
        <a:defRPr sz="1400">
          <a:solidFill>
            <a:schemeClr val="tx1"/>
          </a:solidFill>
          <a:latin typeface="+mn-lt"/>
          <a:ea typeface="+mn-ea"/>
        </a:defRPr>
      </a:lvl7pPr>
      <a:lvl8pPr marL="2410121" indent="-160676" algn="l" rtl="0" fontAlgn="base">
        <a:spcBef>
          <a:spcPct val="20000"/>
        </a:spcBef>
        <a:spcAft>
          <a:spcPct val="0"/>
        </a:spcAft>
        <a:buChar char="»"/>
        <a:defRPr sz="1400">
          <a:solidFill>
            <a:schemeClr val="tx1"/>
          </a:solidFill>
          <a:latin typeface="+mn-lt"/>
          <a:ea typeface="+mn-ea"/>
        </a:defRPr>
      </a:lvl8pPr>
      <a:lvl9pPr marL="2731469" indent="-160676"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00" rtl="0" eaLnBrk="1" latinLnBrk="0" hangingPunct="1">
        <a:defRPr sz="1300" kern="1200">
          <a:solidFill>
            <a:schemeClr val="tx1"/>
          </a:solidFill>
          <a:latin typeface="+mn-lt"/>
          <a:ea typeface="+mn-ea"/>
          <a:cs typeface="+mn-cs"/>
        </a:defRPr>
      </a:lvl1pPr>
      <a:lvl2pPr marL="321348" algn="l" defTabSz="642700" rtl="0" eaLnBrk="1" latinLnBrk="0" hangingPunct="1">
        <a:defRPr sz="1300" kern="1200">
          <a:solidFill>
            <a:schemeClr val="tx1"/>
          </a:solidFill>
          <a:latin typeface="+mn-lt"/>
          <a:ea typeface="+mn-ea"/>
          <a:cs typeface="+mn-cs"/>
        </a:defRPr>
      </a:lvl2pPr>
      <a:lvl3pPr marL="642700" algn="l" defTabSz="642700" rtl="0" eaLnBrk="1" latinLnBrk="0" hangingPunct="1">
        <a:defRPr sz="1300" kern="1200">
          <a:solidFill>
            <a:schemeClr val="tx1"/>
          </a:solidFill>
          <a:latin typeface="+mn-lt"/>
          <a:ea typeface="+mn-ea"/>
          <a:cs typeface="+mn-cs"/>
        </a:defRPr>
      </a:lvl3pPr>
      <a:lvl4pPr marL="964048" algn="l" defTabSz="642700" rtl="0" eaLnBrk="1" latinLnBrk="0" hangingPunct="1">
        <a:defRPr sz="1300" kern="1200">
          <a:solidFill>
            <a:schemeClr val="tx1"/>
          </a:solidFill>
          <a:latin typeface="+mn-lt"/>
          <a:ea typeface="+mn-ea"/>
          <a:cs typeface="+mn-cs"/>
        </a:defRPr>
      </a:lvl4pPr>
      <a:lvl5pPr marL="1285396" algn="l" defTabSz="642700" rtl="0" eaLnBrk="1" latinLnBrk="0" hangingPunct="1">
        <a:defRPr sz="1300" kern="1200">
          <a:solidFill>
            <a:schemeClr val="tx1"/>
          </a:solidFill>
          <a:latin typeface="+mn-lt"/>
          <a:ea typeface="+mn-ea"/>
          <a:cs typeface="+mn-cs"/>
        </a:defRPr>
      </a:lvl5pPr>
      <a:lvl6pPr marL="1606749" algn="l" defTabSz="642700" rtl="0" eaLnBrk="1" latinLnBrk="0" hangingPunct="1">
        <a:defRPr sz="1300" kern="1200">
          <a:solidFill>
            <a:schemeClr val="tx1"/>
          </a:solidFill>
          <a:latin typeface="+mn-lt"/>
          <a:ea typeface="+mn-ea"/>
          <a:cs typeface="+mn-cs"/>
        </a:defRPr>
      </a:lvl6pPr>
      <a:lvl7pPr marL="1928096" algn="l" defTabSz="642700" rtl="0" eaLnBrk="1" latinLnBrk="0" hangingPunct="1">
        <a:defRPr sz="1300" kern="1200">
          <a:solidFill>
            <a:schemeClr val="tx1"/>
          </a:solidFill>
          <a:latin typeface="+mn-lt"/>
          <a:ea typeface="+mn-ea"/>
          <a:cs typeface="+mn-cs"/>
        </a:defRPr>
      </a:lvl7pPr>
      <a:lvl8pPr marL="2249446" algn="l" defTabSz="642700" rtl="0" eaLnBrk="1" latinLnBrk="0" hangingPunct="1">
        <a:defRPr sz="1300" kern="1200">
          <a:solidFill>
            <a:schemeClr val="tx1"/>
          </a:solidFill>
          <a:latin typeface="+mn-lt"/>
          <a:ea typeface="+mn-ea"/>
          <a:cs typeface="+mn-cs"/>
        </a:defRPr>
      </a:lvl8pPr>
      <a:lvl9pPr marL="2570794" algn="l" defTabSz="642700" rtl="0" eaLnBrk="1" latinLnBrk="0" hangingPunct="1">
        <a:defRPr sz="13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4">
            <a:extLst>
              <a:ext uri="{28A0092B-C50C-407E-A947-70E740481C1C}">
                <a14:useLocalDpi xmlns:a14="http://schemas.microsoft.com/office/drawing/2010/main" val="0"/>
              </a:ext>
            </a:extLst>
          </a:blip>
          <a:srcRect b="91440"/>
          <a:stretch/>
        </p:blipFill>
        <p:spPr>
          <a:xfrm>
            <a:off x="0" y="0"/>
            <a:ext cx="12192000" cy="587029"/>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5"/>
          <a:stretch>
            <a:fillRect/>
          </a:stretch>
        </p:blipFill>
        <p:spPr>
          <a:xfrm>
            <a:off x="104820" y="9961"/>
            <a:ext cx="793019" cy="589809"/>
          </a:xfrm>
          <a:prstGeom prst="rect">
            <a:avLst/>
          </a:prstGeom>
        </p:spPr>
      </p:pic>
    </p:spTree>
    <p:extLst>
      <p:ext uri="{BB962C8B-B14F-4D97-AF65-F5344CB8AC3E}">
        <p14:creationId xmlns:p14="http://schemas.microsoft.com/office/powerpoint/2010/main" val="1700741087"/>
      </p:ext>
    </p:extLst>
  </p:cSld>
  <p:clrMap bg1="lt1" tx1="dk1" bg2="lt2" tx2="dk2" accent1="accent1" accent2="accent2" accent3="accent3" accent4="accent4" accent5="accent5" accent6="accent6" hlink="hlink" folHlink="folHlink"/>
  <p:sldLayoutIdLst>
    <p:sldLayoutId id="2147485106" r:id="rId1"/>
    <p:sldLayoutId id="2147485107" r:id="rId2"/>
    <p:sldLayoutId id="2147485108" r:id="rId3"/>
    <p:sldLayoutId id="2147485109" r:id="rId4"/>
    <p:sldLayoutId id="2147485110" r:id="rId5"/>
    <p:sldLayoutId id="2147485111" r:id="rId6"/>
    <p:sldLayoutId id="2147485112" r:id="rId7"/>
    <p:sldLayoutId id="2147485113" r:id="rId8"/>
    <p:sldLayoutId id="2147485114" r:id="rId9"/>
    <p:sldLayoutId id="2147485115" r:id="rId10"/>
    <p:sldLayoutId id="2147485116" r:id="rId11"/>
    <p:sldLayoutId id="2147485117" r:id="rId12"/>
    <p:sldLayoutId id="2147485118" r:id="rId13"/>
    <p:sldLayoutId id="2147485119" r:id="rId14"/>
    <p:sldLayoutId id="2147485120" r:id="rId15"/>
    <p:sldLayoutId id="2147485121" r:id="rId16"/>
    <p:sldLayoutId id="2147485122" r:id="rId17"/>
    <p:sldLayoutId id="2147485123" r:id="rId18"/>
    <p:sldLayoutId id="2147485124" r:id="rId19"/>
    <p:sldLayoutId id="2147485125" r:id="rId20"/>
    <p:sldLayoutId id="2147485126" r:id="rId21"/>
    <p:sldLayoutId id="2147485127" r:id="rId22"/>
  </p:sldLayoutIdLst>
  <mc:AlternateContent xmlns:mc="http://schemas.openxmlformats.org/markup-compatibility/2006" xmlns:p14="http://schemas.microsoft.com/office/powerpoint/2010/main">
    <mc:Choice Requires="p14">
      <p:transition p14:dur="250"/>
    </mc:Choice>
    <mc:Fallback xmlns="">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00" algn="ctr" rtl="0" fontAlgn="base">
        <a:spcBef>
          <a:spcPct val="0"/>
        </a:spcBef>
        <a:spcAft>
          <a:spcPct val="0"/>
        </a:spcAft>
        <a:defRPr sz="3100">
          <a:solidFill>
            <a:schemeClr val="tx2"/>
          </a:solidFill>
          <a:latin typeface="Arial" charset="0"/>
          <a:ea typeface="宋体" pitchFamily="2" charset="-122"/>
        </a:defRPr>
      </a:lvl6pPr>
      <a:lvl7pPr marL="642803" algn="ctr" rtl="0" fontAlgn="base">
        <a:spcBef>
          <a:spcPct val="0"/>
        </a:spcBef>
        <a:spcAft>
          <a:spcPct val="0"/>
        </a:spcAft>
        <a:defRPr sz="3100">
          <a:solidFill>
            <a:schemeClr val="tx2"/>
          </a:solidFill>
          <a:latin typeface="Arial" charset="0"/>
          <a:ea typeface="宋体" pitchFamily="2" charset="-122"/>
        </a:defRPr>
      </a:lvl7pPr>
      <a:lvl8pPr marL="964204" algn="ctr" rtl="0" fontAlgn="base">
        <a:spcBef>
          <a:spcPct val="0"/>
        </a:spcBef>
        <a:spcAft>
          <a:spcPct val="0"/>
        </a:spcAft>
        <a:defRPr sz="3100">
          <a:solidFill>
            <a:schemeClr val="tx2"/>
          </a:solidFill>
          <a:latin typeface="Arial" charset="0"/>
          <a:ea typeface="宋体" pitchFamily="2" charset="-122"/>
        </a:defRPr>
      </a:lvl8pPr>
      <a:lvl9pPr marL="1285604" algn="ctr" rtl="0" fontAlgn="base">
        <a:spcBef>
          <a:spcPct val="0"/>
        </a:spcBef>
        <a:spcAft>
          <a:spcPct val="0"/>
        </a:spcAft>
        <a:defRPr sz="3100">
          <a:solidFill>
            <a:schemeClr val="tx2"/>
          </a:solidFill>
          <a:latin typeface="Arial" charset="0"/>
          <a:ea typeface="宋体" pitchFamily="2" charset="-122"/>
        </a:defRPr>
      </a:lvl9pPr>
    </p:titleStyle>
    <p:bodyStyle>
      <a:lvl1pPr marL="241050" indent="-241050" algn="l" rtl="0" eaLnBrk="0" fontAlgn="base" hangingPunct="0">
        <a:spcBef>
          <a:spcPct val="20000"/>
        </a:spcBef>
        <a:spcAft>
          <a:spcPct val="0"/>
        </a:spcAft>
        <a:buChar char="•"/>
        <a:defRPr sz="2200">
          <a:solidFill>
            <a:schemeClr val="tx1"/>
          </a:solidFill>
          <a:latin typeface="+mn-lt"/>
          <a:ea typeface="+mn-ea"/>
          <a:cs typeface="+mn-cs"/>
        </a:defRPr>
      </a:lvl1pPr>
      <a:lvl2pPr marL="522276" indent="-201992" algn="l" rtl="0" eaLnBrk="0" fontAlgn="base" hangingPunct="0">
        <a:spcBef>
          <a:spcPct val="20000"/>
        </a:spcBef>
        <a:spcAft>
          <a:spcPct val="0"/>
        </a:spcAft>
        <a:buChar char="–"/>
        <a:defRPr sz="2000">
          <a:solidFill>
            <a:schemeClr val="tx1"/>
          </a:solidFill>
          <a:latin typeface="+mn-lt"/>
          <a:ea typeface="+mn-ea"/>
        </a:defRPr>
      </a:lvl2pPr>
      <a:lvl3pPr marL="803503" indent="-160701" algn="l" rtl="0" eaLnBrk="0" fontAlgn="base" hangingPunct="0">
        <a:spcBef>
          <a:spcPct val="20000"/>
        </a:spcBef>
        <a:spcAft>
          <a:spcPct val="0"/>
        </a:spcAft>
        <a:buChar char="•"/>
        <a:defRPr sz="1700">
          <a:solidFill>
            <a:schemeClr val="tx1"/>
          </a:solidFill>
          <a:latin typeface="+mn-lt"/>
          <a:ea typeface="+mn-ea"/>
        </a:defRPr>
      </a:lvl3pPr>
      <a:lvl4pPr marL="1124905" indent="-161817" algn="l" rtl="0" eaLnBrk="0" fontAlgn="base" hangingPunct="0">
        <a:spcBef>
          <a:spcPct val="20000"/>
        </a:spcBef>
        <a:spcAft>
          <a:spcPct val="0"/>
        </a:spcAft>
        <a:buChar char="–"/>
        <a:defRPr sz="1400">
          <a:solidFill>
            <a:schemeClr val="tx1"/>
          </a:solidFill>
          <a:latin typeface="+mn-lt"/>
          <a:ea typeface="+mn-ea"/>
        </a:defRPr>
      </a:lvl4pPr>
      <a:lvl5pPr marL="1446305" indent="-160701" algn="l" rtl="0" eaLnBrk="0" fontAlgn="base" hangingPunct="0">
        <a:spcBef>
          <a:spcPct val="20000"/>
        </a:spcBef>
        <a:spcAft>
          <a:spcPct val="0"/>
        </a:spcAft>
        <a:buChar char="»"/>
        <a:defRPr sz="1400">
          <a:solidFill>
            <a:schemeClr val="tx1"/>
          </a:solidFill>
          <a:latin typeface="+mn-lt"/>
          <a:ea typeface="+mn-ea"/>
        </a:defRPr>
      </a:lvl5pPr>
      <a:lvl6pPr marL="1767706" indent="-160701" algn="l" rtl="0" fontAlgn="base">
        <a:spcBef>
          <a:spcPct val="20000"/>
        </a:spcBef>
        <a:spcAft>
          <a:spcPct val="0"/>
        </a:spcAft>
        <a:buChar char="»"/>
        <a:defRPr sz="1400">
          <a:solidFill>
            <a:schemeClr val="tx1"/>
          </a:solidFill>
          <a:latin typeface="+mn-lt"/>
          <a:ea typeface="+mn-ea"/>
        </a:defRPr>
      </a:lvl6pPr>
      <a:lvl7pPr marL="2089108" indent="-160701" algn="l" rtl="0" fontAlgn="base">
        <a:spcBef>
          <a:spcPct val="20000"/>
        </a:spcBef>
        <a:spcAft>
          <a:spcPct val="0"/>
        </a:spcAft>
        <a:buChar char="»"/>
        <a:defRPr sz="1400">
          <a:solidFill>
            <a:schemeClr val="tx1"/>
          </a:solidFill>
          <a:latin typeface="+mn-lt"/>
          <a:ea typeface="+mn-ea"/>
        </a:defRPr>
      </a:lvl7pPr>
      <a:lvl8pPr marL="2410509" indent="-160701" algn="l" rtl="0" fontAlgn="base">
        <a:spcBef>
          <a:spcPct val="20000"/>
        </a:spcBef>
        <a:spcAft>
          <a:spcPct val="0"/>
        </a:spcAft>
        <a:buChar char="»"/>
        <a:defRPr sz="1400">
          <a:solidFill>
            <a:schemeClr val="tx1"/>
          </a:solidFill>
          <a:latin typeface="+mn-lt"/>
          <a:ea typeface="+mn-ea"/>
        </a:defRPr>
      </a:lvl8pPr>
      <a:lvl9pPr marL="2731909" indent="-160701"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03" rtl="0" eaLnBrk="1" latinLnBrk="0" hangingPunct="1">
        <a:defRPr sz="1300" kern="1200">
          <a:solidFill>
            <a:schemeClr val="tx1"/>
          </a:solidFill>
          <a:latin typeface="+mn-lt"/>
          <a:ea typeface="+mn-ea"/>
          <a:cs typeface="+mn-cs"/>
        </a:defRPr>
      </a:lvl1pPr>
      <a:lvl2pPr marL="321400" algn="l" defTabSz="642803" rtl="0" eaLnBrk="1" latinLnBrk="0" hangingPunct="1">
        <a:defRPr sz="1300" kern="1200">
          <a:solidFill>
            <a:schemeClr val="tx1"/>
          </a:solidFill>
          <a:latin typeface="+mn-lt"/>
          <a:ea typeface="+mn-ea"/>
          <a:cs typeface="+mn-cs"/>
        </a:defRPr>
      </a:lvl2pPr>
      <a:lvl3pPr marL="642803" algn="l" defTabSz="642803" rtl="0" eaLnBrk="1" latinLnBrk="0" hangingPunct="1">
        <a:defRPr sz="1300" kern="1200">
          <a:solidFill>
            <a:schemeClr val="tx1"/>
          </a:solidFill>
          <a:latin typeface="+mn-lt"/>
          <a:ea typeface="+mn-ea"/>
          <a:cs typeface="+mn-cs"/>
        </a:defRPr>
      </a:lvl3pPr>
      <a:lvl4pPr marL="964204" algn="l" defTabSz="642803" rtl="0" eaLnBrk="1" latinLnBrk="0" hangingPunct="1">
        <a:defRPr sz="1300" kern="1200">
          <a:solidFill>
            <a:schemeClr val="tx1"/>
          </a:solidFill>
          <a:latin typeface="+mn-lt"/>
          <a:ea typeface="+mn-ea"/>
          <a:cs typeface="+mn-cs"/>
        </a:defRPr>
      </a:lvl4pPr>
      <a:lvl5pPr marL="1285604" algn="l" defTabSz="642803" rtl="0" eaLnBrk="1" latinLnBrk="0" hangingPunct="1">
        <a:defRPr sz="1300" kern="1200">
          <a:solidFill>
            <a:schemeClr val="tx1"/>
          </a:solidFill>
          <a:latin typeface="+mn-lt"/>
          <a:ea typeface="+mn-ea"/>
          <a:cs typeface="+mn-cs"/>
        </a:defRPr>
      </a:lvl5pPr>
      <a:lvl6pPr marL="1607006" algn="l" defTabSz="642803" rtl="0" eaLnBrk="1" latinLnBrk="0" hangingPunct="1">
        <a:defRPr sz="1300" kern="1200">
          <a:solidFill>
            <a:schemeClr val="tx1"/>
          </a:solidFill>
          <a:latin typeface="+mn-lt"/>
          <a:ea typeface="+mn-ea"/>
          <a:cs typeface="+mn-cs"/>
        </a:defRPr>
      </a:lvl6pPr>
      <a:lvl7pPr marL="1928406" algn="l" defTabSz="642803" rtl="0" eaLnBrk="1" latinLnBrk="0" hangingPunct="1">
        <a:defRPr sz="1300" kern="1200">
          <a:solidFill>
            <a:schemeClr val="tx1"/>
          </a:solidFill>
          <a:latin typeface="+mn-lt"/>
          <a:ea typeface="+mn-ea"/>
          <a:cs typeface="+mn-cs"/>
        </a:defRPr>
      </a:lvl7pPr>
      <a:lvl8pPr marL="2249808" algn="l" defTabSz="642803" rtl="0" eaLnBrk="1" latinLnBrk="0" hangingPunct="1">
        <a:defRPr sz="1300" kern="1200">
          <a:solidFill>
            <a:schemeClr val="tx1"/>
          </a:solidFill>
          <a:latin typeface="+mn-lt"/>
          <a:ea typeface="+mn-ea"/>
          <a:cs typeface="+mn-cs"/>
        </a:defRPr>
      </a:lvl8pPr>
      <a:lvl9pPr marL="2571209" algn="l" defTabSz="642803"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6.wmf"/><Relationship Id="rId5" Type="http://schemas.openxmlformats.org/officeDocument/2006/relationships/oleObject" Target="../embeddings/oleObject4.bin"/><Relationship Id="rId4" Type="http://schemas.openxmlformats.org/officeDocument/2006/relationships/image" Target="../media/image25.wmf"/></Relationships>
</file>

<file path=ppt/slides/_rels/slide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9.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1.wmf"/><Relationship Id="rId5" Type="http://schemas.openxmlformats.org/officeDocument/2006/relationships/oleObject" Target="../embeddings/oleObject7.bin"/><Relationship Id="rId10" Type="http://schemas.openxmlformats.org/officeDocument/2006/relationships/image" Target="../media/image33.wmf"/><Relationship Id="rId4" Type="http://schemas.openxmlformats.org/officeDocument/2006/relationships/image" Target="../media/image30.wmf"/><Relationship Id="rId9" Type="http://schemas.openxmlformats.org/officeDocument/2006/relationships/oleObject" Target="../embeddings/oleObject9.bin"/></Relationships>
</file>

<file path=ppt/slides/_rels/slide6.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5.wmf"/><Relationship Id="rId5" Type="http://schemas.openxmlformats.org/officeDocument/2006/relationships/oleObject" Target="../embeddings/oleObject11.bin"/><Relationship Id="rId4" Type="http://schemas.openxmlformats.org/officeDocument/2006/relationships/image" Target="../media/image34.wmf"/></Relationships>
</file>

<file path=ppt/slides/_rels/slide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F8D0B-5064-2AF9-7424-3F1097559ACE}"/>
              </a:ext>
            </a:extLst>
          </p:cNvPr>
          <p:cNvSpPr txBox="1">
            <a:spLocks/>
          </p:cNvSpPr>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7.2</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en-US" altLang="zh-CN" b="0" dirty="0">
                <a:ea typeface="华光综艺_CNKI" panose="02000500000000000000" pitchFamily="2" charset="-122"/>
              </a:rPr>
              <a:t>K-</a:t>
            </a:r>
            <a:r>
              <a:rPr lang="zh-CN" altLang="en-US" b="0" dirty="0">
                <a:ea typeface="华光综艺_CNKI" panose="02000500000000000000" pitchFamily="2" charset="-122"/>
              </a:rPr>
              <a:t>近邻</a:t>
            </a:r>
            <a:endParaRPr lang="en-US" altLang="zh-CN" b="0" dirty="0">
              <a:ea typeface="华光综艺_CNKI" panose="02000500000000000000" pitchFamily="2" charset="-122"/>
            </a:endParaRPr>
          </a:p>
        </p:txBody>
      </p:sp>
    </p:spTree>
    <p:extLst>
      <p:ext uri="{BB962C8B-B14F-4D97-AF65-F5344CB8AC3E}">
        <p14:creationId xmlns:p14="http://schemas.microsoft.com/office/powerpoint/2010/main" val="38309531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a:extLst>
              <a:ext uri="{FF2B5EF4-FFF2-40B4-BE49-F238E27FC236}">
                <a16:creationId xmlns:a16="http://schemas.microsoft.com/office/drawing/2014/main" id="{6B38C06D-19C3-6A22-3002-80727C8B799A}"/>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K</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近邻基本原理</a:t>
            </a:r>
          </a:p>
        </p:txBody>
      </p:sp>
      <p:sp>
        <p:nvSpPr>
          <p:cNvPr id="15" name="Rectangle 3">
            <a:extLst>
              <a:ext uri="{FF2B5EF4-FFF2-40B4-BE49-F238E27FC236}">
                <a16:creationId xmlns:a16="http://schemas.microsoft.com/office/drawing/2014/main" id="{E5EF5174-A70D-88C0-E989-62483D049B6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文本框 20">
            <a:extLst>
              <a:ext uri="{FF2B5EF4-FFF2-40B4-BE49-F238E27FC236}">
                <a16:creationId xmlns:a16="http://schemas.microsoft.com/office/drawing/2014/main" id="{DF0C7D64-F0C0-FDE3-5A54-33C46269D950}"/>
              </a:ext>
            </a:extLst>
          </p:cNvPr>
          <p:cNvSpPr txBox="1"/>
          <p:nvPr/>
        </p:nvSpPr>
        <p:spPr>
          <a:xfrm>
            <a:off x="753965" y="1134307"/>
            <a:ext cx="10652305" cy="2797048"/>
          </a:xfrm>
          <a:prstGeom prst="rect">
            <a:avLst/>
          </a:prstGeom>
          <a:noFill/>
        </p:spPr>
        <p:txBody>
          <a:bodyPr wrap="square">
            <a:spAutoFit/>
          </a:bodyPr>
          <a:lstStyle/>
          <a:p>
            <a:pPr>
              <a:lnSpc>
                <a:spcPct val="150000"/>
              </a:lnSpc>
            </a:pPr>
            <a:r>
              <a:rPr lang="en-US" altLang="zh-CN" sz="2400" dirty="0">
                <a:latin typeface="微软雅黑" panose="020B0503020204020204" pitchFamily="34" charset="-122"/>
                <a:ea typeface="微软雅黑" panose="020B0503020204020204" pitchFamily="34" charset="-122"/>
              </a:rPr>
              <a:t>K-</a:t>
            </a:r>
            <a:r>
              <a:rPr lang="zh-CN" altLang="en-US" sz="2400" dirty="0">
                <a:latin typeface="微软雅黑" panose="020B0503020204020204" pitchFamily="34" charset="-122"/>
                <a:ea typeface="微软雅黑" panose="020B0503020204020204" pitchFamily="34" charset="-122"/>
              </a:rPr>
              <a:t>近邻是</a:t>
            </a:r>
            <a:r>
              <a:rPr lang="zh-CN" altLang="en-US" sz="2400" b="1" dirty="0">
                <a:solidFill>
                  <a:srgbClr val="FF0000"/>
                </a:solidFill>
                <a:latin typeface="微软雅黑" panose="020B0503020204020204" pitchFamily="34" charset="-122"/>
                <a:ea typeface="微软雅黑" panose="020B0503020204020204" pitchFamily="34" charset="-122"/>
              </a:rPr>
              <a:t>基于特征空间中的距离度量</a:t>
            </a:r>
            <a:r>
              <a:rPr lang="zh-CN" altLang="en-US" sz="2400" dirty="0">
                <a:latin typeface="微软雅黑" panose="020B0503020204020204" pitchFamily="34" charset="-122"/>
                <a:ea typeface="微软雅黑" panose="020B0503020204020204" pitchFamily="34" charset="-122"/>
              </a:rPr>
              <a:t>，通过找到待分类样本的</a:t>
            </a:r>
            <a:r>
              <a:rPr lang="en-US" altLang="zh-CN" sz="2400" dirty="0">
                <a:latin typeface="微软雅黑" panose="020B0503020204020204" pitchFamily="34" charset="-122"/>
                <a:ea typeface="微软雅黑" panose="020B0503020204020204" pitchFamily="34" charset="-122"/>
              </a:rPr>
              <a:t>K</a:t>
            </a:r>
            <a:r>
              <a:rPr lang="zh-CN" altLang="en-US" sz="2400" dirty="0">
                <a:latin typeface="微软雅黑" panose="020B0503020204020204" pitchFamily="34" charset="-122"/>
                <a:ea typeface="微软雅黑" panose="020B0503020204020204" pitchFamily="34" charset="-122"/>
              </a:rPr>
              <a:t>个最近邻居（即特征空间中距离最小的样本），来确定其所属的类别。</a:t>
            </a:r>
            <a:endParaRPr lang="en-US" altLang="zh-CN" sz="2400" dirty="0">
              <a:latin typeface="微软雅黑" panose="020B0503020204020204" pitchFamily="34" charset="-122"/>
              <a:ea typeface="微软雅黑" panose="020B0503020204020204" pitchFamily="34" charset="-122"/>
            </a:endParaRPr>
          </a:p>
          <a:p>
            <a:pPr>
              <a:lnSpc>
                <a:spcPct val="150000"/>
              </a:lnSpc>
            </a:pP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具体地，在一个包含</a:t>
            </a:r>
            <a:r>
              <a:rPr lang="en-US" altLang="zh-CN" sz="2400" dirty="0">
                <a:latin typeface="微软雅黑" panose="020B0503020204020204" pitchFamily="34" charset="-122"/>
                <a:ea typeface="微软雅黑" panose="020B0503020204020204" pitchFamily="34" charset="-122"/>
              </a:rPr>
              <a:t>N</a:t>
            </a:r>
            <a:r>
              <a:rPr lang="zh-CN" altLang="en-US" sz="2400" dirty="0">
                <a:latin typeface="微软雅黑" panose="020B0503020204020204" pitchFamily="34" charset="-122"/>
                <a:ea typeface="微软雅黑" panose="020B0503020204020204" pitchFamily="34" charset="-122"/>
              </a:rPr>
              <a:t>个样本的训练集 </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中，对某测试样本     的类别            进行预测时，</a:t>
            </a:r>
            <a:r>
              <a:rPr lang="en-US" altLang="zh-CN" sz="2400" dirty="0">
                <a:latin typeface="微软雅黑" panose="020B0503020204020204" pitchFamily="34" charset="-122"/>
                <a:ea typeface="微软雅黑" panose="020B0503020204020204" pitchFamily="34" charset="-122"/>
              </a:rPr>
              <a:t>K-</a:t>
            </a:r>
            <a:r>
              <a:rPr lang="zh-CN" altLang="en-US" sz="2400" dirty="0">
                <a:latin typeface="微软雅黑" panose="020B0503020204020204" pitchFamily="34" charset="-122"/>
                <a:ea typeface="微软雅黑" panose="020B0503020204020204" pitchFamily="34" charset="-122"/>
              </a:rPr>
              <a:t>近邻的计算步骤如下：</a:t>
            </a:r>
          </a:p>
        </p:txBody>
      </p:sp>
      <p:graphicFrame>
        <p:nvGraphicFramePr>
          <p:cNvPr id="23" name="对象 22">
            <a:extLst>
              <a:ext uri="{FF2B5EF4-FFF2-40B4-BE49-F238E27FC236}">
                <a16:creationId xmlns:a16="http://schemas.microsoft.com/office/drawing/2014/main" id="{378ABACC-F5AA-9FAF-9773-D7BAC3D015D4}"/>
              </a:ext>
            </a:extLst>
          </p:cNvPr>
          <p:cNvGraphicFramePr>
            <a:graphicFrameLocks noChangeAspect="1"/>
          </p:cNvGraphicFramePr>
          <p:nvPr>
            <p:extLst>
              <p:ext uri="{D42A27DB-BD31-4B8C-83A1-F6EECF244321}">
                <p14:modId xmlns:p14="http://schemas.microsoft.com/office/powerpoint/2010/main" val="538524464"/>
              </p:ext>
            </p:extLst>
          </p:nvPr>
        </p:nvGraphicFramePr>
        <p:xfrm>
          <a:off x="6109101" y="2835968"/>
          <a:ext cx="3733666" cy="544493"/>
        </p:xfrm>
        <a:graphic>
          <a:graphicData uri="http://schemas.openxmlformats.org/presentationml/2006/ole">
            <mc:AlternateContent xmlns:mc="http://schemas.openxmlformats.org/markup-compatibility/2006">
              <mc:Choice xmlns:v="urn:schemas-microsoft-com:vml" Requires="v">
                <p:oleObj name="Equation" r:id="rId3" imgW="1828800" imgH="253800" progId="Equation.DSMT4">
                  <p:embed/>
                </p:oleObj>
              </mc:Choice>
              <mc:Fallback>
                <p:oleObj name="Equation" r:id="rId3" imgW="1828800" imgH="253800" progId="Equation.DSMT4">
                  <p:embed/>
                  <p:pic>
                    <p:nvPicPr>
                      <p:cNvPr id="0" name="Object 10"/>
                      <p:cNvPicPr>
                        <a:picLocks noChangeAspect="1" noChangeArrowheads="1"/>
                      </p:cNvPicPr>
                      <p:nvPr/>
                    </p:nvPicPr>
                    <p:blipFill>
                      <a:blip r:embed="rId4"/>
                      <a:srcRect/>
                      <a:stretch>
                        <a:fillRect/>
                      </a:stretch>
                    </p:blipFill>
                    <p:spPr bwMode="auto">
                      <a:xfrm>
                        <a:off x="6109101" y="2835968"/>
                        <a:ext cx="3733666" cy="544493"/>
                      </a:xfrm>
                      <a:prstGeom prst="rect">
                        <a:avLst/>
                      </a:prstGeom>
                      <a:noFill/>
                    </p:spPr>
                  </p:pic>
                </p:oleObj>
              </mc:Fallback>
            </mc:AlternateContent>
          </a:graphicData>
        </a:graphic>
      </p:graphicFrame>
      <p:sp>
        <p:nvSpPr>
          <p:cNvPr id="26" name="Rectangle 11">
            <a:extLst>
              <a:ext uri="{FF2B5EF4-FFF2-40B4-BE49-F238E27FC236}">
                <a16:creationId xmlns:a16="http://schemas.microsoft.com/office/drawing/2014/main" id="{D399B58C-5AC3-51D5-11B9-305230528757}"/>
              </a:ext>
            </a:extLst>
          </p:cNvPr>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0" name="对象 29">
            <a:extLst>
              <a:ext uri="{FF2B5EF4-FFF2-40B4-BE49-F238E27FC236}">
                <a16:creationId xmlns:a16="http://schemas.microsoft.com/office/drawing/2014/main" id="{5E70FBBD-7938-1391-E554-A1B4D8889D86}"/>
              </a:ext>
            </a:extLst>
          </p:cNvPr>
          <p:cNvGraphicFramePr>
            <a:graphicFrameLocks noChangeAspect="1"/>
          </p:cNvGraphicFramePr>
          <p:nvPr>
            <p:extLst>
              <p:ext uri="{D42A27DB-BD31-4B8C-83A1-F6EECF244321}">
                <p14:modId xmlns:p14="http://schemas.microsoft.com/office/powerpoint/2010/main" val="103928970"/>
              </p:ext>
            </p:extLst>
          </p:nvPr>
        </p:nvGraphicFramePr>
        <p:xfrm>
          <a:off x="3267255" y="3345265"/>
          <a:ext cx="478126" cy="586090"/>
        </p:xfrm>
        <a:graphic>
          <a:graphicData uri="http://schemas.openxmlformats.org/presentationml/2006/ole">
            <mc:AlternateContent xmlns:mc="http://schemas.openxmlformats.org/markup-compatibility/2006">
              <mc:Choice xmlns:v="urn:schemas-microsoft-com:vml" Requires="v">
                <p:oleObj name="Equation" r:id="rId5" imgW="190417" imgH="241195" progId="Equation.DSMT4">
                  <p:embed/>
                </p:oleObj>
              </mc:Choice>
              <mc:Fallback>
                <p:oleObj name="Equation" r:id="rId5" imgW="190417" imgH="241195" progId="Equation.DSMT4">
                  <p:embed/>
                  <p:pic>
                    <p:nvPicPr>
                      <p:cNvPr id="24" name="对象 23">
                        <a:extLst>
                          <a:ext uri="{FF2B5EF4-FFF2-40B4-BE49-F238E27FC236}">
                            <a16:creationId xmlns:a16="http://schemas.microsoft.com/office/drawing/2014/main" id="{5E70FBBD-7938-1391-E554-A1B4D8889D8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7255" y="3345265"/>
                        <a:ext cx="478126" cy="586090"/>
                      </a:xfrm>
                      <a:prstGeom prst="rect">
                        <a:avLst/>
                      </a:prstGeom>
                      <a:noFill/>
                    </p:spPr>
                  </p:pic>
                </p:oleObj>
              </mc:Fallback>
            </mc:AlternateContent>
          </a:graphicData>
        </a:graphic>
      </p:graphicFrame>
      <p:graphicFrame>
        <p:nvGraphicFramePr>
          <p:cNvPr id="31" name="对象 30">
            <a:extLst>
              <a:ext uri="{FF2B5EF4-FFF2-40B4-BE49-F238E27FC236}">
                <a16:creationId xmlns:a16="http://schemas.microsoft.com/office/drawing/2014/main" id="{C636DB52-8B0D-4394-DFDB-0FED24E182AA}"/>
              </a:ext>
            </a:extLst>
          </p:cNvPr>
          <p:cNvGraphicFramePr>
            <a:graphicFrameLocks noChangeAspect="1"/>
          </p:cNvGraphicFramePr>
          <p:nvPr>
            <p:extLst>
              <p:ext uri="{D42A27DB-BD31-4B8C-83A1-F6EECF244321}">
                <p14:modId xmlns:p14="http://schemas.microsoft.com/office/powerpoint/2010/main" val="2569578338"/>
              </p:ext>
            </p:extLst>
          </p:nvPr>
        </p:nvGraphicFramePr>
        <p:xfrm>
          <a:off x="4603473" y="3345265"/>
          <a:ext cx="1079640" cy="647784"/>
        </p:xfrm>
        <a:graphic>
          <a:graphicData uri="http://schemas.openxmlformats.org/presentationml/2006/ole">
            <mc:AlternateContent xmlns:mc="http://schemas.openxmlformats.org/markup-compatibility/2006">
              <mc:Choice xmlns:v="urn:schemas-microsoft-com:vml" Requires="v">
                <p:oleObj name="Equation" r:id="rId7" imgW="444307" imgH="279279" progId="Equation.DSMT4">
                  <p:embed/>
                </p:oleObj>
              </mc:Choice>
              <mc:Fallback>
                <p:oleObj name="Equation" r:id="rId7" imgW="444307" imgH="279279" progId="Equation.DSMT4">
                  <p:embed/>
                  <p:pic>
                    <p:nvPicPr>
                      <p:cNvPr id="25" name="对象 24">
                        <a:extLst>
                          <a:ext uri="{FF2B5EF4-FFF2-40B4-BE49-F238E27FC236}">
                            <a16:creationId xmlns:a16="http://schemas.microsoft.com/office/drawing/2014/main" id="{C636DB52-8B0D-4394-DFDB-0FED24E182A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03473" y="3345265"/>
                        <a:ext cx="1079640" cy="647784"/>
                      </a:xfrm>
                      <a:prstGeom prst="rect">
                        <a:avLst/>
                      </a:prstGeom>
                      <a:noFill/>
                    </p:spPr>
                  </p:pic>
                </p:oleObj>
              </mc:Fallback>
            </mc:AlternateContent>
          </a:graphicData>
        </a:graphic>
      </p:graphicFrame>
      <p:sp>
        <p:nvSpPr>
          <p:cNvPr id="1024" name="Rectangle 1">
            <a:extLst>
              <a:ext uri="{FF2B5EF4-FFF2-40B4-BE49-F238E27FC236}">
                <a16:creationId xmlns:a16="http://schemas.microsoft.com/office/drawing/2014/main" id="{6B838FE4-C4F4-5E6F-3805-3FABCA18E81F}"/>
              </a:ext>
            </a:extLst>
          </p:cNvPr>
          <p:cNvSpPr/>
          <p:nvPr/>
        </p:nvSpPr>
        <p:spPr>
          <a:xfrm>
            <a:off x="838706" y="4401129"/>
            <a:ext cx="10514588" cy="2246769"/>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a:spAutoFit/>
          </a:bodyPr>
          <a:lstStyle/>
          <a:p>
            <a:r>
              <a:rPr lang="en-US" altLang="zh-CN" sz="2800" b="1" dirty="0">
                <a:latin typeface="微软雅黑" panose="020B0503020204020204" pitchFamily="34" charset="-122"/>
                <a:ea typeface="微软雅黑" panose="020B0503020204020204" pitchFamily="34" charset="-122"/>
              </a:rPr>
              <a:t>1</a:t>
            </a:r>
            <a:r>
              <a:rPr lang="zh-CN" altLang="en-US" sz="2800" b="1" dirty="0">
                <a:latin typeface="微软雅黑" panose="020B0503020204020204" pitchFamily="34" charset="-122"/>
                <a:ea typeface="微软雅黑" panose="020B0503020204020204" pitchFamily="34" charset="-122"/>
              </a:rPr>
              <a:t>）计算测试数据与各个训练数据之间的距离；</a:t>
            </a:r>
          </a:p>
          <a:p>
            <a:r>
              <a:rPr lang="en-US" altLang="zh-CN" sz="2800" b="1" dirty="0">
                <a:latin typeface="微软雅黑" panose="020B0503020204020204" pitchFamily="34" charset="-122"/>
                <a:ea typeface="微软雅黑" panose="020B0503020204020204" pitchFamily="34" charset="-122"/>
              </a:rPr>
              <a:t>2</a:t>
            </a:r>
            <a:r>
              <a:rPr lang="zh-CN" altLang="en-US" sz="2800" b="1" dirty="0">
                <a:latin typeface="微软雅黑" panose="020B0503020204020204" pitchFamily="34" charset="-122"/>
                <a:ea typeface="微软雅黑" panose="020B0503020204020204" pitchFamily="34" charset="-122"/>
              </a:rPr>
              <a:t>）按照距离的递增关系进行排序；</a:t>
            </a:r>
          </a:p>
          <a:p>
            <a:r>
              <a:rPr lang="en-US" altLang="zh-CN" sz="2800" b="1" dirty="0">
                <a:latin typeface="微软雅黑" panose="020B0503020204020204" pitchFamily="34" charset="-122"/>
                <a:ea typeface="微软雅黑" panose="020B0503020204020204" pitchFamily="34" charset="-122"/>
              </a:rPr>
              <a:t>3</a:t>
            </a:r>
            <a:r>
              <a:rPr lang="zh-CN" altLang="en-US" sz="2800" b="1" dirty="0">
                <a:latin typeface="微软雅黑" panose="020B0503020204020204" pitchFamily="34" charset="-122"/>
                <a:ea typeface="微软雅黑" panose="020B0503020204020204" pitchFamily="34" charset="-122"/>
              </a:rPr>
              <a:t>）选取距离最小的</a:t>
            </a:r>
            <a:r>
              <a:rPr lang="en-US" altLang="zh-CN" sz="2800" b="1" dirty="0">
                <a:latin typeface="微软雅黑" panose="020B0503020204020204" pitchFamily="34" charset="-122"/>
                <a:ea typeface="微软雅黑" panose="020B0503020204020204" pitchFamily="34" charset="-122"/>
              </a:rPr>
              <a:t>K</a:t>
            </a:r>
            <a:r>
              <a:rPr lang="zh-CN" altLang="en-US" sz="2800" b="1" dirty="0">
                <a:latin typeface="微软雅黑" panose="020B0503020204020204" pitchFamily="34" charset="-122"/>
                <a:ea typeface="微软雅黑" panose="020B0503020204020204" pitchFamily="34" charset="-122"/>
              </a:rPr>
              <a:t>个点；</a:t>
            </a:r>
          </a:p>
          <a:p>
            <a:r>
              <a:rPr lang="en-US" altLang="zh-CN" sz="2800" b="1" dirty="0">
                <a:latin typeface="微软雅黑" panose="020B0503020204020204" pitchFamily="34" charset="-122"/>
                <a:ea typeface="微软雅黑" panose="020B0503020204020204" pitchFamily="34" charset="-122"/>
              </a:rPr>
              <a:t>4</a:t>
            </a:r>
            <a:r>
              <a:rPr lang="zh-CN" altLang="en-US" sz="2800" b="1" dirty="0">
                <a:latin typeface="微软雅黑" panose="020B0503020204020204" pitchFamily="34" charset="-122"/>
                <a:ea typeface="微软雅黑" panose="020B0503020204020204" pitchFamily="34" charset="-122"/>
              </a:rPr>
              <a:t>）确定前</a:t>
            </a:r>
            <a:r>
              <a:rPr lang="en-US" altLang="zh-CN" sz="2800" b="1" dirty="0">
                <a:latin typeface="微软雅黑" panose="020B0503020204020204" pitchFamily="34" charset="-122"/>
                <a:ea typeface="微软雅黑" panose="020B0503020204020204" pitchFamily="34" charset="-122"/>
              </a:rPr>
              <a:t>K</a:t>
            </a:r>
            <a:r>
              <a:rPr lang="zh-CN" altLang="en-US" sz="2800" b="1" dirty="0">
                <a:latin typeface="微软雅黑" panose="020B0503020204020204" pitchFamily="34" charset="-122"/>
                <a:ea typeface="微软雅黑" panose="020B0503020204020204" pitchFamily="34" charset="-122"/>
              </a:rPr>
              <a:t>个点所在类别的出现频率；</a:t>
            </a:r>
          </a:p>
          <a:p>
            <a:r>
              <a:rPr lang="en-US" altLang="zh-CN" sz="2800" b="1" dirty="0">
                <a:latin typeface="微软雅黑" panose="020B0503020204020204" pitchFamily="34" charset="-122"/>
                <a:ea typeface="微软雅黑" panose="020B0503020204020204" pitchFamily="34" charset="-122"/>
              </a:rPr>
              <a:t>5</a:t>
            </a:r>
            <a:r>
              <a:rPr lang="zh-CN" altLang="en-US" sz="2800" b="1" dirty="0">
                <a:latin typeface="微软雅黑" panose="020B0503020204020204" pitchFamily="34" charset="-122"/>
                <a:ea typeface="微软雅黑" panose="020B0503020204020204" pitchFamily="34" charset="-122"/>
              </a:rPr>
              <a:t>）返回前</a:t>
            </a:r>
            <a:r>
              <a:rPr lang="en-US" altLang="zh-CN" sz="2800" b="1" dirty="0">
                <a:latin typeface="微软雅黑" panose="020B0503020204020204" pitchFamily="34" charset="-122"/>
                <a:ea typeface="微软雅黑" panose="020B0503020204020204" pitchFamily="34" charset="-122"/>
              </a:rPr>
              <a:t>K</a:t>
            </a:r>
            <a:r>
              <a:rPr lang="zh-CN" altLang="en-US" sz="2800" b="1" dirty="0">
                <a:latin typeface="微软雅黑" panose="020B0503020204020204" pitchFamily="34" charset="-122"/>
                <a:ea typeface="微软雅黑" panose="020B0503020204020204" pitchFamily="34" charset="-122"/>
              </a:rPr>
              <a:t>个点中出现频率最高的类别作为测试数据的预测分类</a:t>
            </a:r>
          </a:p>
        </p:txBody>
      </p:sp>
    </p:spTree>
    <p:extLst>
      <p:ext uri="{BB962C8B-B14F-4D97-AF65-F5344CB8AC3E}">
        <p14:creationId xmlns:p14="http://schemas.microsoft.com/office/powerpoint/2010/main" val="228027296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9082D-94DE-9A1E-1280-D20333D55AE9}"/>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B925A422-6CD9-47F9-BA78-F19A08F524EF}"/>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K</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近邻基本原理</a:t>
            </a:r>
          </a:p>
        </p:txBody>
      </p:sp>
      <p:sp>
        <p:nvSpPr>
          <p:cNvPr id="15" name="Rectangle 3">
            <a:extLst>
              <a:ext uri="{FF2B5EF4-FFF2-40B4-BE49-F238E27FC236}">
                <a16:creationId xmlns:a16="http://schemas.microsoft.com/office/drawing/2014/main" id="{CB7E88F4-EC4B-C7EA-414D-F9C305A2E67E}"/>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 name="图形 1">
            <a:extLst>
              <a:ext uri="{FF2B5EF4-FFF2-40B4-BE49-F238E27FC236}">
                <a16:creationId xmlns:a16="http://schemas.microsoft.com/office/drawing/2014/main" id="{CD89673A-A276-838A-9306-9EBCACFAEDD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18062" y="2168491"/>
            <a:ext cx="7404174" cy="3457644"/>
          </a:xfrm>
          <a:prstGeom prst="rect">
            <a:avLst/>
          </a:prstGeom>
        </p:spPr>
      </p:pic>
      <p:sp>
        <p:nvSpPr>
          <p:cNvPr id="8" name="文本框 7">
            <a:extLst>
              <a:ext uri="{FF2B5EF4-FFF2-40B4-BE49-F238E27FC236}">
                <a16:creationId xmlns:a16="http://schemas.microsoft.com/office/drawing/2014/main" id="{8B197E8C-1917-5D4B-ECEA-EA359F5A0EF9}"/>
              </a:ext>
            </a:extLst>
          </p:cNvPr>
          <p:cNvSpPr txBox="1"/>
          <p:nvPr/>
        </p:nvSpPr>
        <p:spPr>
          <a:xfrm>
            <a:off x="269764" y="1481267"/>
            <a:ext cx="3758879" cy="4832092"/>
          </a:xfrm>
          <a:prstGeom prst="rect">
            <a:avLst/>
          </a:prstGeom>
          <a:noFill/>
        </p:spPr>
        <p:txBody>
          <a:bodyPr wrap="square">
            <a:spAutoFit/>
          </a:bodyPr>
          <a:lstStyle/>
          <a:p>
            <a:r>
              <a:rPr lang="zh-CN" altLang="zh-CN" sz="2800" b="1"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当</a:t>
            </a:r>
            <a:r>
              <a:rPr lang="en-US" altLang="zh-CN" sz="2800" b="1" i="1" kern="100" dirty="0">
                <a:solidFill>
                  <a:srgbClr val="FF0000"/>
                </a:solidFill>
                <a:effectLst/>
                <a:latin typeface="微软雅黑" panose="020B0503020204020204" pitchFamily="34" charset="-122"/>
                <a:ea typeface="微软雅黑" panose="020B0503020204020204" pitchFamily="34" charset="-122"/>
              </a:rPr>
              <a:t>K</a:t>
            </a:r>
            <a:r>
              <a:rPr lang="en-US" altLang="zh-CN" sz="2800" b="1" kern="100" dirty="0">
                <a:solidFill>
                  <a:srgbClr val="FF0000"/>
                </a:solidFill>
                <a:effectLst/>
                <a:latin typeface="微软雅黑" panose="020B0503020204020204" pitchFamily="34" charset="-122"/>
                <a:ea typeface="微软雅黑" panose="020B0503020204020204" pitchFamily="34" charset="-122"/>
              </a:rPr>
              <a:t>=3</a:t>
            </a:r>
            <a:r>
              <a:rPr lang="zh-CN" altLang="zh-CN" sz="2800" b="1"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时</a:t>
            </a:r>
            <a:r>
              <a:rPr lang="zh-CN" altLang="zh-CN" sz="2800" kern="100" dirty="0">
                <a:effectLst/>
                <a:latin typeface="微软雅黑" panose="020B0503020204020204" pitchFamily="34" charset="-122"/>
                <a:ea typeface="微软雅黑" panose="020B0503020204020204" pitchFamily="34" charset="-122"/>
                <a:cs typeface="Times New Roman" panose="02020603050405020304" pitchFamily="18" charset="0"/>
              </a:rPr>
              <a:t>，与待分类样本最相近的是</a:t>
            </a:r>
            <a:r>
              <a:rPr lang="en-US" altLang="zh-CN" sz="2800" kern="100" dirty="0">
                <a:effectLst/>
                <a:latin typeface="微软雅黑" panose="020B0503020204020204" pitchFamily="34" charset="-122"/>
                <a:ea typeface="微软雅黑" panose="020B0503020204020204" pitchFamily="34" charset="-122"/>
              </a:rPr>
              <a:t>2</a:t>
            </a:r>
            <a:r>
              <a:rPr lang="zh-CN" altLang="zh-CN" sz="2800" kern="100" dirty="0">
                <a:effectLst/>
                <a:latin typeface="微软雅黑" panose="020B0503020204020204" pitchFamily="34" charset="-122"/>
                <a:ea typeface="微软雅黑" panose="020B0503020204020204" pitchFamily="34" charset="-122"/>
                <a:cs typeface="Times New Roman" panose="02020603050405020304" pitchFamily="18" charset="0"/>
              </a:rPr>
              <a:t>个</a:t>
            </a:r>
            <a:r>
              <a:rPr lang="en-US" altLang="zh-CN" sz="2800" kern="100" dirty="0">
                <a:effectLst/>
                <a:latin typeface="微软雅黑" panose="020B0503020204020204" pitchFamily="34" charset="-122"/>
                <a:ea typeface="微软雅黑" panose="020B0503020204020204" pitchFamily="34" charset="-122"/>
              </a:rPr>
              <a:t>A</a:t>
            </a:r>
            <a:r>
              <a:rPr lang="zh-CN" altLang="zh-CN" sz="2800" kern="100" dirty="0">
                <a:effectLst/>
                <a:latin typeface="微软雅黑" panose="020B0503020204020204" pitchFamily="34" charset="-122"/>
                <a:ea typeface="微软雅黑" panose="020B0503020204020204" pitchFamily="34" charset="-122"/>
                <a:cs typeface="Times New Roman" panose="02020603050405020304" pitchFamily="18" charset="0"/>
              </a:rPr>
              <a:t>类样本和</a:t>
            </a:r>
            <a:r>
              <a:rPr lang="en-US" altLang="zh-CN" sz="2800" kern="100" dirty="0">
                <a:effectLst/>
                <a:latin typeface="微软雅黑" panose="020B0503020204020204" pitchFamily="34" charset="-122"/>
                <a:ea typeface="微软雅黑" panose="020B0503020204020204" pitchFamily="34" charset="-122"/>
              </a:rPr>
              <a:t>1</a:t>
            </a:r>
            <a:r>
              <a:rPr lang="zh-CN" altLang="zh-CN" sz="2800" kern="100" dirty="0">
                <a:effectLst/>
                <a:latin typeface="微软雅黑" panose="020B0503020204020204" pitchFamily="34" charset="-122"/>
                <a:ea typeface="微软雅黑" panose="020B0503020204020204" pitchFamily="34" charset="-122"/>
                <a:cs typeface="Times New Roman" panose="02020603050405020304" pitchFamily="18" charset="0"/>
              </a:rPr>
              <a:t>个</a:t>
            </a:r>
            <a:r>
              <a:rPr lang="en-US" altLang="zh-CN" sz="2800" kern="100" dirty="0">
                <a:effectLst/>
                <a:latin typeface="微软雅黑" panose="020B0503020204020204" pitchFamily="34" charset="-122"/>
                <a:ea typeface="微软雅黑" panose="020B0503020204020204" pitchFamily="34" charset="-122"/>
              </a:rPr>
              <a:t>B</a:t>
            </a:r>
            <a:r>
              <a:rPr lang="zh-CN" altLang="zh-CN" sz="2800" kern="100" dirty="0">
                <a:effectLst/>
                <a:latin typeface="微软雅黑" panose="020B0503020204020204" pitchFamily="34" charset="-122"/>
                <a:ea typeface="微软雅黑" panose="020B0503020204020204" pitchFamily="34" charset="-122"/>
                <a:cs typeface="Times New Roman" panose="02020603050405020304" pitchFamily="18" charset="0"/>
              </a:rPr>
              <a:t>类样本，根据多数投票规则预测待分类样本的类别为</a:t>
            </a:r>
            <a:r>
              <a:rPr lang="en-US" altLang="zh-CN" sz="2800" b="1" kern="100" dirty="0">
                <a:solidFill>
                  <a:srgbClr val="FF0000"/>
                </a:solidFill>
                <a:effectLst/>
                <a:latin typeface="微软雅黑" panose="020B0503020204020204" pitchFamily="34" charset="-122"/>
                <a:ea typeface="微软雅黑" panose="020B0503020204020204" pitchFamily="34" charset="-122"/>
              </a:rPr>
              <a:t>A</a:t>
            </a:r>
            <a:r>
              <a:rPr lang="zh-CN" altLang="zh-CN" sz="2800" kern="100" dirty="0">
                <a:effectLst/>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sz="2800" kern="100" dirty="0">
              <a:latin typeface="微软雅黑" panose="020B0503020204020204" pitchFamily="34" charset="-122"/>
              <a:ea typeface="微软雅黑" panose="020B0503020204020204" pitchFamily="34" charset="-122"/>
              <a:cs typeface="Times New Roman" panose="02020603050405020304" pitchFamily="18" charset="0"/>
            </a:endParaRPr>
          </a:p>
          <a:p>
            <a:r>
              <a:rPr lang="zh-CN" altLang="zh-CN" sz="2800" b="1"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当</a:t>
            </a:r>
            <a:r>
              <a:rPr lang="en-US" altLang="zh-CN" sz="2800" b="1" i="1" kern="100" dirty="0">
                <a:solidFill>
                  <a:srgbClr val="FF0000"/>
                </a:solidFill>
                <a:effectLst/>
                <a:latin typeface="微软雅黑" panose="020B0503020204020204" pitchFamily="34" charset="-122"/>
                <a:ea typeface="微软雅黑" panose="020B0503020204020204" pitchFamily="34" charset="-122"/>
              </a:rPr>
              <a:t>K</a:t>
            </a:r>
            <a:r>
              <a:rPr lang="en-US" altLang="zh-CN" sz="2800" b="1" kern="100" dirty="0">
                <a:solidFill>
                  <a:srgbClr val="FF0000"/>
                </a:solidFill>
                <a:effectLst/>
                <a:latin typeface="微软雅黑" panose="020B0503020204020204" pitchFamily="34" charset="-122"/>
                <a:ea typeface="微软雅黑" panose="020B0503020204020204" pitchFamily="34" charset="-122"/>
              </a:rPr>
              <a:t>=7</a:t>
            </a:r>
            <a:r>
              <a:rPr lang="zh-CN" altLang="zh-CN" sz="2800" b="1"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时</a:t>
            </a:r>
            <a:r>
              <a:rPr lang="zh-CN" altLang="zh-CN" sz="2800" kern="100" dirty="0">
                <a:effectLst/>
                <a:latin typeface="微软雅黑" panose="020B0503020204020204" pitchFamily="34" charset="-122"/>
                <a:ea typeface="微软雅黑" panose="020B0503020204020204" pitchFamily="34" charset="-122"/>
                <a:cs typeface="Times New Roman" panose="02020603050405020304" pitchFamily="18" charset="0"/>
              </a:rPr>
              <a:t>，与待分类样本距离最近的样本为</a:t>
            </a:r>
            <a:r>
              <a:rPr lang="en-US" altLang="zh-CN" sz="2800" kern="100" dirty="0">
                <a:effectLst/>
                <a:latin typeface="微软雅黑" panose="020B0503020204020204" pitchFamily="34" charset="-122"/>
                <a:ea typeface="微软雅黑" panose="020B0503020204020204" pitchFamily="34" charset="-122"/>
              </a:rPr>
              <a:t>3</a:t>
            </a:r>
            <a:r>
              <a:rPr lang="zh-CN" altLang="zh-CN" sz="2800" kern="100" dirty="0">
                <a:effectLst/>
                <a:latin typeface="微软雅黑" panose="020B0503020204020204" pitchFamily="34" charset="-122"/>
                <a:ea typeface="微软雅黑" panose="020B0503020204020204" pitchFamily="34" charset="-122"/>
                <a:cs typeface="Times New Roman" panose="02020603050405020304" pitchFamily="18" charset="0"/>
              </a:rPr>
              <a:t>个</a:t>
            </a:r>
            <a:r>
              <a:rPr lang="en-US" altLang="zh-CN" sz="2800" kern="100" dirty="0">
                <a:effectLst/>
                <a:latin typeface="微软雅黑" panose="020B0503020204020204" pitchFamily="34" charset="-122"/>
                <a:ea typeface="微软雅黑" panose="020B0503020204020204" pitchFamily="34" charset="-122"/>
              </a:rPr>
              <a:t>A</a:t>
            </a:r>
            <a:r>
              <a:rPr lang="zh-CN" altLang="zh-CN" sz="2800" kern="100" dirty="0">
                <a:effectLst/>
                <a:latin typeface="微软雅黑" panose="020B0503020204020204" pitchFamily="34" charset="-122"/>
                <a:ea typeface="微软雅黑" panose="020B0503020204020204" pitchFamily="34" charset="-122"/>
                <a:cs typeface="Times New Roman" panose="02020603050405020304" pitchFamily="18" charset="0"/>
              </a:rPr>
              <a:t>类样本和</a:t>
            </a:r>
            <a:r>
              <a:rPr lang="en-US" altLang="zh-CN" sz="2800" kern="100" dirty="0">
                <a:effectLst/>
                <a:latin typeface="微软雅黑" panose="020B0503020204020204" pitchFamily="34" charset="-122"/>
                <a:ea typeface="微软雅黑" panose="020B0503020204020204" pitchFamily="34" charset="-122"/>
              </a:rPr>
              <a:t>4</a:t>
            </a:r>
            <a:r>
              <a:rPr lang="zh-CN" altLang="zh-CN" sz="2800" kern="100" dirty="0">
                <a:effectLst/>
                <a:latin typeface="微软雅黑" panose="020B0503020204020204" pitchFamily="34" charset="-122"/>
                <a:ea typeface="微软雅黑" panose="020B0503020204020204" pitchFamily="34" charset="-122"/>
                <a:cs typeface="Times New Roman" panose="02020603050405020304" pitchFamily="18" charset="0"/>
              </a:rPr>
              <a:t>个</a:t>
            </a:r>
            <a:r>
              <a:rPr lang="en-US" altLang="zh-CN" sz="2800" kern="100" dirty="0">
                <a:effectLst/>
                <a:latin typeface="微软雅黑" panose="020B0503020204020204" pitchFamily="34" charset="-122"/>
                <a:ea typeface="微软雅黑" panose="020B0503020204020204" pitchFamily="34" charset="-122"/>
              </a:rPr>
              <a:t>B</a:t>
            </a:r>
            <a:r>
              <a:rPr lang="zh-CN" altLang="zh-CN" sz="2800" kern="100" dirty="0">
                <a:effectLst/>
                <a:latin typeface="微软雅黑" panose="020B0503020204020204" pitchFamily="34" charset="-122"/>
                <a:ea typeface="微软雅黑" panose="020B0503020204020204" pitchFamily="34" charset="-122"/>
                <a:cs typeface="Times New Roman" panose="02020603050405020304" pitchFamily="18" charset="0"/>
              </a:rPr>
              <a:t>类，则预测待分类样本的类别为</a:t>
            </a:r>
            <a:r>
              <a:rPr lang="en-US" altLang="zh-CN" sz="2800" b="1" kern="100" dirty="0">
                <a:solidFill>
                  <a:srgbClr val="FF0000"/>
                </a:solidFill>
                <a:effectLst/>
                <a:latin typeface="微软雅黑" panose="020B0503020204020204" pitchFamily="34" charset="-122"/>
                <a:ea typeface="微软雅黑" panose="020B0503020204020204" pitchFamily="34" charset="-122"/>
              </a:rPr>
              <a:t>B</a:t>
            </a:r>
            <a:r>
              <a:rPr lang="zh-CN" altLang="zh-CN" sz="2800" kern="100" dirty="0">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2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7043546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AA0863E7-DB0D-B02D-D909-E8A114947535}"/>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7CB8ECE4-8A51-595B-A283-BCC1DF02CE60}"/>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K</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值选取</a:t>
            </a:r>
          </a:p>
        </p:txBody>
      </p:sp>
      <p:sp>
        <p:nvSpPr>
          <p:cNvPr id="15" name="Rectangle 3">
            <a:extLst>
              <a:ext uri="{FF2B5EF4-FFF2-40B4-BE49-F238E27FC236}">
                <a16:creationId xmlns:a16="http://schemas.microsoft.com/office/drawing/2014/main" id="{25CAEBFB-AED4-E7B8-C6B5-1BA2CFCFB4C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文本框 5">
            <a:extLst>
              <a:ext uri="{FF2B5EF4-FFF2-40B4-BE49-F238E27FC236}">
                <a16:creationId xmlns:a16="http://schemas.microsoft.com/office/drawing/2014/main" id="{95550954-D5A6-66E5-1413-17D28AF8EA5A}"/>
              </a:ext>
            </a:extLst>
          </p:cNvPr>
          <p:cNvSpPr txBox="1"/>
          <p:nvPr/>
        </p:nvSpPr>
        <p:spPr>
          <a:xfrm>
            <a:off x="449387" y="1288377"/>
            <a:ext cx="10968691" cy="2086725"/>
          </a:xfrm>
          <a:prstGeom prst="rect">
            <a:avLst/>
          </a:prstGeom>
          <a:ln/>
        </p:spPr>
        <p:txBody>
          <a:bodyPr/>
          <a:lstStyle>
            <a:defPPr>
              <a:defRPr lang="zh-CN"/>
            </a:defPPr>
            <a:lvl1pPr>
              <a:lnSpc>
                <a:spcPct val="90000"/>
              </a:lnSpc>
              <a:spcBef>
                <a:spcPts val="1000"/>
              </a:spcBef>
              <a:defRPr sz="2400">
                <a:latin typeface="微软雅黑" panose="020B0503020204020204" pitchFamily="34" charset="-122"/>
                <a:ea typeface="微软雅黑" panose="020B0503020204020204" pitchFamily="34" charset="-122"/>
              </a:defRPr>
            </a:lvl1pPr>
          </a:lstStyle>
          <a:p>
            <a:r>
              <a:rPr lang="en-US" altLang="zh-CN" sz="2800" dirty="0"/>
              <a:t>K-</a:t>
            </a:r>
            <a:r>
              <a:rPr lang="zh-CN" altLang="zh-CN" sz="2800" dirty="0"/>
              <a:t>近邻中</a:t>
            </a:r>
            <a:r>
              <a:rPr lang="en-US" altLang="zh-CN" sz="2800" dirty="0"/>
              <a:t>K</a:t>
            </a:r>
            <a:r>
              <a:rPr lang="zh-CN" altLang="zh-CN" sz="2800" dirty="0"/>
              <a:t>值的选取对算法性能至关重要</a:t>
            </a:r>
            <a:endParaRPr lang="en-US" altLang="zh-CN" sz="2800" dirty="0"/>
          </a:p>
          <a:p>
            <a:r>
              <a:rPr lang="zh-CN" altLang="zh-CN" sz="2800" dirty="0"/>
              <a:t>如果</a:t>
            </a:r>
            <a:r>
              <a:rPr lang="en-US" altLang="zh-CN" sz="2800" dirty="0"/>
              <a:t>K</a:t>
            </a:r>
            <a:r>
              <a:rPr lang="zh-CN" altLang="zh-CN" sz="2800" dirty="0"/>
              <a:t>值选取过小</a:t>
            </a:r>
            <a:r>
              <a:rPr lang="en-US" altLang="zh-CN" sz="2800" dirty="0"/>
              <a:t>&gt;&gt;</a:t>
            </a:r>
            <a:r>
              <a:rPr lang="zh-CN" altLang="en-US" sz="2800" dirty="0"/>
              <a:t>过拟合</a:t>
            </a:r>
            <a:endParaRPr lang="en-US" altLang="zh-CN" sz="2800" dirty="0"/>
          </a:p>
          <a:p>
            <a:r>
              <a:rPr lang="zh-CN" altLang="zh-CN" sz="2800" dirty="0"/>
              <a:t>如果</a:t>
            </a:r>
            <a:r>
              <a:rPr lang="en-US" altLang="zh-CN" sz="2800" dirty="0"/>
              <a:t>K</a:t>
            </a:r>
            <a:r>
              <a:rPr lang="zh-CN" altLang="zh-CN" sz="2800" dirty="0"/>
              <a:t>值选取过大</a:t>
            </a:r>
            <a:r>
              <a:rPr lang="en-US" altLang="zh-CN" sz="2800" dirty="0"/>
              <a:t>&gt;&gt;</a:t>
            </a:r>
            <a:r>
              <a:rPr lang="zh-CN" altLang="en-US" sz="2800" dirty="0"/>
              <a:t>欠拟合</a:t>
            </a:r>
            <a:endParaRPr lang="en-US" altLang="zh-CN" sz="2800" dirty="0"/>
          </a:p>
          <a:p>
            <a:r>
              <a:rPr lang="zh-CN" altLang="zh-CN" sz="2800" dirty="0"/>
              <a:t>在实际应用中，</a:t>
            </a:r>
            <a:r>
              <a:rPr lang="en-US" altLang="zh-CN" sz="2800" dirty="0"/>
              <a:t>K</a:t>
            </a:r>
            <a:r>
              <a:rPr lang="zh-CN" altLang="zh-CN" sz="2800" dirty="0"/>
              <a:t>值的大小取决于</a:t>
            </a:r>
            <a:r>
              <a:rPr lang="zh-CN" altLang="zh-CN" sz="2800" b="1" dirty="0">
                <a:solidFill>
                  <a:srgbClr val="FF0000"/>
                </a:solidFill>
              </a:rPr>
              <a:t>数据集的大小、数据的特征以及类别的平衡性</a:t>
            </a:r>
          </a:p>
        </p:txBody>
      </p:sp>
      <p:sp>
        <p:nvSpPr>
          <p:cNvPr id="9" name="Rectangle 2">
            <a:extLst>
              <a:ext uri="{FF2B5EF4-FFF2-40B4-BE49-F238E27FC236}">
                <a16:creationId xmlns:a16="http://schemas.microsoft.com/office/drawing/2014/main" id="{552FAD39-82D7-CEDF-D026-A83DD7C10556}"/>
              </a:ext>
            </a:extLst>
          </p:cNvPr>
          <p:cNvSpPr>
            <a:spLocks noChangeArrowheads="1"/>
          </p:cNvSpPr>
          <p:nvPr/>
        </p:nvSpPr>
        <p:spPr bwMode="auto">
          <a:xfrm>
            <a:off x="0" y="6393885"/>
            <a:ext cx="19528103" cy="424732"/>
          </a:xfrm>
          <a:prstGeom prst="rect">
            <a:avLst/>
          </a:prstGeom>
          <a:ln/>
        </p:spPr>
        <p:txBody>
          <a:bodyPr/>
          <a:lstStyle/>
          <a:p>
            <a:pPr>
              <a:lnSpc>
                <a:spcPct val="90000"/>
              </a:lnSpc>
              <a:spcBef>
                <a:spcPts val="1000"/>
              </a:spcBef>
            </a:pPr>
            <a:endParaRPr lang="zh-CN" altLang="en-US" sz="2400" dirty="0">
              <a:latin typeface="微软雅黑" panose="020B0503020204020204" pitchFamily="34" charset="-122"/>
              <a:ea typeface="微软雅黑" panose="020B0503020204020204" pitchFamily="34" charset="-122"/>
            </a:endParaRPr>
          </a:p>
        </p:txBody>
      </p:sp>
      <p:sp>
        <p:nvSpPr>
          <p:cNvPr id="11" name="Rectangle 3">
            <a:extLst>
              <a:ext uri="{FF2B5EF4-FFF2-40B4-BE49-F238E27FC236}">
                <a16:creationId xmlns:a16="http://schemas.microsoft.com/office/drawing/2014/main" id="{72478449-E55F-4798-039B-7C5B633EFE0D}"/>
              </a:ext>
            </a:extLst>
          </p:cNvPr>
          <p:cNvSpPr>
            <a:spLocks noChangeArrowheads="1"/>
          </p:cNvSpPr>
          <p:nvPr/>
        </p:nvSpPr>
        <p:spPr bwMode="auto">
          <a:xfrm>
            <a:off x="586547" y="3830519"/>
            <a:ext cx="10846964" cy="2677656"/>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a:spAutoFit/>
          </a:bodyPr>
          <a:lstStyle/>
          <a:p>
            <a:r>
              <a:rPr lang="zh-CN" altLang="zh-CN" sz="2400" dirty="0">
                <a:solidFill>
                  <a:schemeClr val="accent2">
                    <a:lumMod val="75000"/>
                  </a:schemeClr>
                </a:solidFill>
                <a:latin typeface="微软雅黑" panose="020B0503020204020204" pitchFamily="34" charset="-122"/>
                <a:ea typeface="微软雅黑" panose="020B0503020204020204" pitchFamily="34" charset="-122"/>
              </a:rPr>
              <a:t>（</a:t>
            </a:r>
            <a:r>
              <a:rPr lang="en-US" altLang="zh-CN" sz="2400" dirty="0">
                <a:solidFill>
                  <a:schemeClr val="accent2">
                    <a:lumMod val="75000"/>
                  </a:schemeClr>
                </a:solidFill>
                <a:latin typeface="微软雅黑" panose="020B0503020204020204" pitchFamily="34" charset="-122"/>
                <a:ea typeface="微软雅黑" panose="020B0503020204020204" pitchFamily="34" charset="-122"/>
              </a:rPr>
              <a:t>1</a:t>
            </a:r>
            <a:r>
              <a:rPr lang="zh-CN" altLang="en-US" sz="2400" dirty="0">
                <a:solidFill>
                  <a:schemeClr val="accent2">
                    <a:lumMod val="75000"/>
                  </a:schemeClr>
                </a:solidFill>
                <a:latin typeface="微软雅黑" panose="020B0503020204020204" pitchFamily="34" charset="-122"/>
                <a:ea typeface="微软雅黑" panose="020B0503020204020204" pitchFamily="34" charset="-122"/>
              </a:rPr>
              <a:t>）从数据集大小的角度出发，如果数据集较小，选择较小的</a:t>
            </a:r>
            <a:r>
              <a:rPr lang="en-US" altLang="zh-CN" sz="2400" dirty="0">
                <a:solidFill>
                  <a:schemeClr val="accent2">
                    <a:lumMod val="75000"/>
                  </a:schemeClr>
                </a:solidFill>
                <a:latin typeface="微软雅黑" panose="020B0503020204020204" pitchFamily="34" charset="-122"/>
                <a:ea typeface="微软雅黑" panose="020B0503020204020204" pitchFamily="34" charset="-122"/>
              </a:rPr>
              <a:t>K</a:t>
            </a:r>
            <a:r>
              <a:rPr lang="zh-CN" altLang="en-US" sz="2400" dirty="0">
                <a:solidFill>
                  <a:schemeClr val="accent2">
                    <a:lumMod val="75000"/>
                  </a:schemeClr>
                </a:solidFill>
                <a:latin typeface="微软雅黑" panose="020B0503020204020204" pitchFamily="34" charset="-122"/>
                <a:ea typeface="微软雅黑" panose="020B0503020204020204" pitchFamily="34" charset="-122"/>
              </a:rPr>
              <a:t>值可能更合适，通常</a:t>
            </a:r>
            <a:r>
              <a:rPr lang="en-US" altLang="zh-CN" sz="2400" dirty="0">
                <a:solidFill>
                  <a:schemeClr val="accent2">
                    <a:lumMod val="75000"/>
                  </a:schemeClr>
                </a:solidFill>
                <a:latin typeface="微软雅黑" panose="020B0503020204020204" pitchFamily="34" charset="-122"/>
                <a:ea typeface="微软雅黑" panose="020B0503020204020204" pitchFamily="34" charset="-122"/>
              </a:rPr>
              <a:t>K</a:t>
            </a:r>
            <a:r>
              <a:rPr lang="zh-CN" altLang="en-US" sz="2400" dirty="0">
                <a:solidFill>
                  <a:schemeClr val="accent2">
                    <a:lumMod val="75000"/>
                  </a:schemeClr>
                </a:solidFill>
                <a:latin typeface="微软雅黑" panose="020B0503020204020204" pitchFamily="34" charset="-122"/>
                <a:ea typeface="微软雅黑" panose="020B0503020204020204" pitchFamily="34" charset="-122"/>
              </a:rPr>
              <a:t>的取值一般不超过</a:t>
            </a:r>
            <a:r>
              <a:rPr lang="en-US" altLang="zh-CN" sz="2400" dirty="0">
                <a:solidFill>
                  <a:schemeClr val="accent2">
                    <a:lumMod val="75000"/>
                  </a:schemeClr>
                </a:solidFill>
                <a:latin typeface="微软雅黑" panose="020B0503020204020204" pitchFamily="34" charset="-122"/>
                <a:ea typeface="微软雅黑" panose="020B0503020204020204" pitchFamily="34" charset="-122"/>
              </a:rPr>
              <a:t>20</a:t>
            </a:r>
            <a:r>
              <a:rPr lang="zh-CN" altLang="en-US" sz="2400" dirty="0">
                <a:solidFill>
                  <a:schemeClr val="accent2">
                    <a:lumMod val="75000"/>
                  </a:schemeClr>
                </a:solidFill>
                <a:latin typeface="微软雅黑" panose="020B0503020204020204" pitchFamily="34" charset="-122"/>
                <a:ea typeface="微软雅黑" panose="020B0503020204020204" pitchFamily="34" charset="-122"/>
              </a:rPr>
              <a:t>，或低于训练样本数</a:t>
            </a:r>
            <a:r>
              <a:rPr lang="en-US" altLang="zh-CN" sz="2400" dirty="0">
                <a:solidFill>
                  <a:schemeClr val="accent2">
                    <a:lumMod val="75000"/>
                  </a:schemeClr>
                </a:solidFill>
                <a:latin typeface="微软雅黑" panose="020B0503020204020204" pitchFamily="34" charset="-122"/>
                <a:ea typeface="微软雅黑" panose="020B0503020204020204" pitchFamily="34" charset="-122"/>
              </a:rPr>
              <a:t>N</a:t>
            </a:r>
            <a:r>
              <a:rPr lang="zh-CN" altLang="en-US" sz="2400" dirty="0">
                <a:solidFill>
                  <a:schemeClr val="accent2">
                    <a:lumMod val="75000"/>
                  </a:schemeClr>
                </a:solidFill>
                <a:latin typeface="微软雅黑" panose="020B0503020204020204" pitchFamily="34" charset="-122"/>
                <a:ea typeface="微软雅黑" panose="020B0503020204020204" pitchFamily="34" charset="-122"/>
              </a:rPr>
              <a:t>的平方根。</a:t>
            </a:r>
            <a:endParaRPr lang="en-US" altLang="zh-CN" sz="2400" dirty="0">
              <a:solidFill>
                <a:schemeClr val="accent2">
                  <a:lumMod val="75000"/>
                </a:schemeClr>
              </a:solidFill>
              <a:latin typeface="微软雅黑" panose="020B0503020204020204" pitchFamily="34" charset="-122"/>
              <a:ea typeface="微软雅黑" panose="020B0503020204020204" pitchFamily="34" charset="-122"/>
            </a:endParaRPr>
          </a:p>
          <a:p>
            <a:r>
              <a:rPr lang="zh-CN" altLang="en-US" sz="2400" dirty="0">
                <a:solidFill>
                  <a:schemeClr val="accent2">
                    <a:lumMod val="75000"/>
                  </a:schemeClr>
                </a:solidFill>
                <a:latin typeface="微软雅黑" panose="020B0503020204020204" pitchFamily="34" charset="-122"/>
                <a:ea typeface="微软雅黑" panose="020B0503020204020204" pitchFamily="34" charset="-122"/>
              </a:rPr>
              <a:t>（</a:t>
            </a:r>
            <a:r>
              <a:rPr lang="en-US" altLang="zh-CN" sz="2400" dirty="0">
                <a:solidFill>
                  <a:schemeClr val="accent2">
                    <a:lumMod val="75000"/>
                  </a:schemeClr>
                </a:solidFill>
                <a:latin typeface="微软雅黑" panose="020B0503020204020204" pitchFamily="34" charset="-122"/>
                <a:ea typeface="微软雅黑" panose="020B0503020204020204" pitchFamily="34" charset="-122"/>
              </a:rPr>
              <a:t>2</a:t>
            </a:r>
            <a:r>
              <a:rPr lang="zh-CN" altLang="en-US" sz="2400" dirty="0">
                <a:solidFill>
                  <a:schemeClr val="accent2">
                    <a:lumMod val="75000"/>
                  </a:schemeClr>
                </a:solidFill>
                <a:latin typeface="微软雅黑" panose="020B0503020204020204" pitchFamily="34" charset="-122"/>
                <a:ea typeface="微软雅黑" panose="020B0503020204020204" pitchFamily="34" charset="-122"/>
              </a:rPr>
              <a:t>）从数据特征的角度出发，如果数据集中样本的特征具有较大的方差或噪声，选择较大的</a:t>
            </a:r>
            <a:r>
              <a:rPr lang="en-US" altLang="zh-CN" sz="2400" dirty="0">
                <a:solidFill>
                  <a:schemeClr val="accent2">
                    <a:lumMod val="75000"/>
                  </a:schemeClr>
                </a:solidFill>
                <a:latin typeface="微软雅黑" panose="020B0503020204020204" pitchFamily="34" charset="-122"/>
                <a:ea typeface="微软雅黑" panose="020B0503020204020204" pitchFamily="34" charset="-122"/>
              </a:rPr>
              <a:t>K</a:t>
            </a:r>
            <a:r>
              <a:rPr lang="zh-CN" altLang="en-US" sz="2400" dirty="0">
                <a:solidFill>
                  <a:schemeClr val="accent2">
                    <a:lumMod val="75000"/>
                  </a:schemeClr>
                </a:solidFill>
                <a:latin typeface="微软雅黑" panose="020B0503020204020204" pitchFamily="34" charset="-122"/>
                <a:ea typeface="微软雅黑" panose="020B0503020204020204" pitchFamily="34" charset="-122"/>
              </a:rPr>
              <a:t>值更合适，因为较大的</a:t>
            </a:r>
            <a:r>
              <a:rPr lang="en-US" altLang="zh-CN" sz="2400" dirty="0">
                <a:solidFill>
                  <a:schemeClr val="accent2">
                    <a:lumMod val="75000"/>
                  </a:schemeClr>
                </a:solidFill>
                <a:latin typeface="微软雅黑" panose="020B0503020204020204" pitchFamily="34" charset="-122"/>
                <a:ea typeface="微软雅黑" panose="020B0503020204020204" pitchFamily="34" charset="-122"/>
              </a:rPr>
              <a:t>K</a:t>
            </a:r>
            <a:r>
              <a:rPr lang="zh-CN" altLang="en-US" sz="2400" dirty="0">
                <a:solidFill>
                  <a:schemeClr val="accent2">
                    <a:lumMod val="75000"/>
                  </a:schemeClr>
                </a:solidFill>
                <a:latin typeface="微软雅黑" panose="020B0503020204020204" pitchFamily="34" charset="-122"/>
                <a:ea typeface="微软雅黑" panose="020B0503020204020204" pitchFamily="34" charset="-122"/>
              </a:rPr>
              <a:t>值可以提供更平滑的决策边界。相反，如果数据集中的样本具有较小的方差，则较小的</a:t>
            </a:r>
            <a:r>
              <a:rPr lang="en-US" altLang="zh-CN" sz="2400" dirty="0">
                <a:solidFill>
                  <a:schemeClr val="accent2">
                    <a:lumMod val="75000"/>
                  </a:schemeClr>
                </a:solidFill>
                <a:latin typeface="微软雅黑" panose="020B0503020204020204" pitchFamily="34" charset="-122"/>
                <a:ea typeface="微软雅黑" panose="020B0503020204020204" pitchFamily="34" charset="-122"/>
              </a:rPr>
              <a:t>K</a:t>
            </a:r>
            <a:r>
              <a:rPr lang="zh-CN" altLang="en-US" sz="2400" dirty="0">
                <a:solidFill>
                  <a:schemeClr val="accent2">
                    <a:lumMod val="75000"/>
                  </a:schemeClr>
                </a:solidFill>
                <a:latin typeface="微软雅黑" panose="020B0503020204020204" pitchFamily="34" charset="-122"/>
                <a:ea typeface="微软雅黑" panose="020B0503020204020204" pitchFamily="34" charset="-122"/>
              </a:rPr>
              <a:t>值更合适。</a:t>
            </a:r>
          </a:p>
          <a:p>
            <a:r>
              <a:rPr lang="zh-CN" altLang="en-US" sz="2400" dirty="0">
                <a:solidFill>
                  <a:schemeClr val="accent2">
                    <a:lumMod val="75000"/>
                  </a:schemeClr>
                </a:solidFill>
                <a:latin typeface="微软雅黑" panose="020B0503020204020204" pitchFamily="34" charset="-122"/>
                <a:ea typeface="微软雅黑" panose="020B0503020204020204" pitchFamily="34" charset="-122"/>
              </a:rPr>
              <a:t>（</a:t>
            </a:r>
            <a:r>
              <a:rPr lang="en-US" altLang="zh-CN" sz="2400" dirty="0">
                <a:solidFill>
                  <a:schemeClr val="accent2">
                    <a:lumMod val="75000"/>
                  </a:schemeClr>
                </a:solidFill>
                <a:latin typeface="微软雅黑" panose="020B0503020204020204" pitchFamily="34" charset="-122"/>
                <a:ea typeface="微软雅黑" panose="020B0503020204020204" pitchFamily="34" charset="-122"/>
              </a:rPr>
              <a:t>3</a:t>
            </a:r>
            <a:r>
              <a:rPr lang="zh-CN" altLang="en-US" sz="2400" dirty="0">
                <a:solidFill>
                  <a:schemeClr val="accent2">
                    <a:lumMod val="75000"/>
                  </a:schemeClr>
                </a:solidFill>
                <a:latin typeface="微软雅黑" panose="020B0503020204020204" pitchFamily="34" charset="-122"/>
                <a:ea typeface="微软雅黑" panose="020B0503020204020204" pitchFamily="34" charset="-122"/>
              </a:rPr>
              <a:t>）从类别平衡性的角度出发，如果类别之间的样本数差异较大，较大的</a:t>
            </a:r>
            <a:r>
              <a:rPr lang="en-US" altLang="zh-CN" sz="2400" dirty="0">
                <a:solidFill>
                  <a:schemeClr val="accent2">
                    <a:lumMod val="75000"/>
                  </a:schemeClr>
                </a:solidFill>
                <a:latin typeface="微软雅黑" panose="020B0503020204020204" pitchFamily="34" charset="-122"/>
                <a:ea typeface="微软雅黑" panose="020B0503020204020204" pitchFamily="34" charset="-122"/>
              </a:rPr>
              <a:t>K</a:t>
            </a:r>
            <a:r>
              <a:rPr lang="zh-CN" altLang="en-US" sz="2400" dirty="0">
                <a:solidFill>
                  <a:schemeClr val="accent2">
                    <a:lumMod val="75000"/>
                  </a:schemeClr>
                </a:solidFill>
                <a:latin typeface="微软雅黑" panose="020B0503020204020204" pitchFamily="34" charset="-122"/>
                <a:ea typeface="微软雅黑" panose="020B0503020204020204" pitchFamily="34" charset="-122"/>
              </a:rPr>
              <a:t>值更合适。否则，选取较小的</a:t>
            </a:r>
            <a:r>
              <a:rPr lang="en-US" altLang="zh-CN" sz="2400" dirty="0">
                <a:solidFill>
                  <a:schemeClr val="accent2">
                    <a:lumMod val="75000"/>
                  </a:schemeClr>
                </a:solidFill>
                <a:latin typeface="微软雅黑" panose="020B0503020204020204" pitchFamily="34" charset="-122"/>
                <a:ea typeface="微软雅黑" panose="020B0503020204020204" pitchFamily="34" charset="-122"/>
              </a:rPr>
              <a:t>K</a:t>
            </a:r>
            <a:r>
              <a:rPr lang="zh-CN" altLang="en-US" sz="2400" dirty="0">
                <a:solidFill>
                  <a:schemeClr val="accent2">
                    <a:lumMod val="75000"/>
                  </a:schemeClr>
                </a:solidFill>
                <a:latin typeface="微软雅黑" panose="020B0503020204020204" pitchFamily="34" charset="-122"/>
                <a:ea typeface="微软雅黑" panose="020B0503020204020204" pitchFamily="34" charset="-122"/>
              </a:rPr>
              <a:t>值可能会导致预测结果被样本数较多的类别主导。</a:t>
            </a:r>
          </a:p>
        </p:txBody>
      </p:sp>
    </p:spTree>
    <p:extLst>
      <p:ext uri="{BB962C8B-B14F-4D97-AF65-F5344CB8AC3E}">
        <p14:creationId xmlns:p14="http://schemas.microsoft.com/office/powerpoint/2010/main" val="12558626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2BF48-8399-4164-9923-E35A7E33A58D}"/>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9AD3FD05-7ED4-496F-1058-AEB951A31C40}"/>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距离度量方法</a:t>
            </a:r>
          </a:p>
        </p:txBody>
      </p:sp>
      <p:sp>
        <p:nvSpPr>
          <p:cNvPr id="15" name="Rectangle 3">
            <a:extLst>
              <a:ext uri="{FF2B5EF4-FFF2-40B4-BE49-F238E27FC236}">
                <a16:creationId xmlns:a16="http://schemas.microsoft.com/office/drawing/2014/main" id="{5A3B3111-72C5-A189-8E8F-24B90782A93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文本框 5">
            <a:extLst>
              <a:ext uri="{FF2B5EF4-FFF2-40B4-BE49-F238E27FC236}">
                <a16:creationId xmlns:a16="http://schemas.microsoft.com/office/drawing/2014/main" id="{1EF78A0E-6649-C096-AF97-350EC649D315}"/>
              </a:ext>
            </a:extLst>
          </p:cNvPr>
          <p:cNvSpPr txBox="1"/>
          <p:nvPr/>
        </p:nvSpPr>
        <p:spPr>
          <a:xfrm>
            <a:off x="508648" y="1393039"/>
            <a:ext cx="10751172" cy="2086725"/>
          </a:xfrm>
          <a:prstGeom prst="rect">
            <a:avLst/>
          </a:prstGeom>
          <a:ln/>
        </p:spPr>
        <p:txBody>
          <a:bodyPr/>
          <a:lstStyle>
            <a:defPPr>
              <a:defRPr lang="zh-CN"/>
            </a:defPPr>
            <a:lvl1pPr>
              <a:lnSpc>
                <a:spcPct val="90000"/>
              </a:lnSpc>
              <a:spcBef>
                <a:spcPts val="1000"/>
              </a:spcBef>
              <a:defRPr sz="2400">
                <a:latin typeface="微软雅黑" panose="020B0503020204020204" pitchFamily="34" charset="-122"/>
                <a:ea typeface="微软雅黑" panose="020B0503020204020204" pitchFamily="34" charset="-122"/>
              </a:defRPr>
            </a:lvl1pPr>
          </a:lstStyle>
          <a:p>
            <a:r>
              <a:rPr lang="zh-CN" altLang="zh-CN" dirty="0"/>
              <a:t>距离度量是指计算待预测样本与训练样本在特征空间上距离。常用的距离度量方法包括</a:t>
            </a:r>
            <a:r>
              <a:rPr lang="en-US" altLang="zh-CN" dirty="0"/>
              <a:t>:</a:t>
            </a:r>
          </a:p>
          <a:p>
            <a:endParaRPr lang="en-US" altLang="zh-CN" dirty="0"/>
          </a:p>
          <a:p>
            <a:r>
              <a:rPr lang="zh-CN" altLang="zh-CN" dirty="0"/>
              <a:t>欧氏距离</a:t>
            </a:r>
            <a:endParaRPr lang="en-US" altLang="zh-CN" dirty="0"/>
          </a:p>
          <a:p>
            <a:r>
              <a:rPr lang="zh-CN" altLang="zh-CN" dirty="0"/>
              <a:t>曼哈顿距离</a:t>
            </a:r>
            <a:endParaRPr lang="en-US" altLang="zh-CN" dirty="0"/>
          </a:p>
          <a:p>
            <a:r>
              <a:rPr lang="zh-CN" altLang="zh-CN" dirty="0"/>
              <a:t>闵可夫斯基距离</a:t>
            </a:r>
            <a:endParaRPr lang="en-US" altLang="zh-CN" dirty="0"/>
          </a:p>
          <a:p>
            <a:r>
              <a:rPr lang="zh-CN" altLang="zh-CN" dirty="0"/>
              <a:t>余弦距离等</a:t>
            </a:r>
            <a:endParaRPr lang="en-US" altLang="zh-CN" dirty="0"/>
          </a:p>
          <a:p>
            <a:endParaRPr lang="en-US" altLang="zh-CN" dirty="0"/>
          </a:p>
          <a:p>
            <a:endParaRPr lang="en-US" altLang="zh-CN" dirty="0"/>
          </a:p>
        </p:txBody>
      </p:sp>
      <p:sp>
        <p:nvSpPr>
          <p:cNvPr id="9" name="文本框 8">
            <a:extLst>
              <a:ext uri="{FF2B5EF4-FFF2-40B4-BE49-F238E27FC236}">
                <a16:creationId xmlns:a16="http://schemas.microsoft.com/office/drawing/2014/main" id="{F58B61B5-5B0D-AB35-5ABF-8D7E95E8F554}"/>
              </a:ext>
            </a:extLst>
          </p:cNvPr>
          <p:cNvSpPr txBox="1"/>
          <p:nvPr/>
        </p:nvSpPr>
        <p:spPr>
          <a:xfrm>
            <a:off x="508648" y="5567197"/>
            <a:ext cx="10504663" cy="1089529"/>
          </a:xfrm>
          <a:prstGeom prst="rect">
            <a:avLst/>
          </a:prstGeom>
          <a:ln/>
        </p:spPr>
        <p:txBody>
          <a:bodyPr/>
          <a:lstStyle>
            <a:defPPr>
              <a:defRPr lang="zh-CN"/>
            </a:defPPr>
            <a:lvl1pPr>
              <a:lnSpc>
                <a:spcPct val="90000"/>
              </a:lnSpc>
              <a:spcBef>
                <a:spcPts val="1000"/>
              </a:spcBef>
              <a:defRPr sz="2400">
                <a:latin typeface="微软雅黑" panose="020B0503020204020204" pitchFamily="34" charset="-122"/>
                <a:ea typeface="微软雅黑" panose="020B0503020204020204" pitchFamily="34" charset="-122"/>
              </a:defRPr>
            </a:lvl1pPr>
          </a:lstStyle>
          <a:p>
            <a:r>
              <a:rPr lang="zh-CN" altLang="zh-CN" sz="2800" dirty="0"/>
              <a:t>为避免特征量纲不一致带来的误差，计算距离之前通常会对特征做</a:t>
            </a:r>
            <a:r>
              <a:rPr lang="zh-CN" altLang="zh-CN" sz="2800" b="1" dirty="0">
                <a:solidFill>
                  <a:srgbClr val="FF0000"/>
                </a:solidFill>
              </a:rPr>
              <a:t>规范化处理</a:t>
            </a:r>
            <a:r>
              <a:rPr lang="zh-CN" altLang="zh-CN" sz="2800" dirty="0"/>
              <a:t>。</a:t>
            </a:r>
            <a:endParaRPr lang="zh-CN" altLang="en-US" sz="2800" dirty="0"/>
          </a:p>
        </p:txBody>
      </p:sp>
      <p:graphicFrame>
        <p:nvGraphicFramePr>
          <p:cNvPr id="12" name="对象 11">
            <a:extLst>
              <a:ext uri="{FF2B5EF4-FFF2-40B4-BE49-F238E27FC236}">
                <a16:creationId xmlns:a16="http://schemas.microsoft.com/office/drawing/2014/main" id="{2B659D63-71AB-A034-0423-2E40D8121311}"/>
              </a:ext>
            </a:extLst>
          </p:cNvPr>
          <p:cNvGraphicFramePr>
            <a:graphicFrameLocks noChangeAspect="1"/>
          </p:cNvGraphicFramePr>
          <p:nvPr>
            <p:extLst>
              <p:ext uri="{D42A27DB-BD31-4B8C-83A1-F6EECF244321}">
                <p14:modId xmlns:p14="http://schemas.microsoft.com/office/powerpoint/2010/main" val="1317951879"/>
              </p:ext>
            </p:extLst>
          </p:nvPr>
        </p:nvGraphicFramePr>
        <p:xfrm>
          <a:off x="3516380" y="2842966"/>
          <a:ext cx="4571005" cy="538502"/>
        </p:xfrm>
        <a:graphic>
          <a:graphicData uri="http://schemas.openxmlformats.org/presentationml/2006/ole">
            <mc:AlternateContent xmlns:mc="http://schemas.openxmlformats.org/markup-compatibility/2006">
              <mc:Choice xmlns:v="urn:schemas-microsoft-com:vml" Requires="v">
                <p:oleObj name="Equation" r:id="rId3" imgW="2324100" imgH="292100" progId="Equation.DSMT4">
                  <p:embed/>
                </p:oleObj>
              </mc:Choice>
              <mc:Fallback>
                <p:oleObj name="Equation" r:id="rId3" imgW="2324100" imgH="2921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6380" y="2842966"/>
                        <a:ext cx="4571005" cy="538502"/>
                      </a:xfrm>
                      <a:prstGeom prst="rect">
                        <a:avLst/>
                      </a:prstGeom>
                      <a:noFill/>
                    </p:spPr>
                  </p:pic>
                </p:oleObj>
              </mc:Fallback>
            </mc:AlternateContent>
          </a:graphicData>
        </a:graphic>
      </p:graphicFrame>
      <p:graphicFrame>
        <p:nvGraphicFramePr>
          <p:cNvPr id="21" name="对象 20">
            <a:extLst>
              <a:ext uri="{FF2B5EF4-FFF2-40B4-BE49-F238E27FC236}">
                <a16:creationId xmlns:a16="http://schemas.microsoft.com/office/drawing/2014/main" id="{E2CAA490-DA20-2892-C4E7-51554917EA93}"/>
              </a:ext>
            </a:extLst>
          </p:cNvPr>
          <p:cNvGraphicFramePr>
            <a:graphicFrameLocks noChangeAspect="1"/>
          </p:cNvGraphicFramePr>
          <p:nvPr>
            <p:extLst>
              <p:ext uri="{D42A27DB-BD31-4B8C-83A1-F6EECF244321}">
                <p14:modId xmlns:p14="http://schemas.microsoft.com/office/powerpoint/2010/main" val="2433712954"/>
              </p:ext>
            </p:extLst>
          </p:nvPr>
        </p:nvGraphicFramePr>
        <p:xfrm>
          <a:off x="3516381" y="1890190"/>
          <a:ext cx="3256056" cy="851584"/>
        </p:xfrm>
        <a:graphic>
          <a:graphicData uri="http://schemas.openxmlformats.org/presentationml/2006/ole">
            <mc:AlternateContent xmlns:mc="http://schemas.openxmlformats.org/markup-compatibility/2006">
              <mc:Choice xmlns:v="urn:schemas-microsoft-com:vml" Requires="v">
                <p:oleObj name="Equation" r:id="rId5" imgW="1650960" imgH="431640" progId="Equation.DSMT4">
                  <p:embed/>
                </p:oleObj>
              </mc:Choice>
              <mc:Fallback>
                <p:oleObj name="Equation" r:id="rId5" imgW="1650960" imgH="43164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16381" y="1890190"/>
                        <a:ext cx="3256056" cy="851584"/>
                      </a:xfrm>
                      <a:prstGeom prst="rect">
                        <a:avLst/>
                      </a:prstGeom>
                      <a:noFill/>
                    </p:spPr>
                  </p:pic>
                </p:oleObj>
              </mc:Fallback>
            </mc:AlternateContent>
          </a:graphicData>
        </a:graphic>
      </p:graphicFrame>
      <p:graphicFrame>
        <p:nvGraphicFramePr>
          <p:cNvPr id="25" name="对象 24">
            <a:extLst>
              <a:ext uri="{FF2B5EF4-FFF2-40B4-BE49-F238E27FC236}">
                <a16:creationId xmlns:a16="http://schemas.microsoft.com/office/drawing/2014/main" id="{52E9CAF3-820A-E3C9-91DE-62C3BCA86E75}"/>
              </a:ext>
            </a:extLst>
          </p:cNvPr>
          <p:cNvGraphicFramePr>
            <a:graphicFrameLocks noChangeAspect="1"/>
          </p:cNvGraphicFramePr>
          <p:nvPr>
            <p:extLst>
              <p:ext uri="{D42A27DB-BD31-4B8C-83A1-F6EECF244321}">
                <p14:modId xmlns:p14="http://schemas.microsoft.com/office/powerpoint/2010/main" val="2370088139"/>
              </p:ext>
            </p:extLst>
          </p:nvPr>
        </p:nvGraphicFramePr>
        <p:xfrm>
          <a:off x="3516381" y="3436413"/>
          <a:ext cx="6674918" cy="1089527"/>
        </p:xfrm>
        <a:graphic>
          <a:graphicData uri="http://schemas.openxmlformats.org/presentationml/2006/ole">
            <mc:AlternateContent xmlns:mc="http://schemas.openxmlformats.org/markup-compatibility/2006">
              <mc:Choice xmlns:v="urn:schemas-microsoft-com:vml" Requires="v">
                <p:oleObj name="Equation" r:id="rId7" imgW="3390840" imgH="545760" progId="Equation.DSMT4">
                  <p:embed/>
                </p:oleObj>
              </mc:Choice>
              <mc:Fallback>
                <p:oleObj name="Equation" r:id="rId7" imgW="3390840" imgH="54576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16381" y="3436413"/>
                        <a:ext cx="6674918" cy="1089527"/>
                      </a:xfrm>
                      <a:prstGeom prst="rect">
                        <a:avLst/>
                      </a:prstGeom>
                      <a:noFill/>
                    </p:spPr>
                  </p:pic>
                </p:oleObj>
              </mc:Fallback>
            </mc:AlternateContent>
          </a:graphicData>
        </a:graphic>
      </p:graphicFrame>
      <p:graphicFrame>
        <p:nvGraphicFramePr>
          <p:cNvPr id="29" name="对象 28">
            <a:extLst>
              <a:ext uri="{FF2B5EF4-FFF2-40B4-BE49-F238E27FC236}">
                <a16:creationId xmlns:a16="http://schemas.microsoft.com/office/drawing/2014/main" id="{C5C387EB-5ABA-2E06-3BD2-3015D092C01C}"/>
              </a:ext>
            </a:extLst>
          </p:cNvPr>
          <p:cNvGraphicFramePr>
            <a:graphicFrameLocks noChangeAspect="1"/>
          </p:cNvGraphicFramePr>
          <p:nvPr>
            <p:extLst>
              <p:ext uri="{D42A27DB-BD31-4B8C-83A1-F6EECF244321}">
                <p14:modId xmlns:p14="http://schemas.microsoft.com/office/powerpoint/2010/main" val="2786259504"/>
              </p:ext>
            </p:extLst>
          </p:nvPr>
        </p:nvGraphicFramePr>
        <p:xfrm>
          <a:off x="3516380" y="4420076"/>
          <a:ext cx="1765785" cy="1051957"/>
        </p:xfrm>
        <a:graphic>
          <a:graphicData uri="http://schemas.openxmlformats.org/presentationml/2006/ole">
            <mc:AlternateContent xmlns:mc="http://schemas.openxmlformats.org/markup-compatibility/2006">
              <mc:Choice xmlns:v="urn:schemas-microsoft-com:vml" Requires="v">
                <p:oleObj name="Equation" r:id="rId9" imgW="901440" imgH="533160" progId="Equation.DSMT4">
                  <p:embed/>
                </p:oleObj>
              </mc:Choice>
              <mc:Fallback>
                <p:oleObj name="Equation" r:id="rId9" imgW="901440" imgH="533160" progId="Equation.DSMT4">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16380" y="4420076"/>
                        <a:ext cx="1765785" cy="1051957"/>
                      </a:xfrm>
                      <a:prstGeom prst="rect">
                        <a:avLst/>
                      </a:prstGeom>
                      <a:noFill/>
                    </p:spPr>
                  </p:pic>
                </p:oleObj>
              </mc:Fallback>
            </mc:AlternateContent>
          </a:graphicData>
        </a:graphic>
      </p:graphicFrame>
      <p:sp>
        <p:nvSpPr>
          <p:cNvPr id="30" name="Rectangle 15">
            <a:extLst>
              <a:ext uri="{FF2B5EF4-FFF2-40B4-BE49-F238E27FC236}">
                <a16:creationId xmlns:a16="http://schemas.microsoft.com/office/drawing/2014/main" id="{C0FF5E16-9B2E-7087-D78C-15B6EDA6B79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600" b="0" i="0" u="none" strike="noStrike" cap="none" normalizeH="0" baseline="0">
                <a:ln>
                  <a:noFill/>
                </a:ln>
                <a:solidFill>
                  <a:schemeClr val="tx1"/>
                </a:solidFill>
                <a:effectLst/>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cxnSp>
        <p:nvCxnSpPr>
          <p:cNvPr id="32" name="直接箭头连接符 31">
            <a:extLst>
              <a:ext uri="{FF2B5EF4-FFF2-40B4-BE49-F238E27FC236}">
                <a16:creationId xmlns:a16="http://schemas.microsoft.com/office/drawing/2014/main" id="{E4C294A0-CA4B-9B21-34D8-728A27A9F376}"/>
              </a:ext>
            </a:extLst>
          </p:cNvPr>
          <p:cNvCxnSpPr/>
          <p:nvPr/>
        </p:nvCxnSpPr>
        <p:spPr>
          <a:xfrm flipV="1">
            <a:off x="2077720" y="2326640"/>
            <a:ext cx="1198880" cy="41513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D17734D3-A2F4-416F-8BA8-80608FA46D9A}"/>
              </a:ext>
            </a:extLst>
          </p:cNvPr>
          <p:cNvCxnSpPr>
            <a:cxnSpLocks/>
          </p:cNvCxnSpPr>
          <p:nvPr/>
        </p:nvCxnSpPr>
        <p:spPr>
          <a:xfrm flipV="1">
            <a:off x="2321560" y="3057295"/>
            <a:ext cx="1087120" cy="29918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830A684E-AA23-F871-9FA1-049E40943564}"/>
              </a:ext>
            </a:extLst>
          </p:cNvPr>
          <p:cNvCxnSpPr>
            <a:cxnSpLocks/>
          </p:cNvCxnSpPr>
          <p:nvPr/>
        </p:nvCxnSpPr>
        <p:spPr>
          <a:xfrm>
            <a:off x="2873251" y="3846582"/>
            <a:ext cx="643129" cy="18962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1F75EF32-3011-F81E-9D6F-E74935E3A51C}"/>
              </a:ext>
            </a:extLst>
          </p:cNvPr>
          <p:cNvCxnSpPr>
            <a:cxnSpLocks/>
          </p:cNvCxnSpPr>
          <p:nvPr/>
        </p:nvCxnSpPr>
        <p:spPr>
          <a:xfrm>
            <a:off x="2240280" y="4188605"/>
            <a:ext cx="1168400" cy="65771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67228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7DD39-C0E3-2B0F-F912-0C41E695A74B}"/>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2778D06C-381C-832A-FC37-B8409E69ADA2}"/>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权重函数</a:t>
            </a:r>
          </a:p>
        </p:txBody>
      </p:sp>
      <p:sp>
        <p:nvSpPr>
          <p:cNvPr id="15" name="Rectangle 3">
            <a:extLst>
              <a:ext uri="{FF2B5EF4-FFF2-40B4-BE49-F238E27FC236}">
                <a16:creationId xmlns:a16="http://schemas.microsoft.com/office/drawing/2014/main" id="{0E139054-305E-6420-5800-B18CEAF83DA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对象 4">
            <a:extLst>
              <a:ext uri="{FF2B5EF4-FFF2-40B4-BE49-F238E27FC236}">
                <a16:creationId xmlns:a16="http://schemas.microsoft.com/office/drawing/2014/main" id="{298BFE62-FFA1-EC5B-F250-45882E164A4F}"/>
              </a:ext>
            </a:extLst>
          </p:cNvPr>
          <p:cNvGraphicFramePr>
            <a:graphicFrameLocks noChangeAspect="1"/>
          </p:cNvGraphicFramePr>
          <p:nvPr>
            <p:extLst>
              <p:ext uri="{D42A27DB-BD31-4B8C-83A1-F6EECF244321}">
                <p14:modId xmlns:p14="http://schemas.microsoft.com/office/powerpoint/2010/main" val="1808473100"/>
              </p:ext>
            </p:extLst>
          </p:nvPr>
        </p:nvGraphicFramePr>
        <p:xfrm>
          <a:off x="4611774" y="3090186"/>
          <a:ext cx="2932025" cy="1261453"/>
        </p:xfrm>
        <a:graphic>
          <a:graphicData uri="http://schemas.openxmlformats.org/presentationml/2006/ole">
            <mc:AlternateContent xmlns:mc="http://schemas.openxmlformats.org/markup-compatibility/2006">
              <mc:Choice xmlns:v="urn:schemas-microsoft-com:vml" Requires="v">
                <p:oleObj name="Equation" r:id="rId3" imgW="1091726" imgH="431613" progId="Equation.DSMT4">
                  <p:embed/>
                </p:oleObj>
              </mc:Choice>
              <mc:Fallback>
                <p:oleObj name="Equation" r:id="rId3" imgW="1091726" imgH="431613"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1774" y="3090186"/>
                        <a:ext cx="2932025" cy="1261453"/>
                      </a:xfrm>
                      <a:prstGeom prst="rect">
                        <a:avLst/>
                      </a:prstGeom>
                      <a:noFill/>
                    </p:spPr>
                  </p:pic>
                </p:oleObj>
              </mc:Fallback>
            </mc:AlternateContent>
          </a:graphicData>
        </a:graphic>
      </p:graphicFrame>
      <p:graphicFrame>
        <p:nvGraphicFramePr>
          <p:cNvPr id="8" name="对象 7">
            <a:extLst>
              <a:ext uri="{FF2B5EF4-FFF2-40B4-BE49-F238E27FC236}">
                <a16:creationId xmlns:a16="http://schemas.microsoft.com/office/drawing/2014/main" id="{9A7A742A-974B-6338-D1ED-186A0CE4191F}"/>
              </a:ext>
            </a:extLst>
          </p:cNvPr>
          <p:cNvGraphicFramePr>
            <a:graphicFrameLocks noChangeAspect="1"/>
          </p:cNvGraphicFramePr>
          <p:nvPr>
            <p:extLst>
              <p:ext uri="{D42A27DB-BD31-4B8C-83A1-F6EECF244321}">
                <p14:modId xmlns:p14="http://schemas.microsoft.com/office/powerpoint/2010/main" val="923435453"/>
              </p:ext>
            </p:extLst>
          </p:nvPr>
        </p:nvGraphicFramePr>
        <p:xfrm>
          <a:off x="2968123" y="5454493"/>
          <a:ext cx="3348653" cy="1300670"/>
        </p:xfrm>
        <a:graphic>
          <a:graphicData uri="http://schemas.openxmlformats.org/presentationml/2006/ole">
            <mc:AlternateContent xmlns:mc="http://schemas.openxmlformats.org/markup-compatibility/2006">
              <mc:Choice xmlns:v="urn:schemas-microsoft-com:vml" Requires="v">
                <p:oleObj name="Equation" r:id="rId5" imgW="1434960" imgH="558720" progId="Equation.DSMT4">
                  <p:embed/>
                </p:oleObj>
              </mc:Choice>
              <mc:Fallback>
                <p:oleObj name="Equation" r:id="rId5" imgW="1434960" imgH="558720" progId="Equation.DSMT4">
                  <p:embed/>
                  <p:pic>
                    <p:nvPicPr>
                      <p:cNvPr id="0" name="Object 1"/>
                      <p:cNvPicPr>
                        <a:picLocks noChangeAspect="1" noChangeArrowheads="1"/>
                      </p:cNvPicPr>
                      <p:nvPr/>
                    </p:nvPicPr>
                    <p:blipFill>
                      <a:blip r:embed="rId6"/>
                      <a:srcRect/>
                      <a:stretch>
                        <a:fillRect/>
                      </a:stretch>
                    </p:blipFill>
                    <p:spPr bwMode="auto">
                      <a:xfrm>
                        <a:off x="2968123" y="5454493"/>
                        <a:ext cx="3348653" cy="1300670"/>
                      </a:xfrm>
                      <a:prstGeom prst="rect">
                        <a:avLst/>
                      </a:prstGeom>
                      <a:noFill/>
                    </p:spPr>
                  </p:pic>
                </p:oleObj>
              </mc:Fallback>
            </mc:AlternateContent>
          </a:graphicData>
        </a:graphic>
      </p:graphicFrame>
      <p:sp>
        <p:nvSpPr>
          <p:cNvPr id="9" name="Rectangle 5">
            <a:extLst>
              <a:ext uri="{FF2B5EF4-FFF2-40B4-BE49-F238E27FC236}">
                <a16:creationId xmlns:a16="http://schemas.microsoft.com/office/drawing/2014/main" id="{4BDC4DFF-94CA-2746-8C5B-DDB6A6BF83FC}"/>
              </a:ext>
            </a:extLst>
          </p:cNvPr>
          <p:cNvSpPr>
            <a:spLocks noChangeArrowheads="1"/>
          </p:cNvSpPr>
          <p:nvPr/>
        </p:nvSpPr>
        <p:spPr bwMode="auto">
          <a:xfrm>
            <a:off x="269189" y="1218929"/>
            <a:ext cx="11922811" cy="885371"/>
          </a:xfrm>
          <a:prstGeom prst="rect">
            <a:avLst/>
          </a:prstGeom>
          <a:ln/>
        </p:spPr>
        <p:txBody>
          <a:bodyPr/>
          <a:lstStyle/>
          <a:p>
            <a:pPr>
              <a:lnSpc>
                <a:spcPct val="90000"/>
              </a:lnSpc>
              <a:spcBef>
                <a:spcPts val="1000"/>
              </a:spcBef>
            </a:pPr>
            <a:r>
              <a:rPr lang="zh-CN" altLang="zh-CN" sz="2800" dirty="0">
                <a:latin typeface="微软雅黑" panose="020B0503020204020204" pitchFamily="34" charset="-122"/>
                <a:ea typeface="微软雅黑" panose="020B0503020204020204" pitchFamily="34" charset="-122"/>
              </a:rPr>
              <a:t>权重函数用于给</a:t>
            </a:r>
            <a:r>
              <a:rPr lang="en-US" altLang="zh-CN" sz="2800" dirty="0">
                <a:latin typeface="微软雅黑" panose="020B0503020204020204" pitchFamily="34" charset="-122"/>
                <a:ea typeface="微软雅黑" panose="020B0503020204020204" pitchFamily="34" charset="-122"/>
              </a:rPr>
              <a:t>K</a:t>
            </a:r>
            <a:r>
              <a:rPr lang="zh-CN" altLang="en-US" sz="2800" dirty="0">
                <a:latin typeface="微软雅黑" panose="020B0503020204020204" pitchFamily="34" charset="-122"/>
                <a:ea typeface="微软雅黑" panose="020B0503020204020204" pitchFamily="34" charset="-122"/>
              </a:rPr>
              <a:t>个最近邻居的投票进行加权，以确定待预测样本的类别。</a:t>
            </a:r>
            <a:endParaRPr lang="en-US" altLang="zh-CN" sz="2800" dirty="0">
              <a:latin typeface="微软雅黑" panose="020B0503020204020204" pitchFamily="34" charset="-122"/>
              <a:ea typeface="微软雅黑" panose="020B0503020204020204" pitchFamily="34" charset="-122"/>
            </a:endParaRPr>
          </a:p>
          <a:p>
            <a:pPr>
              <a:lnSpc>
                <a:spcPct val="90000"/>
              </a:lnSpc>
              <a:spcBef>
                <a:spcPts val="1000"/>
              </a:spcBef>
            </a:pPr>
            <a:r>
              <a:rPr lang="zh-CN" altLang="en-US" sz="2800" dirty="0">
                <a:latin typeface="微软雅黑" panose="020B0503020204020204" pitchFamily="34" charset="-122"/>
                <a:ea typeface="微软雅黑" panose="020B0503020204020204" pitchFamily="34" charset="-122"/>
              </a:rPr>
              <a:t>常用权重函数包括</a:t>
            </a:r>
            <a:r>
              <a:rPr lang="zh-CN" altLang="en-US" sz="2800" b="1" dirty="0">
                <a:solidFill>
                  <a:srgbClr val="FF0000"/>
                </a:solidFill>
                <a:latin typeface="微软雅黑" panose="020B0503020204020204" pitchFamily="34" charset="-122"/>
                <a:ea typeface="微软雅黑" panose="020B0503020204020204" pitchFamily="34" charset="-122"/>
              </a:rPr>
              <a:t>统一函数</a:t>
            </a:r>
            <a:r>
              <a:rPr lang="zh-CN" altLang="en-US" sz="2800" dirty="0">
                <a:latin typeface="微软雅黑" panose="020B0503020204020204" pitchFamily="34" charset="-122"/>
                <a:ea typeface="微软雅黑" panose="020B0503020204020204" pitchFamily="34" charset="-122"/>
              </a:rPr>
              <a:t>和</a:t>
            </a:r>
            <a:r>
              <a:rPr lang="zh-CN" altLang="en-US" sz="2800" b="1" dirty="0">
                <a:solidFill>
                  <a:srgbClr val="FF0000"/>
                </a:solidFill>
                <a:latin typeface="微软雅黑" panose="020B0503020204020204" pitchFamily="34" charset="-122"/>
                <a:ea typeface="微软雅黑" panose="020B0503020204020204" pitchFamily="34" charset="-122"/>
              </a:rPr>
              <a:t>距离权重函数</a:t>
            </a:r>
            <a:r>
              <a:rPr lang="zh-CN" altLang="en-US" sz="2800" dirty="0">
                <a:latin typeface="微软雅黑" panose="020B0503020204020204" pitchFamily="34" charset="-122"/>
                <a:ea typeface="微软雅黑" panose="020B0503020204020204" pitchFamily="34" charset="-122"/>
              </a:rPr>
              <a:t>。</a:t>
            </a:r>
            <a:endParaRPr lang="en-US" altLang="zh-CN" sz="2800" dirty="0">
              <a:latin typeface="微软雅黑" panose="020B0503020204020204" pitchFamily="34" charset="-122"/>
              <a:ea typeface="微软雅黑" panose="020B0503020204020204" pitchFamily="34" charset="-122"/>
            </a:endParaRPr>
          </a:p>
          <a:p>
            <a:pPr>
              <a:lnSpc>
                <a:spcPct val="90000"/>
              </a:lnSpc>
              <a:spcBef>
                <a:spcPts val="1000"/>
              </a:spcBef>
            </a:pPr>
            <a:endParaRPr lang="zh-CN" altLang="en-US" sz="1400" dirty="0">
              <a:latin typeface="微软雅黑" panose="020B0503020204020204" pitchFamily="34" charset="-122"/>
              <a:ea typeface="微软雅黑" panose="020B0503020204020204" pitchFamily="34" charset="-122"/>
            </a:endParaRPr>
          </a:p>
          <a:p>
            <a:pPr>
              <a:lnSpc>
                <a:spcPct val="90000"/>
              </a:lnSpc>
              <a:spcBef>
                <a:spcPts val="1000"/>
              </a:spcBef>
            </a:pPr>
            <a:r>
              <a:rPr lang="zh-CN" altLang="en-US" sz="2800" dirty="0">
                <a:latin typeface="微软雅黑" panose="020B0503020204020204" pitchFamily="34" charset="-122"/>
                <a:ea typeface="微软雅黑" panose="020B0503020204020204" pitchFamily="34" charset="-122"/>
              </a:rPr>
              <a:t>在</a:t>
            </a:r>
            <a:r>
              <a:rPr lang="zh-CN" altLang="en-US" sz="2800" dirty="0" bmk="">
                <a:latin typeface="微软雅黑" panose="020B0503020204020204" pitchFamily="34" charset="-122"/>
                <a:ea typeface="微软雅黑" panose="020B0503020204020204" pitchFamily="34" charset="-122"/>
              </a:rPr>
              <a:t>统一函数</a:t>
            </a:r>
            <a:r>
              <a:rPr lang="zh-CN" altLang="en-US" sz="2800" dirty="0">
                <a:latin typeface="微软雅黑" panose="020B0503020204020204" pitchFamily="34" charset="-122"/>
                <a:ea typeface="微软雅黑" panose="020B0503020204020204" pitchFamily="34" charset="-122"/>
              </a:rPr>
              <a:t>中，所有</a:t>
            </a:r>
            <a:r>
              <a:rPr lang="en-US" altLang="zh-CN" sz="2800" dirty="0">
                <a:latin typeface="微软雅黑" panose="020B0503020204020204" pitchFamily="34" charset="-122"/>
                <a:ea typeface="微软雅黑" panose="020B0503020204020204" pitchFamily="34" charset="-122"/>
              </a:rPr>
              <a:t>K</a:t>
            </a:r>
            <a:r>
              <a:rPr lang="zh-CN" altLang="en-US" sz="2800" dirty="0">
                <a:latin typeface="微软雅黑" panose="020B0503020204020204" pitchFamily="34" charset="-122"/>
                <a:ea typeface="微软雅黑" panose="020B0503020204020204" pitchFamily="34" charset="-122"/>
              </a:rPr>
              <a:t>个最近邻样本对最终决策的影响是相同的。</a:t>
            </a:r>
          </a:p>
        </p:txBody>
      </p:sp>
      <p:sp>
        <p:nvSpPr>
          <p:cNvPr id="11" name="Rectangle 7">
            <a:extLst>
              <a:ext uri="{FF2B5EF4-FFF2-40B4-BE49-F238E27FC236}">
                <a16:creationId xmlns:a16="http://schemas.microsoft.com/office/drawing/2014/main" id="{22EEC653-99F1-BAFC-B291-90C498AC46D2}"/>
              </a:ext>
            </a:extLst>
          </p:cNvPr>
          <p:cNvSpPr>
            <a:spLocks noChangeArrowheads="1"/>
          </p:cNvSpPr>
          <p:nvPr/>
        </p:nvSpPr>
        <p:spPr bwMode="auto">
          <a:xfrm>
            <a:off x="269189" y="4457859"/>
            <a:ext cx="11745011" cy="885371"/>
          </a:xfrm>
          <a:prstGeom prst="rect">
            <a:avLst/>
          </a:prstGeom>
          <a:ln/>
        </p:spPr>
        <p:txBody>
          <a:bodyPr/>
          <a:lstStyle/>
          <a:p>
            <a:pPr>
              <a:lnSpc>
                <a:spcPct val="90000"/>
              </a:lnSpc>
              <a:spcBef>
                <a:spcPts val="1000"/>
              </a:spcBef>
            </a:pPr>
            <a:r>
              <a:rPr lang="zh-CN" altLang="en-US" sz="2800" dirty="0">
                <a:latin typeface="微软雅黑" panose="020B0503020204020204" pitchFamily="34" charset="-122"/>
                <a:ea typeface="微软雅黑" panose="020B0503020204020204" pitchFamily="34" charset="-122"/>
              </a:rPr>
              <a:t>在距离加权函数中，不同最近邻样本对最终决策的影响是根据其与待预测样本的距离的倒数来加权。</a:t>
            </a:r>
          </a:p>
        </p:txBody>
      </p:sp>
      <p:sp>
        <p:nvSpPr>
          <p:cNvPr id="13" name="Rectangle 9">
            <a:extLst>
              <a:ext uri="{FF2B5EF4-FFF2-40B4-BE49-F238E27FC236}">
                <a16:creationId xmlns:a16="http://schemas.microsoft.com/office/drawing/2014/main" id="{D9E2E90C-5639-B3FD-C368-F4BD08F66544}"/>
              </a:ext>
            </a:extLst>
          </p:cNvPr>
          <p:cNvSpPr>
            <a:spLocks noChangeArrowheads="1"/>
          </p:cNvSpPr>
          <p:nvPr/>
        </p:nvSpPr>
        <p:spPr bwMode="auto">
          <a:xfrm>
            <a:off x="871381" y="1126999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1pPr>
            <a:lvl2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2pPr>
            <a:lvl3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3pPr>
            <a:lvl4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4pPr>
            <a:lvl5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5pPr>
            <a:lvl6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6pPr>
            <a:lvl7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7pPr>
            <a:lvl8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8pPr>
            <a:lvl9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9pPr>
          </a:lstStyle>
          <a:p>
            <a:pPr marL="0" marR="0" lvl="0" indent="304800" algn="ctr" defTabSz="914400" rtl="0" eaLnBrk="0" fontAlgn="base" latinLnBrk="0" hangingPunct="0">
              <a:lnSpc>
                <a:spcPct val="100000"/>
              </a:lnSpc>
              <a:spcBef>
                <a:spcPct val="0"/>
              </a:spcBef>
              <a:spcAft>
                <a:spcPct val="0"/>
              </a:spcAft>
              <a:buClrTx/>
              <a:buSzTx/>
              <a:buFontTx/>
              <a:buNone/>
              <a:tabLst>
                <a:tab pos="2641600" algn="ctr"/>
                <a:tab pos="5270500" algn="r"/>
              </a:tabLst>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graphicFrame>
        <p:nvGraphicFramePr>
          <p:cNvPr id="14" name="对象 13">
            <a:extLst>
              <a:ext uri="{FF2B5EF4-FFF2-40B4-BE49-F238E27FC236}">
                <a16:creationId xmlns:a16="http://schemas.microsoft.com/office/drawing/2014/main" id="{CC03DB48-A20B-E65A-EE7D-10BFD17AAE0F}"/>
              </a:ext>
            </a:extLst>
          </p:cNvPr>
          <p:cNvGraphicFramePr>
            <a:graphicFrameLocks noChangeAspect="1"/>
          </p:cNvGraphicFramePr>
          <p:nvPr>
            <p:extLst>
              <p:ext uri="{D42A27DB-BD31-4B8C-83A1-F6EECF244321}">
                <p14:modId xmlns:p14="http://schemas.microsoft.com/office/powerpoint/2010/main" val="2832242561"/>
              </p:ext>
            </p:extLst>
          </p:nvPr>
        </p:nvGraphicFramePr>
        <p:xfrm>
          <a:off x="6824532" y="5468587"/>
          <a:ext cx="2563308" cy="1263231"/>
        </p:xfrm>
        <a:graphic>
          <a:graphicData uri="http://schemas.openxmlformats.org/presentationml/2006/ole">
            <mc:AlternateContent xmlns:mc="http://schemas.openxmlformats.org/markup-compatibility/2006">
              <mc:Choice xmlns:v="urn:schemas-microsoft-com:vml" Requires="v">
                <p:oleObj name="Equation" r:id="rId7" imgW="772391" imgH="381206" progId="Equation.DSMT4">
                  <p:embed/>
                </p:oleObj>
              </mc:Choice>
              <mc:Fallback>
                <p:oleObj name="Equation" r:id="rId7" imgW="772391" imgH="381206" progId="Equation.DSMT4">
                  <p:embed/>
                  <p:pic>
                    <p:nvPicPr>
                      <p:cNvPr id="0" name=""/>
                      <p:cNvPicPr/>
                      <p:nvPr/>
                    </p:nvPicPr>
                    <p:blipFill>
                      <a:blip r:embed="rId8"/>
                      <a:stretch>
                        <a:fillRect/>
                      </a:stretch>
                    </p:blipFill>
                    <p:spPr>
                      <a:xfrm>
                        <a:off x="6824532" y="5468587"/>
                        <a:ext cx="2563308" cy="1263231"/>
                      </a:xfrm>
                      <a:prstGeom prst="rect">
                        <a:avLst/>
                      </a:prstGeom>
                    </p:spPr>
                  </p:pic>
                </p:oleObj>
              </mc:Fallback>
            </mc:AlternateContent>
          </a:graphicData>
        </a:graphic>
      </p:graphicFrame>
    </p:spTree>
    <p:extLst>
      <p:ext uri="{BB962C8B-B14F-4D97-AF65-F5344CB8AC3E}">
        <p14:creationId xmlns:p14="http://schemas.microsoft.com/office/powerpoint/2010/main" val="268440410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0B8A6-4F56-3DE6-27FB-CA19FA3E01B7}"/>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3F3DFA94-D9C2-A55B-C372-50A982DF1EE2}"/>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实践案例：基于</a:t>
            </a: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K-</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近邻的广告点击预测</a:t>
            </a:r>
          </a:p>
        </p:txBody>
      </p:sp>
      <p:sp>
        <p:nvSpPr>
          <p:cNvPr id="15" name="Rectangle 3">
            <a:extLst>
              <a:ext uri="{FF2B5EF4-FFF2-40B4-BE49-F238E27FC236}">
                <a16:creationId xmlns:a16="http://schemas.microsoft.com/office/drawing/2014/main" id="{F6B09637-9404-7730-3C32-F61985D616E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9">
            <a:extLst>
              <a:ext uri="{FF2B5EF4-FFF2-40B4-BE49-F238E27FC236}">
                <a16:creationId xmlns:a16="http://schemas.microsoft.com/office/drawing/2014/main" id="{1367B3D3-BC92-BA9E-2485-8EE0F2C86BF6}"/>
              </a:ext>
            </a:extLst>
          </p:cNvPr>
          <p:cNvSpPr>
            <a:spLocks noChangeArrowheads="1"/>
          </p:cNvSpPr>
          <p:nvPr/>
        </p:nvSpPr>
        <p:spPr bwMode="auto">
          <a:xfrm>
            <a:off x="520861" y="572263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1pPr>
            <a:lvl2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2pPr>
            <a:lvl3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3pPr>
            <a:lvl4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4pPr>
            <a:lvl5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5pPr>
            <a:lvl6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6pPr>
            <a:lvl7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7pPr>
            <a:lvl8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8pPr>
            <a:lvl9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9pPr>
          </a:lstStyle>
          <a:p>
            <a:pPr marL="0" marR="0" lvl="0" indent="304800" algn="ctr" defTabSz="914400" rtl="0" eaLnBrk="0" fontAlgn="base" latinLnBrk="0" hangingPunct="0">
              <a:lnSpc>
                <a:spcPct val="100000"/>
              </a:lnSpc>
              <a:spcBef>
                <a:spcPct val="0"/>
              </a:spcBef>
              <a:spcAft>
                <a:spcPct val="0"/>
              </a:spcAft>
              <a:buClrTx/>
              <a:buSzTx/>
              <a:buFontTx/>
              <a:buNone/>
              <a:tabLst>
                <a:tab pos="2641600" algn="ctr"/>
                <a:tab pos="5270500" algn="r"/>
              </a:tabLst>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23" name="文本框 22">
            <a:extLst>
              <a:ext uri="{FF2B5EF4-FFF2-40B4-BE49-F238E27FC236}">
                <a16:creationId xmlns:a16="http://schemas.microsoft.com/office/drawing/2014/main" id="{5D386D13-4441-A6C7-4BF2-5B6F16E6A743}"/>
              </a:ext>
            </a:extLst>
          </p:cNvPr>
          <p:cNvSpPr txBox="1"/>
          <p:nvPr/>
        </p:nvSpPr>
        <p:spPr>
          <a:xfrm>
            <a:off x="443211" y="1271913"/>
            <a:ext cx="11450637" cy="2419124"/>
          </a:xfrm>
          <a:prstGeom prst="rect">
            <a:avLst/>
          </a:prstGeom>
          <a:ln/>
        </p:spPr>
        <p:txBody>
          <a:bodyPr/>
          <a:lstStyle>
            <a:defPPr>
              <a:defRPr lang="zh-CN"/>
            </a:defPPr>
            <a:lvl1pPr>
              <a:lnSpc>
                <a:spcPct val="90000"/>
              </a:lnSpc>
              <a:spcBef>
                <a:spcPts val="1000"/>
              </a:spcBef>
              <a:defRPr sz="2400">
                <a:latin typeface="微软雅黑" panose="020B0503020204020204" pitchFamily="34" charset="-122"/>
                <a:ea typeface="微软雅黑" panose="020B0503020204020204" pitchFamily="34" charset="-122"/>
              </a:defRPr>
            </a:lvl1pPr>
          </a:lstStyle>
          <a:p>
            <a:r>
              <a:rPr lang="zh-CN" altLang="en-US" sz="2800" dirty="0"/>
              <a:t>数据为数据科学家</a:t>
            </a:r>
            <a:r>
              <a:rPr lang="en-US" altLang="zh-CN" sz="2800" dirty="0"/>
              <a:t>Jose Portilla</a:t>
            </a:r>
            <a:r>
              <a:rPr lang="zh-CN" altLang="en-US" sz="2800" dirty="0"/>
              <a:t>和数据科学培训机构</a:t>
            </a:r>
            <a:r>
              <a:rPr lang="en-US" altLang="zh-CN" sz="2800" dirty="0" err="1"/>
              <a:t>Pierian</a:t>
            </a:r>
            <a:r>
              <a:rPr lang="en-US" altLang="zh-CN" sz="2800" dirty="0"/>
              <a:t> Data</a:t>
            </a:r>
            <a:r>
              <a:rPr lang="zh-CN" altLang="en-US" sz="2800" dirty="0"/>
              <a:t>创建的广告点击数据集，该数据集包含</a:t>
            </a:r>
            <a:r>
              <a:rPr lang="en-US" altLang="zh-CN" sz="2800" dirty="0"/>
              <a:t>1000</a:t>
            </a:r>
            <a:r>
              <a:rPr lang="zh-CN" altLang="en-US" sz="2800" dirty="0"/>
              <a:t>条广告点击数据，具体字段包括：每日网站浏览时长、用户年龄、地区平均收入、每天上网时间、广告标题、城市、是否男性、国家、时间戳、是否点击广告。</a:t>
            </a:r>
          </a:p>
        </p:txBody>
      </p:sp>
      <p:pic>
        <p:nvPicPr>
          <p:cNvPr id="4" name="图片 3">
            <a:extLst>
              <a:ext uri="{FF2B5EF4-FFF2-40B4-BE49-F238E27FC236}">
                <a16:creationId xmlns:a16="http://schemas.microsoft.com/office/drawing/2014/main" id="{0FC8CAFF-8F73-91F5-D2F0-24A7291957C6}"/>
              </a:ext>
            </a:extLst>
          </p:cNvPr>
          <p:cNvPicPr>
            <a:picLocks noChangeAspect="1"/>
          </p:cNvPicPr>
          <p:nvPr/>
        </p:nvPicPr>
        <p:blipFill>
          <a:blip r:embed="rId3"/>
          <a:stretch>
            <a:fillRect/>
          </a:stretch>
        </p:blipFill>
        <p:spPr>
          <a:xfrm>
            <a:off x="0" y="3327596"/>
            <a:ext cx="12192000" cy="3266966"/>
          </a:xfrm>
          <a:prstGeom prst="rect">
            <a:avLst/>
          </a:prstGeom>
        </p:spPr>
      </p:pic>
    </p:spTree>
    <p:extLst>
      <p:ext uri="{BB962C8B-B14F-4D97-AF65-F5344CB8AC3E}">
        <p14:creationId xmlns:p14="http://schemas.microsoft.com/office/powerpoint/2010/main" val="37996509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E8DCE-AD31-D35A-3A22-A75729B3CE21}"/>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392FC4E7-6E4E-BF09-5D3E-41774D4445F3}"/>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实践案例：基于</a:t>
            </a: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K-</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近邻的广告点击预测</a:t>
            </a:r>
          </a:p>
        </p:txBody>
      </p:sp>
      <p:sp>
        <p:nvSpPr>
          <p:cNvPr id="15" name="Rectangle 3">
            <a:extLst>
              <a:ext uri="{FF2B5EF4-FFF2-40B4-BE49-F238E27FC236}">
                <a16:creationId xmlns:a16="http://schemas.microsoft.com/office/drawing/2014/main" id="{53B48D0D-98A7-9520-2BF7-F24C1CB35EE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文本框 5">
            <a:extLst>
              <a:ext uri="{FF2B5EF4-FFF2-40B4-BE49-F238E27FC236}">
                <a16:creationId xmlns:a16="http://schemas.microsoft.com/office/drawing/2014/main" id="{C1C2A21E-6EA6-4174-8BE0-FC43FB7B34AC}"/>
              </a:ext>
            </a:extLst>
          </p:cNvPr>
          <p:cNvSpPr txBox="1"/>
          <p:nvPr/>
        </p:nvSpPr>
        <p:spPr>
          <a:xfrm>
            <a:off x="156017" y="1081159"/>
            <a:ext cx="11696700" cy="1896801"/>
          </a:xfrm>
          <a:prstGeom prst="rect">
            <a:avLst/>
          </a:prstGeom>
          <a:noFill/>
        </p:spPr>
        <p:txBody>
          <a:bodyPr wrap="square">
            <a:spAutoFit/>
          </a:bodyPr>
          <a:lstStyle/>
          <a:p>
            <a:pPr indent="306070" algn="just">
              <a:lnSpc>
                <a:spcPct val="125000"/>
              </a:lnSpc>
              <a:spcBef>
                <a:spcPts val="600"/>
              </a:spcBef>
            </a:pPr>
            <a:r>
              <a:rPr lang="zh-CN" altLang="zh-CN" sz="2400" b="1" dirty="0">
                <a:solidFill>
                  <a:srgbClr val="FF0000"/>
                </a:solidFill>
                <a:latin typeface="微软雅黑" panose="020B0503020204020204" pitchFamily="34" charset="-122"/>
                <a:ea typeface="微软雅黑" panose="020B0503020204020204" pitchFamily="34" charset="-122"/>
              </a:rPr>
              <a:t>数据预处理。</a:t>
            </a:r>
            <a:r>
              <a:rPr lang="zh-CN" altLang="zh-CN" sz="2400" dirty="0">
                <a:latin typeface="微软雅黑" panose="020B0503020204020204" pitchFamily="34" charset="-122"/>
                <a:ea typeface="微软雅黑" panose="020B0503020204020204" pitchFamily="34" charset="-122"/>
              </a:rPr>
              <a:t>广告标题、城市、国家为离散特征，需要通过独热编码等方式将它们转换为数值特征。由于</a:t>
            </a:r>
            <a:r>
              <a:rPr lang="en-US" altLang="zh-CN" sz="2400" dirty="0">
                <a:latin typeface="微软雅黑" panose="020B0503020204020204" pitchFamily="34" charset="-122"/>
                <a:ea typeface="微软雅黑" panose="020B0503020204020204" pitchFamily="34" charset="-122"/>
              </a:rPr>
              <a:t>K-</a:t>
            </a:r>
            <a:r>
              <a:rPr lang="zh-CN" altLang="zh-CN" sz="2400" dirty="0">
                <a:latin typeface="微软雅黑" panose="020B0503020204020204" pitchFamily="34" charset="-122"/>
                <a:ea typeface="微软雅黑" panose="020B0503020204020204" pitchFamily="34" charset="-122"/>
              </a:rPr>
              <a:t>近邻是一种基于距离度量的分类算法，为了避免编码给样本距离度量带来的误差，本例在数据预处理阶段剔除了广告标题、城市、国家、时间戳这四个特征。对于保留的</a:t>
            </a:r>
            <a:endParaRPr lang="zh-CN" altLang="en-US" sz="2400" dirty="0">
              <a:latin typeface="微软雅黑" panose="020B0503020204020204" pitchFamily="34" charset="-122"/>
              <a:ea typeface="微软雅黑" panose="020B0503020204020204" pitchFamily="34" charset="-122"/>
            </a:endParaRPr>
          </a:p>
        </p:txBody>
      </p:sp>
      <p:pic>
        <p:nvPicPr>
          <p:cNvPr id="12" name="图片 11">
            <a:extLst>
              <a:ext uri="{FF2B5EF4-FFF2-40B4-BE49-F238E27FC236}">
                <a16:creationId xmlns:a16="http://schemas.microsoft.com/office/drawing/2014/main" id="{641E81A5-9E65-F9AC-E2A7-467BF59E4F4F}"/>
              </a:ext>
            </a:extLst>
          </p:cNvPr>
          <p:cNvPicPr>
            <a:picLocks noChangeAspect="1"/>
          </p:cNvPicPr>
          <p:nvPr/>
        </p:nvPicPr>
        <p:blipFill>
          <a:blip r:embed="rId3"/>
          <a:stretch>
            <a:fillRect/>
          </a:stretch>
        </p:blipFill>
        <p:spPr>
          <a:xfrm>
            <a:off x="3797453" y="2723544"/>
            <a:ext cx="8055264" cy="3848099"/>
          </a:xfrm>
          <a:prstGeom prst="rect">
            <a:avLst/>
          </a:prstGeom>
        </p:spPr>
      </p:pic>
      <p:sp>
        <p:nvSpPr>
          <p:cNvPr id="16" name="文本框 15">
            <a:extLst>
              <a:ext uri="{FF2B5EF4-FFF2-40B4-BE49-F238E27FC236}">
                <a16:creationId xmlns:a16="http://schemas.microsoft.com/office/drawing/2014/main" id="{3556EF58-8560-EAE4-28D9-E375974094A5}"/>
              </a:ext>
            </a:extLst>
          </p:cNvPr>
          <p:cNvSpPr txBox="1"/>
          <p:nvPr/>
        </p:nvSpPr>
        <p:spPr>
          <a:xfrm>
            <a:off x="166155" y="3009901"/>
            <a:ext cx="3505200" cy="1569660"/>
          </a:xfrm>
          <a:prstGeom prst="rect">
            <a:avLst/>
          </a:prstGeom>
          <a:noFill/>
        </p:spPr>
        <p:txBody>
          <a:bodyPr wrap="square">
            <a:spAutoFit/>
          </a:bodyPr>
          <a:lstStyle/>
          <a:p>
            <a:r>
              <a:rPr lang="zh-CN" altLang="zh-CN" sz="2400" dirty="0">
                <a:latin typeface="微软雅黑" panose="020B0503020204020204" pitchFamily="34" charset="-122"/>
                <a:ea typeface="微软雅黑" panose="020B0503020204020204" pitchFamily="34" charset="-122"/>
              </a:rPr>
              <a:t>特征，本例中使用</a:t>
            </a:r>
            <a:r>
              <a:rPr lang="en-US" altLang="zh-CN" sz="2400" dirty="0">
                <a:latin typeface="微软雅黑" panose="020B0503020204020204" pitchFamily="34" charset="-122"/>
                <a:ea typeface="微软雅黑" panose="020B0503020204020204" pitchFamily="34" charset="-122"/>
              </a:rPr>
              <a:t>scikit-learn</a:t>
            </a:r>
            <a:r>
              <a:rPr lang="zh-CN" altLang="zh-CN" sz="2400" dirty="0">
                <a:latin typeface="微软雅黑" panose="020B0503020204020204" pitchFamily="34" charset="-122"/>
                <a:ea typeface="微软雅黑" panose="020B0503020204020204" pitchFamily="34" charset="-122"/>
              </a:rPr>
              <a:t>中的</a:t>
            </a:r>
            <a:r>
              <a:rPr lang="en-US" altLang="zh-CN" sz="2400" dirty="0" err="1">
                <a:latin typeface="微软雅黑" panose="020B0503020204020204" pitchFamily="34" charset="-122"/>
                <a:ea typeface="微软雅黑" panose="020B0503020204020204" pitchFamily="34" charset="-122"/>
              </a:rPr>
              <a:t>StandardScaler</a:t>
            </a:r>
            <a:r>
              <a:rPr lang="zh-CN" altLang="zh-CN" sz="2400" dirty="0">
                <a:latin typeface="微软雅黑" panose="020B0503020204020204" pitchFamily="34" charset="-122"/>
                <a:ea typeface="微软雅黑" panose="020B0503020204020204" pitchFamily="34" charset="-122"/>
              </a:rPr>
              <a:t>类实现对特征的</a:t>
            </a:r>
            <a:r>
              <a:rPr lang="en-US" altLang="zh-CN" sz="2400" dirty="0">
                <a:latin typeface="微软雅黑" panose="020B0503020204020204" pitchFamily="34" charset="-122"/>
                <a:ea typeface="微软雅黑" panose="020B0503020204020204" pitchFamily="34" charset="-122"/>
              </a:rPr>
              <a:t>z-score</a:t>
            </a:r>
            <a:r>
              <a:rPr lang="zh-CN" altLang="zh-CN" sz="2400" dirty="0">
                <a:latin typeface="微软雅黑" panose="020B0503020204020204" pitchFamily="34" charset="-122"/>
                <a:ea typeface="微软雅黑" panose="020B0503020204020204" pitchFamily="34" charset="-122"/>
              </a:rPr>
              <a:t>归一化。</a:t>
            </a:r>
            <a:endParaRPr lang="zh-CN" altLang="en-US"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8469388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7CBB1-2736-4368-22D6-38D4E02917C7}"/>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BEECE1C5-6187-75D0-4FC4-CA23D5F5BC1C}"/>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实践案例：基于</a:t>
            </a: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K-</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近邻的广告点击预测</a:t>
            </a:r>
          </a:p>
        </p:txBody>
      </p:sp>
      <p:sp>
        <p:nvSpPr>
          <p:cNvPr id="15" name="Rectangle 3">
            <a:extLst>
              <a:ext uri="{FF2B5EF4-FFF2-40B4-BE49-F238E27FC236}">
                <a16:creationId xmlns:a16="http://schemas.microsoft.com/office/drawing/2014/main" id="{9A026906-1F03-1AEA-73A2-4AA9D6FAF11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文本框 5">
            <a:extLst>
              <a:ext uri="{FF2B5EF4-FFF2-40B4-BE49-F238E27FC236}">
                <a16:creationId xmlns:a16="http://schemas.microsoft.com/office/drawing/2014/main" id="{1BFCCF92-5A2E-ECC6-B5A3-4B21C7DEA909}"/>
              </a:ext>
            </a:extLst>
          </p:cNvPr>
          <p:cNvSpPr txBox="1"/>
          <p:nvPr/>
        </p:nvSpPr>
        <p:spPr>
          <a:xfrm>
            <a:off x="166154" y="1210567"/>
            <a:ext cx="11530545" cy="1896801"/>
          </a:xfrm>
          <a:prstGeom prst="rect">
            <a:avLst/>
          </a:prstGeom>
          <a:noFill/>
        </p:spPr>
        <p:txBody>
          <a:bodyPr wrap="square">
            <a:spAutoFit/>
          </a:bodyPr>
          <a:lstStyle/>
          <a:p>
            <a:pPr indent="306070" algn="just">
              <a:lnSpc>
                <a:spcPct val="125000"/>
              </a:lnSpc>
            </a:pPr>
            <a:r>
              <a:rPr lang="zh-CN" altLang="zh-CN" sz="2400" b="1" dirty="0">
                <a:solidFill>
                  <a:srgbClr val="FF0000"/>
                </a:solidFill>
                <a:latin typeface="微软雅黑" panose="020B0503020204020204" pitchFamily="34" charset="-122"/>
                <a:ea typeface="微软雅黑" panose="020B0503020204020204" pitchFamily="34" charset="-122"/>
              </a:rPr>
              <a:t>模型训练。</a:t>
            </a:r>
            <a:r>
              <a:rPr lang="zh-CN" altLang="zh-CN" sz="2400" dirty="0">
                <a:latin typeface="微软雅黑" panose="020B0503020204020204" pitchFamily="34" charset="-122"/>
                <a:ea typeface="微软雅黑" panose="020B0503020204020204" pitchFamily="34" charset="-122"/>
              </a:rPr>
              <a:t>使用</a:t>
            </a:r>
            <a:r>
              <a:rPr lang="en-US" altLang="zh-CN" sz="2400" dirty="0">
                <a:latin typeface="微软雅黑" panose="020B0503020204020204" pitchFamily="34" charset="-122"/>
                <a:ea typeface="微软雅黑" panose="020B0503020204020204" pitchFamily="34" charset="-122"/>
              </a:rPr>
              <a:t>scikit-learn</a:t>
            </a:r>
            <a:r>
              <a:rPr lang="zh-CN" altLang="zh-CN" sz="2400" dirty="0">
                <a:latin typeface="微软雅黑" panose="020B0503020204020204" pitchFamily="34" charset="-122"/>
                <a:ea typeface="微软雅黑" panose="020B0503020204020204" pitchFamily="34" charset="-122"/>
              </a:rPr>
              <a:t>调用</a:t>
            </a:r>
            <a:r>
              <a:rPr lang="en-US" altLang="zh-CN" sz="2400" dirty="0" err="1">
                <a:latin typeface="微软雅黑" panose="020B0503020204020204" pitchFamily="34" charset="-122"/>
                <a:ea typeface="微软雅黑" panose="020B0503020204020204" pitchFamily="34" charset="-122"/>
              </a:rPr>
              <a:t>KNeighborsClassifier</a:t>
            </a:r>
            <a:r>
              <a:rPr lang="zh-CN" altLang="zh-CN" sz="2400" dirty="0">
                <a:latin typeface="微软雅黑" panose="020B0503020204020204" pitchFamily="34" charset="-122"/>
                <a:ea typeface="微软雅黑" panose="020B0503020204020204" pitchFamily="34" charset="-122"/>
              </a:rPr>
              <a:t>类构建一个</a:t>
            </a:r>
            <a:r>
              <a:rPr lang="en-US" altLang="zh-CN" sz="2400" dirty="0">
                <a:latin typeface="微软雅黑" panose="020B0503020204020204" pitchFamily="34" charset="-122"/>
                <a:ea typeface="微软雅黑" panose="020B0503020204020204" pitchFamily="34" charset="-122"/>
              </a:rPr>
              <a:t>K-</a:t>
            </a:r>
            <a:r>
              <a:rPr lang="zh-CN" altLang="zh-CN" sz="2400" dirty="0">
                <a:latin typeface="微软雅黑" panose="020B0503020204020204" pitchFamily="34" charset="-122"/>
                <a:ea typeface="微软雅黑" panose="020B0503020204020204" pitchFamily="34" charset="-122"/>
              </a:rPr>
              <a:t>近邻模型。参数“</a:t>
            </a:r>
            <a:r>
              <a:rPr lang="en-US" altLang="zh-CN" sz="2400" dirty="0" err="1">
                <a:latin typeface="微软雅黑" panose="020B0503020204020204" pitchFamily="34" charset="-122"/>
                <a:ea typeface="微软雅黑" panose="020B0503020204020204" pitchFamily="34" charset="-122"/>
              </a:rPr>
              <a:t>n_neighbors</a:t>
            </a:r>
            <a:r>
              <a:rPr lang="zh-CN" altLang="zh-CN" sz="2400" dirty="0">
                <a:latin typeface="微软雅黑" panose="020B0503020204020204" pitchFamily="34" charset="-122"/>
                <a:ea typeface="微软雅黑" panose="020B0503020204020204" pitchFamily="34" charset="-122"/>
              </a:rPr>
              <a:t>”表示邻近点个数，即</a:t>
            </a:r>
            <a:r>
              <a:rPr lang="en-US" altLang="zh-CN" sz="2400" dirty="0">
                <a:latin typeface="微软雅黑" panose="020B0503020204020204" pitchFamily="34" charset="-122"/>
                <a:ea typeface="微软雅黑" panose="020B0503020204020204" pitchFamily="34" charset="-122"/>
              </a:rPr>
              <a:t>K</a:t>
            </a:r>
            <a:r>
              <a:rPr lang="zh-CN" altLang="zh-CN" sz="2400" dirty="0">
                <a:latin typeface="微软雅黑" panose="020B0503020204020204" pitchFamily="34" charset="-122"/>
                <a:ea typeface="微软雅黑" panose="020B0503020204020204" pitchFamily="34" charset="-122"/>
              </a:rPr>
              <a:t>值；参数“</a:t>
            </a:r>
            <a:r>
              <a:rPr lang="en-US" altLang="zh-CN" sz="2400" dirty="0">
                <a:latin typeface="微软雅黑" panose="020B0503020204020204" pitchFamily="34" charset="-122"/>
                <a:ea typeface="微软雅黑" panose="020B0503020204020204" pitchFamily="34" charset="-122"/>
              </a:rPr>
              <a:t>weight</a:t>
            </a:r>
            <a:r>
              <a:rPr lang="zh-CN" altLang="zh-CN" sz="2400" dirty="0">
                <a:latin typeface="微软雅黑" panose="020B0503020204020204" pitchFamily="34" charset="-122"/>
                <a:ea typeface="微软雅黑" panose="020B0503020204020204" pitchFamily="34" charset="-122"/>
              </a:rPr>
              <a:t>”的取值有“</a:t>
            </a:r>
            <a:r>
              <a:rPr lang="en-US" altLang="zh-CN" sz="2400" dirty="0">
                <a:latin typeface="微软雅黑" panose="020B0503020204020204" pitchFamily="34" charset="-122"/>
                <a:ea typeface="微软雅黑" panose="020B0503020204020204" pitchFamily="34" charset="-122"/>
              </a:rPr>
              <a:t>uniform</a:t>
            </a:r>
            <a:r>
              <a:rPr lang="zh-CN" altLang="zh-CN" sz="2400" dirty="0">
                <a:latin typeface="微软雅黑" panose="020B0503020204020204" pitchFamily="34" charset="-122"/>
                <a:ea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rPr>
              <a:t>distance</a:t>
            </a:r>
            <a:r>
              <a:rPr lang="zh-CN" altLang="zh-CN" sz="2400" dirty="0">
                <a:latin typeface="微软雅黑" panose="020B0503020204020204" pitchFamily="34" charset="-122"/>
                <a:ea typeface="微软雅黑" panose="020B0503020204020204" pitchFamily="34" charset="-122"/>
              </a:rPr>
              <a:t>”，分别表示各样本权重一致、使用距离的倒数作为权重；参数“</a:t>
            </a:r>
            <a:r>
              <a:rPr lang="en-US" altLang="zh-CN" sz="2400" dirty="0">
                <a:latin typeface="微软雅黑" panose="020B0503020204020204" pitchFamily="34" charset="-122"/>
                <a:ea typeface="微软雅黑" panose="020B0503020204020204" pitchFamily="34" charset="-122"/>
              </a:rPr>
              <a:t>p</a:t>
            </a:r>
            <a:r>
              <a:rPr lang="zh-CN" altLang="zh-CN" sz="2400" dirty="0">
                <a:latin typeface="微软雅黑" panose="020B0503020204020204" pitchFamily="34" charset="-122"/>
                <a:ea typeface="微软雅黑" panose="020B0503020204020204" pitchFamily="34" charset="-122"/>
              </a:rPr>
              <a:t>”表示闵可夫斯基距离的</a:t>
            </a:r>
            <a:r>
              <a:rPr lang="en-US" altLang="zh-CN" sz="2400" dirty="0">
                <a:latin typeface="微软雅黑" panose="020B0503020204020204" pitchFamily="34" charset="-122"/>
                <a:ea typeface="微软雅黑" panose="020B0503020204020204" pitchFamily="34" charset="-122"/>
              </a:rPr>
              <a:t>p</a:t>
            </a:r>
            <a:r>
              <a:rPr lang="zh-CN" altLang="zh-CN" sz="2400" dirty="0">
                <a:latin typeface="微软雅黑" panose="020B0503020204020204" pitchFamily="34" charset="-122"/>
                <a:ea typeface="微软雅黑" panose="020B0503020204020204" pitchFamily="34" charset="-122"/>
              </a:rPr>
              <a:t>值，</a:t>
            </a:r>
            <a:r>
              <a:rPr lang="en-US" altLang="zh-CN" sz="2400" dirty="0">
                <a:latin typeface="微软雅黑" panose="020B0503020204020204" pitchFamily="34" charset="-122"/>
                <a:ea typeface="微软雅黑" panose="020B0503020204020204" pitchFamily="34" charset="-122"/>
              </a:rPr>
              <a:t>p=1</a:t>
            </a:r>
            <a:r>
              <a:rPr lang="zh-CN" altLang="zh-CN" sz="2400" dirty="0">
                <a:latin typeface="微软雅黑" panose="020B0503020204020204" pitchFamily="34" charset="-122"/>
                <a:ea typeface="微软雅黑" panose="020B0503020204020204" pitchFamily="34" charset="-122"/>
              </a:rPr>
              <a:t>即为欧式距离，</a:t>
            </a:r>
            <a:r>
              <a:rPr lang="en-US" altLang="zh-CN" sz="2400" dirty="0">
                <a:latin typeface="微软雅黑" panose="020B0503020204020204" pitchFamily="34" charset="-122"/>
                <a:ea typeface="微软雅黑" panose="020B0503020204020204" pitchFamily="34" charset="-122"/>
              </a:rPr>
              <a:t>p=2</a:t>
            </a:r>
            <a:r>
              <a:rPr lang="zh-CN" altLang="zh-CN" sz="2400" dirty="0">
                <a:latin typeface="微软雅黑" panose="020B0503020204020204" pitchFamily="34" charset="-122"/>
                <a:ea typeface="微软雅黑" panose="020B0503020204020204" pitchFamily="34" charset="-122"/>
              </a:rPr>
              <a:t>即曼哈顿距离。</a:t>
            </a:r>
          </a:p>
        </p:txBody>
      </p:sp>
      <p:pic>
        <p:nvPicPr>
          <p:cNvPr id="5" name="图片 4">
            <a:extLst>
              <a:ext uri="{FF2B5EF4-FFF2-40B4-BE49-F238E27FC236}">
                <a16:creationId xmlns:a16="http://schemas.microsoft.com/office/drawing/2014/main" id="{65C0D23D-5172-C54D-5AC2-F1F4D4B867AE}"/>
              </a:ext>
            </a:extLst>
          </p:cNvPr>
          <p:cNvPicPr>
            <a:picLocks noChangeAspect="1"/>
          </p:cNvPicPr>
          <p:nvPr/>
        </p:nvPicPr>
        <p:blipFill>
          <a:blip r:embed="rId3"/>
          <a:stretch>
            <a:fillRect/>
          </a:stretch>
        </p:blipFill>
        <p:spPr>
          <a:xfrm>
            <a:off x="682211" y="3380923"/>
            <a:ext cx="10827578" cy="1827362"/>
          </a:xfrm>
          <a:prstGeom prst="rect">
            <a:avLst/>
          </a:prstGeom>
        </p:spPr>
      </p:pic>
      <p:pic>
        <p:nvPicPr>
          <p:cNvPr id="4" name="图片 3">
            <a:extLst>
              <a:ext uri="{FF2B5EF4-FFF2-40B4-BE49-F238E27FC236}">
                <a16:creationId xmlns:a16="http://schemas.microsoft.com/office/drawing/2014/main" id="{98092C04-A3D0-84C3-3FAB-FAF1870AF61B}"/>
              </a:ext>
            </a:extLst>
          </p:cNvPr>
          <p:cNvPicPr>
            <a:picLocks noChangeAspect="1"/>
          </p:cNvPicPr>
          <p:nvPr/>
        </p:nvPicPr>
        <p:blipFill>
          <a:blip r:embed="rId4"/>
          <a:stretch>
            <a:fillRect/>
          </a:stretch>
        </p:blipFill>
        <p:spPr>
          <a:xfrm>
            <a:off x="588697" y="5228020"/>
            <a:ext cx="11014605" cy="1127294"/>
          </a:xfrm>
          <a:prstGeom prst="rect">
            <a:avLst/>
          </a:prstGeom>
        </p:spPr>
      </p:pic>
    </p:spTree>
    <p:extLst>
      <p:ext uri="{BB962C8B-B14F-4D97-AF65-F5344CB8AC3E}">
        <p14:creationId xmlns:p14="http://schemas.microsoft.com/office/powerpoint/2010/main" val="27815836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8FB17-FA92-812A-ECC4-F071FE7312FB}"/>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5E8FA2A2-1D61-A61A-7074-2D60A7CD0FBA}"/>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实践案例：基于</a:t>
            </a: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K-</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近邻的广告点击预测</a:t>
            </a:r>
          </a:p>
        </p:txBody>
      </p:sp>
      <p:sp>
        <p:nvSpPr>
          <p:cNvPr id="15" name="Rectangle 3">
            <a:extLst>
              <a:ext uri="{FF2B5EF4-FFF2-40B4-BE49-F238E27FC236}">
                <a16:creationId xmlns:a16="http://schemas.microsoft.com/office/drawing/2014/main" id="{A1B4DCF8-B0B3-666A-86A8-A157A67FC19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文本框 5">
            <a:extLst>
              <a:ext uri="{FF2B5EF4-FFF2-40B4-BE49-F238E27FC236}">
                <a16:creationId xmlns:a16="http://schemas.microsoft.com/office/drawing/2014/main" id="{7FC281C4-EFC8-E4D8-BE91-C2586FDA3B61}"/>
              </a:ext>
            </a:extLst>
          </p:cNvPr>
          <p:cNvSpPr txBox="1"/>
          <p:nvPr/>
        </p:nvSpPr>
        <p:spPr>
          <a:xfrm>
            <a:off x="279741" y="1207475"/>
            <a:ext cx="11449252" cy="1512081"/>
          </a:xfrm>
          <a:prstGeom prst="rect">
            <a:avLst/>
          </a:prstGeom>
          <a:noFill/>
        </p:spPr>
        <p:txBody>
          <a:bodyPr wrap="square">
            <a:spAutoFit/>
          </a:bodyPr>
          <a:lstStyle/>
          <a:p>
            <a:pPr indent="306070" algn="just">
              <a:lnSpc>
                <a:spcPct val="125000"/>
              </a:lnSpc>
              <a:spcBef>
                <a:spcPts val="600"/>
              </a:spcBef>
            </a:pPr>
            <a:r>
              <a:rPr lang="zh-CN" altLang="en-US" sz="2400" dirty="0">
                <a:latin typeface="微软雅黑" panose="020B0503020204020204" pitchFamily="34" charset="-122"/>
                <a:ea typeface="微软雅黑" panose="020B0503020204020204" pitchFamily="34" charset="-122"/>
              </a:rPr>
              <a:t>测试不同</a:t>
            </a:r>
            <a:r>
              <a:rPr lang="en-US" altLang="zh-CN" sz="2400" dirty="0">
                <a:latin typeface="微软雅黑" panose="020B0503020204020204" pitchFamily="34" charset="-122"/>
                <a:ea typeface="微软雅黑" panose="020B0503020204020204" pitchFamily="34" charset="-122"/>
              </a:rPr>
              <a:t>K</a:t>
            </a:r>
            <a:r>
              <a:rPr lang="zh-CN" altLang="en-US" sz="2400" dirty="0">
                <a:latin typeface="微软雅黑" panose="020B0503020204020204" pitchFamily="34" charset="-122"/>
                <a:ea typeface="微软雅黑" panose="020B0503020204020204" pitchFamily="34" charset="-122"/>
              </a:rPr>
              <a:t>值下</a:t>
            </a:r>
            <a:r>
              <a:rPr lang="en-US" altLang="zh-CN" sz="2400" dirty="0">
                <a:latin typeface="微软雅黑" panose="020B0503020204020204" pitchFamily="34" charset="-122"/>
                <a:ea typeface="微软雅黑" panose="020B0503020204020204" pitchFamily="34" charset="-122"/>
              </a:rPr>
              <a:t>K-</a:t>
            </a:r>
            <a:r>
              <a:rPr lang="zh-CN" altLang="en-US" sz="2400" dirty="0">
                <a:latin typeface="微软雅黑" panose="020B0503020204020204" pitchFamily="34" charset="-122"/>
                <a:ea typeface="微软雅黑" panose="020B0503020204020204" pitchFamily="34" charset="-122"/>
              </a:rPr>
              <a:t>近邻模型的决策边界。为了便于可视化，只使用两个特征。</a:t>
            </a:r>
            <a:endParaRPr lang="en-US" altLang="zh-CN" sz="2400" dirty="0">
              <a:latin typeface="微软雅黑" panose="020B0503020204020204" pitchFamily="34" charset="-122"/>
              <a:ea typeface="微软雅黑" panose="020B0503020204020204" pitchFamily="34" charset="-122"/>
            </a:endParaRPr>
          </a:p>
          <a:p>
            <a:pPr indent="306070" algn="just">
              <a:lnSpc>
                <a:spcPct val="125000"/>
              </a:lnSpc>
              <a:spcBef>
                <a:spcPts val="600"/>
              </a:spcBef>
            </a:pPr>
            <a:r>
              <a:rPr lang="zh-CN" altLang="en-US" sz="2400" dirty="0">
                <a:latin typeface="微软雅黑" panose="020B0503020204020204" pitchFamily="34" charset="-122"/>
                <a:ea typeface="微软雅黑" panose="020B0503020204020204" pitchFamily="34" charset="-122"/>
              </a:rPr>
              <a:t>两种背景色的交界线即为模型的决策边界，从图中可以观察到</a:t>
            </a:r>
            <a:r>
              <a:rPr lang="en-US" altLang="zh-CN" sz="2400" dirty="0">
                <a:latin typeface="微软雅黑" panose="020B0503020204020204" pitchFamily="34" charset="-122"/>
                <a:ea typeface="微软雅黑" panose="020B0503020204020204" pitchFamily="34" charset="-122"/>
              </a:rPr>
              <a:t>K</a:t>
            </a:r>
            <a:r>
              <a:rPr lang="zh-CN" altLang="en-US" sz="2400" dirty="0">
                <a:latin typeface="微软雅黑" panose="020B0503020204020204" pitchFamily="34" charset="-122"/>
                <a:ea typeface="微软雅黑" panose="020B0503020204020204" pitchFamily="34" charset="-122"/>
              </a:rPr>
              <a:t>值越大，决策边界越光滑，这表明模型越简单。</a:t>
            </a:r>
            <a:endParaRPr lang="zh-CN" altLang="zh-CN" sz="2400" dirty="0">
              <a:latin typeface="微软雅黑" panose="020B0503020204020204" pitchFamily="34" charset="-122"/>
              <a:ea typeface="微软雅黑" panose="020B0503020204020204" pitchFamily="34" charset="-122"/>
            </a:endParaRPr>
          </a:p>
        </p:txBody>
      </p:sp>
      <p:pic>
        <p:nvPicPr>
          <p:cNvPr id="9" name="图片 8">
            <a:extLst>
              <a:ext uri="{FF2B5EF4-FFF2-40B4-BE49-F238E27FC236}">
                <a16:creationId xmlns:a16="http://schemas.microsoft.com/office/drawing/2014/main" id="{3CB04C87-BDC2-DC15-89FD-F116DAA40094}"/>
              </a:ext>
            </a:extLst>
          </p:cNvPr>
          <p:cNvPicPr>
            <a:picLocks noChangeAspect="1"/>
          </p:cNvPicPr>
          <p:nvPr/>
        </p:nvPicPr>
        <p:blipFill>
          <a:blip r:embed="rId3"/>
          <a:stretch>
            <a:fillRect/>
          </a:stretch>
        </p:blipFill>
        <p:spPr>
          <a:xfrm>
            <a:off x="669143" y="2893277"/>
            <a:ext cx="10618465" cy="3094925"/>
          </a:xfrm>
          <a:prstGeom prst="rect">
            <a:avLst/>
          </a:prstGeom>
        </p:spPr>
      </p:pic>
      <p:sp>
        <p:nvSpPr>
          <p:cNvPr id="12" name="文本框 11">
            <a:extLst>
              <a:ext uri="{FF2B5EF4-FFF2-40B4-BE49-F238E27FC236}">
                <a16:creationId xmlns:a16="http://schemas.microsoft.com/office/drawing/2014/main" id="{90535593-498F-71CC-4400-6D48FAE09EA7}"/>
              </a:ext>
            </a:extLst>
          </p:cNvPr>
          <p:cNvSpPr txBox="1"/>
          <p:nvPr/>
        </p:nvSpPr>
        <p:spPr>
          <a:xfrm>
            <a:off x="1783080" y="5944627"/>
            <a:ext cx="2606040" cy="461665"/>
          </a:xfrm>
          <a:prstGeom prst="rect">
            <a:avLst/>
          </a:prstGeom>
          <a:noFill/>
        </p:spPr>
        <p:txBody>
          <a:bodyPr wrap="square">
            <a:spAutoFit/>
          </a:bodyPr>
          <a:lstStyle/>
          <a:p>
            <a:r>
              <a:rPr lang="en-US" altLang="zh-CN" sz="2400" b="1" kern="100" dirty="0">
                <a:solidFill>
                  <a:srgbClr val="C45911"/>
                </a:solidFill>
                <a:effectLst/>
                <a:latin typeface="Courier New" panose="02070309020205020404" pitchFamily="49" charset="0"/>
                <a:ea typeface="宋体" panose="02010600030101010101" pitchFamily="2" charset="-122"/>
              </a:rPr>
              <a:t>Acc.=0.868</a:t>
            </a:r>
            <a:endParaRPr lang="zh-CN" altLang="en-US" sz="2400" b="1" dirty="0"/>
          </a:p>
        </p:txBody>
      </p:sp>
      <p:sp>
        <p:nvSpPr>
          <p:cNvPr id="14" name="文本框 13">
            <a:extLst>
              <a:ext uri="{FF2B5EF4-FFF2-40B4-BE49-F238E27FC236}">
                <a16:creationId xmlns:a16="http://schemas.microsoft.com/office/drawing/2014/main" id="{D9C0CFEC-0866-809B-0FED-A3C894F142E7}"/>
              </a:ext>
            </a:extLst>
          </p:cNvPr>
          <p:cNvSpPr txBox="1"/>
          <p:nvPr/>
        </p:nvSpPr>
        <p:spPr>
          <a:xfrm>
            <a:off x="5232324" y="5988202"/>
            <a:ext cx="2606040" cy="461665"/>
          </a:xfrm>
          <a:prstGeom prst="rect">
            <a:avLst/>
          </a:prstGeom>
          <a:noFill/>
        </p:spPr>
        <p:txBody>
          <a:bodyPr wrap="square">
            <a:spAutoFit/>
          </a:bodyPr>
          <a:lstStyle/>
          <a:p>
            <a:r>
              <a:rPr lang="en-US" altLang="zh-CN" sz="2400" b="1" kern="100" dirty="0">
                <a:solidFill>
                  <a:srgbClr val="C45911"/>
                </a:solidFill>
                <a:effectLst/>
                <a:latin typeface="Courier New" panose="02070309020205020404" pitchFamily="49" charset="0"/>
                <a:ea typeface="宋体" panose="02010600030101010101" pitchFamily="2" charset="-122"/>
              </a:rPr>
              <a:t>Acc.=0.92</a:t>
            </a:r>
            <a:endParaRPr lang="zh-CN" altLang="en-US" sz="2400" b="1" dirty="0"/>
          </a:p>
        </p:txBody>
      </p:sp>
      <p:sp>
        <p:nvSpPr>
          <p:cNvPr id="16" name="文本框 15">
            <a:extLst>
              <a:ext uri="{FF2B5EF4-FFF2-40B4-BE49-F238E27FC236}">
                <a16:creationId xmlns:a16="http://schemas.microsoft.com/office/drawing/2014/main" id="{C59F2042-7D8D-94AC-79A9-7861E0E9B4A7}"/>
              </a:ext>
            </a:extLst>
          </p:cNvPr>
          <p:cNvSpPr txBox="1"/>
          <p:nvPr/>
        </p:nvSpPr>
        <p:spPr>
          <a:xfrm>
            <a:off x="8870697" y="5988202"/>
            <a:ext cx="2606040" cy="461665"/>
          </a:xfrm>
          <a:prstGeom prst="rect">
            <a:avLst/>
          </a:prstGeom>
          <a:noFill/>
        </p:spPr>
        <p:txBody>
          <a:bodyPr wrap="square">
            <a:spAutoFit/>
          </a:bodyPr>
          <a:lstStyle/>
          <a:p>
            <a:r>
              <a:rPr lang="en-US" altLang="zh-CN" sz="2400" b="1" kern="100" dirty="0">
                <a:solidFill>
                  <a:srgbClr val="C45911"/>
                </a:solidFill>
                <a:effectLst/>
                <a:latin typeface="Courier New" panose="02070309020205020404" pitchFamily="49" charset="0"/>
                <a:ea typeface="宋体" panose="02010600030101010101" pitchFamily="2" charset="-122"/>
              </a:rPr>
              <a:t>Acc.=0.908</a:t>
            </a:r>
            <a:endParaRPr lang="zh-CN" altLang="en-US" sz="2400" b="1" dirty="0"/>
          </a:p>
        </p:txBody>
      </p:sp>
    </p:spTree>
    <p:extLst>
      <p:ext uri="{BB962C8B-B14F-4D97-AF65-F5344CB8AC3E}">
        <p14:creationId xmlns:p14="http://schemas.microsoft.com/office/powerpoint/2010/main" val="180477434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1035ED6-ED79-6653-E473-3F5FCA3CC077}"/>
              </a:ext>
            </a:extLst>
          </p:cNvPr>
          <p:cNvSpPr txBox="1">
            <a:spLocks/>
          </p:cNvSpPr>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6235327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057fef28-e1f3-418f-8f7b-57f60670b37e"/>
  <p:tag name="COMMONDATA" val="eyJoZGlkIjoiNGZlODdkOGY2N2FkZjEzZjVmYjI5NGY1MTQ2NGRhNj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7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2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uant0k">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9">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8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9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6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87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B3E28D3-CC25-4935-9535-3CA44F295BD0}">
  <we:reference id="wa200005669" version="2.0.0.0" store="en-US" storeType="OMEX"/>
  <we:alternateReferences>
    <we:reference id="WA200005669"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5107</TotalTime>
  <Words>930</Words>
  <Application>Microsoft Office PowerPoint</Application>
  <PresentationFormat>宽屏</PresentationFormat>
  <Paragraphs>66</Paragraphs>
  <Slides>11</Slides>
  <Notes>11</Notes>
  <HiddenSlides>0</HiddenSlides>
  <MMClips>0</MMClips>
  <ScaleCrop>false</ScaleCrop>
  <HeadingPairs>
    <vt:vector size="8" baseType="variant">
      <vt:variant>
        <vt:lpstr>已用的字体</vt:lpstr>
      </vt:variant>
      <vt:variant>
        <vt:i4>10</vt:i4>
      </vt:variant>
      <vt:variant>
        <vt:lpstr>主题</vt:lpstr>
      </vt:variant>
      <vt:variant>
        <vt:i4>12</vt:i4>
      </vt:variant>
      <vt:variant>
        <vt:lpstr>嵌入 OLE 服务器</vt:lpstr>
      </vt:variant>
      <vt:variant>
        <vt:i4>2</vt:i4>
      </vt:variant>
      <vt:variant>
        <vt:lpstr>幻灯片标题</vt:lpstr>
      </vt:variant>
      <vt:variant>
        <vt:i4>11</vt:i4>
      </vt:variant>
    </vt:vector>
  </HeadingPairs>
  <TitlesOfParts>
    <vt:vector size="35" baseType="lpstr">
      <vt:lpstr>等线</vt:lpstr>
      <vt:lpstr>华光综艺_CNKI</vt:lpstr>
      <vt:lpstr>思源黑体</vt:lpstr>
      <vt:lpstr>思源黑体 CN Bold</vt:lpstr>
      <vt:lpstr>微软雅黑</vt:lpstr>
      <vt:lpstr>Arial</vt:lpstr>
      <vt:lpstr>Calibri</vt:lpstr>
      <vt:lpstr>Courier New</vt:lpstr>
      <vt:lpstr>Times New Roman</vt:lpstr>
      <vt:lpstr>Wingdings</vt:lpstr>
      <vt:lpstr>Office 主题​​</vt:lpstr>
      <vt:lpstr>10_自定义设计方案</vt:lpstr>
      <vt:lpstr>17_自定义设计方案</vt:lpstr>
      <vt:lpstr>21_自定义设计方案</vt:lpstr>
      <vt:lpstr>11_自定义设计方案</vt:lpstr>
      <vt:lpstr>2_默认设计模板</vt:lpstr>
      <vt:lpstr>1_默认设计模板</vt:lpstr>
      <vt:lpstr>7_自定义设计方案</vt:lpstr>
      <vt:lpstr>18_自定义设计方案</vt:lpstr>
      <vt:lpstr>12_自定义设计方案</vt:lpstr>
      <vt:lpstr>19_自定义设计方案</vt:lpstr>
      <vt:lpstr>16_自定义设计方案</vt:lpstr>
      <vt:lpstr>Equation</vt:lpstr>
      <vt:lpstr>Photo Editor 照片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大数据分析-模版-吕欣.pptx</dc:title>
  <dc:creator>吕欣</dc:creator>
  <cp:lastModifiedBy>Mengning Wang</cp:lastModifiedBy>
  <cp:revision>2895</cp:revision>
  <dcterms:created xsi:type="dcterms:W3CDTF">2022-05-23T09:13:00Z</dcterms:created>
  <dcterms:modified xsi:type="dcterms:W3CDTF">2025-04-15T12:50:33Z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03DF3E81453D43789918EC1D3CAC176D_12</vt:lpwstr>
  </property>
  <property fmtid="{D5CDD505-2E9C-101B-9397-08002B2CF9AE}" pid="3" name="KSOProductBuildVer">
    <vt:lpwstr>2052-11.1.0.14309</vt:lpwstr>
  </property>
</Properties>
</file>