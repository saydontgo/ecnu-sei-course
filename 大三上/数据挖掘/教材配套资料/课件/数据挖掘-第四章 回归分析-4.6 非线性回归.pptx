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4.xml" ContentType="application/vnd.openxmlformats-officedocument.theme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5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6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theme/theme7.xml" ContentType="application/vnd.openxmlformats-officedocument.theme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theme/theme8.xml" ContentType="application/vnd.openxmlformats-officedocument.theme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theme/theme9.xml" ContentType="application/vnd.openxmlformats-officedocument.theme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theme/theme10.xml" ContentType="application/vnd.openxmlformats-officedocument.theme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theme/theme11.xml" ContentType="application/vnd.openxmlformats-officedocument.theme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6">
  <p:sldMasterIdLst>
    <p:sldMasterId id="2147483648" r:id="rId1"/>
    <p:sldMasterId id="2147484409" r:id="rId2"/>
    <p:sldMasterId id="2147484466" r:id="rId3"/>
    <p:sldMasterId id="2147484493" r:id="rId4"/>
    <p:sldMasterId id="2147484519" r:id="rId5"/>
    <p:sldMasterId id="2147484635" r:id="rId6"/>
    <p:sldMasterId id="2147484651" r:id="rId7"/>
    <p:sldMasterId id="2147484950" r:id="rId8"/>
    <p:sldMasterId id="2147484968" r:id="rId9"/>
    <p:sldMasterId id="2147484995" r:id="rId10"/>
    <p:sldMasterId id="2147485044" r:id="rId11"/>
    <p:sldMasterId id="2147485105" r:id="rId12"/>
  </p:sldMasterIdLst>
  <p:notesMasterIdLst>
    <p:notesMasterId r:id="rId31"/>
  </p:notesMasterIdLst>
  <p:handoutMasterIdLst>
    <p:handoutMasterId r:id="rId32"/>
  </p:handoutMasterIdLst>
  <p:sldIdLst>
    <p:sldId id="15638" r:id="rId13"/>
    <p:sldId id="15748" r:id="rId14"/>
    <p:sldId id="15752" r:id="rId15"/>
    <p:sldId id="15753" r:id="rId16"/>
    <p:sldId id="15774" r:id="rId17"/>
    <p:sldId id="1260" r:id="rId18"/>
    <p:sldId id="1261" r:id="rId19"/>
    <p:sldId id="1262" r:id="rId20"/>
    <p:sldId id="15754" r:id="rId21"/>
    <p:sldId id="15776" r:id="rId22"/>
    <p:sldId id="15755" r:id="rId23"/>
    <p:sldId id="15777" r:id="rId24"/>
    <p:sldId id="15756" r:id="rId25"/>
    <p:sldId id="15757" r:id="rId26"/>
    <p:sldId id="15759" r:id="rId27"/>
    <p:sldId id="15758" r:id="rId28"/>
    <p:sldId id="15760" r:id="rId29"/>
    <p:sldId id="15502" r:id="rId30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一节" id="{B76A38E9-E72E-4BCB-B362-B21FAC086E6B}">
          <p14:sldIdLst>
            <p14:sldId id="15638"/>
            <p14:sldId id="15748"/>
            <p14:sldId id="15752"/>
            <p14:sldId id="15753"/>
            <p14:sldId id="15774"/>
            <p14:sldId id="1260"/>
            <p14:sldId id="1261"/>
            <p14:sldId id="1262"/>
            <p14:sldId id="15754"/>
            <p14:sldId id="15776"/>
            <p14:sldId id="15755"/>
            <p14:sldId id="15777"/>
            <p14:sldId id="15756"/>
            <p14:sldId id="15757"/>
            <p14:sldId id="15759"/>
            <p14:sldId id="15758"/>
            <p14:sldId id="15760"/>
          </p14:sldIdLst>
        </p14:section>
        <p14:section name="第三节" id="{D73DEBA0-8DA1-425E-BF8D-3499E83F0652}">
          <p14:sldIdLst>
            <p14:sldId id="15502"/>
          </p14:sldIdLst>
        </p14:section>
      </p14:sectionLst>
    </p:ext>
    <p:ext uri="{EFAFB233-063F-42B5-8137-9DF3F51BA10A}">
      <p15:sldGuideLst xmlns:p15="http://schemas.microsoft.com/office/powerpoint/2012/main">
        <p15:guide id="4" pos="2280" userDrawn="1">
          <p15:clr>
            <a:srgbClr val="A4A3A4"/>
          </p15:clr>
        </p15:guide>
        <p15:guide id="5" orient="horz" pos="29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8BD5"/>
    <a:srgbClr val="E77500"/>
    <a:srgbClr val="0066FF"/>
    <a:srgbClr val="033BA7"/>
    <a:srgbClr val="FFFFFF"/>
    <a:srgbClr val="FD5C0C"/>
    <a:srgbClr val="7EA4EE"/>
    <a:srgbClr val="00FF00"/>
    <a:srgbClr val="F6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23" autoAdjust="0"/>
    <p:restoredTop sz="78121" autoAdjust="0"/>
  </p:normalViewPr>
  <p:slideViewPr>
    <p:cSldViewPr snapToGrid="0">
      <p:cViewPr varScale="1">
        <p:scale>
          <a:sx n="72" d="100"/>
          <a:sy n="72" d="100"/>
        </p:scale>
        <p:origin x="67" y="538"/>
      </p:cViewPr>
      <p:guideLst>
        <p:guide pos="2280"/>
        <p:guide orient="horz"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242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682E4-1D3E-4E21-8E57-F0A36E8AFBBC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71F6-C60D-4682-BD97-627ABF355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80EC0-271A-47A3-B94A-5AACB63D0D64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F833C-0931-4030-8352-AFD9186768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FF985-1517-25CF-AFDE-6FB8E3A58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314C2A-0E11-3D10-C856-24DA03989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F8C98D-0E23-12DF-2B75-43DC6C121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6781D8-66EA-C7AA-8C17-CED569F38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0060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E3A1-D26D-0F5E-0B45-73C6DE349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F898D0-5F9A-C5A0-511C-66BC2A723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FF7A04-AE97-C7B0-55B4-0ED05ACE7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015329-8B6A-61E4-C2A6-21C178C47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482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AC346-E751-74C4-C143-10C4815E2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BD8C46-DF86-A4B1-701D-51B8E52D1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4A9221-BFA9-2C6F-609A-FD58F7F5F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4F69A8-0E69-F7AA-4AE5-650D2B3BE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727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E171C-946B-0D7C-BF21-0F79C4B05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466FCA-1783-B76E-C56F-18DE4D6BB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D58279-0EE4-C372-A943-1475D41C9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D2A61A-58C1-B944-E45E-B33E00645E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4837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96F04-A2EE-ADD1-F350-6AA602BA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0CF604-A085-476C-5370-E4D27704D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4F830A-558F-B907-C0D8-5769B6562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49C4F8-69AC-ADC6-F66A-74069790B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857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BC7C-3EDD-FA0E-4249-EB558BF6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335753-DC46-473E-D1FC-F2B5DADE2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C2E4643-40DD-54D5-86A1-A18045BBA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9FCB40-8156-3084-7A99-2F14F25FB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868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D88BF-7C21-5567-7C49-00EE2103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281834-B202-7F1E-AECE-3CFBD87DB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FE5379-22A0-0A40-6E32-8800C1AAD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015176-A341-0642-C63B-89D091D64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731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AFB0B-B097-6420-C424-EBE835DA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3F938A-3B95-0A31-D92A-19A6ADFFA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36C8E0-98D2-A390-9886-D377CA27FA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B27D5F-7E1D-E429-E5C1-673DCE86F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517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C1D5-BE72-7DE2-69FF-3599B447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9E0D64-D440-3188-67D2-0FA235463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1B2B20-B952-F185-46E4-A984F7FFF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AB5C83-F8A6-C082-E03F-6E24D79F7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803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FB7C8-DBC9-D8F8-EF27-04B629656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D485A6-2F2C-A79C-C130-62543AFA2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3C0120-EF11-0CBB-85F8-5149F4362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poly=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PolynomialFeatures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(degree=2)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创建一个最高次项为二次项的多项式特征转换器对象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poly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。然后使用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fit_transform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转换为包含一次项和二次项的二维特征矩阵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X11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。再使用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Scikit-learn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提供的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LinearRegression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类构建线性回归模型，并使用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.fit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方法传入数据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X11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进行模型拟合。最后使用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r2_score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方法计算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，并打印模型系数和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8F831C-4BD8-F72D-0091-A7E9CDD77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539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0C880-A0B1-92E1-8668-5C33C31D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74835B-13C3-3067-2914-BD278F8B0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BC2EF67-ED0A-9C30-1DCA-416C32307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0368E-4540-7C33-BA66-B2636F3E5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90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E1E04-C6A7-1E26-9D16-D4475C0DA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3CE0A9-BA62-BC2F-9D79-EAE90B594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BCE463-6A2A-CACC-8B1A-B32F57F6F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将自定义的幂函数、自变量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和因变量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传入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curve_fit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函数进行拟合得到最优参数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popt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和协方差矩阵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pcov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。然后使用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r2_score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方法计算幂函数模型的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，并打印模型方程和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F669A2-F334-DFC7-6EA7-B01E19F19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9722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5858-849C-0C28-5F2E-A00C43822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13EEF8-6CC8-592F-5155-9FB5395D5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A07B29-C088-773D-93C2-3AD6D521B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06070"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）二次曲线的拟合效果比幂函数更好，也更贴合数据点。这表明，在工龄和月薪之间的关系中，二次曲线更能够描述实际情况。</a:t>
            </a:r>
          </a:p>
          <a:p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）工龄对月薪的影响呈现出一定程度的非线性特征。这与实际情况相符，随着工龄的增加，员工的技能和经验也会随之提升，进而月薪呈现出幅度更大的非线性变化</a:t>
            </a: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702C0D-C215-A666-36C7-F5D6093B5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339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6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Relationship Id="rId4" Type="http://schemas.microsoft.com/office/2007/relationships/hdphoto" Target="../media/hdphoto1.wdp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6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Relationship Id="rId4" Type="http://schemas.microsoft.com/office/2007/relationships/hdphoto" Target="../media/hdphoto1.wdp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7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7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7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24.png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9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9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9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4.png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508FBC-A264-6F1A-7977-DAFCBAF387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/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5467157C-6AAC-7C52-2017-1FE36A3D10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71D0F9-5031-B629-E802-6AEAF0F1C6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53"/>
          <a:stretch/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F803D8-0039-D24A-E8C1-26F5161CAA45}"/>
              </a:ext>
            </a:extLst>
          </p:cNvPr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89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83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二、主要工作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09687F67-AA25-9614-8E73-69B387358195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三、总结展望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237FF217-6AE0-9A66-FE88-108698555006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  <p:sp>
        <p:nvSpPr>
          <p:cNvPr id="2" name="矩形 26">
            <a:extLst>
              <a:ext uri="{FF2B5EF4-FFF2-40B4-BE49-F238E27FC236}">
                <a16:creationId xmlns:a16="http://schemas.microsoft.com/office/drawing/2014/main" id="{E96EBE77-5145-3DED-C2A2-D3DD459293CF}"/>
              </a:ext>
            </a:extLst>
          </p:cNvPr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marL="438150" indent="-438150">
              <a:lnSpc>
                <a:spcPct val="125000"/>
              </a:lnSpc>
              <a:buFont typeface="Wingdings" pitchFamily="2" charset="2"/>
              <a:buChar char="n"/>
              <a:defRPr sz="2800" b="1" cap="none" spc="0" baseline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defRPr>
            </a:lvl1pPr>
            <a:lvl2pPr>
              <a:lnSpc>
                <a:spcPct val="125000"/>
              </a:lnSpc>
              <a:defRPr sz="2400" b="1" cap="none" spc="0" baseline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defRPr>
            </a:lvl2pPr>
            <a:lvl3pPr>
              <a:lnSpc>
                <a:spcPct val="125000"/>
              </a:lnSpc>
              <a:defRPr b="1" cap="none" spc="0" baseline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defRPr>
            </a:lvl3pPr>
            <a:lvl4pPr>
              <a:lnSpc>
                <a:spcPct val="125000"/>
              </a:lnSpc>
              <a:defRPr b="1" cap="none" spc="0" baseline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defRPr>
            </a:lvl4pPr>
            <a:lvl5pPr>
              <a:lnSpc>
                <a:spcPct val="125000"/>
              </a:lnSpc>
              <a:defRPr b="1" cap="none" spc="0" baseline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3019276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5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7017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23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76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25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8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8" tIns="34290" rIns="68578" bIns="3429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19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9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4" y="4863384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4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5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507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8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8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1840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40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1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80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821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5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3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45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3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4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0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26843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33461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43333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3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588084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20748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83863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336977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0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376049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80203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3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49577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3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3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657071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80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6986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66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4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241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12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60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7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7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9" tIns="34291" rIns="68579" bIns="34291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1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7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7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7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289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7" tIns="45719" rIns="91437" bIns="45719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30005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922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9AAD130C-ED07-484A-9AB4-E1251588E4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8164" y="124413"/>
            <a:ext cx="322937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Tx/>
              <a:buNone/>
              <a:defRPr lang="en-US" sz="2000" b="1" kern="120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cs typeface="Times New Roman" panose="02020603050405020304" pitchFamily="18" charset="0"/>
              </a:defRPr>
            </a:lvl1pPr>
          </a:lstStyle>
          <a:p>
            <a:pPr marL="0" lvl="0" algn="r" defTabSz="91437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A302F4-29FB-4385-966A-B8B23A0BA4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2872" y="83597"/>
            <a:ext cx="311943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73" tIns="32136" rIns="64273" bIns="32136">
            <a:spAutoFit/>
          </a:bodyPr>
          <a:lstStyle>
            <a:lvl1pPr marL="0" indent="0" algn="l">
              <a:buFontTx/>
              <a:buNone/>
              <a:defRPr lang="en-US" sz="2400" b="1" kern="1200" smtClean="0">
                <a:solidFill>
                  <a:srgbClr val="FFFFFF"/>
                </a:solidFill>
                <a:latin typeface="+mn-ea"/>
                <a:cs typeface="Times New Roman" panose="02020603050405020304" pitchFamily="18" charset="0"/>
              </a:defRPr>
            </a:lvl1pPr>
            <a:lvl2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>
              <a:defRPr lang="en-US" sz="2600" kern="1200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>
              <a:defRPr lang="en-US" sz="2600" kern="1200"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lvl="0" defTabSz="1300447" eaLnBrk="1" latinLnBrk="0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61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78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3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9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61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6" y="124413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9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34280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67902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02986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3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7605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43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355559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950847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4"/>
            <a:ext cx="3515344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09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45308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5475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3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11332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7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3" tIns="32136" rIns="64273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3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5755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11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CFAC3-5A54-4C24-B1C2-7ACDC1C03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3F0A2-8D54-42B6-A1EF-0C2F8892D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6CA9A-ECD6-464E-B3EA-9096A8DA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74627-CDE5-4A8F-897B-5EFB05EA8145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DF2BC-1743-4566-BE9E-A92FD07F2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D4BB-D5EC-458E-BA84-2D7C1FB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86834-A87A-4DEE-945A-772F6B9354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4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86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  <p:sp>
        <p:nvSpPr>
          <p:cNvPr id="4" name="文本框 3"/>
          <p:cNvSpPr txBox="1">
            <a:spLocks noChangeArrowheads="1"/>
          </p:cNvSpPr>
          <p:nvPr userDrawn="1"/>
        </p:nvSpPr>
        <p:spPr bwMode="auto">
          <a:xfrm>
            <a:off x="0" y="137411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研究成果与主要创新</a:t>
            </a:r>
            <a:endParaRPr lang="zh-CN" altLang="en-US" sz="3600" b="1" spc="300" dirty="0">
              <a:solidFill>
                <a:schemeClr val="accent4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7"/>
          <p:cNvSpPr/>
          <p:nvPr userDrawn="1"/>
        </p:nvSpPr>
        <p:spPr>
          <a:xfrm>
            <a:off x="0" y="6713999"/>
            <a:ext cx="12192000" cy="144000"/>
          </a:xfrm>
          <a:prstGeom prst="rect">
            <a:avLst/>
          </a:prstGeom>
          <a:solidFill>
            <a:srgbClr val="2B51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/>
            <a:endParaRPr lang="zh-CN" altLang="en-US" sz="135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05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6"/>
            <a:ext cx="10036507" cy="422455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1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87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7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8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228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4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9" y="3807211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3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4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297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6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9" y="4776425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6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9" y="5745643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359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40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64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3" y="124415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7" y="124415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85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9311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9658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49991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0" y="124415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59847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460970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194409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79241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7132" y="124411"/>
            <a:ext cx="4516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1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754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285782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5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99905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5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5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265406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7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4" y="202986"/>
            <a:ext cx="10036507" cy="422454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0" y="87766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05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66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170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2353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0"/>
            <a:ext cx="1048862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2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5" tIns="34288" rIns="68575" bIns="34288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4" y="4430620"/>
            <a:ext cx="1627343" cy="1200302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3" tIns="45707" rIns="91413" bIns="45707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2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6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5"/>
            <a:ext cx="1048862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5" y="5832599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2"/>
            <a:ext cx="1048862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7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34" tIns="45717" rIns="91434" bIns="45717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98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27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4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63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1" y="124414"/>
            <a:ext cx="50449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93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1976457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5" y="124414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5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73168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973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69897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7" y="124414"/>
            <a:ext cx="25699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94650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85636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20887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91587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9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4565" y="124411"/>
            <a:ext cx="4519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10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51207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37663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4" y="124414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83503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207563" cy="434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1" tIns="32135" rIns="64271" bIns="32135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4"/>
            <a:ext cx="19800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08626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69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4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9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黄生俊   副教授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2509937" y="3182187"/>
            <a:ext cx="717212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统计调查</a:t>
            </a:r>
          </a:p>
        </p:txBody>
      </p:sp>
    </p:spTree>
    <p:extLst>
      <p:ext uri="{BB962C8B-B14F-4D97-AF65-F5344CB8AC3E}">
        <p14:creationId xmlns:p14="http://schemas.microsoft.com/office/powerpoint/2010/main" val="823770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91030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0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2749563" y="2348880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3791744" y="2380494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统计调查概述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2749563" y="3388677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3791744" y="3420291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统计调查的实施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1" name="椭圆 10"/>
          <p:cNvSpPr/>
          <p:nvPr userDrawn="1"/>
        </p:nvSpPr>
        <p:spPr>
          <a:xfrm>
            <a:off x="2735627" y="4437112"/>
            <a:ext cx="864000" cy="648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3777808" y="4468726"/>
            <a:ext cx="5431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15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101771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37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5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统计调查概述</a:t>
            </a:r>
          </a:p>
        </p:txBody>
      </p:sp>
    </p:spTree>
    <p:extLst>
      <p:ext uri="{BB962C8B-B14F-4D97-AF65-F5344CB8AC3E}">
        <p14:creationId xmlns:p14="http://schemas.microsoft.com/office/powerpoint/2010/main" val="16418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一、统计调查概述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959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503718" y="2852936"/>
            <a:ext cx="11184565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360000" tIns="45720" rIns="360000" bIns="4572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3838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二、统计调查的实施</a:t>
            </a:r>
          </a:p>
        </p:txBody>
      </p:sp>
    </p:spTree>
    <p:extLst>
      <p:ext uri="{BB962C8B-B14F-4D97-AF65-F5344CB8AC3E}">
        <p14:creationId xmlns:p14="http://schemas.microsoft.com/office/powerpoint/2010/main" val="296812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调查问卷</a:t>
            </a:r>
          </a:p>
        </p:txBody>
      </p:sp>
    </p:spTree>
    <p:extLst>
      <p:ext uri="{BB962C8B-B14F-4D97-AF65-F5344CB8AC3E}">
        <p14:creationId xmlns:p14="http://schemas.microsoft.com/office/powerpoint/2010/main" val="251066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三、调查问卷</a:t>
            </a:r>
          </a:p>
        </p:txBody>
      </p:sp>
    </p:spTree>
    <p:extLst>
      <p:ext uri="{BB962C8B-B14F-4D97-AF65-F5344CB8AC3E}">
        <p14:creationId xmlns:p14="http://schemas.microsoft.com/office/powerpoint/2010/main" val="31577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1118251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257450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508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1967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 bwMode="auto">
          <a:xfrm flipV="1">
            <a:off x="0" y="3648210"/>
            <a:ext cx="12192000" cy="4571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9000">
                <a:srgbClr val="FFFFFF"/>
              </a:gs>
              <a:gs pos="29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658257"/>
          </a:xfrm>
          <a:prstGeom prst="rect">
            <a:avLst/>
          </a:prstGeom>
        </p:spPr>
      </p:pic>
      <p:sp>
        <p:nvSpPr>
          <p:cNvPr id="15" name="Rectangle: Rounded Corners 19"/>
          <p:cNvSpPr/>
          <p:nvPr userDrawn="1"/>
        </p:nvSpPr>
        <p:spPr>
          <a:xfrm>
            <a:off x="4003118" y="5517233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系统工程学院装备管理工程系</a:t>
            </a:r>
          </a:p>
        </p:txBody>
      </p:sp>
      <p:sp>
        <p:nvSpPr>
          <p:cNvPr id="16" name="TextBox 9"/>
          <p:cNvSpPr txBox="1"/>
          <p:nvPr userDrawn="1"/>
        </p:nvSpPr>
        <p:spPr>
          <a:xfrm>
            <a:off x="216536" y="546389"/>
            <a:ext cx="7172129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200" b="1" i="0" u="none" strike="noStrike" kern="1200" cap="none" spc="300" normalizeH="0" baseline="0" noProof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rgbClr val="1967A5">
                        <a:shade val="30000"/>
                        <a:satMod val="115000"/>
                      </a:srgbClr>
                    </a:gs>
                    <a:gs pos="50000">
                      <a:srgbClr val="1967A5">
                        <a:shade val="67500"/>
                        <a:satMod val="115000"/>
                      </a:srgbClr>
                    </a:gs>
                    <a:gs pos="100000">
                      <a:srgbClr val="1967A5"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>
                  <a:glow rad="38100">
                    <a:prstClr val="white">
                      <a:alpha val="82000"/>
                    </a:prstClr>
                  </a:glow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Liberation Sans" panose="020B0604020202020204" pitchFamily="34" charset="0"/>
                <a:sym typeface="Times New Roman" panose="02020603050405020304" pitchFamily="18" charset="0"/>
              </a:rPr>
              <a:t>应用统计学</a:t>
            </a:r>
            <a:endParaRPr kumimoji="0" lang="zh-CN" altLang="en-US" sz="7200" b="1" i="0" u="none" strike="noStrike" kern="1200" cap="none" spc="300" normalizeH="0" baseline="0" noProof="0" dirty="0">
              <a:ln w="3175">
                <a:noFill/>
                <a:prstDash val="solid"/>
              </a:ln>
              <a:gradFill flip="none" rotWithShape="1">
                <a:gsLst>
                  <a:gs pos="0">
                    <a:srgbClr val="1967A5">
                      <a:shade val="30000"/>
                      <a:satMod val="115000"/>
                    </a:srgbClr>
                  </a:gs>
                  <a:gs pos="50000">
                    <a:srgbClr val="1967A5">
                      <a:shade val="67500"/>
                      <a:satMod val="115000"/>
                    </a:srgbClr>
                  </a:gs>
                  <a:gs pos="100000">
                    <a:srgbClr val="1967A5">
                      <a:shade val="100000"/>
                      <a:satMod val="115000"/>
                    </a:srgbClr>
                  </a:gs>
                </a:gsLst>
                <a:lin ang="13500000" scaled="1"/>
                <a:tileRect/>
              </a:gradFill>
              <a:effectLst>
                <a:glow rad="38100">
                  <a:prstClr val="white">
                    <a:alpha val="82000"/>
                  </a:prstClr>
                </a:glow>
              </a:effectLst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Liberation Sans" panose="020B0604020202020204" pitchFamily="34" charset="0"/>
              <a:sym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964918" y="4878034"/>
            <a:ext cx="226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刘亚杰   研究员</a:t>
            </a:r>
            <a:endParaRPr kumimoji="0" lang="en-US" altLang="zh-CN" sz="24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8" name="Rectangle: Rounded Corners 18"/>
          <p:cNvSpPr/>
          <p:nvPr userDrawn="1"/>
        </p:nvSpPr>
        <p:spPr>
          <a:xfrm>
            <a:off x="1902991" y="3182187"/>
            <a:ext cx="8386019" cy="95214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101600" dir="5400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0" bIns="0" rtlCol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第四讲  抽样与估计</a:t>
            </a: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1</a:t>
            </a:r>
            <a:endParaRPr kumimoji="0" lang="zh-CN" altLang="en-US" sz="4400" b="1" i="0" u="none" strike="noStrike" kern="1200" cap="none" spc="300" normalizeH="0" baseline="0" noProof="0" dirty="0">
              <a:ln>
                <a:noFill/>
              </a:ln>
              <a:solidFill>
                <a:srgbClr val="1967A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2598854" y="2846974"/>
            <a:ext cx="158569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Q&amp;A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6" name="Picture 3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86" b="99414" l="10938" r="97656">
                        <a14:foregroundMark x1="41016" y1="6250" x2="41016" y2="6250"/>
                        <a14:foregroundMark x1="39063" y1="4883" x2="39063" y2="4883"/>
                        <a14:foregroundMark x1="31250" y1="5859" x2="31250" y2="5859"/>
                        <a14:foregroundMark x1="33594" y1="5859" x2="33594" y2="5859"/>
                        <a14:foregroundMark x1="29492" y1="6641" x2="29492" y2="6641"/>
                        <a14:foregroundMark x1="46289" y1="6250" x2="46289" y2="6250"/>
                        <a14:foregroundMark x1="43750" y1="4297" x2="43750" y2="4297"/>
                        <a14:foregroundMark x1="41016" y1="4297" x2="41016" y2="4297"/>
                        <a14:foregroundMark x1="37695" y1="4492" x2="37695" y2="4492"/>
                        <a14:foregroundMark x1="35547" y1="5273" x2="35547" y2="5273"/>
                      </a14:backgroundRemoval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5851" y="1357117"/>
            <a:ext cx="5103488" cy="3827617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51526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70"/>
          <a:stretch>
            <a:fillRect/>
          </a:stretch>
        </p:blipFill>
        <p:spPr>
          <a:xfrm>
            <a:off x="5257584" y="1616124"/>
            <a:ext cx="6933760" cy="32311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任意多边形: 形状 22"/>
          <p:cNvSpPr/>
          <p:nvPr userDrawn="1"/>
        </p:nvSpPr>
        <p:spPr bwMode="auto">
          <a:xfrm>
            <a:off x="0" y="1611578"/>
            <a:ext cx="8751592" cy="3226091"/>
          </a:xfrm>
          <a:custGeom>
            <a:avLst/>
            <a:gdLst>
              <a:gd name="connsiteX0" fmla="*/ 0 w 8573502"/>
              <a:gd name="connsiteY0" fmla="*/ 0 h 4033838"/>
              <a:gd name="connsiteX1" fmla="*/ 2002839 w 8573502"/>
              <a:gd name="connsiteY1" fmla="*/ 0 h 4033838"/>
              <a:gd name="connsiteX2" fmla="*/ 4203701 w 8573502"/>
              <a:gd name="connsiteY2" fmla="*/ 0 h 4033838"/>
              <a:gd name="connsiteX3" fmla="*/ 6206540 w 8573502"/>
              <a:gd name="connsiteY3" fmla="*/ 0 h 4033838"/>
              <a:gd name="connsiteX4" fmla="*/ 8573502 w 8573502"/>
              <a:gd name="connsiteY4" fmla="*/ 4033838 h 4033838"/>
              <a:gd name="connsiteX5" fmla="*/ 6570663 w 8573502"/>
              <a:gd name="connsiteY5" fmla="*/ 4033838 h 4033838"/>
              <a:gd name="connsiteX6" fmla="*/ 2002839 w 8573502"/>
              <a:gd name="connsiteY6" fmla="*/ 4033838 h 4033838"/>
              <a:gd name="connsiteX7" fmla="*/ 0 w 8573502"/>
              <a:gd name="connsiteY7" fmla="*/ 4033838 h 40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73502" h="4033838">
                <a:moveTo>
                  <a:pt x="0" y="0"/>
                </a:moveTo>
                <a:lnTo>
                  <a:pt x="2002839" y="0"/>
                </a:lnTo>
                <a:lnTo>
                  <a:pt x="4203701" y="0"/>
                </a:lnTo>
                <a:lnTo>
                  <a:pt x="6206540" y="0"/>
                </a:lnTo>
                <a:lnTo>
                  <a:pt x="8573502" y="4033838"/>
                </a:lnTo>
                <a:lnTo>
                  <a:pt x="6570663" y="4033838"/>
                </a:lnTo>
                <a:lnTo>
                  <a:pt x="2002839" y="4033838"/>
                </a:lnTo>
                <a:lnTo>
                  <a:pt x="0" y="4033838"/>
                </a:lnTo>
                <a:close/>
              </a:path>
            </a:pathLst>
          </a:custGeom>
          <a:solidFill>
            <a:srgbClr val="1D458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  <a:sym typeface="思源黑体 CN Bold" panose="020B0800000000000000" pitchFamily="34" charset="-122"/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5257584" y="1357117"/>
            <a:ext cx="4055093" cy="3724221"/>
            <a:chOff x="4376010" y="1087174"/>
            <a:chExt cx="5689164" cy="6966612"/>
          </a:xfrm>
        </p:grpSpPr>
        <p:sp>
          <p:nvSpPr>
            <p:cNvPr id="28" name="Freeform 9"/>
            <p:cNvSpPr/>
            <p:nvPr userDrawn="1"/>
          </p:nvSpPr>
          <p:spPr bwMode="auto">
            <a:xfrm rot="10800000">
              <a:off x="9346035" y="7596585"/>
              <a:ext cx="719139" cy="457201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5" name="Freeform 9"/>
            <p:cNvSpPr/>
            <p:nvPr userDrawn="1"/>
          </p:nvSpPr>
          <p:spPr bwMode="auto">
            <a:xfrm>
              <a:off x="4376010" y="1091849"/>
              <a:ext cx="719139" cy="471326"/>
            </a:xfrm>
            <a:custGeom>
              <a:avLst/>
              <a:gdLst>
                <a:gd name="T0" fmla="*/ 269 w 453"/>
                <a:gd name="T1" fmla="*/ 0 h 288"/>
                <a:gd name="T2" fmla="*/ 0 w 453"/>
                <a:gd name="T3" fmla="*/ 288 h 288"/>
                <a:gd name="T4" fmla="*/ 453 w 453"/>
                <a:gd name="T5" fmla="*/ 288 h 288"/>
                <a:gd name="T6" fmla="*/ 269 w 453"/>
                <a:gd name="T7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88">
                  <a:moveTo>
                    <a:pt x="269" y="0"/>
                  </a:moveTo>
                  <a:lnTo>
                    <a:pt x="0" y="288"/>
                  </a:lnTo>
                  <a:lnTo>
                    <a:pt x="453" y="288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  <p:sp>
          <p:nvSpPr>
            <p:cNvPr id="26" name="Freeform 10"/>
            <p:cNvSpPr/>
            <p:nvPr userDrawn="1"/>
          </p:nvSpPr>
          <p:spPr bwMode="auto">
            <a:xfrm flipH="1">
              <a:off x="4804547" y="1087174"/>
              <a:ext cx="4832089" cy="6955667"/>
            </a:xfrm>
            <a:prstGeom prst="parallelogram">
              <a:avLst>
                <a:gd name="adj" fmla="val 79858"/>
              </a:avLst>
            </a:prstGeom>
            <a:solidFill>
              <a:srgbClr val="00B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  <a:sym typeface="思源黑体 CN Bold" panose="020B0800000000000000" pitchFamily="34" charset="-122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15497" y="978875"/>
            <a:ext cx="4869095" cy="44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18504" cy="6858001"/>
          </a:xfrm>
          <a:prstGeom prst="rect">
            <a:avLst/>
          </a:prstGeom>
        </p:spPr>
      </p:pic>
      <p:sp>
        <p:nvSpPr>
          <p:cNvPr id="29" name="矩形: 圆角 28"/>
          <p:cNvSpPr/>
          <p:nvPr userDrawn="1"/>
        </p:nvSpPr>
        <p:spPr bwMode="auto">
          <a:xfrm>
            <a:off x="336000" y="483688"/>
            <a:ext cx="11520000" cy="6149312"/>
          </a:xfrm>
          <a:prstGeom prst="roundRect">
            <a:avLst>
              <a:gd name="adj" fmla="val 4879"/>
            </a:avLst>
          </a:prstGeom>
          <a:solidFill>
            <a:schemeClr val="bg1">
              <a:alpha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63" tIns="45631" rIns="91263" bIns="45631" numCol="1" rtlCol="0" anchor="t" anchorCtr="0" compatLnSpc="1"/>
          <a:lstStyle/>
          <a:p>
            <a:pPr marL="0" marR="0" lvl="0" indent="0" algn="l" defTabSz="9124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>
            <a:off x="3387976" y="2204864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4430158" y="223125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抽样的基本概念</a:t>
            </a:r>
          </a:p>
        </p:txBody>
      </p:sp>
      <p:sp>
        <p:nvSpPr>
          <p:cNvPr id="21" name="椭圆 20"/>
          <p:cNvSpPr/>
          <p:nvPr userDrawn="1"/>
        </p:nvSpPr>
        <p:spPr>
          <a:xfrm>
            <a:off x="3387976" y="3902552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</a:t>
            </a:r>
          </a:p>
        </p:txBody>
      </p:sp>
      <p:sp>
        <p:nvSpPr>
          <p:cNvPr id="22" name="矩形 21"/>
          <p:cNvSpPr/>
          <p:nvPr userDrawn="1"/>
        </p:nvSpPr>
        <p:spPr>
          <a:xfrm>
            <a:off x="4430157" y="39315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分层抽样</a:t>
            </a:r>
          </a:p>
        </p:txBody>
      </p:sp>
      <p:sp>
        <p:nvSpPr>
          <p:cNvPr id="23" name="椭圆 22"/>
          <p:cNvSpPr/>
          <p:nvPr userDrawn="1"/>
        </p:nvSpPr>
        <p:spPr>
          <a:xfrm>
            <a:off x="3387976" y="3053708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4430158" y="3081404"/>
            <a:ext cx="4279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简单随机抽样</a:t>
            </a:r>
          </a:p>
        </p:txBody>
      </p:sp>
      <p:sp>
        <p:nvSpPr>
          <p:cNvPr id="28" name="任意多边形: 形状 27"/>
          <p:cNvSpPr/>
          <p:nvPr userDrawn="1"/>
        </p:nvSpPr>
        <p:spPr>
          <a:xfrm rot="5400000">
            <a:off x="5222531" y="-453329"/>
            <a:ext cx="1746938" cy="2653596"/>
          </a:xfrm>
          <a:custGeom>
            <a:avLst/>
            <a:gdLst>
              <a:gd name="connsiteX0" fmla="*/ 0 w 2026508"/>
              <a:gd name="connsiteY0" fmla="*/ 2308696 h 2308696"/>
              <a:gd name="connsiteX1" fmla="*/ 0 w 2026508"/>
              <a:gd name="connsiteY1" fmla="*/ 0 h 2308696"/>
              <a:gd name="connsiteX2" fmla="*/ 872160 w 2026508"/>
              <a:gd name="connsiteY2" fmla="*/ 0 h 2308696"/>
              <a:gd name="connsiteX3" fmla="*/ 2026508 w 2026508"/>
              <a:gd name="connsiteY3" fmla="*/ 1154348 h 2308696"/>
              <a:gd name="connsiteX4" fmla="*/ 2026507 w 2026508"/>
              <a:gd name="connsiteY4" fmla="*/ 1154348 h 2308696"/>
              <a:gd name="connsiteX5" fmla="*/ 872159 w 2026508"/>
              <a:gd name="connsiteY5" fmla="*/ 2308696 h 2308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26508" h="2308696">
                <a:moveTo>
                  <a:pt x="0" y="2308696"/>
                </a:moveTo>
                <a:lnTo>
                  <a:pt x="0" y="0"/>
                </a:lnTo>
                <a:lnTo>
                  <a:pt x="872160" y="0"/>
                </a:lnTo>
                <a:cubicBezTo>
                  <a:pt x="1509689" y="0"/>
                  <a:pt x="2026508" y="516819"/>
                  <a:pt x="2026508" y="1154348"/>
                </a:cubicBezTo>
                <a:lnTo>
                  <a:pt x="2026507" y="1154348"/>
                </a:lnTo>
                <a:cubicBezTo>
                  <a:pt x="2026507" y="1791877"/>
                  <a:pt x="1509688" y="2308696"/>
                  <a:pt x="872159" y="2308696"/>
                </a:cubicBezTo>
                <a:close/>
              </a:path>
            </a:pathLst>
          </a:custGeom>
          <a:solidFill>
            <a:srgbClr val="196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400000000000000" pitchFamily="34" charset="-122"/>
              <a:ea typeface="思源黑体" panose="020B0400000000000000" pitchFamily="3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6" name="文本框 41"/>
          <p:cNvSpPr txBox="1"/>
          <p:nvPr userDrawn="1"/>
        </p:nvSpPr>
        <p:spPr>
          <a:xfrm>
            <a:off x="5355252" y="146761"/>
            <a:ext cx="14814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思源黑体" panose="020B0400000000000000" pitchFamily="34" charset="-122"/>
            </a:endParaRPr>
          </a:p>
        </p:txBody>
      </p:sp>
      <p:sp>
        <p:nvSpPr>
          <p:cNvPr id="27" name="文本框 42"/>
          <p:cNvSpPr txBox="1"/>
          <p:nvPr userDrawn="1"/>
        </p:nvSpPr>
        <p:spPr>
          <a:xfrm>
            <a:off x="4911477" y="901341"/>
            <a:ext cx="2369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思源黑体" panose="020B0400000000000000" pitchFamily="34" charset="-122"/>
              </a:rPr>
              <a:t>CONTENTS</a:t>
            </a:r>
          </a:p>
        </p:txBody>
      </p:sp>
      <p:sp>
        <p:nvSpPr>
          <p:cNvPr id="13" name="椭圆 12"/>
          <p:cNvSpPr/>
          <p:nvPr userDrawn="1"/>
        </p:nvSpPr>
        <p:spPr>
          <a:xfrm>
            <a:off x="3387976" y="4751396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4430157" y="478170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整群抽样</a:t>
            </a:r>
          </a:p>
        </p:txBody>
      </p:sp>
      <p:sp>
        <p:nvSpPr>
          <p:cNvPr id="15" name="椭圆 14"/>
          <p:cNvSpPr/>
          <p:nvPr userDrawn="1"/>
        </p:nvSpPr>
        <p:spPr>
          <a:xfrm>
            <a:off x="3387976" y="5600241"/>
            <a:ext cx="768000" cy="576000"/>
          </a:xfrm>
          <a:prstGeom prst="ellipse">
            <a:avLst/>
          </a:prstGeom>
          <a:solidFill>
            <a:srgbClr val="1967A5"/>
          </a:solidFill>
          <a:ln w="63500" cmpd="dbl">
            <a:solidFill>
              <a:srgbClr val="1967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4430157" y="5631854"/>
            <a:ext cx="42797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1" i="0" u="none" strike="noStrike" kern="1200" cap="none" spc="15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37813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1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复习回顾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4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944372" y="78012"/>
            <a:ext cx="984565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引 言</a:t>
            </a:r>
            <a:endParaRPr kumimoji="0" lang="zh-CN" altLang="zh-CN" sz="2600" b="1" i="0" u="none" strike="noStrike" kern="1200" cap="none" spc="150" normalizeH="0" baseline="0" noProof="1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微软雅黑" panose="020B0503020204020204" charset="-122"/>
              <a:cs typeface="+mn-cs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88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8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第一部分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272000" y="2852936"/>
            <a:ext cx="9648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432000" rIns="432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49553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35861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一、抽样的基本概念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2723002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第二部分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504000" rIns="504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524559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3005951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二、简单随机抽样</a:t>
            </a:r>
          </a:p>
        </p:txBody>
      </p:sp>
    </p:spTree>
    <p:extLst>
      <p:ext uri="{BB962C8B-B14F-4D97-AF65-F5344CB8AC3E}">
        <p14:creationId xmlns:p14="http://schemas.microsoft.com/office/powerpoint/2010/main" val="396433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第三部分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4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分层抽样</a:t>
            </a:r>
          </a:p>
        </p:txBody>
      </p:sp>
    </p:spTree>
    <p:extLst>
      <p:ext uri="{BB962C8B-B14F-4D97-AF65-F5344CB8AC3E}">
        <p14:creationId xmlns:p14="http://schemas.microsoft.com/office/powerpoint/2010/main" val="337986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三、分层抽样</a:t>
            </a:r>
          </a:p>
        </p:txBody>
      </p:sp>
    </p:spTree>
    <p:extLst>
      <p:ext uri="{BB962C8B-B14F-4D97-AF65-F5344CB8AC3E}">
        <p14:creationId xmlns:p14="http://schemas.microsoft.com/office/powerpoint/2010/main" val="252784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第四部分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整群抽样</a:t>
            </a:r>
          </a:p>
        </p:txBody>
      </p:sp>
    </p:spTree>
    <p:extLst>
      <p:ext uri="{BB962C8B-B14F-4D97-AF65-F5344CB8AC3E}">
        <p14:creationId xmlns:p14="http://schemas.microsoft.com/office/powerpoint/2010/main" val="336202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四、整群抽样</a:t>
            </a:r>
          </a:p>
        </p:txBody>
      </p:sp>
    </p:spTree>
    <p:extLst>
      <p:ext uri="{BB962C8B-B14F-4D97-AF65-F5344CB8AC3E}">
        <p14:creationId xmlns:p14="http://schemas.microsoft.com/office/powerpoint/2010/main" val="2150209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/>
          <p:cNvSpPr txBox="1"/>
          <p:nvPr userDrawn="1"/>
        </p:nvSpPr>
        <p:spPr>
          <a:xfrm>
            <a:off x="3895397" y="1700809"/>
            <a:ext cx="3304110" cy="825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 </a:t>
            </a:r>
            <a:r>
              <a:rPr kumimoji="0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第五部分 </a:t>
            </a:r>
            <a:r>
              <a:rPr kumimoji="0" lang="en-US" altLang="zh-CN" sz="3600" b="1" i="0" u="none" strike="noStrike" kern="1200" cap="none" spc="0" normalizeH="0" baseline="0" noProof="0">
                <a:ln>
                  <a:noFill/>
                </a:ln>
                <a:solidFill>
                  <a:srgbClr val="1967A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—</a:t>
            </a:r>
          </a:p>
        </p:txBody>
      </p:sp>
      <p:sp>
        <p:nvSpPr>
          <p:cNvPr id="9" name="TextBox 11"/>
          <p:cNvSpPr txBox="1"/>
          <p:nvPr userDrawn="1"/>
        </p:nvSpPr>
        <p:spPr>
          <a:xfrm>
            <a:off x="1440000" y="2852936"/>
            <a:ext cx="9312000" cy="1428214"/>
          </a:xfrm>
          <a:prstGeom prst="roundRect">
            <a:avLst>
              <a:gd name="adj" fmla="val 50000"/>
            </a:avLst>
          </a:prstGeom>
          <a:solidFill>
            <a:srgbClr val="1967A5"/>
          </a:solidFill>
        </p:spPr>
        <p:txBody>
          <a:bodyPr wrap="square" lIns="720000" rIns="720000" rtlCol="0">
            <a:spAutoFit/>
          </a:bodyPr>
          <a:lstStyle>
            <a:defPPr>
              <a:defRPr lang="id-ID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系统抽样</a:t>
            </a:r>
          </a:p>
        </p:txBody>
      </p:sp>
    </p:spTree>
    <p:extLst>
      <p:ext uri="{BB962C8B-B14F-4D97-AF65-F5344CB8AC3E}">
        <p14:creationId xmlns:p14="http://schemas.microsoft.com/office/powerpoint/2010/main" val="4039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44371" y="78012"/>
            <a:ext cx="230063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五、系统抽样</a:t>
            </a:r>
          </a:p>
        </p:txBody>
      </p:sp>
    </p:spTree>
    <p:extLst>
      <p:ext uri="{BB962C8B-B14F-4D97-AF65-F5344CB8AC3E}">
        <p14:creationId xmlns:p14="http://schemas.microsoft.com/office/powerpoint/2010/main" val="4087879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课堂总结</a:t>
            </a:r>
          </a:p>
        </p:txBody>
      </p:sp>
    </p:spTree>
    <p:extLst>
      <p:ext uri="{BB962C8B-B14F-4D97-AF65-F5344CB8AC3E}">
        <p14:creationId xmlns:p14="http://schemas.microsoft.com/office/powerpoint/2010/main" val="38477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竖排文字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032462" y="78012"/>
            <a:ext cx="159530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课后作业</a:t>
            </a:r>
          </a:p>
        </p:txBody>
      </p:sp>
    </p:spTree>
    <p:extLst>
      <p:ext uri="{BB962C8B-B14F-4D97-AF65-F5344CB8AC3E}">
        <p14:creationId xmlns:p14="http://schemas.microsoft.com/office/powerpoint/2010/main" val="166547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25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41"/>
            <a:ext cx="10362961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5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07336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6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0613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5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3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21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4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6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80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60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12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64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16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13240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5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5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54008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9" y="1535113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9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3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21" indent="0">
              <a:buNone/>
              <a:defRPr sz="2667" b="1"/>
            </a:lvl2pPr>
            <a:lvl3pPr marL="1219042" indent="0">
              <a:buNone/>
              <a:defRPr sz="2400" b="1"/>
            </a:lvl3pPr>
            <a:lvl4pPr marL="1828561" indent="0">
              <a:buNone/>
              <a:defRPr sz="2133" b="1"/>
            </a:lvl4pPr>
            <a:lvl5pPr marL="2438080" indent="0">
              <a:buNone/>
              <a:defRPr sz="2133" b="1"/>
            </a:lvl5pPr>
            <a:lvl6pPr marL="3047601" indent="0">
              <a:buNone/>
              <a:defRPr sz="2133" b="1"/>
            </a:lvl6pPr>
            <a:lvl7pPr marL="3657122" indent="0">
              <a:buNone/>
              <a:defRPr sz="2133" b="1"/>
            </a:lvl7pPr>
            <a:lvl8pPr marL="4266641" indent="0">
              <a:buNone/>
              <a:defRPr sz="2133" b="1"/>
            </a:lvl8pPr>
            <a:lvl9pPr marL="4876162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55828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80104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96582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49"/>
            <a:ext cx="4010547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4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05580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1"/>
            <a:ext cx="7316152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21" indent="0">
              <a:buNone/>
              <a:defRPr sz="3733"/>
            </a:lvl2pPr>
            <a:lvl3pPr marL="1219042" indent="0">
              <a:buNone/>
              <a:defRPr sz="3200"/>
            </a:lvl3pPr>
            <a:lvl4pPr marL="1828561" indent="0">
              <a:buNone/>
              <a:defRPr sz="2667"/>
            </a:lvl4pPr>
            <a:lvl5pPr marL="2438080" indent="0">
              <a:buNone/>
              <a:defRPr sz="2667"/>
            </a:lvl5pPr>
            <a:lvl6pPr marL="3047601" indent="0">
              <a:buNone/>
              <a:defRPr sz="2667"/>
            </a:lvl6pPr>
            <a:lvl7pPr marL="3657122" indent="0">
              <a:buNone/>
              <a:defRPr sz="2667"/>
            </a:lvl7pPr>
            <a:lvl8pPr marL="4266641" indent="0">
              <a:buNone/>
              <a:defRPr sz="2667"/>
            </a:lvl8pPr>
            <a:lvl9pPr marL="4876162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7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21" indent="0">
              <a:buNone/>
              <a:defRPr sz="1600"/>
            </a:lvl2pPr>
            <a:lvl3pPr marL="1219042" indent="0">
              <a:buNone/>
              <a:defRPr sz="1333"/>
            </a:lvl3pPr>
            <a:lvl4pPr marL="1828561" indent="0">
              <a:buNone/>
              <a:defRPr sz="1200"/>
            </a:lvl4pPr>
            <a:lvl5pPr marL="2438080" indent="0">
              <a:buNone/>
              <a:defRPr sz="1200"/>
            </a:lvl5pPr>
            <a:lvl6pPr marL="3047601" indent="0">
              <a:buNone/>
              <a:defRPr sz="1200"/>
            </a:lvl6pPr>
            <a:lvl7pPr marL="3657122" indent="0">
              <a:buNone/>
              <a:defRPr sz="1200"/>
            </a:lvl7pPr>
            <a:lvl8pPr marL="4266641" indent="0">
              <a:buNone/>
              <a:defRPr sz="1200"/>
            </a:lvl8pPr>
            <a:lvl9pPr marL="4876162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23127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5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06571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4" y="274644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4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8" y="6356356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6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8765625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74451897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2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718346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6" y="304810"/>
            <a:ext cx="9076267" cy="3424239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0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7" tIns="60953" rIns="121907" bIns="60953" anchor="ctr"/>
          <a:lstStyle/>
          <a:p>
            <a:pPr>
              <a:defRPr/>
            </a:pPr>
            <a:endParaRPr lang="zh-CN" altLang="en-US" sz="2533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3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4124130156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7960715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496657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749256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6"/>
            <a:ext cx="2844800" cy="365125"/>
          </a:xfrm>
          <a:prstGeom prst="rect">
            <a:avLst/>
          </a:prstGeom>
        </p:spPr>
        <p:txBody>
          <a:bodyPr vert="horz" lIns="121916" tIns="60959" rIns="121916" bIns="60959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45552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4072092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5" y="202987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3" y="87768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473426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0573167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561138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205506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5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7570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763363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5" y="3894170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70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90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1" tIns="34287" rIns="68571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07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7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8" tIns="45704" rIns="91408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1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7" y="4863386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70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9" y="5832602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70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0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252322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81" y="1316728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1346797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37126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75122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1943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5"/>
            <a:ext cx="1976449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886211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35659433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1180185388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7860425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2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223116158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88470857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79513701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164963397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5"/>
            <a:ext cx="3515331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4" y="124412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167770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4027927788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7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261996783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4" y="77015"/>
            <a:ext cx="3207555" cy="434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2" rIns="64267" bIns="32132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8615904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237137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4855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6481458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533" y="2130437"/>
            <a:ext cx="10362961" cy="147002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054" y="3886200"/>
            <a:ext cx="8533924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535992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791747" y="6356358"/>
            <a:ext cx="4234125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国家重点研发计划项目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908976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744" y="4406908"/>
            <a:ext cx="10362961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744" y="2906715"/>
            <a:ext cx="1036296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0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00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5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016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52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02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52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03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06441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83" y="1600206"/>
            <a:ext cx="5409317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416" y="1600206"/>
            <a:ext cx="5410904" cy="4525963"/>
          </a:xfrm>
          <a:prstGeom prst="rect">
            <a:avLst/>
          </a:prstGeom>
        </p:spPr>
        <p:txBody>
          <a:bodyPr/>
          <a:lstStyle>
            <a:lvl1pPr>
              <a:defRPr sz="3732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81048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88" y="1535115"/>
            <a:ext cx="538708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88" y="2174875"/>
            <a:ext cx="5387089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665" y="1535115"/>
            <a:ext cx="5388676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03" indent="0">
              <a:buNone/>
              <a:defRPr sz="2667" b="1"/>
            </a:lvl2pPr>
            <a:lvl3pPr marL="1219008" indent="0">
              <a:buNone/>
              <a:defRPr sz="2400" b="1"/>
            </a:lvl3pPr>
            <a:lvl4pPr marL="1828512" indent="0">
              <a:buNone/>
              <a:defRPr sz="2133" b="1"/>
            </a:lvl4pPr>
            <a:lvl5pPr marL="2438016" indent="0">
              <a:buNone/>
              <a:defRPr sz="2133" b="1"/>
            </a:lvl5pPr>
            <a:lvl6pPr marL="3047521" indent="0">
              <a:buNone/>
              <a:defRPr sz="2133" b="1"/>
            </a:lvl6pPr>
            <a:lvl7pPr marL="3657025" indent="0">
              <a:buNone/>
              <a:defRPr sz="2133" b="1"/>
            </a:lvl7pPr>
            <a:lvl8pPr marL="4266529" indent="0">
              <a:buNone/>
              <a:defRPr sz="2133" b="1"/>
            </a:lvl8pPr>
            <a:lvl9pPr marL="4876034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665" y="2174875"/>
            <a:ext cx="5388676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558549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400213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81677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81" y="273052"/>
            <a:ext cx="4010547" cy="116204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302" y="273066"/>
            <a:ext cx="6816025" cy="5853113"/>
          </a:xfrm>
          <a:prstGeom prst="rect">
            <a:avLst/>
          </a:prstGeom>
        </p:spPr>
        <p:txBody>
          <a:bodyPr/>
          <a:lstStyle>
            <a:lvl1pPr>
              <a:defRPr sz="4265"/>
            </a:lvl1pPr>
            <a:lvl2pPr>
              <a:defRPr sz="3732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81" y="1435106"/>
            <a:ext cx="4010547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715691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499" y="4800604"/>
            <a:ext cx="7316152" cy="566737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499" y="612775"/>
            <a:ext cx="7316152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5"/>
            </a:lvl1pPr>
            <a:lvl2pPr marL="609503" indent="0">
              <a:buNone/>
              <a:defRPr sz="3732"/>
            </a:lvl2pPr>
            <a:lvl3pPr marL="1219008" indent="0">
              <a:buNone/>
              <a:defRPr sz="3200"/>
            </a:lvl3pPr>
            <a:lvl4pPr marL="1828512" indent="0">
              <a:buNone/>
              <a:defRPr sz="2667"/>
            </a:lvl4pPr>
            <a:lvl5pPr marL="2438016" indent="0">
              <a:buNone/>
              <a:defRPr sz="2667"/>
            </a:lvl5pPr>
            <a:lvl6pPr marL="3047521" indent="0">
              <a:buNone/>
              <a:defRPr sz="2667"/>
            </a:lvl6pPr>
            <a:lvl7pPr marL="3657025" indent="0">
              <a:buNone/>
              <a:defRPr sz="2667"/>
            </a:lvl7pPr>
            <a:lvl8pPr marL="4266529" indent="0">
              <a:buNone/>
              <a:defRPr sz="2667"/>
            </a:lvl8pPr>
            <a:lvl9pPr marL="4876034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499" y="5367346"/>
            <a:ext cx="7316152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03" indent="0">
              <a:buNone/>
              <a:defRPr sz="1600"/>
            </a:lvl2pPr>
            <a:lvl3pPr marL="1219008" indent="0">
              <a:buNone/>
              <a:defRPr sz="1333"/>
            </a:lvl3pPr>
            <a:lvl4pPr marL="1828512" indent="0">
              <a:buNone/>
              <a:defRPr sz="1200"/>
            </a:lvl4pPr>
            <a:lvl5pPr marL="2438016" indent="0">
              <a:buNone/>
              <a:defRPr sz="1200"/>
            </a:lvl5pPr>
            <a:lvl6pPr marL="3047521" indent="0">
              <a:buNone/>
              <a:defRPr sz="1200"/>
            </a:lvl6pPr>
            <a:lvl7pPr marL="3657025" indent="0">
              <a:buNone/>
              <a:defRPr sz="1200"/>
            </a:lvl7pPr>
            <a:lvl8pPr marL="4266529" indent="0">
              <a:buNone/>
              <a:defRPr sz="1200"/>
            </a:lvl8pPr>
            <a:lvl9pPr marL="4876034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251516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7" y="1600206"/>
            <a:ext cx="1097264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767217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362" y="274646"/>
            <a:ext cx="2741969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94" y="274646"/>
            <a:ext cx="8078252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80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852BF47B-2D48-45D3-9885-759CEFF9943A}" type="datetimeFigureOut">
              <a:rPr lang="zh-CN" altLang="en-US" smtClean="0">
                <a:solidFill>
                  <a:prstClr val="black"/>
                </a:solidFill>
              </a:rPr>
              <a:pPr/>
              <a:t>2025/4/18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6157" y="6356358"/>
            <a:ext cx="3859716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152" y="6356358"/>
            <a:ext cx="2845171" cy="365125"/>
          </a:xfrm>
          <a:prstGeom prst="rect">
            <a:avLst/>
          </a:prstGeom>
        </p:spPr>
        <p:txBody>
          <a:bodyPr/>
          <a:lstStyle/>
          <a:p>
            <a:fld id="{3ACC81C0-A4AC-41CF-A532-6BD099512BE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454049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6" name="Rectangle 127"/>
          <p:cNvSpPr>
            <a:spLocks noChangeArrowheads="1"/>
          </p:cNvSpPr>
          <p:nvPr userDrawn="1"/>
        </p:nvSpPr>
        <p:spPr bwMode="invGray">
          <a:xfrm>
            <a:off x="0" y="2470793"/>
            <a:ext cx="12192000" cy="19122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 w="0" algn="ctr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spcBef>
                <a:spcPct val="20000"/>
              </a:spcBef>
              <a:buClr>
                <a:srgbClr val="0066CC"/>
              </a:buClr>
              <a:buFont typeface="Wingdings" pitchFamily="2" charset="2"/>
              <a:buChar char="v"/>
              <a:defRPr/>
            </a:pPr>
            <a:endParaRPr lang="zh-CN" altLang="en-US" sz="1867" b="1">
              <a:solidFill>
                <a:srgbClr val="093575"/>
              </a:solidFill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118" name="Object 15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75348321"/>
              </p:ext>
            </p:extLst>
          </p:nvPr>
        </p:nvGraphicFramePr>
        <p:xfrm>
          <a:off x="2370668" y="1646193"/>
          <a:ext cx="3115733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11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668" y="1646193"/>
                        <a:ext cx="3115733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568590"/>
            <a:ext cx="12192000" cy="1317625"/>
          </a:xfrm>
          <a:prstGeom prst="rect">
            <a:avLst/>
          </a:prstGeom>
        </p:spPr>
        <p:txBody>
          <a:bodyPr/>
          <a:lstStyle>
            <a:lvl1pPr algn="r">
              <a:defRPr sz="63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10005484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 userDrawn="1"/>
        </p:nvSpPr>
        <p:spPr bwMode="gray">
          <a:xfrm>
            <a:off x="3215231" y="0"/>
            <a:ext cx="8976783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pic>
        <p:nvPicPr>
          <p:cNvPr id="5" name="Picture 118" descr="building剪裁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8"/>
          <p:cNvGrpSpPr>
            <a:grpSpLocks/>
          </p:cNvGrpSpPr>
          <p:nvPr userDrawn="1"/>
        </p:nvGrpSpPr>
        <p:grpSpPr bwMode="auto">
          <a:xfrm>
            <a:off x="3623735" y="304810"/>
            <a:ext cx="9076267" cy="3424237"/>
            <a:chOff x="664" y="1951"/>
            <a:chExt cx="4308" cy="2120"/>
          </a:xfrm>
        </p:grpSpPr>
        <p:sp>
          <p:nvSpPr>
            <p:cNvPr id="7" name="Freeform 19"/>
            <p:cNvSpPr>
              <a:spLocks/>
            </p:cNvSpPr>
            <p:nvPr userDrawn="1"/>
          </p:nvSpPr>
          <p:spPr bwMode="invGray">
            <a:xfrm>
              <a:off x="743" y="2045"/>
              <a:ext cx="1267" cy="1939"/>
            </a:xfrm>
            <a:custGeom>
              <a:avLst/>
              <a:gdLst>
                <a:gd name="T0" fmla="*/ 1 w 1692"/>
                <a:gd name="T1" fmla="*/ 1 h 2586"/>
                <a:gd name="T2" fmla="*/ 1 w 1692"/>
                <a:gd name="T3" fmla="*/ 1 h 2586"/>
                <a:gd name="T4" fmla="*/ 2 w 1692"/>
                <a:gd name="T5" fmla="*/ 1 h 2586"/>
                <a:gd name="T6" fmla="*/ 2 w 1692"/>
                <a:gd name="T7" fmla="*/ 2 h 2586"/>
                <a:gd name="T8" fmla="*/ 1 w 1692"/>
                <a:gd name="T9" fmla="*/ 3 h 2586"/>
                <a:gd name="T10" fmla="*/ 1 w 1692"/>
                <a:gd name="T11" fmla="*/ 4 h 2586"/>
                <a:gd name="T12" fmla="*/ 1 w 1692"/>
                <a:gd name="T13" fmla="*/ 5 h 2586"/>
                <a:gd name="T14" fmla="*/ 1 w 1692"/>
                <a:gd name="T15" fmla="*/ 5 h 2586"/>
                <a:gd name="T16" fmla="*/ 1 w 1692"/>
                <a:gd name="T17" fmla="*/ 5 h 2586"/>
                <a:gd name="T18" fmla="*/ 2 w 1692"/>
                <a:gd name="T19" fmla="*/ 6 h 2586"/>
                <a:gd name="T20" fmla="*/ 3 w 1692"/>
                <a:gd name="T21" fmla="*/ 7 h 2586"/>
                <a:gd name="T22" fmla="*/ 4 w 1692"/>
                <a:gd name="T23" fmla="*/ 7 h 2586"/>
                <a:gd name="T24" fmla="*/ 4 w 1692"/>
                <a:gd name="T25" fmla="*/ 7 h 2586"/>
                <a:gd name="T26" fmla="*/ 4 w 1692"/>
                <a:gd name="T27" fmla="*/ 9 h 2586"/>
                <a:gd name="T28" fmla="*/ 5 w 1692"/>
                <a:gd name="T29" fmla="*/ 10 h 2586"/>
                <a:gd name="T30" fmla="*/ 5 w 1692"/>
                <a:gd name="T31" fmla="*/ 11 h 2586"/>
                <a:gd name="T32" fmla="*/ 5 w 1692"/>
                <a:gd name="T33" fmla="*/ 13 h 2586"/>
                <a:gd name="T34" fmla="*/ 7 w 1692"/>
                <a:gd name="T35" fmla="*/ 14 h 2586"/>
                <a:gd name="T36" fmla="*/ 7 w 1692"/>
                <a:gd name="T37" fmla="*/ 14 h 2586"/>
                <a:gd name="T38" fmla="*/ 7 w 1692"/>
                <a:gd name="T39" fmla="*/ 13 h 2586"/>
                <a:gd name="T40" fmla="*/ 7 w 1692"/>
                <a:gd name="T41" fmla="*/ 13 h 2586"/>
                <a:gd name="T42" fmla="*/ 7 w 1692"/>
                <a:gd name="T43" fmla="*/ 12 h 2586"/>
                <a:gd name="T44" fmla="*/ 7 w 1692"/>
                <a:gd name="T45" fmla="*/ 12 h 2586"/>
                <a:gd name="T46" fmla="*/ 9 w 1692"/>
                <a:gd name="T47" fmla="*/ 10 h 2586"/>
                <a:gd name="T48" fmla="*/ 9 w 1692"/>
                <a:gd name="T49" fmla="*/ 10 h 2586"/>
                <a:gd name="T50" fmla="*/ 8 w 1692"/>
                <a:gd name="T51" fmla="*/ 8 h 2586"/>
                <a:gd name="T52" fmla="*/ 7 w 1692"/>
                <a:gd name="T53" fmla="*/ 7 h 2586"/>
                <a:gd name="T54" fmla="*/ 5 w 1692"/>
                <a:gd name="T55" fmla="*/ 7 h 2586"/>
                <a:gd name="T56" fmla="*/ 5 w 1692"/>
                <a:gd name="T57" fmla="*/ 7 h 2586"/>
                <a:gd name="T58" fmla="*/ 5 w 1692"/>
                <a:gd name="T59" fmla="*/ 7 h 2586"/>
                <a:gd name="T60" fmla="*/ 4 w 1692"/>
                <a:gd name="T61" fmla="*/ 7 h 2586"/>
                <a:gd name="T62" fmla="*/ 4 w 1692"/>
                <a:gd name="T63" fmla="*/ 7 h 2586"/>
                <a:gd name="T64" fmla="*/ 4 w 1692"/>
                <a:gd name="T65" fmla="*/ 5 h 2586"/>
                <a:gd name="T66" fmla="*/ 3 w 1692"/>
                <a:gd name="T67" fmla="*/ 5 h 2586"/>
                <a:gd name="T68" fmla="*/ 3 w 1692"/>
                <a:gd name="T69" fmla="*/ 5 h 2586"/>
                <a:gd name="T70" fmla="*/ 4 w 1692"/>
                <a:gd name="T71" fmla="*/ 5 h 2586"/>
                <a:gd name="T72" fmla="*/ 4 w 1692"/>
                <a:gd name="T73" fmla="*/ 5 h 2586"/>
                <a:gd name="T74" fmla="*/ 5 w 1692"/>
                <a:gd name="T75" fmla="*/ 5 h 2586"/>
                <a:gd name="T76" fmla="*/ 5 w 1692"/>
                <a:gd name="T77" fmla="*/ 4 h 2586"/>
                <a:gd name="T78" fmla="*/ 7 w 1692"/>
                <a:gd name="T79" fmla="*/ 4 h 2586"/>
                <a:gd name="T80" fmla="*/ 7 w 1692"/>
                <a:gd name="T81" fmla="*/ 3 h 2586"/>
                <a:gd name="T82" fmla="*/ 7 w 1692"/>
                <a:gd name="T83" fmla="*/ 3 h 2586"/>
                <a:gd name="T84" fmla="*/ 7 w 1692"/>
                <a:gd name="T85" fmla="*/ 3 h 2586"/>
                <a:gd name="T86" fmla="*/ 8 w 1692"/>
                <a:gd name="T87" fmla="*/ 2 h 2586"/>
                <a:gd name="T88" fmla="*/ 7 w 1692"/>
                <a:gd name="T89" fmla="*/ 1 h 2586"/>
                <a:gd name="T90" fmla="*/ 7 w 1692"/>
                <a:gd name="T91" fmla="*/ 1 h 2586"/>
                <a:gd name="T92" fmla="*/ 7 w 1692"/>
                <a:gd name="T93" fmla="*/ 1 h 2586"/>
                <a:gd name="T94" fmla="*/ 5 w 1692"/>
                <a:gd name="T95" fmla="*/ 2 h 2586"/>
                <a:gd name="T96" fmla="*/ 5 w 1692"/>
                <a:gd name="T97" fmla="*/ 1 h 2586"/>
                <a:gd name="T98" fmla="*/ 7 w 1692"/>
                <a:gd name="T99" fmla="*/ 1 h 2586"/>
                <a:gd name="T100" fmla="*/ 7 w 1692"/>
                <a:gd name="T101" fmla="*/ 1 h 2586"/>
                <a:gd name="T102" fmla="*/ 7 w 1692"/>
                <a:gd name="T103" fmla="*/ 1 h 2586"/>
                <a:gd name="T104" fmla="*/ 7 w 1692"/>
                <a:gd name="T105" fmla="*/ 1 h 2586"/>
                <a:gd name="T106" fmla="*/ 7 w 1692"/>
                <a:gd name="T107" fmla="*/ 1 h 2586"/>
                <a:gd name="T108" fmla="*/ 7 w 1692"/>
                <a:gd name="T109" fmla="*/ 1 h 2586"/>
                <a:gd name="T110" fmla="*/ 5 w 1692"/>
                <a:gd name="T111" fmla="*/ 1 h 2586"/>
                <a:gd name="T112" fmla="*/ 5 w 1692"/>
                <a:gd name="T113" fmla="*/ 1 h 2586"/>
                <a:gd name="T114" fmla="*/ 3 w 1692"/>
                <a:gd name="T115" fmla="*/ 0 h 2586"/>
                <a:gd name="T116" fmla="*/ 1 w 1692"/>
                <a:gd name="T117" fmla="*/ 1 h 2586"/>
                <a:gd name="T118" fmla="*/ 1 w 1692"/>
                <a:gd name="T119" fmla="*/ 1 h 2586"/>
                <a:gd name="T120" fmla="*/ 1 w 1692"/>
                <a:gd name="T121" fmla="*/ 1 h 2586"/>
                <a:gd name="T122" fmla="*/ 1 w 1692"/>
                <a:gd name="T123" fmla="*/ 1 h 2586"/>
                <a:gd name="T124" fmla="*/ 1 w 1692"/>
                <a:gd name="T125" fmla="*/ 1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" name="Freeform 20"/>
            <p:cNvSpPr>
              <a:spLocks/>
            </p:cNvSpPr>
            <p:nvPr userDrawn="1"/>
          </p:nvSpPr>
          <p:spPr bwMode="invGray">
            <a:xfrm>
              <a:off x="703" y="2230"/>
              <a:ext cx="32" cy="28"/>
            </a:xfrm>
            <a:custGeom>
              <a:avLst/>
              <a:gdLst>
                <a:gd name="T0" fmla="*/ 1 w 46"/>
                <a:gd name="T1" fmla="*/ 1 h 38"/>
                <a:gd name="T2" fmla="*/ 0 w 46"/>
                <a:gd name="T3" fmla="*/ 1 h 38"/>
                <a:gd name="T4" fmla="*/ 1 w 46"/>
                <a:gd name="T5" fmla="*/ 1 h 38"/>
                <a:gd name="T6" fmla="*/ 1 w 46"/>
                <a:gd name="T7" fmla="*/ 1 h 38"/>
                <a:gd name="T8" fmla="*/ 1 w 46"/>
                <a:gd name="T9" fmla="*/ 0 h 38"/>
                <a:gd name="T10" fmla="*/ 1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" name="Freeform 21"/>
            <p:cNvSpPr>
              <a:spLocks/>
            </p:cNvSpPr>
            <p:nvPr userDrawn="1"/>
          </p:nvSpPr>
          <p:spPr bwMode="invGray">
            <a:xfrm>
              <a:off x="1010" y="2353"/>
              <a:ext cx="39" cy="30"/>
            </a:xfrm>
            <a:custGeom>
              <a:avLst/>
              <a:gdLst>
                <a:gd name="T0" fmla="*/ 2 w 52"/>
                <a:gd name="T1" fmla="*/ 0 h 44"/>
                <a:gd name="T2" fmla="*/ 2 w 52"/>
                <a:gd name="T3" fmla="*/ 1 h 44"/>
                <a:gd name="T4" fmla="*/ 2 w 52"/>
                <a:gd name="T5" fmla="*/ 1 h 44"/>
                <a:gd name="T6" fmla="*/ 2 w 52"/>
                <a:gd name="T7" fmla="*/ 1 h 44"/>
                <a:gd name="T8" fmla="*/ 2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" name="Freeform 22"/>
            <p:cNvSpPr>
              <a:spLocks/>
            </p:cNvSpPr>
            <p:nvPr userDrawn="1"/>
          </p:nvSpPr>
          <p:spPr bwMode="invGray">
            <a:xfrm>
              <a:off x="1792" y="2410"/>
              <a:ext cx="98" cy="73"/>
            </a:xfrm>
            <a:custGeom>
              <a:avLst/>
              <a:gdLst>
                <a:gd name="T0" fmla="*/ 1 w 131"/>
                <a:gd name="T1" fmla="*/ 0 h 98"/>
                <a:gd name="T2" fmla="*/ 1 w 131"/>
                <a:gd name="T3" fmla="*/ 1 h 98"/>
                <a:gd name="T4" fmla="*/ 1 w 131"/>
                <a:gd name="T5" fmla="*/ 1 h 98"/>
                <a:gd name="T6" fmla="*/ 1 w 131"/>
                <a:gd name="T7" fmla="*/ 1 h 98"/>
                <a:gd name="T8" fmla="*/ 1 w 131"/>
                <a:gd name="T9" fmla="*/ 1 h 98"/>
                <a:gd name="T10" fmla="*/ 1 w 131"/>
                <a:gd name="T11" fmla="*/ 1 h 98"/>
                <a:gd name="T12" fmla="*/ 1 w 131"/>
                <a:gd name="T13" fmla="*/ 1 h 98"/>
                <a:gd name="T14" fmla="*/ 1 w 131"/>
                <a:gd name="T15" fmla="*/ 1 h 98"/>
                <a:gd name="T16" fmla="*/ 1 w 131"/>
                <a:gd name="T17" fmla="*/ 1 h 98"/>
                <a:gd name="T18" fmla="*/ 1 w 131"/>
                <a:gd name="T19" fmla="*/ 1 h 98"/>
                <a:gd name="T20" fmla="*/ 1 w 131"/>
                <a:gd name="T21" fmla="*/ 1 h 98"/>
                <a:gd name="T22" fmla="*/ 1 w 131"/>
                <a:gd name="T23" fmla="*/ 1 h 98"/>
                <a:gd name="T24" fmla="*/ 1 w 131"/>
                <a:gd name="T25" fmla="*/ 1 h 98"/>
                <a:gd name="T26" fmla="*/ 1 w 131"/>
                <a:gd name="T27" fmla="*/ 1 h 98"/>
                <a:gd name="T28" fmla="*/ 1 w 131"/>
                <a:gd name="T29" fmla="*/ 1 h 98"/>
                <a:gd name="T30" fmla="*/ 1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" name="Freeform 23"/>
            <p:cNvSpPr>
              <a:spLocks/>
            </p:cNvSpPr>
            <p:nvPr userDrawn="1"/>
          </p:nvSpPr>
          <p:spPr bwMode="invGray">
            <a:xfrm>
              <a:off x="1318" y="2793"/>
              <a:ext cx="159" cy="82"/>
            </a:xfrm>
            <a:custGeom>
              <a:avLst/>
              <a:gdLst>
                <a:gd name="T0" fmla="*/ 2 w 212"/>
                <a:gd name="T1" fmla="*/ 1 h 112"/>
                <a:gd name="T2" fmla="*/ 2 w 212"/>
                <a:gd name="T3" fmla="*/ 1 h 112"/>
                <a:gd name="T4" fmla="*/ 2 w 212"/>
                <a:gd name="T5" fmla="*/ 1 h 112"/>
                <a:gd name="T6" fmla="*/ 2 w 212"/>
                <a:gd name="T7" fmla="*/ 1 h 112"/>
                <a:gd name="T8" fmla="*/ 2 w 212"/>
                <a:gd name="T9" fmla="*/ 1 h 112"/>
                <a:gd name="T10" fmla="*/ 2 w 212"/>
                <a:gd name="T11" fmla="*/ 1 h 112"/>
                <a:gd name="T12" fmla="*/ 2 w 212"/>
                <a:gd name="T13" fmla="*/ 1 h 112"/>
                <a:gd name="T14" fmla="*/ 2 w 212"/>
                <a:gd name="T15" fmla="*/ 1 h 112"/>
                <a:gd name="T16" fmla="*/ 2 w 212"/>
                <a:gd name="T17" fmla="*/ 1 h 112"/>
                <a:gd name="T18" fmla="*/ 2 w 212"/>
                <a:gd name="T19" fmla="*/ 1 h 112"/>
                <a:gd name="T20" fmla="*/ 2 w 212"/>
                <a:gd name="T21" fmla="*/ 1 h 112"/>
                <a:gd name="T22" fmla="*/ 2 w 212"/>
                <a:gd name="T23" fmla="*/ 1 h 112"/>
                <a:gd name="T24" fmla="*/ 2 w 212"/>
                <a:gd name="T25" fmla="*/ 1 h 112"/>
                <a:gd name="T26" fmla="*/ 2 w 212"/>
                <a:gd name="T27" fmla="*/ 1 h 112"/>
                <a:gd name="T28" fmla="*/ 2 w 212"/>
                <a:gd name="T29" fmla="*/ 1 h 112"/>
                <a:gd name="T30" fmla="*/ 2 w 212"/>
                <a:gd name="T31" fmla="*/ 1 h 112"/>
                <a:gd name="T32" fmla="*/ 2 w 212"/>
                <a:gd name="T33" fmla="*/ 1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2" name="Freeform 24"/>
            <p:cNvSpPr>
              <a:spLocks/>
            </p:cNvSpPr>
            <p:nvPr userDrawn="1"/>
          </p:nvSpPr>
          <p:spPr bwMode="invGray">
            <a:xfrm>
              <a:off x="1448" y="2857"/>
              <a:ext cx="100" cy="41"/>
            </a:xfrm>
            <a:custGeom>
              <a:avLst/>
              <a:gdLst>
                <a:gd name="T0" fmla="*/ 2 w 133"/>
                <a:gd name="T1" fmla="*/ 0 h 54"/>
                <a:gd name="T2" fmla="*/ 2 w 133"/>
                <a:gd name="T3" fmla="*/ 2 h 54"/>
                <a:gd name="T4" fmla="*/ 2 w 133"/>
                <a:gd name="T5" fmla="*/ 2 h 54"/>
                <a:gd name="T6" fmla="*/ 2 w 133"/>
                <a:gd name="T7" fmla="*/ 2 h 54"/>
                <a:gd name="T8" fmla="*/ 2 w 133"/>
                <a:gd name="T9" fmla="*/ 2 h 54"/>
                <a:gd name="T10" fmla="*/ 2 w 133"/>
                <a:gd name="T11" fmla="*/ 2 h 54"/>
                <a:gd name="T12" fmla="*/ 2 w 133"/>
                <a:gd name="T13" fmla="*/ 2 h 54"/>
                <a:gd name="T14" fmla="*/ 2 w 133"/>
                <a:gd name="T15" fmla="*/ 2 h 54"/>
                <a:gd name="T16" fmla="*/ 2 w 133"/>
                <a:gd name="T17" fmla="*/ 2 h 54"/>
                <a:gd name="T18" fmla="*/ 2 w 133"/>
                <a:gd name="T19" fmla="*/ 2 h 54"/>
                <a:gd name="T20" fmla="*/ 2 w 133"/>
                <a:gd name="T21" fmla="*/ 2 h 54"/>
                <a:gd name="T22" fmla="*/ 2 w 133"/>
                <a:gd name="T23" fmla="*/ 2 h 54"/>
                <a:gd name="T24" fmla="*/ 2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3" name="Freeform 25"/>
            <p:cNvSpPr>
              <a:spLocks/>
            </p:cNvSpPr>
            <p:nvPr userDrawn="1"/>
          </p:nvSpPr>
          <p:spPr bwMode="invGray">
            <a:xfrm>
              <a:off x="1553" y="2883"/>
              <a:ext cx="37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2 h 24"/>
                <a:gd name="T4" fmla="*/ 1 w 51"/>
                <a:gd name="T5" fmla="*/ 2 h 24"/>
                <a:gd name="T6" fmla="*/ 1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 userDrawn="1"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1 h 34"/>
                <a:gd name="T6" fmla="*/ 2 w 16"/>
                <a:gd name="T7" fmla="*/ 1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5" name="Freeform 27"/>
            <p:cNvSpPr>
              <a:spLocks/>
            </p:cNvSpPr>
            <p:nvPr userDrawn="1"/>
          </p:nvSpPr>
          <p:spPr bwMode="invGray">
            <a:xfrm>
              <a:off x="1426" y="2038"/>
              <a:ext cx="180" cy="85"/>
            </a:xfrm>
            <a:custGeom>
              <a:avLst/>
              <a:gdLst>
                <a:gd name="T0" fmla="*/ 2 w 240"/>
                <a:gd name="T1" fmla="*/ 1 h 117"/>
                <a:gd name="T2" fmla="*/ 2 w 240"/>
                <a:gd name="T3" fmla="*/ 1 h 117"/>
                <a:gd name="T4" fmla="*/ 2 w 240"/>
                <a:gd name="T5" fmla="*/ 1 h 117"/>
                <a:gd name="T6" fmla="*/ 0 w 240"/>
                <a:gd name="T7" fmla="*/ 1 h 117"/>
                <a:gd name="T8" fmla="*/ 2 w 240"/>
                <a:gd name="T9" fmla="*/ 1 h 117"/>
                <a:gd name="T10" fmla="*/ 2 w 240"/>
                <a:gd name="T11" fmla="*/ 1 h 117"/>
                <a:gd name="T12" fmla="*/ 2 w 240"/>
                <a:gd name="T13" fmla="*/ 1 h 117"/>
                <a:gd name="T14" fmla="*/ 2 w 240"/>
                <a:gd name="T15" fmla="*/ 1 h 117"/>
                <a:gd name="T16" fmla="*/ 2 w 240"/>
                <a:gd name="T17" fmla="*/ 1 h 117"/>
                <a:gd name="T18" fmla="*/ 2 w 240"/>
                <a:gd name="T19" fmla="*/ 1 h 117"/>
                <a:gd name="T20" fmla="*/ 2 w 240"/>
                <a:gd name="T21" fmla="*/ 1 h 117"/>
                <a:gd name="T22" fmla="*/ 2 w 240"/>
                <a:gd name="T23" fmla="*/ 1 h 117"/>
                <a:gd name="T24" fmla="*/ 2 w 240"/>
                <a:gd name="T25" fmla="*/ 1 h 117"/>
                <a:gd name="T26" fmla="*/ 2 w 240"/>
                <a:gd name="T27" fmla="*/ 1 h 117"/>
                <a:gd name="T28" fmla="*/ 2 w 240"/>
                <a:gd name="T29" fmla="*/ 1 h 117"/>
                <a:gd name="T30" fmla="*/ 2 w 240"/>
                <a:gd name="T31" fmla="*/ 1 h 117"/>
                <a:gd name="T32" fmla="*/ 2 w 240"/>
                <a:gd name="T33" fmla="*/ 1 h 117"/>
                <a:gd name="T34" fmla="*/ 2 w 240"/>
                <a:gd name="T35" fmla="*/ 1 h 117"/>
                <a:gd name="T36" fmla="*/ 2 w 240"/>
                <a:gd name="T37" fmla="*/ 1 h 117"/>
                <a:gd name="T38" fmla="*/ 2 w 240"/>
                <a:gd name="T39" fmla="*/ 1 h 117"/>
                <a:gd name="T40" fmla="*/ 2 w 240"/>
                <a:gd name="T41" fmla="*/ 1 h 117"/>
                <a:gd name="T42" fmla="*/ 2 w 240"/>
                <a:gd name="T43" fmla="*/ 1 h 117"/>
                <a:gd name="T44" fmla="*/ 2 w 240"/>
                <a:gd name="T45" fmla="*/ 1 h 117"/>
                <a:gd name="T46" fmla="*/ 2 w 240"/>
                <a:gd name="T47" fmla="*/ 1 h 117"/>
                <a:gd name="T48" fmla="*/ 2 w 240"/>
                <a:gd name="T49" fmla="*/ 1 h 117"/>
                <a:gd name="T50" fmla="*/ 2 w 240"/>
                <a:gd name="T51" fmla="*/ 1 h 117"/>
                <a:gd name="T52" fmla="*/ 2 w 240"/>
                <a:gd name="T53" fmla="*/ 1 h 117"/>
                <a:gd name="T54" fmla="*/ 2 w 240"/>
                <a:gd name="T55" fmla="*/ 1 h 117"/>
                <a:gd name="T56" fmla="*/ 2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6" name="Freeform 28"/>
            <p:cNvSpPr>
              <a:spLocks/>
            </p:cNvSpPr>
            <p:nvPr userDrawn="1"/>
          </p:nvSpPr>
          <p:spPr bwMode="invGray">
            <a:xfrm>
              <a:off x="1506" y="1999"/>
              <a:ext cx="146" cy="58"/>
            </a:xfrm>
            <a:custGeom>
              <a:avLst/>
              <a:gdLst>
                <a:gd name="T0" fmla="*/ 2 w 194"/>
                <a:gd name="T1" fmla="*/ 1 h 80"/>
                <a:gd name="T2" fmla="*/ 2 w 194"/>
                <a:gd name="T3" fmla="*/ 1 h 80"/>
                <a:gd name="T4" fmla="*/ 2 w 194"/>
                <a:gd name="T5" fmla="*/ 1 h 80"/>
                <a:gd name="T6" fmla="*/ 2 w 194"/>
                <a:gd name="T7" fmla="*/ 1 h 80"/>
                <a:gd name="T8" fmla="*/ 2 w 194"/>
                <a:gd name="T9" fmla="*/ 1 h 80"/>
                <a:gd name="T10" fmla="*/ 2 w 194"/>
                <a:gd name="T11" fmla="*/ 1 h 80"/>
                <a:gd name="T12" fmla="*/ 2 w 194"/>
                <a:gd name="T13" fmla="*/ 1 h 80"/>
                <a:gd name="T14" fmla="*/ 2 w 194"/>
                <a:gd name="T15" fmla="*/ 1 h 80"/>
                <a:gd name="T16" fmla="*/ 2 w 194"/>
                <a:gd name="T17" fmla="*/ 1 h 80"/>
                <a:gd name="T18" fmla="*/ 2 w 194"/>
                <a:gd name="T19" fmla="*/ 1 h 80"/>
                <a:gd name="T20" fmla="*/ 2 w 194"/>
                <a:gd name="T21" fmla="*/ 1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7" name="Freeform 29"/>
            <p:cNvSpPr>
              <a:spLocks/>
            </p:cNvSpPr>
            <p:nvPr userDrawn="1"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2 w 310"/>
                <a:gd name="T1" fmla="*/ 1 h 254"/>
                <a:gd name="T2" fmla="*/ 2 w 310"/>
                <a:gd name="T3" fmla="*/ 1 h 254"/>
                <a:gd name="T4" fmla="*/ 2 w 310"/>
                <a:gd name="T5" fmla="*/ 1 h 254"/>
                <a:gd name="T6" fmla="*/ 2 w 310"/>
                <a:gd name="T7" fmla="*/ 1 h 254"/>
                <a:gd name="T8" fmla="*/ 2 w 310"/>
                <a:gd name="T9" fmla="*/ 1 h 254"/>
                <a:gd name="T10" fmla="*/ 2 w 310"/>
                <a:gd name="T11" fmla="*/ 1 h 254"/>
                <a:gd name="T12" fmla="*/ 2 w 310"/>
                <a:gd name="T13" fmla="*/ 1 h 254"/>
                <a:gd name="T14" fmla="*/ 2 w 310"/>
                <a:gd name="T15" fmla="*/ 1 h 254"/>
                <a:gd name="T16" fmla="*/ 2 w 310"/>
                <a:gd name="T17" fmla="*/ 1 h 254"/>
                <a:gd name="T18" fmla="*/ 2 w 310"/>
                <a:gd name="T19" fmla="*/ 1 h 254"/>
                <a:gd name="T20" fmla="*/ 2 w 310"/>
                <a:gd name="T21" fmla="*/ 1 h 254"/>
                <a:gd name="T22" fmla="*/ 2 w 310"/>
                <a:gd name="T23" fmla="*/ 1 h 254"/>
                <a:gd name="T24" fmla="*/ 2 w 310"/>
                <a:gd name="T25" fmla="*/ 1 h 254"/>
                <a:gd name="T26" fmla="*/ 2 w 310"/>
                <a:gd name="T27" fmla="*/ 1 h 254"/>
                <a:gd name="T28" fmla="*/ 2 w 310"/>
                <a:gd name="T29" fmla="*/ 1 h 254"/>
                <a:gd name="T30" fmla="*/ 2 w 310"/>
                <a:gd name="T31" fmla="*/ 1 h 254"/>
                <a:gd name="T32" fmla="*/ 2 w 310"/>
                <a:gd name="T33" fmla="*/ 1 h 254"/>
                <a:gd name="T34" fmla="*/ 2 w 310"/>
                <a:gd name="T35" fmla="*/ 1 h 254"/>
                <a:gd name="T36" fmla="*/ 2 w 310"/>
                <a:gd name="T37" fmla="*/ 1 h 254"/>
                <a:gd name="T38" fmla="*/ 2 w 310"/>
                <a:gd name="T39" fmla="*/ 1 h 254"/>
                <a:gd name="T40" fmla="*/ 2 w 310"/>
                <a:gd name="T41" fmla="*/ 1 h 254"/>
                <a:gd name="T42" fmla="*/ 2 w 310"/>
                <a:gd name="T43" fmla="*/ 1 h 254"/>
                <a:gd name="T44" fmla="*/ 2 w 310"/>
                <a:gd name="T45" fmla="*/ 1 h 254"/>
                <a:gd name="T46" fmla="*/ 2 w 310"/>
                <a:gd name="T47" fmla="*/ 1 h 254"/>
                <a:gd name="T48" fmla="*/ 2 w 310"/>
                <a:gd name="T49" fmla="*/ 1 h 254"/>
                <a:gd name="T50" fmla="*/ 2 w 310"/>
                <a:gd name="T51" fmla="*/ 1 h 254"/>
                <a:gd name="T52" fmla="*/ 2 w 310"/>
                <a:gd name="T53" fmla="*/ 1 h 254"/>
                <a:gd name="T54" fmla="*/ 2 w 310"/>
                <a:gd name="T55" fmla="*/ 1 h 254"/>
                <a:gd name="T56" fmla="*/ 2 w 310"/>
                <a:gd name="T57" fmla="*/ 1 h 254"/>
                <a:gd name="T58" fmla="*/ 2 w 310"/>
                <a:gd name="T59" fmla="*/ 1 h 254"/>
                <a:gd name="T60" fmla="*/ 2 w 310"/>
                <a:gd name="T61" fmla="*/ 1 h 254"/>
                <a:gd name="T62" fmla="*/ 2 w 310"/>
                <a:gd name="T63" fmla="*/ 1 h 254"/>
                <a:gd name="T64" fmla="*/ 2 w 310"/>
                <a:gd name="T65" fmla="*/ 1 h 254"/>
                <a:gd name="T66" fmla="*/ 2 w 310"/>
                <a:gd name="T67" fmla="*/ 1 h 254"/>
                <a:gd name="T68" fmla="*/ 2 w 310"/>
                <a:gd name="T69" fmla="*/ 1 h 254"/>
                <a:gd name="T70" fmla="*/ 2 w 310"/>
                <a:gd name="T71" fmla="*/ 1 h 254"/>
                <a:gd name="T72" fmla="*/ 2 w 310"/>
                <a:gd name="T73" fmla="*/ 1 h 254"/>
                <a:gd name="T74" fmla="*/ 2 w 310"/>
                <a:gd name="T75" fmla="*/ 1 h 254"/>
                <a:gd name="T76" fmla="*/ 2 w 310"/>
                <a:gd name="T77" fmla="*/ 1 h 254"/>
                <a:gd name="T78" fmla="*/ 2 w 310"/>
                <a:gd name="T79" fmla="*/ 1 h 254"/>
                <a:gd name="T80" fmla="*/ 2 w 310"/>
                <a:gd name="T81" fmla="*/ 1 h 254"/>
                <a:gd name="T82" fmla="*/ 2 w 310"/>
                <a:gd name="T83" fmla="*/ 1 h 254"/>
                <a:gd name="T84" fmla="*/ 2 w 310"/>
                <a:gd name="T85" fmla="*/ 1 h 254"/>
                <a:gd name="T86" fmla="*/ 2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8" name="Freeform 30"/>
            <p:cNvSpPr>
              <a:spLocks/>
            </p:cNvSpPr>
            <p:nvPr userDrawn="1"/>
          </p:nvSpPr>
          <p:spPr bwMode="invGray">
            <a:xfrm>
              <a:off x="1709" y="1987"/>
              <a:ext cx="44" cy="39"/>
            </a:xfrm>
            <a:custGeom>
              <a:avLst/>
              <a:gdLst>
                <a:gd name="T0" fmla="*/ 1 w 59"/>
                <a:gd name="T1" fmla="*/ 0 h 50"/>
                <a:gd name="T2" fmla="*/ 0 w 59"/>
                <a:gd name="T3" fmla="*/ 2 h 50"/>
                <a:gd name="T4" fmla="*/ 1 w 59"/>
                <a:gd name="T5" fmla="*/ 2 h 50"/>
                <a:gd name="T6" fmla="*/ 1 w 59"/>
                <a:gd name="T7" fmla="*/ 2 h 50"/>
                <a:gd name="T8" fmla="*/ 1 w 59"/>
                <a:gd name="T9" fmla="*/ 2 h 50"/>
                <a:gd name="T10" fmla="*/ 1 w 59"/>
                <a:gd name="T11" fmla="*/ 2 h 50"/>
                <a:gd name="T12" fmla="*/ 1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9" name="Freeform 31"/>
            <p:cNvSpPr>
              <a:spLocks/>
            </p:cNvSpPr>
            <p:nvPr userDrawn="1"/>
          </p:nvSpPr>
          <p:spPr bwMode="invGray">
            <a:xfrm>
              <a:off x="1625" y="2057"/>
              <a:ext cx="64" cy="42"/>
            </a:xfrm>
            <a:custGeom>
              <a:avLst/>
              <a:gdLst>
                <a:gd name="T0" fmla="*/ 1 w 86"/>
                <a:gd name="T1" fmla="*/ 1 h 57"/>
                <a:gd name="T2" fmla="*/ 1 w 86"/>
                <a:gd name="T3" fmla="*/ 1 h 57"/>
                <a:gd name="T4" fmla="*/ 1 w 86"/>
                <a:gd name="T5" fmla="*/ 1 h 57"/>
                <a:gd name="T6" fmla="*/ 1 w 86"/>
                <a:gd name="T7" fmla="*/ 1 h 57"/>
                <a:gd name="T8" fmla="*/ 1 w 86"/>
                <a:gd name="T9" fmla="*/ 1 h 57"/>
                <a:gd name="T10" fmla="*/ 1 w 86"/>
                <a:gd name="T11" fmla="*/ 1 h 57"/>
                <a:gd name="T12" fmla="*/ 1 w 86"/>
                <a:gd name="T13" fmla="*/ 1 h 57"/>
                <a:gd name="T14" fmla="*/ 1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0" name="Freeform 32"/>
            <p:cNvSpPr>
              <a:spLocks/>
            </p:cNvSpPr>
            <p:nvPr userDrawn="1"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1 w 73"/>
                <a:gd name="T1" fmla="*/ 0 h 34"/>
                <a:gd name="T2" fmla="*/ 1 w 73"/>
                <a:gd name="T3" fmla="*/ 1 h 34"/>
                <a:gd name="T4" fmla="*/ 1 w 73"/>
                <a:gd name="T5" fmla="*/ 1 h 34"/>
                <a:gd name="T6" fmla="*/ 1 w 73"/>
                <a:gd name="T7" fmla="*/ 1 h 34"/>
                <a:gd name="T8" fmla="*/ 1 w 73"/>
                <a:gd name="T9" fmla="*/ 1 h 34"/>
                <a:gd name="T10" fmla="*/ 1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1" name="Freeform 33"/>
            <p:cNvSpPr>
              <a:spLocks/>
            </p:cNvSpPr>
            <p:nvPr userDrawn="1"/>
          </p:nvSpPr>
          <p:spPr bwMode="invGray">
            <a:xfrm>
              <a:off x="1664" y="2029"/>
              <a:ext cx="64" cy="37"/>
            </a:xfrm>
            <a:custGeom>
              <a:avLst/>
              <a:gdLst>
                <a:gd name="T0" fmla="*/ 2 w 85"/>
                <a:gd name="T1" fmla="*/ 2 h 45"/>
                <a:gd name="T2" fmla="*/ 2 w 85"/>
                <a:gd name="T3" fmla="*/ 2 h 45"/>
                <a:gd name="T4" fmla="*/ 0 w 85"/>
                <a:gd name="T5" fmla="*/ 2 h 45"/>
                <a:gd name="T6" fmla="*/ 2 w 85"/>
                <a:gd name="T7" fmla="*/ 2 h 45"/>
                <a:gd name="T8" fmla="*/ 2 w 85"/>
                <a:gd name="T9" fmla="*/ 2 h 45"/>
                <a:gd name="T10" fmla="*/ 2 w 85"/>
                <a:gd name="T11" fmla="*/ 2 h 45"/>
                <a:gd name="T12" fmla="*/ 2 w 85"/>
                <a:gd name="T13" fmla="*/ 2 h 45"/>
                <a:gd name="T14" fmla="*/ 2 w 85"/>
                <a:gd name="T15" fmla="*/ 0 h 45"/>
                <a:gd name="T16" fmla="*/ 2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2" name="Freeform 34"/>
            <p:cNvSpPr>
              <a:spLocks/>
            </p:cNvSpPr>
            <p:nvPr userDrawn="1"/>
          </p:nvSpPr>
          <p:spPr bwMode="invGray">
            <a:xfrm>
              <a:off x="1637" y="1997"/>
              <a:ext cx="45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2 h 31"/>
                <a:gd name="T4" fmla="*/ 2 w 58"/>
                <a:gd name="T5" fmla="*/ 2 h 31"/>
                <a:gd name="T6" fmla="*/ 2 w 58"/>
                <a:gd name="T7" fmla="*/ 2 h 31"/>
                <a:gd name="T8" fmla="*/ 2 w 58"/>
                <a:gd name="T9" fmla="*/ 2 h 31"/>
                <a:gd name="T10" fmla="*/ 2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3" name="Freeform 35"/>
            <p:cNvSpPr>
              <a:spLocks/>
            </p:cNvSpPr>
            <p:nvPr userDrawn="1"/>
          </p:nvSpPr>
          <p:spPr bwMode="invGray">
            <a:xfrm>
              <a:off x="1751" y="2000"/>
              <a:ext cx="116" cy="80"/>
            </a:xfrm>
            <a:custGeom>
              <a:avLst/>
              <a:gdLst>
                <a:gd name="T0" fmla="*/ 2 w 152"/>
                <a:gd name="T1" fmla="*/ 0 h 102"/>
                <a:gd name="T2" fmla="*/ 2 w 152"/>
                <a:gd name="T3" fmla="*/ 2 h 102"/>
                <a:gd name="T4" fmla="*/ 2 w 152"/>
                <a:gd name="T5" fmla="*/ 2 h 102"/>
                <a:gd name="T6" fmla="*/ 2 w 152"/>
                <a:gd name="T7" fmla="*/ 2 h 102"/>
                <a:gd name="T8" fmla="*/ 0 w 152"/>
                <a:gd name="T9" fmla="*/ 2 h 102"/>
                <a:gd name="T10" fmla="*/ 2 w 152"/>
                <a:gd name="T11" fmla="*/ 2 h 102"/>
                <a:gd name="T12" fmla="*/ 2 w 152"/>
                <a:gd name="T13" fmla="*/ 2 h 102"/>
                <a:gd name="T14" fmla="*/ 2 w 152"/>
                <a:gd name="T15" fmla="*/ 2 h 102"/>
                <a:gd name="T16" fmla="*/ 2 w 152"/>
                <a:gd name="T17" fmla="*/ 2 h 102"/>
                <a:gd name="T18" fmla="*/ 2 w 152"/>
                <a:gd name="T19" fmla="*/ 2 h 102"/>
                <a:gd name="T20" fmla="*/ 2 w 152"/>
                <a:gd name="T21" fmla="*/ 2 h 102"/>
                <a:gd name="T22" fmla="*/ 2 w 152"/>
                <a:gd name="T23" fmla="*/ 2 h 102"/>
                <a:gd name="T24" fmla="*/ 2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4" name="Freeform 36"/>
            <p:cNvSpPr>
              <a:spLocks/>
            </p:cNvSpPr>
            <p:nvPr userDrawn="1"/>
          </p:nvSpPr>
          <p:spPr bwMode="invGray">
            <a:xfrm>
              <a:off x="664" y="2246"/>
              <a:ext cx="25" cy="14"/>
            </a:xfrm>
            <a:custGeom>
              <a:avLst/>
              <a:gdLst>
                <a:gd name="T0" fmla="*/ 1 w 34"/>
                <a:gd name="T1" fmla="*/ 0 h 20"/>
                <a:gd name="T2" fmla="*/ 1 w 34"/>
                <a:gd name="T3" fmla="*/ 1 h 20"/>
                <a:gd name="T4" fmla="*/ 1 w 34"/>
                <a:gd name="T5" fmla="*/ 1 h 20"/>
                <a:gd name="T6" fmla="*/ 1 w 34"/>
                <a:gd name="T7" fmla="*/ 1 h 20"/>
                <a:gd name="T8" fmla="*/ 1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5" name="Freeform 37"/>
            <p:cNvSpPr>
              <a:spLocks/>
            </p:cNvSpPr>
            <p:nvPr userDrawn="1"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6" name="Freeform 38"/>
            <p:cNvSpPr>
              <a:spLocks/>
            </p:cNvSpPr>
            <p:nvPr userDrawn="1"/>
          </p:nvSpPr>
          <p:spPr bwMode="invGray">
            <a:xfrm>
              <a:off x="1424" y="2782"/>
              <a:ext cx="17" cy="13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7" name="Freeform 39"/>
            <p:cNvSpPr>
              <a:spLocks/>
            </p:cNvSpPr>
            <p:nvPr userDrawn="1"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8" name="Freeform 40"/>
            <p:cNvSpPr>
              <a:spLocks/>
            </p:cNvSpPr>
            <p:nvPr userDrawn="1"/>
          </p:nvSpPr>
          <p:spPr bwMode="invGray">
            <a:xfrm>
              <a:off x="1752" y="2429"/>
              <a:ext cx="38" cy="15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29" name="Freeform 41"/>
            <p:cNvSpPr>
              <a:spLocks/>
            </p:cNvSpPr>
            <p:nvPr userDrawn="1"/>
          </p:nvSpPr>
          <p:spPr bwMode="invGray">
            <a:xfrm>
              <a:off x="1652" y="2224"/>
              <a:ext cx="37" cy="17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1 h 24"/>
                <a:gd name="T4" fmla="*/ 1 w 51"/>
                <a:gd name="T5" fmla="*/ 1 h 24"/>
                <a:gd name="T6" fmla="*/ 1 w 51"/>
                <a:gd name="T7" fmla="*/ 1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0" name="Freeform 42"/>
            <p:cNvSpPr>
              <a:spLocks/>
            </p:cNvSpPr>
            <p:nvPr userDrawn="1"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1" name="Freeform 43"/>
            <p:cNvSpPr>
              <a:spLocks/>
            </p:cNvSpPr>
            <p:nvPr userDrawn="1"/>
          </p:nvSpPr>
          <p:spPr bwMode="invGray">
            <a:xfrm>
              <a:off x="1780" y="2153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2 h 24"/>
                <a:gd name="T4" fmla="*/ 2 w 51"/>
                <a:gd name="T5" fmla="*/ 2 h 24"/>
                <a:gd name="T6" fmla="*/ 2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2" name="Freeform 44"/>
            <p:cNvSpPr>
              <a:spLocks/>
            </p:cNvSpPr>
            <p:nvPr userDrawn="1"/>
          </p:nvSpPr>
          <p:spPr bwMode="invGray">
            <a:xfrm>
              <a:off x="1795" y="1951"/>
              <a:ext cx="697" cy="346"/>
            </a:xfrm>
            <a:custGeom>
              <a:avLst/>
              <a:gdLst>
                <a:gd name="T0" fmla="*/ 2 w 929"/>
                <a:gd name="T1" fmla="*/ 1 h 462"/>
                <a:gd name="T2" fmla="*/ 2 w 929"/>
                <a:gd name="T3" fmla="*/ 1 h 462"/>
                <a:gd name="T4" fmla="*/ 2 w 929"/>
                <a:gd name="T5" fmla="*/ 1 h 462"/>
                <a:gd name="T6" fmla="*/ 2 w 929"/>
                <a:gd name="T7" fmla="*/ 1 h 462"/>
                <a:gd name="T8" fmla="*/ 2 w 929"/>
                <a:gd name="T9" fmla="*/ 1 h 462"/>
                <a:gd name="T10" fmla="*/ 2 w 929"/>
                <a:gd name="T11" fmla="*/ 1 h 462"/>
                <a:gd name="T12" fmla="*/ 2 w 929"/>
                <a:gd name="T13" fmla="*/ 1 h 462"/>
                <a:gd name="T14" fmla="*/ 2 w 929"/>
                <a:gd name="T15" fmla="*/ 1 h 462"/>
                <a:gd name="T16" fmla="*/ 2 w 929"/>
                <a:gd name="T17" fmla="*/ 1 h 462"/>
                <a:gd name="T18" fmla="*/ 2 w 929"/>
                <a:gd name="T19" fmla="*/ 1 h 462"/>
                <a:gd name="T20" fmla="*/ 2 w 929"/>
                <a:gd name="T21" fmla="*/ 1 h 462"/>
                <a:gd name="T22" fmla="*/ 2 w 929"/>
                <a:gd name="T23" fmla="*/ 1 h 462"/>
                <a:gd name="T24" fmla="*/ 2 w 929"/>
                <a:gd name="T25" fmla="*/ 1 h 462"/>
                <a:gd name="T26" fmla="*/ 2 w 929"/>
                <a:gd name="T27" fmla="*/ 1 h 462"/>
                <a:gd name="T28" fmla="*/ 2 w 929"/>
                <a:gd name="T29" fmla="*/ 1 h 462"/>
                <a:gd name="T30" fmla="*/ 2 w 929"/>
                <a:gd name="T31" fmla="*/ 1 h 462"/>
                <a:gd name="T32" fmla="*/ 2 w 929"/>
                <a:gd name="T33" fmla="*/ 1 h 462"/>
                <a:gd name="T34" fmla="*/ 2 w 929"/>
                <a:gd name="T35" fmla="*/ 1 h 462"/>
                <a:gd name="T36" fmla="*/ 2 w 929"/>
                <a:gd name="T37" fmla="*/ 1 h 462"/>
                <a:gd name="T38" fmla="*/ 2 w 929"/>
                <a:gd name="T39" fmla="*/ 2 h 462"/>
                <a:gd name="T40" fmla="*/ 2 w 929"/>
                <a:gd name="T41" fmla="*/ 2 h 462"/>
                <a:gd name="T42" fmla="*/ 3 w 929"/>
                <a:gd name="T43" fmla="*/ 2 h 462"/>
                <a:gd name="T44" fmla="*/ 3 w 929"/>
                <a:gd name="T45" fmla="*/ 2 h 462"/>
                <a:gd name="T46" fmla="*/ 4 w 929"/>
                <a:gd name="T47" fmla="*/ 1 h 462"/>
                <a:gd name="T48" fmla="*/ 4 w 929"/>
                <a:gd name="T49" fmla="*/ 1 h 462"/>
                <a:gd name="T50" fmla="*/ 4 w 929"/>
                <a:gd name="T51" fmla="*/ 1 h 462"/>
                <a:gd name="T52" fmla="*/ 5 w 929"/>
                <a:gd name="T53" fmla="*/ 1 h 462"/>
                <a:gd name="T54" fmla="*/ 5 w 929"/>
                <a:gd name="T55" fmla="*/ 1 h 462"/>
                <a:gd name="T56" fmla="*/ 5 w 929"/>
                <a:gd name="T57" fmla="*/ 1 h 462"/>
                <a:gd name="T58" fmla="*/ 5 w 929"/>
                <a:gd name="T59" fmla="*/ 1 h 462"/>
                <a:gd name="T60" fmla="*/ 5 w 929"/>
                <a:gd name="T61" fmla="*/ 1 h 462"/>
                <a:gd name="T62" fmla="*/ 5 w 929"/>
                <a:gd name="T63" fmla="*/ 1 h 462"/>
                <a:gd name="T64" fmla="*/ 6 w 929"/>
                <a:gd name="T65" fmla="*/ 1 h 462"/>
                <a:gd name="T66" fmla="*/ 6 w 929"/>
                <a:gd name="T67" fmla="*/ 1 h 462"/>
                <a:gd name="T68" fmla="*/ 6 w 929"/>
                <a:gd name="T69" fmla="*/ 1 h 462"/>
                <a:gd name="T70" fmla="*/ 5 w 929"/>
                <a:gd name="T71" fmla="*/ 1 h 462"/>
                <a:gd name="T72" fmla="*/ 5 w 929"/>
                <a:gd name="T73" fmla="*/ 1 h 462"/>
                <a:gd name="T74" fmla="*/ 4 w 929"/>
                <a:gd name="T75" fmla="*/ 1 h 462"/>
                <a:gd name="T76" fmla="*/ 4 w 929"/>
                <a:gd name="T77" fmla="*/ 1 h 462"/>
                <a:gd name="T78" fmla="*/ 4 w 929"/>
                <a:gd name="T79" fmla="*/ 1 h 462"/>
                <a:gd name="T80" fmla="*/ 4 w 929"/>
                <a:gd name="T81" fmla="*/ 1 h 462"/>
                <a:gd name="T82" fmla="*/ 3 w 929"/>
                <a:gd name="T83" fmla="*/ 1 h 462"/>
                <a:gd name="T84" fmla="*/ 3 w 929"/>
                <a:gd name="T85" fmla="*/ 1 h 462"/>
                <a:gd name="T86" fmla="*/ 2 w 929"/>
                <a:gd name="T87" fmla="*/ 1 h 462"/>
                <a:gd name="T88" fmla="*/ 3 w 929"/>
                <a:gd name="T89" fmla="*/ 1 h 462"/>
                <a:gd name="T90" fmla="*/ 2 w 929"/>
                <a:gd name="T91" fmla="*/ 1 h 462"/>
                <a:gd name="T92" fmla="*/ 2 w 929"/>
                <a:gd name="T93" fmla="*/ 1 h 462"/>
                <a:gd name="T94" fmla="*/ 2 w 929"/>
                <a:gd name="T95" fmla="*/ 1 h 462"/>
                <a:gd name="T96" fmla="*/ 2 w 929"/>
                <a:gd name="T97" fmla="*/ 1 h 462"/>
                <a:gd name="T98" fmla="*/ 2 w 929"/>
                <a:gd name="T99" fmla="*/ 1 h 462"/>
                <a:gd name="T100" fmla="*/ 2 w 929"/>
                <a:gd name="T101" fmla="*/ 1 h 462"/>
                <a:gd name="T102" fmla="*/ 2 w 929"/>
                <a:gd name="T103" fmla="*/ 1 h 462"/>
                <a:gd name="T104" fmla="*/ 2 w 929"/>
                <a:gd name="T105" fmla="*/ 1 h 462"/>
                <a:gd name="T106" fmla="*/ 2 w 929"/>
                <a:gd name="T107" fmla="*/ 1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3" name="Freeform 45"/>
            <p:cNvSpPr>
              <a:spLocks/>
            </p:cNvSpPr>
            <p:nvPr userDrawn="1"/>
          </p:nvSpPr>
          <p:spPr bwMode="invGray">
            <a:xfrm>
              <a:off x="2009" y="2135"/>
              <a:ext cx="38" cy="26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4" name="Freeform 46"/>
            <p:cNvSpPr>
              <a:spLocks/>
            </p:cNvSpPr>
            <p:nvPr userDrawn="1"/>
          </p:nvSpPr>
          <p:spPr bwMode="invGray">
            <a:xfrm>
              <a:off x="2292" y="2200"/>
              <a:ext cx="128" cy="54"/>
            </a:xfrm>
            <a:custGeom>
              <a:avLst/>
              <a:gdLst>
                <a:gd name="T0" fmla="*/ 1 w 172"/>
                <a:gd name="T1" fmla="*/ 2 h 72"/>
                <a:gd name="T2" fmla="*/ 1 w 172"/>
                <a:gd name="T3" fmla="*/ 2 h 72"/>
                <a:gd name="T4" fmla="*/ 1 w 172"/>
                <a:gd name="T5" fmla="*/ 0 h 72"/>
                <a:gd name="T6" fmla="*/ 0 w 172"/>
                <a:gd name="T7" fmla="*/ 2 h 72"/>
                <a:gd name="T8" fmla="*/ 1 w 172"/>
                <a:gd name="T9" fmla="*/ 2 h 72"/>
                <a:gd name="T10" fmla="*/ 1 w 172"/>
                <a:gd name="T11" fmla="*/ 2 h 72"/>
                <a:gd name="T12" fmla="*/ 1 w 172"/>
                <a:gd name="T13" fmla="*/ 2 h 72"/>
                <a:gd name="T14" fmla="*/ 1 w 172"/>
                <a:gd name="T15" fmla="*/ 2 h 72"/>
                <a:gd name="T16" fmla="*/ 1 w 172"/>
                <a:gd name="T17" fmla="*/ 2 h 72"/>
                <a:gd name="T18" fmla="*/ 1 w 172"/>
                <a:gd name="T19" fmla="*/ 2 h 72"/>
                <a:gd name="T20" fmla="*/ 1 w 172"/>
                <a:gd name="T21" fmla="*/ 2 h 72"/>
                <a:gd name="T22" fmla="*/ 1 w 172"/>
                <a:gd name="T23" fmla="*/ 2 h 72"/>
                <a:gd name="T24" fmla="*/ 1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5" name="Freeform 47"/>
            <p:cNvSpPr>
              <a:spLocks/>
            </p:cNvSpPr>
            <p:nvPr userDrawn="1"/>
          </p:nvSpPr>
          <p:spPr bwMode="invGray">
            <a:xfrm>
              <a:off x="2393" y="2038"/>
              <a:ext cx="38" cy="24"/>
            </a:xfrm>
            <a:custGeom>
              <a:avLst/>
              <a:gdLst>
                <a:gd name="T0" fmla="*/ 1 w 52"/>
                <a:gd name="T1" fmla="*/ 0 h 32"/>
                <a:gd name="T2" fmla="*/ 1 w 52"/>
                <a:gd name="T3" fmla="*/ 2 h 32"/>
                <a:gd name="T4" fmla="*/ 1 w 52"/>
                <a:gd name="T5" fmla="*/ 2 h 32"/>
                <a:gd name="T6" fmla="*/ 1 w 52"/>
                <a:gd name="T7" fmla="*/ 2 h 32"/>
                <a:gd name="T8" fmla="*/ 1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6" name="Freeform 48"/>
            <p:cNvSpPr>
              <a:spLocks/>
            </p:cNvSpPr>
            <p:nvPr userDrawn="1"/>
          </p:nvSpPr>
          <p:spPr bwMode="invGray">
            <a:xfrm>
              <a:off x="2662" y="2006"/>
              <a:ext cx="156" cy="63"/>
            </a:xfrm>
            <a:custGeom>
              <a:avLst/>
              <a:gdLst>
                <a:gd name="T0" fmla="*/ 2 w 206"/>
                <a:gd name="T1" fmla="*/ 1 h 85"/>
                <a:gd name="T2" fmla="*/ 2 w 206"/>
                <a:gd name="T3" fmla="*/ 1 h 85"/>
                <a:gd name="T4" fmla="*/ 2 w 206"/>
                <a:gd name="T5" fmla="*/ 1 h 85"/>
                <a:gd name="T6" fmla="*/ 2 w 206"/>
                <a:gd name="T7" fmla="*/ 1 h 85"/>
                <a:gd name="T8" fmla="*/ 2 w 206"/>
                <a:gd name="T9" fmla="*/ 1 h 85"/>
                <a:gd name="T10" fmla="*/ 2 w 206"/>
                <a:gd name="T11" fmla="*/ 1 h 85"/>
                <a:gd name="T12" fmla="*/ 2 w 206"/>
                <a:gd name="T13" fmla="*/ 1 h 85"/>
                <a:gd name="T14" fmla="*/ 2 w 206"/>
                <a:gd name="T15" fmla="*/ 1 h 85"/>
                <a:gd name="T16" fmla="*/ 2 w 206"/>
                <a:gd name="T17" fmla="*/ 1 h 85"/>
                <a:gd name="T18" fmla="*/ 2 w 206"/>
                <a:gd name="T19" fmla="*/ 1 h 85"/>
                <a:gd name="T20" fmla="*/ 2 w 206"/>
                <a:gd name="T21" fmla="*/ 1 h 85"/>
                <a:gd name="T22" fmla="*/ 2 w 206"/>
                <a:gd name="T23" fmla="*/ 1 h 85"/>
                <a:gd name="T24" fmla="*/ 2 w 206"/>
                <a:gd name="T25" fmla="*/ 1 h 85"/>
                <a:gd name="T26" fmla="*/ 2 w 206"/>
                <a:gd name="T27" fmla="*/ 1 h 85"/>
                <a:gd name="T28" fmla="*/ 2 w 206"/>
                <a:gd name="T29" fmla="*/ 1 h 85"/>
                <a:gd name="T30" fmla="*/ 2 w 206"/>
                <a:gd name="T31" fmla="*/ 1 h 85"/>
                <a:gd name="T32" fmla="*/ 2 w 206"/>
                <a:gd name="T33" fmla="*/ 1 h 85"/>
                <a:gd name="T34" fmla="*/ 2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7" name="Freeform 49"/>
            <p:cNvSpPr>
              <a:spLocks/>
            </p:cNvSpPr>
            <p:nvPr userDrawn="1"/>
          </p:nvSpPr>
          <p:spPr bwMode="invGray">
            <a:xfrm>
              <a:off x="2759" y="2038"/>
              <a:ext cx="48" cy="17"/>
            </a:xfrm>
            <a:custGeom>
              <a:avLst/>
              <a:gdLst>
                <a:gd name="T0" fmla="*/ 2 w 64"/>
                <a:gd name="T1" fmla="*/ 1 h 28"/>
                <a:gd name="T2" fmla="*/ 2 w 64"/>
                <a:gd name="T3" fmla="*/ 1 h 28"/>
                <a:gd name="T4" fmla="*/ 2 w 64"/>
                <a:gd name="T5" fmla="*/ 1 h 28"/>
                <a:gd name="T6" fmla="*/ 2 w 64"/>
                <a:gd name="T7" fmla="*/ 1 h 28"/>
                <a:gd name="T8" fmla="*/ 2 w 64"/>
                <a:gd name="T9" fmla="*/ 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8" name="Freeform 50"/>
            <p:cNvSpPr>
              <a:spLocks/>
            </p:cNvSpPr>
            <p:nvPr userDrawn="1"/>
          </p:nvSpPr>
          <p:spPr bwMode="invGray">
            <a:xfrm>
              <a:off x="2467" y="2311"/>
              <a:ext cx="110" cy="133"/>
            </a:xfrm>
            <a:custGeom>
              <a:avLst/>
              <a:gdLst>
                <a:gd name="T0" fmla="*/ 2 w 146"/>
                <a:gd name="T1" fmla="*/ 2 h 176"/>
                <a:gd name="T2" fmla="*/ 0 w 146"/>
                <a:gd name="T3" fmla="*/ 2 h 176"/>
                <a:gd name="T4" fmla="*/ 2 w 146"/>
                <a:gd name="T5" fmla="*/ 2 h 176"/>
                <a:gd name="T6" fmla="*/ 2 w 146"/>
                <a:gd name="T7" fmla="*/ 2 h 176"/>
                <a:gd name="T8" fmla="*/ 2 w 146"/>
                <a:gd name="T9" fmla="*/ 2 h 176"/>
                <a:gd name="T10" fmla="*/ 2 w 146"/>
                <a:gd name="T11" fmla="*/ 2 h 176"/>
                <a:gd name="T12" fmla="*/ 2 w 146"/>
                <a:gd name="T13" fmla="*/ 2 h 176"/>
                <a:gd name="T14" fmla="*/ 2 w 146"/>
                <a:gd name="T15" fmla="*/ 2 h 176"/>
                <a:gd name="T16" fmla="*/ 2 w 146"/>
                <a:gd name="T17" fmla="*/ 2 h 176"/>
                <a:gd name="T18" fmla="*/ 2 w 146"/>
                <a:gd name="T19" fmla="*/ 2 h 176"/>
                <a:gd name="T20" fmla="*/ 2 w 146"/>
                <a:gd name="T21" fmla="*/ 2 h 176"/>
                <a:gd name="T22" fmla="*/ 2 w 146"/>
                <a:gd name="T23" fmla="*/ 2 h 176"/>
                <a:gd name="T24" fmla="*/ 2 w 146"/>
                <a:gd name="T25" fmla="*/ 2 h 176"/>
                <a:gd name="T26" fmla="*/ 2 w 146"/>
                <a:gd name="T27" fmla="*/ 2 h 176"/>
                <a:gd name="T28" fmla="*/ 2 w 146"/>
                <a:gd name="T29" fmla="*/ 2 h 176"/>
                <a:gd name="T30" fmla="*/ 2 w 146"/>
                <a:gd name="T31" fmla="*/ 2 h 176"/>
                <a:gd name="T32" fmla="*/ 2 w 146"/>
                <a:gd name="T33" fmla="*/ 2 h 176"/>
                <a:gd name="T34" fmla="*/ 2 w 146"/>
                <a:gd name="T35" fmla="*/ 2 h 176"/>
                <a:gd name="T36" fmla="*/ 2 w 146"/>
                <a:gd name="T37" fmla="*/ 2 h 176"/>
                <a:gd name="T38" fmla="*/ 2 w 146"/>
                <a:gd name="T39" fmla="*/ 2 h 176"/>
                <a:gd name="T40" fmla="*/ 2 w 146"/>
                <a:gd name="T41" fmla="*/ 2 h 176"/>
                <a:gd name="T42" fmla="*/ 2 w 146"/>
                <a:gd name="T43" fmla="*/ 2 h 176"/>
                <a:gd name="T44" fmla="*/ 2 w 146"/>
                <a:gd name="T45" fmla="*/ 2 h 176"/>
                <a:gd name="T46" fmla="*/ 2 w 146"/>
                <a:gd name="T47" fmla="*/ 2 h 176"/>
                <a:gd name="T48" fmla="*/ 2 w 146"/>
                <a:gd name="T49" fmla="*/ 2 h 176"/>
                <a:gd name="T50" fmla="*/ 2 w 146"/>
                <a:gd name="T51" fmla="*/ 2 h 176"/>
                <a:gd name="T52" fmla="*/ 2 w 146"/>
                <a:gd name="T53" fmla="*/ 1 h 176"/>
                <a:gd name="T54" fmla="*/ 2 w 146"/>
                <a:gd name="T55" fmla="*/ 2 h 176"/>
                <a:gd name="T56" fmla="*/ 2 w 146"/>
                <a:gd name="T57" fmla="*/ 2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39" name="Freeform 51"/>
            <p:cNvSpPr>
              <a:spLocks/>
            </p:cNvSpPr>
            <p:nvPr userDrawn="1"/>
          </p:nvSpPr>
          <p:spPr bwMode="invGray">
            <a:xfrm>
              <a:off x="2413" y="2359"/>
              <a:ext cx="70" cy="68"/>
            </a:xfrm>
            <a:custGeom>
              <a:avLst/>
              <a:gdLst>
                <a:gd name="T0" fmla="*/ 2 w 92"/>
                <a:gd name="T1" fmla="*/ 1 h 92"/>
                <a:gd name="T2" fmla="*/ 2 w 92"/>
                <a:gd name="T3" fmla="*/ 1 h 92"/>
                <a:gd name="T4" fmla="*/ 2 w 92"/>
                <a:gd name="T5" fmla="*/ 1 h 92"/>
                <a:gd name="T6" fmla="*/ 2 w 92"/>
                <a:gd name="T7" fmla="*/ 1 h 92"/>
                <a:gd name="T8" fmla="*/ 2 w 92"/>
                <a:gd name="T9" fmla="*/ 1 h 92"/>
                <a:gd name="T10" fmla="*/ 2 w 92"/>
                <a:gd name="T11" fmla="*/ 1 h 92"/>
                <a:gd name="T12" fmla="*/ 2 w 92"/>
                <a:gd name="T13" fmla="*/ 1 h 92"/>
                <a:gd name="T14" fmla="*/ 2 w 92"/>
                <a:gd name="T15" fmla="*/ 1 h 92"/>
                <a:gd name="T16" fmla="*/ 2 w 92"/>
                <a:gd name="T17" fmla="*/ 1 h 92"/>
                <a:gd name="T18" fmla="*/ 2 w 92"/>
                <a:gd name="T19" fmla="*/ 1 h 92"/>
                <a:gd name="T20" fmla="*/ 2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0" name="Freeform 52"/>
            <p:cNvSpPr>
              <a:spLocks/>
            </p:cNvSpPr>
            <p:nvPr userDrawn="1"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1 w 633"/>
                <a:gd name="T1" fmla="*/ 2 h 660"/>
                <a:gd name="T2" fmla="*/ 1 w 633"/>
                <a:gd name="T3" fmla="*/ 2 h 660"/>
                <a:gd name="T4" fmla="*/ 1 w 633"/>
                <a:gd name="T5" fmla="*/ 2 h 660"/>
                <a:gd name="T6" fmla="*/ 1 w 633"/>
                <a:gd name="T7" fmla="*/ 2 h 660"/>
                <a:gd name="T8" fmla="*/ 1 w 633"/>
                <a:gd name="T9" fmla="*/ 2 h 660"/>
                <a:gd name="T10" fmla="*/ 1 w 633"/>
                <a:gd name="T11" fmla="*/ 2 h 660"/>
                <a:gd name="T12" fmla="*/ 1 w 633"/>
                <a:gd name="T13" fmla="*/ 2 h 660"/>
                <a:gd name="T14" fmla="*/ 0 w 633"/>
                <a:gd name="T15" fmla="*/ 2 h 660"/>
                <a:gd name="T16" fmla="*/ 1 w 633"/>
                <a:gd name="T17" fmla="*/ 2 h 660"/>
                <a:gd name="T18" fmla="*/ 1 w 633"/>
                <a:gd name="T19" fmla="*/ 3 h 660"/>
                <a:gd name="T20" fmla="*/ 1 w 633"/>
                <a:gd name="T21" fmla="*/ 3 h 660"/>
                <a:gd name="T22" fmla="*/ 1 w 633"/>
                <a:gd name="T23" fmla="*/ 3 h 660"/>
                <a:gd name="T24" fmla="*/ 1 w 633"/>
                <a:gd name="T25" fmla="*/ 3 h 660"/>
                <a:gd name="T26" fmla="*/ 1 w 633"/>
                <a:gd name="T27" fmla="*/ 3 h 660"/>
                <a:gd name="T28" fmla="*/ 1 w 633"/>
                <a:gd name="T29" fmla="*/ 3 h 660"/>
                <a:gd name="T30" fmla="*/ 1 w 633"/>
                <a:gd name="T31" fmla="*/ 4 h 660"/>
                <a:gd name="T32" fmla="*/ 1 w 633"/>
                <a:gd name="T33" fmla="*/ 4 h 660"/>
                <a:gd name="T34" fmla="*/ 1 w 633"/>
                <a:gd name="T35" fmla="*/ 4 h 660"/>
                <a:gd name="T36" fmla="*/ 2 w 633"/>
                <a:gd name="T37" fmla="*/ 4 h 660"/>
                <a:gd name="T38" fmla="*/ 2 w 633"/>
                <a:gd name="T39" fmla="*/ 4 h 660"/>
                <a:gd name="T40" fmla="*/ 2 w 633"/>
                <a:gd name="T41" fmla="*/ 4 h 660"/>
                <a:gd name="T42" fmla="*/ 2 w 633"/>
                <a:gd name="T43" fmla="*/ 4 h 660"/>
                <a:gd name="T44" fmla="*/ 2 w 633"/>
                <a:gd name="T45" fmla="*/ 4 h 660"/>
                <a:gd name="T46" fmla="*/ 2 w 633"/>
                <a:gd name="T47" fmla="*/ 4 h 660"/>
                <a:gd name="T48" fmla="*/ 3 w 633"/>
                <a:gd name="T49" fmla="*/ 4 h 660"/>
                <a:gd name="T50" fmla="*/ 3 w 633"/>
                <a:gd name="T51" fmla="*/ 5 h 660"/>
                <a:gd name="T52" fmla="*/ 3 w 633"/>
                <a:gd name="T53" fmla="*/ 4 h 660"/>
                <a:gd name="T54" fmla="*/ 3 w 633"/>
                <a:gd name="T55" fmla="*/ 4 h 660"/>
                <a:gd name="T56" fmla="*/ 3 w 633"/>
                <a:gd name="T57" fmla="*/ 3 h 660"/>
                <a:gd name="T58" fmla="*/ 3 w 633"/>
                <a:gd name="T59" fmla="*/ 2 h 660"/>
                <a:gd name="T60" fmla="*/ 3 w 633"/>
                <a:gd name="T61" fmla="*/ 2 h 660"/>
                <a:gd name="T62" fmla="*/ 3 w 633"/>
                <a:gd name="T63" fmla="*/ 2 h 660"/>
                <a:gd name="T64" fmla="*/ 2 w 633"/>
                <a:gd name="T65" fmla="*/ 2 h 660"/>
                <a:gd name="T66" fmla="*/ 2 w 633"/>
                <a:gd name="T67" fmla="*/ 2 h 660"/>
                <a:gd name="T68" fmla="*/ 2 w 633"/>
                <a:gd name="T69" fmla="*/ 2 h 660"/>
                <a:gd name="T70" fmla="*/ 2 w 633"/>
                <a:gd name="T71" fmla="*/ 2 h 660"/>
                <a:gd name="T72" fmla="*/ 2 w 633"/>
                <a:gd name="T73" fmla="*/ 2 h 660"/>
                <a:gd name="T74" fmla="*/ 2 w 633"/>
                <a:gd name="T75" fmla="*/ 2 h 660"/>
                <a:gd name="T76" fmla="*/ 1 w 633"/>
                <a:gd name="T77" fmla="*/ 2 h 660"/>
                <a:gd name="T78" fmla="*/ 1 w 633"/>
                <a:gd name="T79" fmla="*/ 2 h 660"/>
                <a:gd name="T80" fmla="*/ 1 w 633"/>
                <a:gd name="T81" fmla="*/ 2 h 660"/>
                <a:gd name="T82" fmla="*/ 1 w 633"/>
                <a:gd name="T83" fmla="*/ 2 h 660"/>
                <a:gd name="T84" fmla="*/ 1 w 633"/>
                <a:gd name="T85" fmla="*/ 2 h 660"/>
                <a:gd name="T86" fmla="*/ 1 w 633"/>
                <a:gd name="T87" fmla="*/ 2 h 660"/>
                <a:gd name="T88" fmla="*/ 1 w 633"/>
                <a:gd name="T89" fmla="*/ 2 h 660"/>
                <a:gd name="T90" fmla="*/ 1 w 633"/>
                <a:gd name="T91" fmla="*/ 2 h 660"/>
                <a:gd name="T92" fmla="*/ 1 w 633"/>
                <a:gd name="T93" fmla="*/ 2 h 660"/>
                <a:gd name="T94" fmla="*/ 1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1" name="Freeform 53"/>
            <p:cNvSpPr>
              <a:spLocks/>
            </p:cNvSpPr>
            <p:nvPr userDrawn="1"/>
          </p:nvSpPr>
          <p:spPr bwMode="invGray">
            <a:xfrm>
              <a:off x="4246" y="3240"/>
              <a:ext cx="319" cy="206"/>
            </a:xfrm>
            <a:custGeom>
              <a:avLst/>
              <a:gdLst>
                <a:gd name="T0" fmla="*/ 1 w 426"/>
                <a:gd name="T1" fmla="*/ 1 h 280"/>
                <a:gd name="T2" fmla="*/ 1 w 426"/>
                <a:gd name="T3" fmla="*/ 1 h 280"/>
                <a:gd name="T4" fmla="*/ 1 w 426"/>
                <a:gd name="T5" fmla="*/ 1 h 280"/>
                <a:gd name="T6" fmla="*/ 1 w 426"/>
                <a:gd name="T7" fmla="*/ 1 h 280"/>
                <a:gd name="T8" fmla="*/ 1 w 426"/>
                <a:gd name="T9" fmla="*/ 1 h 280"/>
                <a:gd name="T10" fmla="*/ 1 w 426"/>
                <a:gd name="T11" fmla="*/ 1 h 280"/>
                <a:gd name="T12" fmla="*/ 1 w 426"/>
                <a:gd name="T13" fmla="*/ 1 h 280"/>
                <a:gd name="T14" fmla="*/ 1 w 426"/>
                <a:gd name="T15" fmla="*/ 1 h 280"/>
                <a:gd name="T16" fmla="*/ 1 w 426"/>
                <a:gd name="T17" fmla="*/ 1 h 280"/>
                <a:gd name="T18" fmla="*/ 1 w 426"/>
                <a:gd name="T19" fmla="*/ 1 h 280"/>
                <a:gd name="T20" fmla="*/ 1 w 426"/>
                <a:gd name="T21" fmla="*/ 1 h 280"/>
                <a:gd name="T22" fmla="*/ 1 w 426"/>
                <a:gd name="T23" fmla="*/ 1 h 280"/>
                <a:gd name="T24" fmla="*/ 1 w 426"/>
                <a:gd name="T25" fmla="*/ 1 h 280"/>
                <a:gd name="T26" fmla="*/ 1 w 426"/>
                <a:gd name="T27" fmla="*/ 1 h 280"/>
                <a:gd name="T28" fmla="*/ 1 w 426"/>
                <a:gd name="T29" fmla="*/ 1 h 280"/>
                <a:gd name="T30" fmla="*/ 1 w 426"/>
                <a:gd name="T31" fmla="*/ 1 h 280"/>
                <a:gd name="T32" fmla="*/ 1 w 426"/>
                <a:gd name="T33" fmla="*/ 1 h 280"/>
                <a:gd name="T34" fmla="*/ 1 w 426"/>
                <a:gd name="T35" fmla="*/ 1 h 280"/>
                <a:gd name="T36" fmla="*/ 1 w 426"/>
                <a:gd name="T37" fmla="*/ 1 h 280"/>
                <a:gd name="T38" fmla="*/ 1 w 426"/>
                <a:gd name="T39" fmla="*/ 1 h 280"/>
                <a:gd name="T40" fmla="*/ 1 w 426"/>
                <a:gd name="T41" fmla="*/ 1 h 280"/>
                <a:gd name="T42" fmla="*/ 1 w 426"/>
                <a:gd name="T43" fmla="*/ 1 h 280"/>
                <a:gd name="T44" fmla="*/ 1 w 426"/>
                <a:gd name="T45" fmla="*/ 1 h 280"/>
                <a:gd name="T46" fmla="*/ 1 w 426"/>
                <a:gd name="T47" fmla="*/ 1 h 280"/>
                <a:gd name="T48" fmla="*/ 2 w 426"/>
                <a:gd name="T49" fmla="*/ 1 h 280"/>
                <a:gd name="T50" fmla="*/ 2 w 426"/>
                <a:gd name="T51" fmla="*/ 1 h 280"/>
                <a:gd name="T52" fmla="*/ 2 w 426"/>
                <a:gd name="T53" fmla="*/ 1 h 280"/>
                <a:gd name="T54" fmla="*/ 2 w 426"/>
                <a:gd name="T55" fmla="*/ 1 h 280"/>
                <a:gd name="T56" fmla="*/ 1 w 426"/>
                <a:gd name="T57" fmla="*/ 1 h 280"/>
                <a:gd name="T58" fmla="*/ 1 w 426"/>
                <a:gd name="T59" fmla="*/ 1 h 280"/>
                <a:gd name="T60" fmla="*/ 1 w 426"/>
                <a:gd name="T61" fmla="*/ 1 h 280"/>
                <a:gd name="T62" fmla="*/ 1 w 426"/>
                <a:gd name="T63" fmla="*/ 1 h 280"/>
                <a:gd name="T64" fmla="*/ 1 w 426"/>
                <a:gd name="T65" fmla="*/ 1 h 280"/>
                <a:gd name="T66" fmla="*/ 1 w 426"/>
                <a:gd name="T67" fmla="*/ 1 h 280"/>
                <a:gd name="T68" fmla="*/ 1 w 426"/>
                <a:gd name="T69" fmla="*/ 1 h 280"/>
                <a:gd name="T70" fmla="*/ 1 w 426"/>
                <a:gd name="T71" fmla="*/ 1 h 280"/>
                <a:gd name="T72" fmla="*/ 1 w 426"/>
                <a:gd name="T73" fmla="*/ 1 h 280"/>
                <a:gd name="T74" fmla="*/ 1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2" name="Freeform 54"/>
            <p:cNvSpPr>
              <a:spLocks/>
            </p:cNvSpPr>
            <p:nvPr userDrawn="1"/>
          </p:nvSpPr>
          <p:spPr bwMode="invGray">
            <a:xfrm>
              <a:off x="4255" y="3243"/>
              <a:ext cx="311" cy="212"/>
            </a:xfrm>
            <a:custGeom>
              <a:avLst/>
              <a:gdLst>
                <a:gd name="T0" fmla="*/ 0 w 416"/>
                <a:gd name="T1" fmla="*/ 1 h 282"/>
                <a:gd name="T2" fmla="*/ 1 w 416"/>
                <a:gd name="T3" fmla="*/ 2 h 282"/>
                <a:gd name="T4" fmla="*/ 1 w 416"/>
                <a:gd name="T5" fmla="*/ 2 h 282"/>
                <a:gd name="T6" fmla="*/ 1 w 416"/>
                <a:gd name="T7" fmla="*/ 2 h 282"/>
                <a:gd name="T8" fmla="*/ 1 w 416"/>
                <a:gd name="T9" fmla="*/ 2 h 282"/>
                <a:gd name="T10" fmla="*/ 1 w 416"/>
                <a:gd name="T11" fmla="*/ 2 h 282"/>
                <a:gd name="T12" fmla="*/ 1 w 416"/>
                <a:gd name="T13" fmla="*/ 2 h 282"/>
                <a:gd name="T14" fmla="*/ 1 w 416"/>
                <a:gd name="T15" fmla="*/ 2 h 282"/>
                <a:gd name="T16" fmla="*/ 1 w 416"/>
                <a:gd name="T17" fmla="*/ 2 h 282"/>
                <a:gd name="T18" fmla="*/ 1 w 416"/>
                <a:gd name="T19" fmla="*/ 2 h 282"/>
                <a:gd name="T20" fmla="*/ 1 w 416"/>
                <a:gd name="T21" fmla="*/ 2 h 282"/>
                <a:gd name="T22" fmla="*/ 1 w 416"/>
                <a:gd name="T23" fmla="*/ 2 h 282"/>
                <a:gd name="T24" fmla="*/ 1 w 416"/>
                <a:gd name="T25" fmla="*/ 2 h 282"/>
                <a:gd name="T26" fmla="*/ 1 w 416"/>
                <a:gd name="T27" fmla="*/ 2 h 282"/>
                <a:gd name="T28" fmla="*/ 1 w 416"/>
                <a:gd name="T29" fmla="*/ 2 h 282"/>
                <a:gd name="T30" fmla="*/ 1 w 416"/>
                <a:gd name="T31" fmla="*/ 2 h 282"/>
                <a:gd name="T32" fmla="*/ 1 w 416"/>
                <a:gd name="T33" fmla="*/ 2 h 282"/>
                <a:gd name="T34" fmla="*/ 1 w 416"/>
                <a:gd name="T35" fmla="*/ 2 h 282"/>
                <a:gd name="T36" fmla="*/ 1 w 416"/>
                <a:gd name="T37" fmla="*/ 2 h 282"/>
                <a:gd name="T38" fmla="*/ 1 w 416"/>
                <a:gd name="T39" fmla="*/ 2 h 282"/>
                <a:gd name="T40" fmla="*/ 1 w 416"/>
                <a:gd name="T41" fmla="*/ 2 h 282"/>
                <a:gd name="T42" fmla="*/ 1 w 416"/>
                <a:gd name="T43" fmla="*/ 2 h 282"/>
                <a:gd name="T44" fmla="*/ 2 w 416"/>
                <a:gd name="T45" fmla="*/ 2 h 282"/>
                <a:gd name="T46" fmla="*/ 2 w 416"/>
                <a:gd name="T47" fmla="*/ 2 h 282"/>
                <a:gd name="T48" fmla="*/ 1 w 416"/>
                <a:gd name="T49" fmla="*/ 2 h 282"/>
                <a:gd name="T50" fmla="*/ 1 w 416"/>
                <a:gd name="T51" fmla="*/ 2 h 282"/>
                <a:gd name="T52" fmla="*/ 1 w 416"/>
                <a:gd name="T53" fmla="*/ 2 h 282"/>
                <a:gd name="T54" fmla="*/ 1 w 416"/>
                <a:gd name="T55" fmla="*/ 2 h 282"/>
                <a:gd name="T56" fmla="*/ 1 w 416"/>
                <a:gd name="T57" fmla="*/ 2 h 282"/>
                <a:gd name="T58" fmla="*/ 1 w 416"/>
                <a:gd name="T59" fmla="*/ 2 h 282"/>
                <a:gd name="T60" fmla="*/ 1 w 416"/>
                <a:gd name="T61" fmla="*/ 2 h 282"/>
                <a:gd name="T62" fmla="*/ 1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3" name="Freeform 55"/>
            <p:cNvSpPr>
              <a:spLocks/>
            </p:cNvSpPr>
            <p:nvPr userDrawn="1"/>
          </p:nvSpPr>
          <p:spPr bwMode="invGray">
            <a:xfrm>
              <a:off x="4485" y="4013"/>
              <a:ext cx="44" cy="58"/>
            </a:xfrm>
            <a:custGeom>
              <a:avLst/>
              <a:gdLst>
                <a:gd name="T0" fmla="*/ 1 w 60"/>
                <a:gd name="T1" fmla="*/ 1 h 78"/>
                <a:gd name="T2" fmla="*/ 0 w 60"/>
                <a:gd name="T3" fmla="*/ 1 h 78"/>
                <a:gd name="T4" fmla="*/ 1 w 60"/>
                <a:gd name="T5" fmla="*/ 1 h 78"/>
                <a:gd name="T6" fmla="*/ 1 w 60"/>
                <a:gd name="T7" fmla="*/ 1 h 78"/>
                <a:gd name="T8" fmla="*/ 1 w 60"/>
                <a:gd name="T9" fmla="*/ 1 h 78"/>
                <a:gd name="T10" fmla="*/ 1 w 60"/>
                <a:gd name="T11" fmla="*/ 1 h 78"/>
                <a:gd name="T12" fmla="*/ 1 w 60"/>
                <a:gd name="T13" fmla="*/ 1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4" name="Freeform 56"/>
            <p:cNvSpPr>
              <a:spLocks/>
            </p:cNvSpPr>
            <p:nvPr userDrawn="1"/>
          </p:nvSpPr>
          <p:spPr bwMode="invGray">
            <a:xfrm>
              <a:off x="4621" y="3923"/>
              <a:ext cx="163" cy="85"/>
            </a:xfrm>
            <a:custGeom>
              <a:avLst/>
              <a:gdLst>
                <a:gd name="T0" fmla="*/ 1 w 219"/>
                <a:gd name="T1" fmla="*/ 2 h 113"/>
                <a:gd name="T2" fmla="*/ 1 w 219"/>
                <a:gd name="T3" fmla="*/ 2 h 113"/>
                <a:gd name="T4" fmla="*/ 1 w 219"/>
                <a:gd name="T5" fmla="*/ 2 h 113"/>
                <a:gd name="T6" fmla="*/ 1 w 219"/>
                <a:gd name="T7" fmla="*/ 2 h 113"/>
                <a:gd name="T8" fmla="*/ 1 w 219"/>
                <a:gd name="T9" fmla="*/ 2 h 113"/>
                <a:gd name="T10" fmla="*/ 1 w 219"/>
                <a:gd name="T11" fmla="*/ 2 h 113"/>
                <a:gd name="T12" fmla="*/ 1 w 219"/>
                <a:gd name="T13" fmla="*/ 2 h 113"/>
                <a:gd name="T14" fmla="*/ 1 w 219"/>
                <a:gd name="T15" fmla="*/ 2 h 113"/>
                <a:gd name="T16" fmla="*/ 1 w 219"/>
                <a:gd name="T17" fmla="*/ 0 h 113"/>
                <a:gd name="T18" fmla="*/ 1 w 219"/>
                <a:gd name="T19" fmla="*/ 2 h 113"/>
                <a:gd name="T20" fmla="*/ 1 w 219"/>
                <a:gd name="T21" fmla="*/ 2 h 113"/>
                <a:gd name="T22" fmla="*/ 1 w 219"/>
                <a:gd name="T23" fmla="*/ 2 h 113"/>
                <a:gd name="T24" fmla="*/ 1 w 219"/>
                <a:gd name="T25" fmla="*/ 2 h 113"/>
                <a:gd name="T26" fmla="*/ 1 w 219"/>
                <a:gd name="T27" fmla="*/ 2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5" name="Freeform 57"/>
            <p:cNvSpPr>
              <a:spLocks/>
            </p:cNvSpPr>
            <p:nvPr userDrawn="1"/>
          </p:nvSpPr>
          <p:spPr bwMode="invGray">
            <a:xfrm>
              <a:off x="4791" y="3872"/>
              <a:ext cx="104" cy="93"/>
            </a:xfrm>
            <a:custGeom>
              <a:avLst/>
              <a:gdLst>
                <a:gd name="T0" fmla="*/ 1 w 139"/>
                <a:gd name="T1" fmla="*/ 2 h 122"/>
                <a:gd name="T2" fmla="*/ 1 w 139"/>
                <a:gd name="T3" fmla="*/ 2 h 122"/>
                <a:gd name="T4" fmla="*/ 0 w 139"/>
                <a:gd name="T5" fmla="*/ 2 h 122"/>
                <a:gd name="T6" fmla="*/ 1 w 139"/>
                <a:gd name="T7" fmla="*/ 2 h 122"/>
                <a:gd name="T8" fmla="*/ 1 w 139"/>
                <a:gd name="T9" fmla="*/ 2 h 122"/>
                <a:gd name="T10" fmla="*/ 1 w 139"/>
                <a:gd name="T11" fmla="*/ 2 h 122"/>
                <a:gd name="T12" fmla="*/ 1 w 139"/>
                <a:gd name="T13" fmla="*/ 2 h 122"/>
                <a:gd name="T14" fmla="*/ 1 w 139"/>
                <a:gd name="T15" fmla="*/ 2 h 122"/>
                <a:gd name="T16" fmla="*/ 1 w 139"/>
                <a:gd name="T17" fmla="*/ 2 h 122"/>
                <a:gd name="T18" fmla="*/ 1 w 139"/>
                <a:gd name="T19" fmla="*/ 2 h 122"/>
                <a:gd name="T20" fmla="*/ 1 w 139"/>
                <a:gd name="T21" fmla="*/ 2 h 122"/>
                <a:gd name="T22" fmla="*/ 1 w 139"/>
                <a:gd name="T23" fmla="*/ 2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6" name="Freeform 58"/>
            <p:cNvSpPr>
              <a:spLocks/>
            </p:cNvSpPr>
            <p:nvPr userDrawn="1"/>
          </p:nvSpPr>
          <p:spPr bwMode="invGray">
            <a:xfrm>
              <a:off x="4846" y="3831"/>
              <a:ext cx="36" cy="27"/>
            </a:xfrm>
            <a:custGeom>
              <a:avLst/>
              <a:gdLst>
                <a:gd name="T0" fmla="*/ 1 w 49"/>
                <a:gd name="T1" fmla="*/ 0 h 35"/>
                <a:gd name="T2" fmla="*/ 1 w 49"/>
                <a:gd name="T3" fmla="*/ 2 h 35"/>
                <a:gd name="T4" fmla="*/ 1 w 49"/>
                <a:gd name="T5" fmla="*/ 2 h 35"/>
                <a:gd name="T6" fmla="*/ 1 w 49"/>
                <a:gd name="T7" fmla="*/ 2 h 35"/>
                <a:gd name="T8" fmla="*/ 1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7" name="Freeform 59"/>
            <p:cNvSpPr>
              <a:spLocks/>
            </p:cNvSpPr>
            <p:nvPr userDrawn="1"/>
          </p:nvSpPr>
          <p:spPr bwMode="invGray">
            <a:xfrm>
              <a:off x="3123" y="3346"/>
              <a:ext cx="122" cy="201"/>
            </a:xfrm>
            <a:custGeom>
              <a:avLst/>
              <a:gdLst>
                <a:gd name="T0" fmla="*/ 1 w 164"/>
                <a:gd name="T1" fmla="*/ 0 h 268"/>
                <a:gd name="T2" fmla="*/ 1 w 164"/>
                <a:gd name="T3" fmla="*/ 2 h 268"/>
                <a:gd name="T4" fmla="*/ 1 w 164"/>
                <a:gd name="T5" fmla="*/ 2 h 268"/>
                <a:gd name="T6" fmla="*/ 1 w 164"/>
                <a:gd name="T7" fmla="*/ 2 h 268"/>
                <a:gd name="T8" fmla="*/ 1 w 164"/>
                <a:gd name="T9" fmla="*/ 2 h 268"/>
                <a:gd name="T10" fmla="*/ 1 w 164"/>
                <a:gd name="T11" fmla="*/ 2 h 268"/>
                <a:gd name="T12" fmla="*/ 1 w 164"/>
                <a:gd name="T13" fmla="*/ 2 h 268"/>
                <a:gd name="T14" fmla="*/ 1 w 164"/>
                <a:gd name="T15" fmla="*/ 2 h 268"/>
                <a:gd name="T16" fmla="*/ 0 w 164"/>
                <a:gd name="T17" fmla="*/ 2 h 268"/>
                <a:gd name="T18" fmla="*/ 1 w 164"/>
                <a:gd name="T19" fmla="*/ 2 h 268"/>
                <a:gd name="T20" fmla="*/ 1 w 164"/>
                <a:gd name="T21" fmla="*/ 2 h 268"/>
                <a:gd name="T22" fmla="*/ 1 w 164"/>
                <a:gd name="T23" fmla="*/ 2 h 268"/>
                <a:gd name="T24" fmla="*/ 1 w 164"/>
                <a:gd name="T25" fmla="*/ 2 h 268"/>
                <a:gd name="T26" fmla="*/ 1 w 164"/>
                <a:gd name="T27" fmla="*/ 2 h 268"/>
                <a:gd name="T28" fmla="*/ 1 w 164"/>
                <a:gd name="T29" fmla="*/ 2 h 268"/>
                <a:gd name="T30" fmla="*/ 1 w 164"/>
                <a:gd name="T31" fmla="*/ 2 h 268"/>
                <a:gd name="T32" fmla="*/ 1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8" name="Freeform 60"/>
            <p:cNvSpPr>
              <a:spLocks/>
            </p:cNvSpPr>
            <p:nvPr userDrawn="1"/>
          </p:nvSpPr>
          <p:spPr bwMode="invGray">
            <a:xfrm>
              <a:off x="3655" y="3034"/>
              <a:ext cx="50" cy="58"/>
            </a:xfrm>
            <a:custGeom>
              <a:avLst/>
              <a:gdLst>
                <a:gd name="T0" fmla="*/ 2 w 66"/>
                <a:gd name="T1" fmla="*/ 0 h 81"/>
                <a:gd name="T2" fmla="*/ 2 w 66"/>
                <a:gd name="T3" fmla="*/ 1 h 81"/>
                <a:gd name="T4" fmla="*/ 2 w 66"/>
                <a:gd name="T5" fmla="*/ 1 h 81"/>
                <a:gd name="T6" fmla="*/ 2 w 66"/>
                <a:gd name="T7" fmla="*/ 1 h 81"/>
                <a:gd name="T8" fmla="*/ 2 w 66"/>
                <a:gd name="T9" fmla="*/ 1 h 81"/>
                <a:gd name="T10" fmla="*/ 2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49" name="Freeform 61"/>
            <p:cNvSpPr>
              <a:spLocks/>
            </p:cNvSpPr>
            <p:nvPr userDrawn="1"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2 w 148"/>
                <a:gd name="T1" fmla="*/ 0 h 244"/>
                <a:gd name="T2" fmla="*/ 2 w 148"/>
                <a:gd name="T3" fmla="*/ 2 h 244"/>
                <a:gd name="T4" fmla="*/ 2 w 148"/>
                <a:gd name="T5" fmla="*/ 2 h 244"/>
                <a:gd name="T6" fmla="*/ 2 w 148"/>
                <a:gd name="T7" fmla="*/ 2 h 244"/>
                <a:gd name="T8" fmla="*/ 2 w 148"/>
                <a:gd name="T9" fmla="*/ 2 h 244"/>
                <a:gd name="T10" fmla="*/ 2 w 148"/>
                <a:gd name="T11" fmla="*/ 2 h 244"/>
                <a:gd name="T12" fmla="*/ 2 w 148"/>
                <a:gd name="T13" fmla="*/ 2 h 244"/>
                <a:gd name="T14" fmla="*/ 2 w 148"/>
                <a:gd name="T15" fmla="*/ 2 h 244"/>
                <a:gd name="T16" fmla="*/ 2 w 148"/>
                <a:gd name="T17" fmla="*/ 2 h 244"/>
                <a:gd name="T18" fmla="*/ 2 w 148"/>
                <a:gd name="T19" fmla="*/ 2 h 244"/>
                <a:gd name="T20" fmla="*/ 2 w 148"/>
                <a:gd name="T21" fmla="*/ 2 h 244"/>
                <a:gd name="T22" fmla="*/ 2 w 148"/>
                <a:gd name="T23" fmla="*/ 2 h 244"/>
                <a:gd name="T24" fmla="*/ 2 w 148"/>
                <a:gd name="T25" fmla="*/ 2 h 244"/>
                <a:gd name="T26" fmla="*/ 2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0" name="Freeform 62"/>
            <p:cNvSpPr>
              <a:spLocks/>
            </p:cNvSpPr>
            <p:nvPr userDrawn="1"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2 w 96"/>
                <a:gd name="T1" fmla="*/ 1 h 183"/>
                <a:gd name="T2" fmla="*/ 2 w 96"/>
                <a:gd name="T3" fmla="*/ 1 h 183"/>
                <a:gd name="T4" fmla="*/ 2 w 96"/>
                <a:gd name="T5" fmla="*/ 1 h 183"/>
                <a:gd name="T6" fmla="*/ 2 w 96"/>
                <a:gd name="T7" fmla="*/ 1 h 183"/>
                <a:gd name="T8" fmla="*/ 2 w 96"/>
                <a:gd name="T9" fmla="*/ 1 h 183"/>
                <a:gd name="T10" fmla="*/ 2 w 96"/>
                <a:gd name="T11" fmla="*/ 1 h 183"/>
                <a:gd name="T12" fmla="*/ 2 w 96"/>
                <a:gd name="T13" fmla="*/ 1 h 183"/>
                <a:gd name="T14" fmla="*/ 2 w 96"/>
                <a:gd name="T15" fmla="*/ 1 h 183"/>
                <a:gd name="T16" fmla="*/ 2 w 96"/>
                <a:gd name="T17" fmla="*/ 1 h 183"/>
                <a:gd name="T18" fmla="*/ 2 w 96"/>
                <a:gd name="T19" fmla="*/ 1 h 183"/>
                <a:gd name="T20" fmla="*/ 2 w 96"/>
                <a:gd name="T21" fmla="*/ 1 h 183"/>
                <a:gd name="T22" fmla="*/ 2 w 96"/>
                <a:gd name="T23" fmla="*/ 1 h 183"/>
                <a:gd name="T24" fmla="*/ 2 w 96"/>
                <a:gd name="T25" fmla="*/ 1 h 183"/>
                <a:gd name="T26" fmla="*/ 2 w 96"/>
                <a:gd name="T27" fmla="*/ 1 h 183"/>
                <a:gd name="T28" fmla="*/ 2 w 96"/>
                <a:gd name="T29" fmla="*/ 1 h 183"/>
                <a:gd name="T30" fmla="*/ 2 w 96"/>
                <a:gd name="T31" fmla="*/ 1 h 183"/>
                <a:gd name="T32" fmla="*/ 2 w 96"/>
                <a:gd name="T33" fmla="*/ 1 h 183"/>
                <a:gd name="T34" fmla="*/ 2 w 96"/>
                <a:gd name="T35" fmla="*/ 1 h 183"/>
                <a:gd name="T36" fmla="*/ 2 w 96"/>
                <a:gd name="T37" fmla="*/ 1 h 183"/>
                <a:gd name="T38" fmla="*/ 2 w 96"/>
                <a:gd name="T39" fmla="*/ 1 h 183"/>
                <a:gd name="T40" fmla="*/ 2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1" name="Freeform 63"/>
            <p:cNvSpPr>
              <a:spLocks/>
            </p:cNvSpPr>
            <p:nvPr userDrawn="1"/>
          </p:nvSpPr>
          <p:spPr bwMode="invGray">
            <a:xfrm>
              <a:off x="3943" y="3153"/>
              <a:ext cx="39" cy="132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2 h 175"/>
                <a:gd name="T4" fmla="*/ 1 w 54"/>
                <a:gd name="T5" fmla="*/ 2 h 175"/>
                <a:gd name="T6" fmla="*/ 1 w 54"/>
                <a:gd name="T7" fmla="*/ 2 h 175"/>
                <a:gd name="T8" fmla="*/ 1 w 54"/>
                <a:gd name="T9" fmla="*/ 2 h 175"/>
                <a:gd name="T10" fmla="*/ 1 w 54"/>
                <a:gd name="T11" fmla="*/ 2 h 175"/>
                <a:gd name="T12" fmla="*/ 1 w 54"/>
                <a:gd name="T13" fmla="*/ 2 h 175"/>
                <a:gd name="T14" fmla="*/ 1 w 54"/>
                <a:gd name="T15" fmla="*/ 2 h 175"/>
                <a:gd name="T16" fmla="*/ 1 w 54"/>
                <a:gd name="T17" fmla="*/ 2 h 175"/>
                <a:gd name="T18" fmla="*/ 1 w 54"/>
                <a:gd name="T19" fmla="*/ 2 h 175"/>
                <a:gd name="T20" fmla="*/ 1 w 54"/>
                <a:gd name="T21" fmla="*/ 2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2" name="Freeform 64"/>
            <p:cNvSpPr>
              <a:spLocks/>
            </p:cNvSpPr>
            <p:nvPr userDrawn="1"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1 h 73"/>
                <a:gd name="T4" fmla="*/ 2 w 86"/>
                <a:gd name="T5" fmla="*/ 1 h 73"/>
                <a:gd name="T6" fmla="*/ 2 w 86"/>
                <a:gd name="T7" fmla="*/ 1 h 73"/>
                <a:gd name="T8" fmla="*/ 2 w 86"/>
                <a:gd name="T9" fmla="*/ 1 h 73"/>
                <a:gd name="T10" fmla="*/ 2 w 86"/>
                <a:gd name="T11" fmla="*/ 1 h 73"/>
                <a:gd name="T12" fmla="*/ 2 w 86"/>
                <a:gd name="T13" fmla="*/ 1 h 73"/>
                <a:gd name="T14" fmla="*/ 2 w 86"/>
                <a:gd name="T15" fmla="*/ 1 h 73"/>
                <a:gd name="T16" fmla="*/ 2 w 86"/>
                <a:gd name="T17" fmla="*/ 1 h 73"/>
                <a:gd name="T18" fmla="*/ 2 w 86"/>
                <a:gd name="T19" fmla="*/ 1 h 73"/>
                <a:gd name="T20" fmla="*/ 2 w 86"/>
                <a:gd name="T21" fmla="*/ 1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3" name="Freeform 65"/>
            <p:cNvSpPr>
              <a:spLocks/>
            </p:cNvSpPr>
            <p:nvPr userDrawn="1"/>
          </p:nvSpPr>
          <p:spPr bwMode="invGray">
            <a:xfrm>
              <a:off x="4092" y="3195"/>
              <a:ext cx="85" cy="117"/>
            </a:xfrm>
            <a:custGeom>
              <a:avLst/>
              <a:gdLst>
                <a:gd name="T0" fmla="*/ 2 w 111"/>
                <a:gd name="T1" fmla="*/ 0 h 156"/>
                <a:gd name="T2" fmla="*/ 2 w 111"/>
                <a:gd name="T3" fmla="*/ 2 h 156"/>
                <a:gd name="T4" fmla="*/ 2 w 111"/>
                <a:gd name="T5" fmla="*/ 2 h 156"/>
                <a:gd name="T6" fmla="*/ 2 w 111"/>
                <a:gd name="T7" fmla="*/ 2 h 156"/>
                <a:gd name="T8" fmla="*/ 2 w 111"/>
                <a:gd name="T9" fmla="*/ 2 h 156"/>
                <a:gd name="T10" fmla="*/ 2 w 111"/>
                <a:gd name="T11" fmla="*/ 2 h 156"/>
                <a:gd name="T12" fmla="*/ 2 w 111"/>
                <a:gd name="T13" fmla="*/ 2 h 156"/>
                <a:gd name="T14" fmla="*/ 2 w 111"/>
                <a:gd name="T15" fmla="*/ 2 h 156"/>
                <a:gd name="T16" fmla="*/ 2 w 111"/>
                <a:gd name="T17" fmla="*/ 2 h 156"/>
                <a:gd name="T18" fmla="*/ 2 w 111"/>
                <a:gd name="T19" fmla="*/ 2 h 156"/>
                <a:gd name="T20" fmla="*/ 2 w 111"/>
                <a:gd name="T21" fmla="*/ 2 h 156"/>
                <a:gd name="T22" fmla="*/ 2 w 111"/>
                <a:gd name="T23" fmla="*/ 2 h 156"/>
                <a:gd name="T24" fmla="*/ 2 w 111"/>
                <a:gd name="T25" fmla="*/ 2 h 156"/>
                <a:gd name="T26" fmla="*/ 2 w 111"/>
                <a:gd name="T27" fmla="*/ 2 h 156"/>
                <a:gd name="T28" fmla="*/ 2 w 111"/>
                <a:gd name="T29" fmla="*/ 2 h 156"/>
                <a:gd name="T30" fmla="*/ 2 w 111"/>
                <a:gd name="T31" fmla="*/ 2 h 156"/>
                <a:gd name="T32" fmla="*/ 2 w 111"/>
                <a:gd name="T33" fmla="*/ 2 h 156"/>
                <a:gd name="T34" fmla="*/ 2 w 111"/>
                <a:gd name="T35" fmla="*/ 2 h 156"/>
                <a:gd name="T36" fmla="*/ 2 w 111"/>
                <a:gd name="T37" fmla="*/ 2 h 156"/>
                <a:gd name="T38" fmla="*/ 2 w 111"/>
                <a:gd name="T39" fmla="*/ 2 h 156"/>
                <a:gd name="T40" fmla="*/ 2 w 111"/>
                <a:gd name="T41" fmla="*/ 2 h 156"/>
                <a:gd name="T42" fmla="*/ 2 w 111"/>
                <a:gd name="T43" fmla="*/ 2 h 156"/>
                <a:gd name="T44" fmla="*/ 2 w 111"/>
                <a:gd name="T45" fmla="*/ 2 h 156"/>
                <a:gd name="T46" fmla="*/ 2 w 111"/>
                <a:gd name="T47" fmla="*/ 2 h 156"/>
                <a:gd name="T48" fmla="*/ 2 w 111"/>
                <a:gd name="T49" fmla="*/ 2 h 156"/>
                <a:gd name="T50" fmla="*/ 2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4" name="Freeform 66"/>
            <p:cNvSpPr>
              <a:spLocks/>
            </p:cNvSpPr>
            <p:nvPr userDrawn="1"/>
          </p:nvSpPr>
          <p:spPr bwMode="invGray">
            <a:xfrm>
              <a:off x="4064" y="2777"/>
              <a:ext cx="22" cy="69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1 h 94"/>
                <a:gd name="T4" fmla="*/ 1 w 30"/>
                <a:gd name="T5" fmla="*/ 1 h 94"/>
                <a:gd name="T6" fmla="*/ 1 w 30"/>
                <a:gd name="T7" fmla="*/ 1 h 94"/>
                <a:gd name="T8" fmla="*/ 1 w 30"/>
                <a:gd name="T9" fmla="*/ 1 h 94"/>
                <a:gd name="T10" fmla="*/ 1 w 30"/>
                <a:gd name="T11" fmla="*/ 1 h 94"/>
                <a:gd name="T12" fmla="*/ 1 w 30"/>
                <a:gd name="T13" fmla="*/ 1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5" name="Freeform 67"/>
            <p:cNvSpPr>
              <a:spLocks/>
            </p:cNvSpPr>
            <p:nvPr userDrawn="1"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1 h 158"/>
                <a:gd name="T4" fmla="*/ 2 w 81"/>
                <a:gd name="T5" fmla="*/ 1 h 158"/>
                <a:gd name="T6" fmla="*/ 2 w 81"/>
                <a:gd name="T7" fmla="*/ 1 h 158"/>
                <a:gd name="T8" fmla="*/ 2 w 81"/>
                <a:gd name="T9" fmla="*/ 1 h 158"/>
                <a:gd name="T10" fmla="*/ 2 w 81"/>
                <a:gd name="T11" fmla="*/ 1 h 158"/>
                <a:gd name="T12" fmla="*/ 2 w 81"/>
                <a:gd name="T13" fmla="*/ 1 h 158"/>
                <a:gd name="T14" fmla="*/ 2 w 81"/>
                <a:gd name="T15" fmla="*/ 1 h 158"/>
                <a:gd name="T16" fmla="*/ 2 w 81"/>
                <a:gd name="T17" fmla="*/ 1 h 158"/>
                <a:gd name="T18" fmla="*/ 2 w 81"/>
                <a:gd name="T19" fmla="*/ 1 h 158"/>
                <a:gd name="T20" fmla="*/ 2 w 81"/>
                <a:gd name="T21" fmla="*/ 1 h 158"/>
                <a:gd name="T22" fmla="*/ 2 w 81"/>
                <a:gd name="T23" fmla="*/ 1 h 158"/>
                <a:gd name="T24" fmla="*/ 2 w 81"/>
                <a:gd name="T25" fmla="*/ 1 h 158"/>
                <a:gd name="T26" fmla="*/ 2 w 81"/>
                <a:gd name="T27" fmla="*/ 1 h 158"/>
                <a:gd name="T28" fmla="*/ 2 w 81"/>
                <a:gd name="T29" fmla="*/ 1 h 158"/>
                <a:gd name="T30" fmla="*/ 2 w 81"/>
                <a:gd name="T31" fmla="*/ 1 h 158"/>
                <a:gd name="T32" fmla="*/ 2 w 81"/>
                <a:gd name="T33" fmla="*/ 1 h 158"/>
                <a:gd name="T34" fmla="*/ 2 w 81"/>
                <a:gd name="T35" fmla="*/ 1 h 158"/>
                <a:gd name="T36" fmla="*/ 2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6" name="Freeform 68"/>
            <p:cNvSpPr>
              <a:spLocks/>
            </p:cNvSpPr>
            <p:nvPr userDrawn="1"/>
          </p:nvSpPr>
          <p:spPr bwMode="invGray">
            <a:xfrm>
              <a:off x="4121" y="3053"/>
              <a:ext cx="64" cy="80"/>
            </a:xfrm>
            <a:custGeom>
              <a:avLst/>
              <a:gdLst>
                <a:gd name="T0" fmla="*/ 2 w 85"/>
                <a:gd name="T1" fmla="*/ 0 h 105"/>
                <a:gd name="T2" fmla="*/ 2 w 85"/>
                <a:gd name="T3" fmla="*/ 2 h 105"/>
                <a:gd name="T4" fmla="*/ 2 w 85"/>
                <a:gd name="T5" fmla="*/ 2 h 105"/>
                <a:gd name="T6" fmla="*/ 2 w 85"/>
                <a:gd name="T7" fmla="*/ 2 h 105"/>
                <a:gd name="T8" fmla="*/ 2 w 85"/>
                <a:gd name="T9" fmla="*/ 2 h 105"/>
                <a:gd name="T10" fmla="*/ 2 w 85"/>
                <a:gd name="T11" fmla="*/ 2 h 105"/>
                <a:gd name="T12" fmla="*/ 2 w 85"/>
                <a:gd name="T13" fmla="*/ 2 h 105"/>
                <a:gd name="T14" fmla="*/ 2 w 85"/>
                <a:gd name="T15" fmla="*/ 2 h 105"/>
                <a:gd name="T16" fmla="*/ 2 w 85"/>
                <a:gd name="T17" fmla="*/ 2 h 105"/>
                <a:gd name="T18" fmla="*/ 2 w 85"/>
                <a:gd name="T19" fmla="*/ 2 h 105"/>
                <a:gd name="T20" fmla="*/ 2 w 85"/>
                <a:gd name="T21" fmla="*/ 2 h 105"/>
                <a:gd name="T22" fmla="*/ 2 w 85"/>
                <a:gd name="T23" fmla="*/ 2 h 105"/>
                <a:gd name="T24" fmla="*/ 2 w 85"/>
                <a:gd name="T25" fmla="*/ 2 h 105"/>
                <a:gd name="T26" fmla="*/ 2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7" name="Freeform 69"/>
            <p:cNvSpPr>
              <a:spLocks/>
            </p:cNvSpPr>
            <p:nvPr userDrawn="1"/>
          </p:nvSpPr>
          <p:spPr bwMode="invGray">
            <a:xfrm>
              <a:off x="4197" y="3193"/>
              <a:ext cx="29" cy="51"/>
            </a:xfrm>
            <a:custGeom>
              <a:avLst/>
              <a:gdLst>
                <a:gd name="T0" fmla="*/ 2 w 38"/>
                <a:gd name="T1" fmla="*/ 2 h 66"/>
                <a:gd name="T2" fmla="*/ 2 w 38"/>
                <a:gd name="T3" fmla="*/ 2 h 66"/>
                <a:gd name="T4" fmla="*/ 2 w 38"/>
                <a:gd name="T5" fmla="*/ 2 h 66"/>
                <a:gd name="T6" fmla="*/ 2 w 38"/>
                <a:gd name="T7" fmla="*/ 2 h 66"/>
                <a:gd name="T8" fmla="*/ 2 w 38"/>
                <a:gd name="T9" fmla="*/ 2 h 66"/>
                <a:gd name="T10" fmla="*/ 2 w 38"/>
                <a:gd name="T11" fmla="*/ 2 h 66"/>
                <a:gd name="T12" fmla="*/ 2 w 38"/>
                <a:gd name="T13" fmla="*/ 1 h 66"/>
                <a:gd name="T14" fmla="*/ 2 w 38"/>
                <a:gd name="T15" fmla="*/ 2 h 66"/>
                <a:gd name="T16" fmla="*/ 2 w 38"/>
                <a:gd name="T17" fmla="*/ 2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8" name="Freeform 70"/>
            <p:cNvSpPr>
              <a:spLocks/>
            </p:cNvSpPr>
            <p:nvPr userDrawn="1"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1 h 23"/>
                <a:gd name="T4" fmla="*/ 2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59" name="Freeform 71"/>
            <p:cNvSpPr>
              <a:spLocks/>
            </p:cNvSpPr>
            <p:nvPr userDrawn="1"/>
          </p:nvSpPr>
          <p:spPr bwMode="invGray">
            <a:xfrm>
              <a:off x="4208" y="3265"/>
              <a:ext cx="46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2 h 49"/>
                <a:gd name="T4" fmla="*/ 2 w 60"/>
                <a:gd name="T5" fmla="*/ 2 h 49"/>
                <a:gd name="T6" fmla="*/ 2 w 60"/>
                <a:gd name="T7" fmla="*/ 2 h 49"/>
                <a:gd name="T8" fmla="*/ 2 w 60"/>
                <a:gd name="T9" fmla="*/ 2 h 49"/>
                <a:gd name="T10" fmla="*/ 2 w 60"/>
                <a:gd name="T11" fmla="*/ 2 h 49"/>
                <a:gd name="T12" fmla="*/ 2 w 60"/>
                <a:gd name="T13" fmla="*/ 2 h 49"/>
                <a:gd name="T14" fmla="*/ 2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0" name="Freeform 72"/>
            <p:cNvSpPr>
              <a:spLocks/>
            </p:cNvSpPr>
            <p:nvPr userDrawn="1"/>
          </p:nvSpPr>
          <p:spPr bwMode="invGray">
            <a:xfrm>
              <a:off x="4276" y="3336"/>
              <a:ext cx="25" cy="30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1" name="Freeform 73"/>
            <p:cNvSpPr>
              <a:spLocks/>
            </p:cNvSpPr>
            <p:nvPr userDrawn="1"/>
          </p:nvSpPr>
          <p:spPr bwMode="invGray">
            <a:xfrm>
              <a:off x="4544" y="3293"/>
              <a:ext cx="46" cy="43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2 w 61"/>
                <a:gd name="T5" fmla="*/ 1 h 63"/>
                <a:gd name="T6" fmla="*/ 2 w 61"/>
                <a:gd name="T7" fmla="*/ 1 h 63"/>
                <a:gd name="T8" fmla="*/ 2 w 61"/>
                <a:gd name="T9" fmla="*/ 1 h 63"/>
                <a:gd name="T10" fmla="*/ 2 w 61"/>
                <a:gd name="T11" fmla="*/ 1 h 63"/>
                <a:gd name="T12" fmla="*/ 2 w 61"/>
                <a:gd name="T13" fmla="*/ 1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2" name="Freeform 74"/>
            <p:cNvSpPr>
              <a:spLocks/>
            </p:cNvSpPr>
            <p:nvPr userDrawn="1"/>
          </p:nvSpPr>
          <p:spPr bwMode="invGray">
            <a:xfrm>
              <a:off x="4147" y="3352"/>
              <a:ext cx="47" cy="51"/>
            </a:xfrm>
            <a:custGeom>
              <a:avLst/>
              <a:gdLst>
                <a:gd name="T0" fmla="*/ 2 w 61"/>
                <a:gd name="T1" fmla="*/ 2 h 67"/>
                <a:gd name="T2" fmla="*/ 2 w 61"/>
                <a:gd name="T3" fmla="*/ 2 h 67"/>
                <a:gd name="T4" fmla="*/ 2 w 61"/>
                <a:gd name="T5" fmla="*/ 2 h 67"/>
                <a:gd name="T6" fmla="*/ 2 w 61"/>
                <a:gd name="T7" fmla="*/ 2 h 67"/>
                <a:gd name="T8" fmla="*/ 2 w 61"/>
                <a:gd name="T9" fmla="*/ 2 h 67"/>
                <a:gd name="T10" fmla="*/ 2 w 61"/>
                <a:gd name="T11" fmla="*/ 2 h 67"/>
                <a:gd name="T12" fmla="*/ 2 w 61"/>
                <a:gd name="T13" fmla="*/ 2 h 67"/>
                <a:gd name="T14" fmla="*/ 2 w 61"/>
                <a:gd name="T15" fmla="*/ 2 h 67"/>
                <a:gd name="T16" fmla="*/ 2 w 61"/>
                <a:gd name="T17" fmla="*/ 2 h 67"/>
                <a:gd name="T18" fmla="*/ 2 w 61"/>
                <a:gd name="T19" fmla="*/ 2 h 67"/>
                <a:gd name="T20" fmla="*/ 2 w 61"/>
                <a:gd name="T21" fmla="*/ 2 h 67"/>
                <a:gd name="T22" fmla="*/ 2 w 61"/>
                <a:gd name="T23" fmla="*/ 2 h 67"/>
                <a:gd name="T24" fmla="*/ 2 w 61"/>
                <a:gd name="T25" fmla="*/ 2 h 67"/>
                <a:gd name="T26" fmla="*/ 2 w 61"/>
                <a:gd name="T27" fmla="*/ 2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3" name="Freeform 75"/>
            <p:cNvSpPr>
              <a:spLocks/>
            </p:cNvSpPr>
            <p:nvPr userDrawn="1"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1 w 43"/>
                <a:gd name="T1" fmla="*/ 2 h 36"/>
                <a:gd name="T2" fmla="*/ 1 w 43"/>
                <a:gd name="T3" fmla="*/ 2 h 36"/>
                <a:gd name="T4" fmla="*/ 1 w 43"/>
                <a:gd name="T5" fmla="*/ 2 h 36"/>
                <a:gd name="T6" fmla="*/ 1 w 43"/>
                <a:gd name="T7" fmla="*/ 2 h 36"/>
                <a:gd name="T8" fmla="*/ 1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4" name="Freeform 76"/>
            <p:cNvSpPr>
              <a:spLocks/>
            </p:cNvSpPr>
            <p:nvPr userDrawn="1"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2 w 32"/>
                <a:gd name="T1" fmla="*/ 0 h 41"/>
                <a:gd name="T2" fmla="*/ 0 w 32"/>
                <a:gd name="T3" fmla="*/ 2 h 41"/>
                <a:gd name="T4" fmla="*/ 2 w 32"/>
                <a:gd name="T5" fmla="*/ 2 h 41"/>
                <a:gd name="T6" fmla="*/ 2 w 32"/>
                <a:gd name="T7" fmla="*/ 2 h 41"/>
                <a:gd name="T8" fmla="*/ 2 w 32"/>
                <a:gd name="T9" fmla="*/ 2 h 41"/>
                <a:gd name="T10" fmla="*/ 2 w 32"/>
                <a:gd name="T11" fmla="*/ 2 h 41"/>
                <a:gd name="T12" fmla="*/ 2 w 32"/>
                <a:gd name="T13" fmla="*/ 2 h 41"/>
                <a:gd name="T14" fmla="*/ 2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5" name="Freeform 77"/>
            <p:cNvSpPr>
              <a:spLocks/>
            </p:cNvSpPr>
            <p:nvPr userDrawn="1"/>
          </p:nvSpPr>
          <p:spPr bwMode="invGray">
            <a:xfrm>
              <a:off x="4111" y="3352"/>
              <a:ext cx="32" cy="25"/>
            </a:xfrm>
            <a:custGeom>
              <a:avLst/>
              <a:gdLst>
                <a:gd name="T0" fmla="*/ 1 w 45"/>
                <a:gd name="T1" fmla="*/ 0 h 32"/>
                <a:gd name="T2" fmla="*/ 0 w 45"/>
                <a:gd name="T3" fmla="*/ 2 h 32"/>
                <a:gd name="T4" fmla="*/ 1 w 45"/>
                <a:gd name="T5" fmla="*/ 2 h 32"/>
                <a:gd name="T6" fmla="*/ 1 w 45"/>
                <a:gd name="T7" fmla="*/ 2 h 32"/>
                <a:gd name="T8" fmla="*/ 1 w 45"/>
                <a:gd name="T9" fmla="*/ 2 h 32"/>
                <a:gd name="T10" fmla="*/ 1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6" name="Freeform 78"/>
            <p:cNvSpPr>
              <a:spLocks/>
            </p:cNvSpPr>
            <p:nvPr userDrawn="1"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2 w 35"/>
                <a:gd name="T1" fmla="*/ 0 h 74"/>
                <a:gd name="T2" fmla="*/ 2 w 35"/>
                <a:gd name="T3" fmla="*/ 1 h 74"/>
                <a:gd name="T4" fmla="*/ 2 w 35"/>
                <a:gd name="T5" fmla="*/ 1 h 74"/>
                <a:gd name="T6" fmla="*/ 0 w 35"/>
                <a:gd name="T7" fmla="*/ 1 h 74"/>
                <a:gd name="T8" fmla="*/ 2 w 35"/>
                <a:gd name="T9" fmla="*/ 1 h 74"/>
                <a:gd name="T10" fmla="*/ 2 w 35"/>
                <a:gd name="T11" fmla="*/ 1 h 74"/>
                <a:gd name="T12" fmla="*/ 2 w 35"/>
                <a:gd name="T13" fmla="*/ 1 h 74"/>
                <a:gd name="T14" fmla="*/ 2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7" name="Freeform 79"/>
            <p:cNvSpPr>
              <a:spLocks/>
            </p:cNvSpPr>
            <p:nvPr userDrawn="1"/>
          </p:nvSpPr>
          <p:spPr bwMode="invGray">
            <a:xfrm>
              <a:off x="4114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2 h 73"/>
                <a:gd name="T6" fmla="*/ 2 w 25"/>
                <a:gd name="T7" fmla="*/ 2 h 73"/>
                <a:gd name="T8" fmla="*/ 2 w 25"/>
                <a:gd name="T9" fmla="*/ 2 h 73"/>
                <a:gd name="T10" fmla="*/ 2 w 25"/>
                <a:gd name="T11" fmla="*/ 2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8" name="Freeform 80"/>
            <p:cNvSpPr>
              <a:spLocks/>
            </p:cNvSpPr>
            <p:nvPr userDrawn="1"/>
          </p:nvSpPr>
          <p:spPr bwMode="invGray">
            <a:xfrm>
              <a:off x="4135" y="2995"/>
              <a:ext cx="8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2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69" name="Freeform 81"/>
            <p:cNvSpPr>
              <a:spLocks/>
            </p:cNvSpPr>
            <p:nvPr userDrawn="1"/>
          </p:nvSpPr>
          <p:spPr bwMode="invGray">
            <a:xfrm>
              <a:off x="4145" y="3007"/>
              <a:ext cx="22" cy="44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1 h 64"/>
                <a:gd name="T4" fmla="*/ 2 w 28"/>
                <a:gd name="T5" fmla="*/ 1 h 64"/>
                <a:gd name="T6" fmla="*/ 2 w 28"/>
                <a:gd name="T7" fmla="*/ 1 h 64"/>
                <a:gd name="T8" fmla="*/ 0 w 28"/>
                <a:gd name="T9" fmla="*/ 1 h 64"/>
                <a:gd name="T10" fmla="*/ 2 w 28"/>
                <a:gd name="T11" fmla="*/ 1 h 64"/>
                <a:gd name="T12" fmla="*/ 2 w 28"/>
                <a:gd name="T13" fmla="*/ 1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0" name="Freeform 82"/>
            <p:cNvSpPr>
              <a:spLocks/>
            </p:cNvSpPr>
            <p:nvPr userDrawn="1"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2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1" name="Freeform 83"/>
            <p:cNvSpPr>
              <a:spLocks/>
            </p:cNvSpPr>
            <p:nvPr userDrawn="1"/>
          </p:nvSpPr>
          <p:spPr bwMode="invGray">
            <a:xfrm>
              <a:off x="3866" y="3053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2" name="Freeform 84"/>
            <p:cNvSpPr>
              <a:spLocks/>
            </p:cNvSpPr>
            <p:nvPr userDrawn="1"/>
          </p:nvSpPr>
          <p:spPr bwMode="invGray">
            <a:xfrm>
              <a:off x="3862" y="3035"/>
              <a:ext cx="11" cy="14"/>
            </a:xfrm>
            <a:custGeom>
              <a:avLst/>
              <a:gdLst>
                <a:gd name="T0" fmla="*/ 1 w 16"/>
                <a:gd name="T1" fmla="*/ 1 h 19"/>
                <a:gd name="T2" fmla="*/ 0 w 16"/>
                <a:gd name="T3" fmla="*/ 1 h 19"/>
                <a:gd name="T4" fmla="*/ 1 w 16"/>
                <a:gd name="T5" fmla="*/ 1 h 19"/>
                <a:gd name="T6" fmla="*/ 1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3" name="Freeform 85"/>
            <p:cNvSpPr>
              <a:spLocks/>
            </p:cNvSpPr>
            <p:nvPr userDrawn="1"/>
          </p:nvSpPr>
          <p:spPr bwMode="invGray">
            <a:xfrm>
              <a:off x="3850" y="2995"/>
              <a:ext cx="11" cy="16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4" name="Freeform 86"/>
            <p:cNvSpPr>
              <a:spLocks/>
            </p:cNvSpPr>
            <p:nvPr userDrawn="1"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1 w 22"/>
                <a:gd name="T3" fmla="*/ 1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5" name="Freeform 87"/>
            <p:cNvSpPr>
              <a:spLocks/>
            </p:cNvSpPr>
            <p:nvPr userDrawn="1"/>
          </p:nvSpPr>
          <p:spPr bwMode="invGray">
            <a:xfrm>
              <a:off x="4688" y="3643"/>
              <a:ext cx="46" cy="57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1 h 81"/>
                <a:gd name="T4" fmla="*/ 2 w 60"/>
                <a:gd name="T5" fmla="*/ 1 h 81"/>
                <a:gd name="T6" fmla="*/ 2 w 60"/>
                <a:gd name="T7" fmla="*/ 1 h 81"/>
                <a:gd name="T8" fmla="*/ 2 w 60"/>
                <a:gd name="T9" fmla="*/ 1 h 81"/>
                <a:gd name="T10" fmla="*/ 2 w 60"/>
                <a:gd name="T11" fmla="*/ 1 h 81"/>
                <a:gd name="T12" fmla="*/ 2 w 60"/>
                <a:gd name="T13" fmla="*/ 1 h 81"/>
                <a:gd name="T14" fmla="*/ 2 w 60"/>
                <a:gd name="T15" fmla="*/ 1 h 81"/>
                <a:gd name="T16" fmla="*/ 2 w 60"/>
                <a:gd name="T17" fmla="*/ 1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6" name="Freeform 88"/>
            <p:cNvSpPr>
              <a:spLocks/>
            </p:cNvSpPr>
            <p:nvPr userDrawn="1"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1 w 71"/>
                <a:gd name="T1" fmla="*/ 2 h 61"/>
                <a:gd name="T2" fmla="*/ 1 w 71"/>
                <a:gd name="T3" fmla="*/ 2 h 61"/>
                <a:gd name="T4" fmla="*/ 1 w 71"/>
                <a:gd name="T5" fmla="*/ 2 h 61"/>
                <a:gd name="T6" fmla="*/ 1 w 71"/>
                <a:gd name="T7" fmla="*/ 2 h 61"/>
                <a:gd name="T8" fmla="*/ 1 w 71"/>
                <a:gd name="T9" fmla="*/ 2 h 61"/>
                <a:gd name="T10" fmla="*/ 1 w 71"/>
                <a:gd name="T11" fmla="*/ 2 h 61"/>
                <a:gd name="T12" fmla="*/ 1 w 71"/>
                <a:gd name="T13" fmla="*/ 0 h 61"/>
                <a:gd name="T14" fmla="*/ 1 w 71"/>
                <a:gd name="T15" fmla="*/ 2 h 61"/>
                <a:gd name="T16" fmla="*/ 1 w 71"/>
                <a:gd name="T17" fmla="*/ 2 h 61"/>
                <a:gd name="T18" fmla="*/ 1 w 71"/>
                <a:gd name="T19" fmla="*/ 2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7" name="Freeform 89"/>
            <p:cNvSpPr>
              <a:spLocks/>
            </p:cNvSpPr>
            <p:nvPr userDrawn="1"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2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8" name="Freeform 90"/>
            <p:cNvSpPr>
              <a:spLocks/>
            </p:cNvSpPr>
            <p:nvPr userDrawn="1"/>
          </p:nvSpPr>
          <p:spPr bwMode="invGray">
            <a:xfrm>
              <a:off x="4751" y="3547"/>
              <a:ext cx="19" cy="17"/>
            </a:xfrm>
            <a:custGeom>
              <a:avLst/>
              <a:gdLst>
                <a:gd name="T0" fmla="*/ 1 w 26"/>
                <a:gd name="T1" fmla="*/ 0 h 23"/>
                <a:gd name="T2" fmla="*/ 0 w 26"/>
                <a:gd name="T3" fmla="*/ 1 h 23"/>
                <a:gd name="T4" fmla="*/ 1 w 26"/>
                <a:gd name="T5" fmla="*/ 1 h 23"/>
                <a:gd name="T6" fmla="*/ 1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79" name="Freeform 91"/>
            <p:cNvSpPr>
              <a:spLocks/>
            </p:cNvSpPr>
            <p:nvPr userDrawn="1"/>
          </p:nvSpPr>
          <p:spPr bwMode="invGray">
            <a:xfrm>
              <a:off x="4598" y="3352"/>
              <a:ext cx="24" cy="32"/>
            </a:xfrm>
            <a:custGeom>
              <a:avLst/>
              <a:gdLst>
                <a:gd name="T0" fmla="*/ 2 w 32"/>
                <a:gd name="T1" fmla="*/ 0 h 44"/>
                <a:gd name="T2" fmla="*/ 2 w 32"/>
                <a:gd name="T3" fmla="*/ 1 h 44"/>
                <a:gd name="T4" fmla="*/ 2 w 32"/>
                <a:gd name="T5" fmla="*/ 1 h 44"/>
                <a:gd name="T6" fmla="*/ 2 w 32"/>
                <a:gd name="T7" fmla="*/ 1 h 44"/>
                <a:gd name="T8" fmla="*/ 2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0" name="Freeform 92"/>
            <p:cNvSpPr>
              <a:spLocks/>
            </p:cNvSpPr>
            <p:nvPr userDrawn="1"/>
          </p:nvSpPr>
          <p:spPr bwMode="invGray">
            <a:xfrm>
              <a:off x="4632" y="3396"/>
              <a:ext cx="27" cy="33"/>
            </a:xfrm>
            <a:custGeom>
              <a:avLst/>
              <a:gdLst>
                <a:gd name="T0" fmla="*/ 2 w 34"/>
                <a:gd name="T1" fmla="*/ 0 h 44"/>
                <a:gd name="T2" fmla="*/ 2 w 34"/>
                <a:gd name="T3" fmla="*/ 2 h 44"/>
                <a:gd name="T4" fmla="*/ 2 w 34"/>
                <a:gd name="T5" fmla="*/ 2 h 44"/>
                <a:gd name="T6" fmla="*/ 2 w 34"/>
                <a:gd name="T7" fmla="*/ 2 h 44"/>
                <a:gd name="T8" fmla="*/ 2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1" name="Freeform 93"/>
            <p:cNvSpPr>
              <a:spLocks/>
            </p:cNvSpPr>
            <p:nvPr userDrawn="1"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1 w 38"/>
                <a:gd name="T1" fmla="*/ 2 h 37"/>
                <a:gd name="T2" fmla="*/ 1 w 38"/>
                <a:gd name="T3" fmla="*/ 2 h 37"/>
                <a:gd name="T4" fmla="*/ 1 w 38"/>
                <a:gd name="T5" fmla="*/ 2 h 37"/>
                <a:gd name="T6" fmla="*/ 1 w 38"/>
                <a:gd name="T7" fmla="*/ 2 h 37"/>
                <a:gd name="T8" fmla="*/ 1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2" name="Freeform 94"/>
            <p:cNvSpPr>
              <a:spLocks/>
            </p:cNvSpPr>
            <p:nvPr userDrawn="1"/>
          </p:nvSpPr>
          <p:spPr bwMode="invGray">
            <a:xfrm>
              <a:off x="4693" y="3448"/>
              <a:ext cx="28" cy="27"/>
            </a:xfrm>
            <a:custGeom>
              <a:avLst/>
              <a:gdLst>
                <a:gd name="T0" fmla="*/ 1 w 38"/>
                <a:gd name="T1" fmla="*/ 2 h 34"/>
                <a:gd name="T2" fmla="*/ 1 w 38"/>
                <a:gd name="T3" fmla="*/ 2 h 34"/>
                <a:gd name="T4" fmla="*/ 1 w 38"/>
                <a:gd name="T5" fmla="*/ 2 h 34"/>
                <a:gd name="T6" fmla="*/ 1 w 38"/>
                <a:gd name="T7" fmla="*/ 2 h 34"/>
                <a:gd name="T8" fmla="*/ 1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3" name="Freeform 95"/>
            <p:cNvSpPr>
              <a:spLocks/>
            </p:cNvSpPr>
            <p:nvPr userDrawn="1"/>
          </p:nvSpPr>
          <p:spPr bwMode="invGray">
            <a:xfrm>
              <a:off x="4683" y="3413"/>
              <a:ext cx="27" cy="17"/>
            </a:xfrm>
            <a:custGeom>
              <a:avLst/>
              <a:gdLst>
                <a:gd name="T0" fmla="*/ 2 w 35"/>
                <a:gd name="T1" fmla="*/ 1 h 27"/>
                <a:gd name="T2" fmla="*/ 2 w 35"/>
                <a:gd name="T3" fmla="*/ 1 h 27"/>
                <a:gd name="T4" fmla="*/ 2 w 35"/>
                <a:gd name="T5" fmla="*/ 1 h 27"/>
                <a:gd name="T6" fmla="*/ 2 w 35"/>
                <a:gd name="T7" fmla="*/ 1 h 27"/>
                <a:gd name="T8" fmla="*/ 2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4" name="Freeform 96"/>
            <p:cNvSpPr>
              <a:spLocks/>
            </p:cNvSpPr>
            <p:nvPr userDrawn="1"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1 w 35"/>
                <a:gd name="T1" fmla="*/ 1 h 47"/>
                <a:gd name="T2" fmla="*/ 1 w 35"/>
                <a:gd name="T3" fmla="*/ 1 h 47"/>
                <a:gd name="T4" fmla="*/ 1 w 35"/>
                <a:gd name="T5" fmla="*/ 1 h 47"/>
                <a:gd name="T6" fmla="*/ 1 w 35"/>
                <a:gd name="T7" fmla="*/ 1 h 47"/>
                <a:gd name="T8" fmla="*/ 1 w 35"/>
                <a:gd name="T9" fmla="*/ 1 h 47"/>
                <a:gd name="T10" fmla="*/ 1 w 35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5" name="Freeform 97"/>
            <p:cNvSpPr>
              <a:spLocks/>
            </p:cNvSpPr>
            <p:nvPr userDrawn="1"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6" name="Freeform 98"/>
            <p:cNvSpPr>
              <a:spLocks/>
            </p:cNvSpPr>
            <p:nvPr userDrawn="1"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2 w 32"/>
                <a:gd name="T1" fmla="*/ 1 h 35"/>
                <a:gd name="T2" fmla="*/ 2 w 32"/>
                <a:gd name="T3" fmla="*/ 1 h 35"/>
                <a:gd name="T4" fmla="*/ 2 w 32"/>
                <a:gd name="T5" fmla="*/ 1 h 35"/>
                <a:gd name="T6" fmla="*/ 2 w 32"/>
                <a:gd name="T7" fmla="*/ 1 h 35"/>
                <a:gd name="T8" fmla="*/ 2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7" name="Freeform 99"/>
            <p:cNvSpPr>
              <a:spLocks/>
            </p:cNvSpPr>
            <p:nvPr userDrawn="1"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1 w 189"/>
                <a:gd name="T1" fmla="*/ 2 h 144"/>
                <a:gd name="T2" fmla="*/ 1 w 189"/>
                <a:gd name="T3" fmla="*/ 2 h 144"/>
                <a:gd name="T4" fmla="*/ 1 w 189"/>
                <a:gd name="T5" fmla="*/ 2 h 144"/>
                <a:gd name="T6" fmla="*/ 1 w 189"/>
                <a:gd name="T7" fmla="*/ 2 h 144"/>
                <a:gd name="T8" fmla="*/ 1 w 189"/>
                <a:gd name="T9" fmla="*/ 2 h 144"/>
                <a:gd name="T10" fmla="*/ 1 w 189"/>
                <a:gd name="T11" fmla="*/ 2 h 144"/>
                <a:gd name="T12" fmla="*/ 1 w 189"/>
                <a:gd name="T13" fmla="*/ 2 h 144"/>
                <a:gd name="T14" fmla="*/ 1 w 189"/>
                <a:gd name="T15" fmla="*/ 2 h 144"/>
                <a:gd name="T16" fmla="*/ 1 w 189"/>
                <a:gd name="T17" fmla="*/ 2 h 144"/>
                <a:gd name="T18" fmla="*/ 1 w 189"/>
                <a:gd name="T19" fmla="*/ 2 h 144"/>
                <a:gd name="T20" fmla="*/ 1 w 189"/>
                <a:gd name="T21" fmla="*/ 2 h 144"/>
                <a:gd name="T22" fmla="*/ 1 w 189"/>
                <a:gd name="T23" fmla="*/ 2 h 144"/>
                <a:gd name="T24" fmla="*/ 1 w 189"/>
                <a:gd name="T25" fmla="*/ 2 h 144"/>
                <a:gd name="T26" fmla="*/ 1 w 189"/>
                <a:gd name="T27" fmla="*/ 2 h 144"/>
                <a:gd name="T28" fmla="*/ 1 w 189"/>
                <a:gd name="T29" fmla="*/ 2 h 144"/>
                <a:gd name="T30" fmla="*/ 1 w 189"/>
                <a:gd name="T31" fmla="*/ 2 h 144"/>
                <a:gd name="T32" fmla="*/ 1 w 189"/>
                <a:gd name="T33" fmla="*/ 2 h 144"/>
                <a:gd name="T34" fmla="*/ 1 w 189"/>
                <a:gd name="T35" fmla="*/ 2 h 144"/>
                <a:gd name="T36" fmla="*/ 1 w 189"/>
                <a:gd name="T37" fmla="*/ 2 h 144"/>
                <a:gd name="T38" fmla="*/ 1 w 189"/>
                <a:gd name="T39" fmla="*/ 2 h 144"/>
                <a:gd name="T40" fmla="*/ 1 w 189"/>
                <a:gd name="T41" fmla="*/ 2 h 144"/>
                <a:gd name="T42" fmla="*/ 1 w 189"/>
                <a:gd name="T43" fmla="*/ 2 h 144"/>
                <a:gd name="T44" fmla="*/ 1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8" name="Freeform 100"/>
            <p:cNvSpPr>
              <a:spLocks/>
            </p:cNvSpPr>
            <p:nvPr userDrawn="1"/>
          </p:nvSpPr>
          <p:spPr bwMode="invGray">
            <a:xfrm>
              <a:off x="3139" y="2155"/>
              <a:ext cx="39" cy="12"/>
            </a:xfrm>
            <a:custGeom>
              <a:avLst/>
              <a:gdLst>
                <a:gd name="T0" fmla="*/ 1 w 53"/>
                <a:gd name="T1" fmla="*/ 0 h 17"/>
                <a:gd name="T2" fmla="*/ 1 w 53"/>
                <a:gd name="T3" fmla="*/ 1 h 17"/>
                <a:gd name="T4" fmla="*/ 1 w 53"/>
                <a:gd name="T5" fmla="*/ 1 h 17"/>
                <a:gd name="T6" fmla="*/ 1 w 53"/>
                <a:gd name="T7" fmla="*/ 1 h 17"/>
                <a:gd name="T8" fmla="*/ 1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89" name="Freeform 101"/>
            <p:cNvSpPr>
              <a:spLocks/>
            </p:cNvSpPr>
            <p:nvPr userDrawn="1"/>
          </p:nvSpPr>
          <p:spPr bwMode="invGray">
            <a:xfrm>
              <a:off x="3344" y="1999"/>
              <a:ext cx="42" cy="27"/>
            </a:xfrm>
            <a:custGeom>
              <a:avLst/>
              <a:gdLst>
                <a:gd name="T0" fmla="*/ 1 w 57"/>
                <a:gd name="T1" fmla="*/ 1 h 37"/>
                <a:gd name="T2" fmla="*/ 1 w 57"/>
                <a:gd name="T3" fmla="*/ 1 h 37"/>
                <a:gd name="T4" fmla="*/ 1 w 57"/>
                <a:gd name="T5" fmla="*/ 1 h 37"/>
                <a:gd name="T6" fmla="*/ 1 w 57"/>
                <a:gd name="T7" fmla="*/ 1 h 37"/>
                <a:gd name="T8" fmla="*/ 1 w 57"/>
                <a:gd name="T9" fmla="*/ 0 h 37"/>
                <a:gd name="T10" fmla="*/ 1 w 57"/>
                <a:gd name="T11" fmla="*/ 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0" name="Freeform 102"/>
            <p:cNvSpPr>
              <a:spLocks/>
            </p:cNvSpPr>
            <p:nvPr userDrawn="1"/>
          </p:nvSpPr>
          <p:spPr bwMode="invGray">
            <a:xfrm>
              <a:off x="3374" y="2011"/>
              <a:ext cx="50" cy="16"/>
            </a:xfrm>
            <a:custGeom>
              <a:avLst/>
              <a:gdLst>
                <a:gd name="T0" fmla="*/ 1 w 68"/>
                <a:gd name="T1" fmla="*/ 0 h 26"/>
                <a:gd name="T2" fmla="*/ 1 w 68"/>
                <a:gd name="T3" fmla="*/ 1 h 26"/>
                <a:gd name="T4" fmla="*/ 1 w 68"/>
                <a:gd name="T5" fmla="*/ 1 h 26"/>
                <a:gd name="T6" fmla="*/ 1 w 68"/>
                <a:gd name="T7" fmla="*/ 1 h 26"/>
                <a:gd name="T8" fmla="*/ 1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1" name="Freeform 103"/>
            <p:cNvSpPr>
              <a:spLocks/>
            </p:cNvSpPr>
            <p:nvPr userDrawn="1"/>
          </p:nvSpPr>
          <p:spPr bwMode="invGray">
            <a:xfrm>
              <a:off x="3428" y="2015"/>
              <a:ext cx="49" cy="32"/>
            </a:xfrm>
            <a:custGeom>
              <a:avLst/>
              <a:gdLst>
                <a:gd name="T0" fmla="*/ 1 w 66"/>
                <a:gd name="T1" fmla="*/ 1 h 43"/>
                <a:gd name="T2" fmla="*/ 1 w 66"/>
                <a:gd name="T3" fmla="*/ 1 h 43"/>
                <a:gd name="T4" fmla="*/ 1 w 66"/>
                <a:gd name="T5" fmla="*/ 1 h 43"/>
                <a:gd name="T6" fmla="*/ 1 w 66"/>
                <a:gd name="T7" fmla="*/ 1 h 43"/>
                <a:gd name="T8" fmla="*/ 1 w 66"/>
                <a:gd name="T9" fmla="*/ 1 h 43"/>
                <a:gd name="T10" fmla="*/ 1 w 66"/>
                <a:gd name="T11" fmla="*/ 1 h 43"/>
                <a:gd name="T12" fmla="*/ 1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2" name="Freeform 104"/>
            <p:cNvSpPr>
              <a:spLocks/>
            </p:cNvSpPr>
            <p:nvPr userDrawn="1"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2 w 117"/>
                <a:gd name="T5" fmla="*/ 2 h 41"/>
                <a:gd name="T6" fmla="*/ 2 w 117"/>
                <a:gd name="T7" fmla="*/ 2 h 41"/>
                <a:gd name="T8" fmla="*/ 2 w 117"/>
                <a:gd name="T9" fmla="*/ 2 h 41"/>
                <a:gd name="T10" fmla="*/ 2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3" name="Freeform 105"/>
            <p:cNvSpPr>
              <a:spLocks/>
            </p:cNvSpPr>
            <p:nvPr userDrawn="1"/>
          </p:nvSpPr>
          <p:spPr bwMode="invGray">
            <a:xfrm>
              <a:off x="3867" y="2041"/>
              <a:ext cx="43" cy="26"/>
            </a:xfrm>
            <a:custGeom>
              <a:avLst/>
              <a:gdLst>
                <a:gd name="T0" fmla="*/ 1 w 62"/>
                <a:gd name="T1" fmla="*/ 2 h 32"/>
                <a:gd name="T2" fmla="*/ 1 w 62"/>
                <a:gd name="T3" fmla="*/ 2 h 32"/>
                <a:gd name="T4" fmla="*/ 1 w 62"/>
                <a:gd name="T5" fmla="*/ 2 h 32"/>
                <a:gd name="T6" fmla="*/ 1 w 62"/>
                <a:gd name="T7" fmla="*/ 2 h 32"/>
                <a:gd name="T8" fmla="*/ 1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4" name="Freeform 106"/>
            <p:cNvSpPr>
              <a:spLocks/>
            </p:cNvSpPr>
            <p:nvPr userDrawn="1"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2 w 49"/>
                <a:gd name="T1" fmla="*/ 1 h 23"/>
                <a:gd name="T2" fmla="*/ 2 w 49"/>
                <a:gd name="T3" fmla="*/ 1 h 23"/>
                <a:gd name="T4" fmla="*/ 2 w 49"/>
                <a:gd name="T5" fmla="*/ 1 h 23"/>
                <a:gd name="T6" fmla="*/ 2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5" name="Freeform 107"/>
            <p:cNvSpPr>
              <a:spLocks/>
            </p:cNvSpPr>
            <p:nvPr userDrawn="1"/>
          </p:nvSpPr>
          <p:spPr bwMode="invGray">
            <a:xfrm>
              <a:off x="4098" y="2294"/>
              <a:ext cx="74" cy="111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1 h 152"/>
                <a:gd name="T4" fmla="*/ 1 w 102"/>
                <a:gd name="T5" fmla="*/ 1 h 152"/>
                <a:gd name="T6" fmla="*/ 1 w 102"/>
                <a:gd name="T7" fmla="*/ 1 h 152"/>
                <a:gd name="T8" fmla="*/ 1 w 102"/>
                <a:gd name="T9" fmla="*/ 1 h 152"/>
                <a:gd name="T10" fmla="*/ 1 w 102"/>
                <a:gd name="T11" fmla="*/ 1 h 152"/>
                <a:gd name="T12" fmla="*/ 1 w 102"/>
                <a:gd name="T13" fmla="*/ 1 h 152"/>
                <a:gd name="T14" fmla="*/ 1 w 102"/>
                <a:gd name="T15" fmla="*/ 1 h 152"/>
                <a:gd name="T16" fmla="*/ 1 w 102"/>
                <a:gd name="T17" fmla="*/ 1 h 152"/>
                <a:gd name="T18" fmla="*/ 1 w 102"/>
                <a:gd name="T19" fmla="*/ 1 h 152"/>
                <a:gd name="T20" fmla="*/ 1 w 102"/>
                <a:gd name="T21" fmla="*/ 1 h 152"/>
                <a:gd name="T22" fmla="*/ 1 w 102"/>
                <a:gd name="T23" fmla="*/ 1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6" name="Freeform 108"/>
            <p:cNvSpPr>
              <a:spLocks/>
            </p:cNvSpPr>
            <p:nvPr userDrawn="1"/>
          </p:nvSpPr>
          <p:spPr bwMode="invGray">
            <a:xfrm>
              <a:off x="4159" y="2412"/>
              <a:ext cx="55" cy="80"/>
            </a:xfrm>
            <a:custGeom>
              <a:avLst/>
              <a:gdLst>
                <a:gd name="T0" fmla="*/ 1 w 74"/>
                <a:gd name="T1" fmla="*/ 2 h 103"/>
                <a:gd name="T2" fmla="*/ 1 w 74"/>
                <a:gd name="T3" fmla="*/ 2 h 103"/>
                <a:gd name="T4" fmla="*/ 1 w 74"/>
                <a:gd name="T5" fmla="*/ 2 h 103"/>
                <a:gd name="T6" fmla="*/ 1 w 74"/>
                <a:gd name="T7" fmla="*/ 2 h 103"/>
                <a:gd name="T8" fmla="*/ 1 w 74"/>
                <a:gd name="T9" fmla="*/ 2 h 103"/>
                <a:gd name="T10" fmla="*/ 1 w 74"/>
                <a:gd name="T11" fmla="*/ 2 h 103"/>
                <a:gd name="T12" fmla="*/ 0 w 74"/>
                <a:gd name="T13" fmla="*/ 2 h 103"/>
                <a:gd name="T14" fmla="*/ 1 w 74"/>
                <a:gd name="T15" fmla="*/ 2 h 103"/>
                <a:gd name="T16" fmla="*/ 1 w 74"/>
                <a:gd name="T17" fmla="*/ 2 h 103"/>
                <a:gd name="T18" fmla="*/ 1 w 74"/>
                <a:gd name="T19" fmla="*/ 2 h 103"/>
                <a:gd name="T20" fmla="*/ 1 w 74"/>
                <a:gd name="T21" fmla="*/ 2 h 103"/>
                <a:gd name="T22" fmla="*/ 1 w 74"/>
                <a:gd name="T23" fmla="*/ 2 h 103"/>
                <a:gd name="T24" fmla="*/ 1 w 74"/>
                <a:gd name="T25" fmla="*/ 2 h 103"/>
                <a:gd name="T26" fmla="*/ 1 w 74"/>
                <a:gd name="T27" fmla="*/ 2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7" name="Freeform 109"/>
            <p:cNvSpPr>
              <a:spLocks/>
            </p:cNvSpPr>
            <p:nvPr userDrawn="1"/>
          </p:nvSpPr>
          <p:spPr bwMode="invGray">
            <a:xfrm>
              <a:off x="4123" y="2492"/>
              <a:ext cx="109" cy="191"/>
            </a:xfrm>
            <a:custGeom>
              <a:avLst/>
              <a:gdLst>
                <a:gd name="T0" fmla="*/ 1 w 146"/>
                <a:gd name="T1" fmla="*/ 2 h 252"/>
                <a:gd name="T2" fmla="*/ 1 w 146"/>
                <a:gd name="T3" fmla="*/ 2 h 252"/>
                <a:gd name="T4" fmla="*/ 1 w 146"/>
                <a:gd name="T5" fmla="*/ 2 h 252"/>
                <a:gd name="T6" fmla="*/ 1 w 146"/>
                <a:gd name="T7" fmla="*/ 2 h 252"/>
                <a:gd name="T8" fmla="*/ 1 w 146"/>
                <a:gd name="T9" fmla="*/ 2 h 252"/>
                <a:gd name="T10" fmla="*/ 1 w 146"/>
                <a:gd name="T11" fmla="*/ 2 h 252"/>
                <a:gd name="T12" fmla="*/ 1 w 146"/>
                <a:gd name="T13" fmla="*/ 2 h 252"/>
                <a:gd name="T14" fmla="*/ 1 w 146"/>
                <a:gd name="T15" fmla="*/ 2 h 252"/>
                <a:gd name="T16" fmla="*/ 1 w 146"/>
                <a:gd name="T17" fmla="*/ 2 h 252"/>
                <a:gd name="T18" fmla="*/ 1 w 146"/>
                <a:gd name="T19" fmla="*/ 2 h 252"/>
                <a:gd name="T20" fmla="*/ 1 w 146"/>
                <a:gd name="T21" fmla="*/ 2 h 252"/>
                <a:gd name="T22" fmla="*/ 1 w 146"/>
                <a:gd name="T23" fmla="*/ 2 h 252"/>
                <a:gd name="T24" fmla="*/ 1 w 146"/>
                <a:gd name="T25" fmla="*/ 2 h 252"/>
                <a:gd name="T26" fmla="*/ 1 w 146"/>
                <a:gd name="T27" fmla="*/ 2 h 252"/>
                <a:gd name="T28" fmla="*/ 1 w 146"/>
                <a:gd name="T29" fmla="*/ 2 h 252"/>
                <a:gd name="T30" fmla="*/ 1 w 146"/>
                <a:gd name="T31" fmla="*/ 2 h 252"/>
                <a:gd name="T32" fmla="*/ 1 w 146"/>
                <a:gd name="T33" fmla="*/ 2 h 252"/>
                <a:gd name="T34" fmla="*/ 1 w 146"/>
                <a:gd name="T35" fmla="*/ 2 h 252"/>
                <a:gd name="T36" fmla="*/ 1 w 146"/>
                <a:gd name="T37" fmla="*/ 2 h 252"/>
                <a:gd name="T38" fmla="*/ 1 w 146"/>
                <a:gd name="T39" fmla="*/ 2 h 252"/>
                <a:gd name="T40" fmla="*/ 1 w 146"/>
                <a:gd name="T41" fmla="*/ 2 h 252"/>
                <a:gd name="T42" fmla="*/ 1 w 146"/>
                <a:gd name="T43" fmla="*/ 2 h 252"/>
                <a:gd name="T44" fmla="*/ 1 w 146"/>
                <a:gd name="T45" fmla="*/ 2 h 252"/>
                <a:gd name="T46" fmla="*/ 1 w 146"/>
                <a:gd name="T47" fmla="*/ 2 h 252"/>
                <a:gd name="T48" fmla="*/ 1 w 146"/>
                <a:gd name="T49" fmla="*/ 0 h 252"/>
                <a:gd name="T50" fmla="*/ 1 w 146"/>
                <a:gd name="T51" fmla="*/ 2 h 252"/>
                <a:gd name="T52" fmla="*/ 1 w 146"/>
                <a:gd name="T53" fmla="*/ 2 h 252"/>
                <a:gd name="T54" fmla="*/ 1 w 146"/>
                <a:gd name="T55" fmla="*/ 2 h 252"/>
                <a:gd name="T56" fmla="*/ 1 w 146"/>
                <a:gd name="T57" fmla="*/ 2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8" name="Freeform 110"/>
            <p:cNvSpPr>
              <a:spLocks/>
            </p:cNvSpPr>
            <p:nvPr userDrawn="1"/>
          </p:nvSpPr>
          <p:spPr bwMode="invGray">
            <a:xfrm>
              <a:off x="3062" y="1988"/>
              <a:ext cx="50" cy="30"/>
            </a:xfrm>
            <a:custGeom>
              <a:avLst/>
              <a:gdLst>
                <a:gd name="T0" fmla="*/ 1 w 70"/>
                <a:gd name="T1" fmla="*/ 0 h 40"/>
                <a:gd name="T2" fmla="*/ 1 w 70"/>
                <a:gd name="T3" fmla="*/ 2 h 40"/>
                <a:gd name="T4" fmla="*/ 1 w 70"/>
                <a:gd name="T5" fmla="*/ 2 h 40"/>
                <a:gd name="T6" fmla="*/ 1 w 70"/>
                <a:gd name="T7" fmla="*/ 2 h 40"/>
                <a:gd name="T8" fmla="*/ 1 w 70"/>
                <a:gd name="T9" fmla="*/ 2 h 40"/>
                <a:gd name="T10" fmla="*/ 1 w 70"/>
                <a:gd name="T11" fmla="*/ 2 h 40"/>
                <a:gd name="T12" fmla="*/ 1 w 70"/>
                <a:gd name="T13" fmla="*/ 2 h 40"/>
                <a:gd name="T14" fmla="*/ 1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99" name="Freeform 111"/>
            <p:cNvSpPr>
              <a:spLocks/>
            </p:cNvSpPr>
            <p:nvPr userDrawn="1"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1 w 26"/>
                <a:gd name="T1" fmla="*/ 0 h 29"/>
                <a:gd name="T2" fmla="*/ 0 w 26"/>
                <a:gd name="T3" fmla="*/ 2 h 29"/>
                <a:gd name="T4" fmla="*/ 1 w 26"/>
                <a:gd name="T5" fmla="*/ 2 h 29"/>
                <a:gd name="T6" fmla="*/ 1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0" name="Freeform 112"/>
            <p:cNvSpPr>
              <a:spLocks/>
            </p:cNvSpPr>
            <p:nvPr userDrawn="1"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2 h 36"/>
                <a:gd name="T4" fmla="*/ 2 w 49"/>
                <a:gd name="T5" fmla="*/ 2 h 36"/>
                <a:gd name="T6" fmla="*/ 2 w 49"/>
                <a:gd name="T7" fmla="*/ 2 h 36"/>
                <a:gd name="T8" fmla="*/ 2 w 49"/>
                <a:gd name="T9" fmla="*/ 2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1" name="Freeform 113"/>
            <p:cNvSpPr>
              <a:spLocks/>
            </p:cNvSpPr>
            <p:nvPr userDrawn="1"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1 w 27"/>
                <a:gd name="T5" fmla="*/ 1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2" name="Freeform 114"/>
            <p:cNvSpPr>
              <a:spLocks/>
            </p:cNvSpPr>
            <p:nvPr userDrawn="1"/>
          </p:nvSpPr>
          <p:spPr bwMode="invGray">
            <a:xfrm>
              <a:off x="3023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1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3" name="Freeform 115"/>
            <p:cNvSpPr>
              <a:spLocks/>
            </p:cNvSpPr>
            <p:nvPr userDrawn="1"/>
          </p:nvSpPr>
          <p:spPr bwMode="invGray">
            <a:xfrm>
              <a:off x="4162" y="2021"/>
              <a:ext cx="18" cy="31"/>
            </a:xfrm>
            <a:custGeom>
              <a:avLst/>
              <a:gdLst>
                <a:gd name="T0" fmla="*/ 2 w 24"/>
                <a:gd name="T1" fmla="*/ 0 h 44"/>
                <a:gd name="T2" fmla="*/ 2 w 24"/>
                <a:gd name="T3" fmla="*/ 1 h 44"/>
                <a:gd name="T4" fmla="*/ 0 w 24"/>
                <a:gd name="T5" fmla="*/ 1 h 44"/>
                <a:gd name="T6" fmla="*/ 2 w 24"/>
                <a:gd name="T7" fmla="*/ 1 h 44"/>
                <a:gd name="T8" fmla="*/ 2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4" name="Freeform 116"/>
            <p:cNvSpPr>
              <a:spLocks/>
            </p:cNvSpPr>
            <p:nvPr userDrawn="1"/>
          </p:nvSpPr>
          <p:spPr bwMode="invGray">
            <a:xfrm>
              <a:off x="3278" y="3473"/>
              <a:ext cx="31" cy="16"/>
            </a:xfrm>
            <a:custGeom>
              <a:avLst/>
              <a:gdLst>
                <a:gd name="T0" fmla="*/ 2 w 41"/>
                <a:gd name="T1" fmla="*/ 0 h 24"/>
                <a:gd name="T2" fmla="*/ 2 w 41"/>
                <a:gd name="T3" fmla="*/ 1 h 24"/>
                <a:gd name="T4" fmla="*/ 2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5" name="Freeform 117"/>
            <p:cNvSpPr>
              <a:spLocks/>
            </p:cNvSpPr>
            <p:nvPr userDrawn="1"/>
          </p:nvSpPr>
          <p:spPr bwMode="invGray">
            <a:xfrm>
              <a:off x="3318" y="3466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6" name="Freeform 118"/>
            <p:cNvSpPr>
              <a:spLocks/>
            </p:cNvSpPr>
            <p:nvPr userDrawn="1"/>
          </p:nvSpPr>
          <p:spPr bwMode="invGray">
            <a:xfrm>
              <a:off x="3251" y="3311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7" name="Freeform 119"/>
            <p:cNvSpPr>
              <a:spLocks/>
            </p:cNvSpPr>
            <p:nvPr userDrawn="1"/>
          </p:nvSpPr>
          <p:spPr bwMode="invGray">
            <a:xfrm>
              <a:off x="3311" y="3239"/>
              <a:ext cx="11" cy="15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1 h 25"/>
                <a:gd name="T4" fmla="*/ 2 w 14"/>
                <a:gd name="T5" fmla="*/ 1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8" name="Freeform 120"/>
            <p:cNvSpPr>
              <a:spLocks/>
            </p:cNvSpPr>
            <p:nvPr userDrawn="1"/>
          </p:nvSpPr>
          <p:spPr bwMode="invGray">
            <a:xfrm>
              <a:off x="3287" y="3238"/>
              <a:ext cx="10" cy="16"/>
            </a:xfrm>
            <a:custGeom>
              <a:avLst/>
              <a:gdLst>
                <a:gd name="T0" fmla="*/ 1 w 14"/>
                <a:gd name="T1" fmla="*/ 0 h 25"/>
                <a:gd name="T2" fmla="*/ 0 w 14"/>
                <a:gd name="T3" fmla="*/ 1 h 25"/>
                <a:gd name="T4" fmla="*/ 1 w 14"/>
                <a:gd name="T5" fmla="*/ 1 h 25"/>
                <a:gd name="T6" fmla="*/ 1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09" name="Freeform 121"/>
            <p:cNvSpPr>
              <a:spLocks/>
            </p:cNvSpPr>
            <p:nvPr userDrawn="1"/>
          </p:nvSpPr>
          <p:spPr bwMode="invGray">
            <a:xfrm>
              <a:off x="3276" y="3260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2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0" name="Freeform 122"/>
            <p:cNvSpPr>
              <a:spLocks/>
            </p:cNvSpPr>
            <p:nvPr userDrawn="1"/>
          </p:nvSpPr>
          <p:spPr bwMode="invGray">
            <a:xfrm>
              <a:off x="3251" y="3294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1" name="Freeform 123"/>
            <p:cNvSpPr>
              <a:spLocks/>
            </p:cNvSpPr>
            <p:nvPr userDrawn="1"/>
          </p:nvSpPr>
          <p:spPr bwMode="invGray">
            <a:xfrm>
              <a:off x="3270" y="3282"/>
              <a:ext cx="9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2" name="Freeform 124"/>
            <p:cNvSpPr>
              <a:spLocks/>
            </p:cNvSpPr>
            <p:nvPr userDrawn="1"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2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3" name="Freeform 125"/>
            <p:cNvSpPr>
              <a:spLocks/>
            </p:cNvSpPr>
            <p:nvPr userDrawn="1"/>
          </p:nvSpPr>
          <p:spPr bwMode="invGray">
            <a:xfrm>
              <a:off x="2476" y="2258"/>
              <a:ext cx="8" cy="14"/>
            </a:xfrm>
            <a:custGeom>
              <a:avLst/>
              <a:gdLst>
                <a:gd name="T0" fmla="*/ 1 w 13"/>
                <a:gd name="T1" fmla="*/ 1 h 20"/>
                <a:gd name="T2" fmla="*/ 1 w 13"/>
                <a:gd name="T3" fmla="*/ 1 h 20"/>
                <a:gd name="T4" fmla="*/ 1 w 13"/>
                <a:gd name="T5" fmla="*/ 1 h 20"/>
                <a:gd name="T6" fmla="*/ 1 w 13"/>
                <a:gd name="T7" fmla="*/ 1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  <p:sp>
          <p:nvSpPr>
            <p:cNvPr id="114" name="Freeform 126"/>
            <p:cNvSpPr>
              <a:spLocks/>
            </p:cNvSpPr>
            <p:nvPr userDrawn="1"/>
          </p:nvSpPr>
          <p:spPr bwMode="invGray">
            <a:xfrm>
              <a:off x="2238" y="2042"/>
              <a:ext cx="2058" cy="1645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59 h 1644"/>
                <a:gd name="T10" fmla="*/ 146 w 2060"/>
                <a:gd name="T11" fmla="*/ 1077 h 1644"/>
                <a:gd name="T12" fmla="*/ 308 w 2060"/>
                <a:gd name="T13" fmla="*/ 1059 h 1644"/>
                <a:gd name="T14" fmla="*/ 396 w 2060"/>
                <a:gd name="T15" fmla="*/ 1156 h 1644"/>
                <a:gd name="T16" fmla="*/ 452 w 2060"/>
                <a:gd name="T17" fmla="*/ 1465 h 1644"/>
                <a:gd name="T18" fmla="*/ 497 w 2060"/>
                <a:gd name="T19" fmla="*/ 1646 h 1644"/>
                <a:gd name="T20" fmla="*/ 686 w 2060"/>
                <a:gd name="T21" fmla="*/ 1592 h 1644"/>
                <a:gd name="T22" fmla="*/ 799 w 2060"/>
                <a:gd name="T23" fmla="*/ 1398 h 1644"/>
                <a:gd name="T24" fmla="*/ 867 w 2060"/>
                <a:gd name="T25" fmla="*/ 1171 h 1644"/>
                <a:gd name="T26" fmla="*/ 980 w 2060"/>
                <a:gd name="T27" fmla="*/ 1017 h 1644"/>
                <a:gd name="T28" fmla="*/ 778 w 2060"/>
                <a:gd name="T29" fmla="*/ 874 h 1644"/>
                <a:gd name="T30" fmla="*/ 799 w 2060"/>
                <a:gd name="T31" fmla="*/ 819 h 1644"/>
                <a:gd name="T32" fmla="*/ 985 w 2060"/>
                <a:gd name="T33" fmla="*/ 934 h 1644"/>
                <a:gd name="T34" fmla="*/ 1080 w 2060"/>
                <a:gd name="T35" fmla="*/ 792 h 1644"/>
                <a:gd name="T36" fmla="*/ 1028 w 2060"/>
                <a:gd name="T37" fmla="*/ 763 h 1644"/>
                <a:gd name="T38" fmla="*/ 911 w 2060"/>
                <a:gd name="T39" fmla="*/ 716 h 1644"/>
                <a:gd name="T40" fmla="*/ 1123 w 2060"/>
                <a:gd name="T41" fmla="*/ 761 h 1644"/>
                <a:gd name="T42" fmla="*/ 1278 w 2060"/>
                <a:gd name="T43" fmla="*/ 870 h 1644"/>
                <a:gd name="T44" fmla="*/ 1355 w 2060"/>
                <a:gd name="T45" fmla="*/ 1051 h 1644"/>
                <a:gd name="T46" fmla="*/ 1572 w 2060"/>
                <a:gd name="T47" fmla="*/ 865 h 1644"/>
                <a:gd name="T48" fmla="*/ 1668 w 2060"/>
                <a:gd name="T49" fmla="*/ 1048 h 1644"/>
                <a:gd name="T50" fmla="*/ 1671 w 2060"/>
                <a:gd name="T51" fmla="*/ 892 h 1644"/>
                <a:gd name="T52" fmla="*/ 1723 w 2060"/>
                <a:gd name="T53" fmla="*/ 800 h 1644"/>
                <a:gd name="T54" fmla="*/ 1747 w 2060"/>
                <a:gd name="T55" fmla="*/ 544 h 1644"/>
                <a:gd name="T56" fmla="*/ 1788 w 2060"/>
                <a:gd name="T57" fmla="*/ 528 h 1644"/>
                <a:gd name="T58" fmla="*/ 1808 w 2060"/>
                <a:gd name="T59" fmla="*/ 427 h 1644"/>
                <a:gd name="T60" fmla="*/ 1769 w 2060"/>
                <a:gd name="T61" fmla="*/ 226 h 1644"/>
                <a:gd name="T62" fmla="*/ 1863 w 2060"/>
                <a:gd name="T63" fmla="*/ 108 h 1644"/>
                <a:gd name="T64" fmla="*/ 1911 w 2060"/>
                <a:gd name="T65" fmla="*/ 209 h 1644"/>
                <a:gd name="T66" fmla="*/ 1907 w 2060"/>
                <a:gd name="T67" fmla="*/ 123 h 1644"/>
                <a:gd name="T68" fmla="*/ 1939 w 2060"/>
                <a:gd name="T69" fmla="*/ 51 h 1644"/>
                <a:gd name="T70" fmla="*/ 2002 w 2060"/>
                <a:gd name="T71" fmla="*/ 0 h 1644"/>
                <a:gd name="T72" fmla="*/ 1784 w 2060"/>
                <a:gd name="T73" fmla="*/ 63 h 1644"/>
                <a:gd name="T74" fmla="*/ 1547 w 2060"/>
                <a:gd name="T75" fmla="*/ 83 h 1644"/>
                <a:gd name="T76" fmla="*/ 1331 w 2060"/>
                <a:gd name="T77" fmla="*/ 30 h 1644"/>
                <a:gd name="T78" fmla="*/ 1114 w 2060"/>
                <a:gd name="T79" fmla="*/ 65 h 1644"/>
                <a:gd name="T80" fmla="*/ 1022 w 2060"/>
                <a:gd name="T81" fmla="*/ 170 h 1644"/>
                <a:gd name="T82" fmla="*/ 908 w 2060"/>
                <a:gd name="T83" fmla="*/ 137 h 1644"/>
                <a:gd name="T84" fmla="*/ 740 w 2060"/>
                <a:gd name="T85" fmla="*/ 183 h 1644"/>
                <a:gd name="T86" fmla="*/ 649 w 2060"/>
                <a:gd name="T87" fmla="*/ 140 h 1644"/>
                <a:gd name="T88" fmla="*/ 364 w 2060"/>
                <a:gd name="T89" fmla="*/ 248 h 1644"/>
                <a:gd name="T90" fmla="*/ 517 w 2060"/>
                <a:gd name="T91" fmla="*/ 213 h 1644"/>
                <a:gd name="T92" fmla="*/ 620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74 w 2060"/>
                <a:gd name="T109" fmla="*/ 548 h 1644"/>
                <a:gd name="T110" fmla="*/ 668 w 2060"/>
                <a:gd name="T111" fmla="*/ 470 h 1644"/>
                <a:gd name="T112" fmla="*/ 754 w 2060"/>
                <a:gd name="T113" fmla="*/ 480 h 1644"/>
                <a:gd name="T114" fmla="*/ 621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 sz="3332">
                <a:solidFill>
                  <a:prstClr val="black"/>
                </a:solidFill>
              </a:endParaRPr>
            </a:p>
          </p:txBody>
        </p:sp>
      </p:grpSp>
      <p:sp>
        <p:nvSpPr>
          <p:cNvPr id="115" name="Rectangle 17"/>
          <p:cNvSpPr>
            <a:spLocks noChangeArrowheads="1"/>
          </p:cNvSpPr>
          <p:nvPr userDrawn="1"/>
        </p:nvSpPr>
        <p:spPr bwMode="gray">
          <a:xfrm>
            <a:off x="1" y="4"/>
            <a:ext cx="3454400" cy="201612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21904" tIns="60952" rIns="121904" bIns="60952" anchor="ctr"/>
          <a:lstStyle/>
          <a:p>
            <a:pPr>
              <a:defRPr/>
            </a:pPr>
            <a:endParaRPr lang="zh-CN" altLang="en-US" sz="25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sp>
        <p:nvSpPr>
          <p:cNvPr id="117" name="AutoShape 16"/>
          <p:cNvSpPr>
            <a:spLocks noChangeArrowheads="1"/>
          </p:cNvSpPr>
          <p:nvPr userDrawn="1"/>
        </p:nvSpPr>
        <p:spPr bwMode="auto">
          <a:xfrm>
            <a:off x="0" y="2590800"/>
            <a:ext cx="12192000" cy="4267200"/>
          </a:xfrm>
          <a:prstGeom prst="parallelogram">
            <a:avLst>
              <a:gd name="adj" fmla="val 0"/>
            </a:avLst>
          </a:prstGeom>
          <a:gradFill rotWithShape="1">
            <a:gsLst>
              <a:gs pos="0">
                <a:srgbClr val="83ACC8">
                  <a:alpha val="0"/>
                </a:srgbClr>
              </a:gs>
              <a:gs pos="100000">
                <a:srgbClr val="00558E">
                  <a:alpha val="82999"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932">
              <a:solidFill>
                <a:prstClr val="black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718987335"/>
              </p:ext>
            </p:extLst>
          </p:nvPr>
        </p:nvGraphicFramePr>
        <p:xfrm>
          <a:off x="8974469" y="103199"/>
          <a:ext cx="311666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照片" r:id="rId3" imgW="4323810" imgH="1343212" progId="">
                  <p:embed/>
                </p:oleObj>
              </mc:Choice>
              <mc:Fallback>
                <p:oleObj name="Photo Editor 照片" r:id="rId3" imgW="4323810" imgH="1343212" progId="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4469" y="103199"/>
                        <a:ext cx="3116668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30065691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97" y="274637"/>
            <a:ext cx="1097264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225702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1628801"/>
            <a:ext cx="10992544" cy="266429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8000" b="1" cap="all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259243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>
            <a:spLocks/>
          </p:cNvSpPr>
          <p:nvPr userDrawn="1"/>
        </p:nvSpPr>
        <p:spPr>
          <a:xfrm>
            <a:off x="9168341" y="6381338"/>
            <a:ext cx="2844800" cy="365125"/>
          </a:xfrm>
          <a:prstGeom prst="rect">
            <a:avLst/>
          </a:prstGeom>
        </p:spPr>
        <p:txBody>
          <a:bodyPr vert="horz" lIns="121912" tIns="60956" rIns="121912" bIns="60956" rtlCol="0" anchor="ctr"/>
          <a:lstStyle>
            <a:defPPr>
              <a:defRPr lang="zh-CN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华文隶书" pitchFamily="2" charset="-122"/>
                <a:cs typeface="Times New Roman" pitchFamily="18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endParaRPr lang="zh-CN" altLang="en-US" sz="1867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22716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6364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90A1C-7929-4789-894B-4295F27AE5E8}"/>
              </a:ext>
            </a:extLst>
          </p:cNvPr>
          <p:cNvSpPr/>
          <p:nvPr userDrawn="1"/>
        </p:nvSpPr>
        <p:spPr bwMode="auto">
          <a:xfrm>
            <a:off x="565687" y="202986"/>
            <a:ext cx="10036507" cy="422453"/>
          </a:xfrm>
          <a:prstGeom prst="rect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832B67-050F-42AA-B2BC-94EDBB6AD5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32" y="87767"/>
            <a:ext cx="833913" cy="6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43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117324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2AA39-D829-4F15-B89B-F799E6355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000382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106546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27349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6178270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1288357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6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4" y="3894169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8" y="3807213"/>
            <a:ext cx="1048861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51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9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2" tIns="34287" rIns="68572" bIns="34287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5" y="4430622"/>
            <a:ext cx="1627343" cy="1200296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07" tIns="45704" rIns="91407" bIns="45704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183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5" y="4863385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8" y="4776428"/>
            <a:ext cx="1048861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7" y="5832601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8" y="5745645"/>
            <a:ext cx="1048861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13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046193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D80D97-96B4-492C-A4D4-24B7660A2F3E}"/>
              </a:ext>
            </a:extLst>
          </p:cNvPr>
          <p:cNvSpPr/>
          <p:nvPr userDrawn="1"/>
        </p:nvSpPr>
        <p:spPr bwMode="auto">
          <a:xfrm>
            <a:off x="514479" y="1316729"/>
            <a:ext cx="11214260" cy="1267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28" tIns="45715" rIns="91428" bIns="45715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9979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92140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92269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522471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66" y="124416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015495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2" y="77014"/>
            <a:ext cx="1976449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8" y="124416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21563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1473182540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2088016884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2708961625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601" y="124416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3867872023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450110946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2867925218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990947103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4"/>
            <a:ext cx="3515331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2003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654656536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3713739972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5" y="124416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309380426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4"/>
            <a:ext cx="3207555" cy="43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67" tIns="32133" rIns="64267" bIns="32133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4" y="124416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1923270866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9320787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15C79-36EC-4FFE-8C36-49F34054E94A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7AE4-B296-4A24-A82D-0CA9D1852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80919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50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09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1003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384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0"/>
          <a:stretch/>
        </p:blipFill>
        <p:spPr>
          <a:xfrm>
            <a:off x="0" y="-9917"/>
            <a:ext cx="12192000" cy="350581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FABA5BAD-3112-46D8-B297-54C6DB321963}"/>
              </a:ext>
            </a:extLst>
          </p:cNvPr>
          <p:cNvSpPr txBox="1"/>
          <p:nvPr userDrawn="1"/>
        </p:nvSpPr>
        <p:spPr>
          <a:xfrm>
            <a:off x="6104642" y="3894165"/>
            <a:ext cx="4245713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60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基本情况</a:t>
            </a:r>
            <a:endParaRPr kumimoji="0" lang="en-US" altLang="zh-CN" sz="3000" b="1" i="0" u="none" strike="noStrike" kern="0" cap="none" spc="600" normalizeH="0" baseline="0" noProof="0" dirty="0">
              <a:ln>
                <a:noFill/>
              </a:ln>
              <a:solidFill>
                <a:srgbClr val="224AA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3D9652-3AE7-429D-B801-494AEB855DA9}"/>
              </a:ext>
            </a:extLst>
          </p:cNvPr>
          <p:cNvGrpSpPr/>
          <p:nvPr userDrawn="1"/>
        </p:nvGrpSpPr>
        <p:grpSpPr>
          <a:xfrm>
            <a:off x="4806363" y="3807209"/>
            <a:ext cx="1048863" cy="697131"/>
            <a:chOff x="533506" y="1676446"/>
            <a:chExt cx="1808548" cy="160274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124D0C7-5179-42B3-B16D-0B6165B57A68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952CB22-31C2-4371-994B-BDAD34B5349C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一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4E0F79DD-E1BE-493E-AD3F-64E443D9A252}"/>
              </a:ext>
            </a:extLst>
          </p:cNvPr>
          <p:cNvSpPr/>
          <p:nvPr userDrawn="1"/>
        </p:nvSpPr>
        <p:spPr bwMode="auto">
          <a:xfrm>
            <a:off x="1077749" y="4085839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Arial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C090371E-BEC5-47A6-A790-1AECD03870B1}"/>
              </a:ext>
            </a:extLst>
          </p:cNvPr>
          <p:cNvSpPr/>
          <p:nvPr userDrawn="1"/>
        </p:nvSpPr>
        <p:spPr bwMode="auto">
          <a:xfrm>
            <a:off x="1362087" y="4174524"/>
            <a:ext cx="2572676" cy="1710104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 flip="none" rotWithShape="1">
            <a:gsLst>
              <a:gs pos="100000">
                <a:schemeClr val="bg1">
                  <a:lumMod val="61000"/>
                  <a:lumOff val="39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1"/>
            <a:tileRect/>
          </a:gradFill>
          <a:ln w="19050">
            <a:gradFill flip="none" rotWithShape="1">
              <a:gsLst>
                <a:gs pos="100000">
                  <a:schemeClr val="bg1">
                    <a:lumMod val="75000"/>
                  </a:schemeClr>
                </a:gs>
                <a:gs pos="0">
                  <a:schemeClr val="bg1"/>
                </a:gs>
              </a:gsLst>
              <a:lin ang="2700000" scaled="1"/>
              <a:tileRect/>
            </a:gradFill>
          </a:ln>
          <a:effectLst>
            <a:outerShdw blurRad="266700" dist="203200" dir="678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8577" tIns="34289" rIns="68577" bIns="34289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2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5A9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333D4D-0C80-4BEC-8812-2F6CDE75ABAC}"/>
              </a:ext>
            </a:extLst>
          </p:cNvPr>
          <p:cNvSpPr/>
          <p:nvPr userDrawn="1"/>
        </p:nvSpPr>
        <p:spPr>
          <a:xfrm>
            <a:off x="1834753" y="4430617"/>
            <a:ext cx="1627343" cy="1200304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lIns="91416" tIns="45708" rIns="91416" bIns="45708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333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汇报  提纲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BF87F7C0-E00F-40A7-BF7C-A3226E664052}"/>
              </a:ext>
            </a:extLst>
          </p:cNvPr>
          <p:cNvSpPr txBox="1"/>
          <p:nvPr userDrawn="1"/>
        </p:nvSpPr>
        <p:spPr>
          <a:xfrm>
            <a:off x="6104641" y="4863381"/>
            <a:ext cx="5265647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主要工作及创新成果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02693F-1373-4CFF-8979-FCF09E8F363E}"/>
              </a:ext>
            </a:extLst>
          </p:cNvPr>
          <p:cNvGrpSpPr/>
          <p:nvPr userDrawn="1"/>
        </p:nvGrpSpPr>
        <p:grpSpPr>
          <a:xfrm>
            <a:off x="4806363" y="4776427"/>
            <a:ext cx="1048863" cy="697131"/>
            <a:chOff x="533506" y="1676446"/>
            <a:chExt cx="1808548" cy="160274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39B52891-8B50-4719-8BDA-A738C4310C66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224AA1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986A62C-8DEA-4A7A-BD9E-956B272A828B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224AA1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二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224AA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9F2A3D52-D63B-4287-8ABF-2AB9BA18CBC7}"/>
              </a:ext>
            </a:extLst>
          </p:cNvPr>
          <p:cNvSpPr txBox="1"/>
          <p:nvPr userDrawn="1"/>
        </p:nvSpPr>
        <p:spPr>
          <a:xfrm>
            <a:off x="6104642" y="5832595"/>
            <a:ext cx="4665135" cy="52322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marR="0" algn="dist" defTabSz="6858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 kumimoji="0" sz="2400" b="1" strike="noStrike" kern="0" cap="none" spc="225" normalizeH="0">
                <a:ln>
                  <a:noFill/>
                </a:ln>
                <a:solidFill>
                  <a:srgbClr val="F87A1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+mn-lt"/>
                <a:ea typeface="+mn-ea"/>
              </a:defRPr>
            </a:lvl2pPr>
            <a:lvl3pPr>
              <a:defRPr sz="1800">
                <a:latin typeface="+mn-lt"/>
                <a:ea typeface="+mn-ea"/>
              </a:defRPr>
            </a:lvl3pPr>
            <a:lvl4pPr>
              <a:defRPr sz="1800">
                <a:latin typeface="+mn-lt"/>
                <a:ea typeface="+mn-ea"/>
              </a:defRPr>
            </a:lvl4pPr>
            <a:lvl5pPr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 marL="0" marR="0" lvl="0" indent="0" algn="l" defTabSz="6857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000" b="1" i="0" u="none" strike="noStrike" kern="0" cap="none" spc="22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拟开展的研究工作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A3B4-4677-4FE1-BD64-AB7867F19429}"/>
              </a:ext>
            </a:extLst>
          </p:cNvPr>
          <p:cNvGrpSpPr/>
          <p:nvPr userDrawn="1"/>
        </p:nvGrpSpPr>
        <p:grpSpPr>
          <a:xfrm>
            <a:off x="4806363" y="5745641"/>
            <a:ext cx="1048863" cy="697131"/>
            <a:chOff x="533506" y="1676446"/>
            <a:chExt cx="1808548" cy="1602746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1F5E04D6-E759-49DD-8378-BF3F756C29E5}"/>
                </a:ext>
              </a:extLst>
            </p:cNvPr>
            <p:cNvSpPr/>
            <p:nvPr userDrawn="1"/>
          </p:nvSpPr>
          <p:spPr bwMode="auto">
            <a:xfrm>
              <a:off x="533506" y="1676446"/>
              <a:ext cx="1808548" cy="16027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FF0000"/>
            </a:soli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/>
          </p:spPr>
          <p:txBody>
            <a:bodyPr lIns="68580" tIns="34290" rIns="68580" bIns="3429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057E28B0-B8AA-491D-AB8A-BEC7FE50749A}"/>
                </a:ext>
              </a:extLst>
            </p:cNvPr>
            <p:cNvSpPr/>
            <p:nvPr userDrawn="1"/>
          </p:nvSpPr>
          <p:spPr bwMode="auto">
            <a:xfrm>
              <a:off x="750682" y="1868907"/>
              <a:ext cx="1374198" cy="1217821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  <a:effectLst/>
          </p:spPr>
          <p:txBody>
            <a:bodyPr lIns="68580" tIns="34290" rIns="68580" bIns="3429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2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三</a:t>
              </a:r>
              <a:endPara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64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0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（一）个人简历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53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（二）主持科研项目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19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6B4B9865-B77C-4C78-A037-364A31D11DF5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（二）科研项目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342559" y="124411"/>
            <a:ext cx="50449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（三）依托</a:t>
            </a:r>
            <a:r>
              <a:rPr lang="en-US" altLang="zh-CN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Flowminder</a:t>
            </a: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基金会获资助项目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25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0" y="77010"/>
            <a:ext cx="1976459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一、基本情况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513D9D8B-5F8D-408F-A2F1-623135CF678B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638060" y="124411"/>
            <a:ext cx="27494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（四）学术荣誉与奖励</a:t>
            </a:r>
            <a:endParaRPr lang="en-US" altLang="zh-CN" sz="2000" b="1" dirty="0">
              <a:gradFill flip="none" rotWithShape="1">
                <a:gsLst>
                  <a:gs pos="0">
                    <a:srgbClr val="FFFF00">
                      <a:tint val="66000"/>
                      <a:satMod val="160000"/>
                    </a:srgbClr>
                  </a:gs>
                  <a:gs pos="50000">
                    <a:srgbClr val="FFFF00">
                      <a:tint val="44500"/>
                      <a:satMod val="160000"/>
                    </a:srgbClr>
                  </a:gs>
                  <a:gs pos="100000">
                    <a:srgbClr val="FFFF00">
                      <a:tint val="23500"/>
                      <a:satMod val="160000"/>
                    </a:srgbClr>
                  </a:gs>
                </a:gsLst>
                <a:lin ang="16200000" scaled="1"/>
                <a:tileRect/>
              </a:gra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1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（一）问题背景</a:t>
            </a:r>
          </a:p>
        </p:txBody>
      </p:sp>
    </p:spTree>
    <p:extLst>
      <p:ext uri="{BB962C8B-B14F-4D97-AF65-F5344CB8AC3E}">
        <p14:creationId xmlns:p14="http://schemas.microsoft.com/office/powerpoint/2010/main" val="253351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（二）创新成果</a:t>
            </a:r>
          </a:p>
        </p:txBody>
      </p:sp>
    </p:spTree>
    <p:extLst>
      <p:ext uri="{BB962C8B-B14F-4D97-AF65-F5344CB8AC3E}">
        <p14:creationId xmlns:p14="http://schemas.microsoft.com/office/powerpoint/2010/main" val="39632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15613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17596" y="124411"/>
            <a:ext cx="25699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 主要研究工作</a:t>
            </a:r>
          </a:p>
        </p:txBody>
      </p:sp>
    </p:spTree>
    <p:extLst>
      <p:ext uri="{BB962C8B-B14F-4D97-AF65-F5344CB8AC3E}">
        <p14:creationId xmlns:p14="http://schemas.microsoft.com/office/powerpoint/2010/main" val="69648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（三）主要论文列表</a:t>
            </a:r>
          </a:p>
        </p:txBody>
      </p:sp>
    </p:spTree>
    <p:extLst>
      <p:ext uri="{BB962C8B-B14F-4D97-AF65-F5344CB8AC3E}">
        <p14:creationId xmlns:p14="http://schemas.microsoft.com/office/powerpoint/2010/main" val="167273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（四）学术影响</a:t>
            </a:r>
          </a:p>
        </p:txBody>
      </p:sp>
    </p:spTree>
    <p:extLst>
      <p:ext uri="{BB962C8B-B14F-4D97-AF65-F5344CB8AC3E}">
        <p14:creationId xmlns:p14="http://schemas.microsoft.com/office/powerpoint/2010/main" val="72928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1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（五）公开研究报告</a:t>
            </a:r>
          </a:p>
        </p:txBody>
      </p:sp>
    </p:spTree>
    <p:extLst>
      <p:ext uri="{BB962C8B-B14F-4D97-AF65-F5344CB8AC3E}">
        <p14:creationId xmlns:p14="http://schemas.microsoft.com/office/powerpoint/2010/main" val="24626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69" y="77010"/>
            <a:ext cx="3515342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二、主要工作及创新成果</a:t>
            </a:r>
            <a:endParaRPr lang="zh-CN" altLang="en-US" sz="2400" b="1" dirty="0">
              <a:solidFill>
                <a:srgbClr val="FFFF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6891999" y="124411"/>
            <a:ext cx="4521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spc="-109" baseline="0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（六）新冠肺炎疫情数据分析报告及政策建议</a:t>
            </a:r>
          </a:p>
        </p:txBody>
      </p:sp>
    </p:spTree>
    <p:extLst>
      <p:ext uri="{BB962C8B-B14F-4D97-AF65-F5344CB8AC3E}">
        <p14:creationId xmlns:p14="http://schemas.microsoft.com/office/powerpoint/2010/main" val="99249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（一）总体设计</a:t>
            </a:r>
          </a:p>
        </p:txBody>
      </p:sp>
    </p:spTree>
    <p:extLst>
      <p:ext uri="{BB962C8B-B14F-4D97-AF65-F5344CB8AC3E}">
        <p14:creationId xmlns:p14="http://schemas.microsoft.com/office/powerpoint/2010/main" val="139804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8894540" y="124411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（二）主要研究内容</a:t>
            </a:r>
          </a:p>
        </p:txBody>
      </p:sp>
    </p:spTree>
    <p:extLst>
      <p:ext uri="{BB962C8B-B14F-4D97-AF65-F5344CB8AC3E}">
        <p14:creationId xmlns:p14="http://schemas.microsoft.com/office/powerpoint/2010/main" val="71637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972871" y="77010"/>
            <a:ext cx="3207565" cy="43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4272" tIns="32136" rIns="64272" bIns="32136">
            <a:spAutoFit/>
          </a:bodyPr>
          <a:lstStyle>
            <a:lvl1pPr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300480" eaLnBrk="0" hangingPunct="0"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30048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FFFF"/>
                </a:solidFill>
                <a:latin typeface="+mn-ea"/>
                <a:ea typeface="+mn-ea"/>
                <a:cs typeface="Times New Roman" panose="02020603050405020304" pitchFamily="18" charset="0"/>
              </a:rPr>
              <a:t>三、拟开展的研究工作</a:t>
            </a:r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64A2FF2-E606-4692-92BE-821F1E0AD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50800" y="120713"/>
            <a:ext cx="480000" cy="360000"/>
          </a:xfrm>
          <a:prstGeom prst="roundRect">
            <a:avLst/>
          </a:prstGeom>
          <a:solidFill>
            <a:schemeClr val="tx1">
              <a:alpha val="28000"/>
            </a:schemeClr>
          </a:solidFill>
        </p:spPr>
        <p:txBody>
          <a:bodyPr vert="horz" wrap="none" lIns="0" tIns="0" rIns="0" bIns="0" rtlCol="0" anchor="ctr"/>
          <a:lstStyle>
            <a:lvl1pPr algn="ctr">
              <a:defRPr sz="15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fld id="{D6ED071D-20B6-4794-A8E8-2E1505510C4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9407502" y="124411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16200000" scaled="1"/>
                  <a:tileRect/>
                </a:gradFill>
                <a:latin typeface="+mn-ea"/>
                <a:ea typeface="+mn-ea"/>
                <a:cs typeface="Times New Roman" panose="02020603050405020304" pitchFamily="18" charset="0"/>
              </a:rPr>
              <a:t>（三）条件基础</a:t>
            </a:r>
          </a:p>
        </p:txBody>
      </p:sp>
    </p:spTree>
    <p:extLst>
      <p:ext uri="{BB962C8B-B14F-4D97-AF65-F5344CB8AC3E}">
        <p14:creationId xmlns:p14="http://schemas.microsoft.com/office/powerpoint/2010/main" val="32862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1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image" Target="../media/image9.gif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image" Target="../media/image8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60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9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29" Type="http://schemas.openxmlformats.org/officeDocument/2006/relationships/image" Target="../media/image13.gif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Relationship Id="rId27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81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5" Type="http://schemas.openxmlformats.org/officeDocument/2006/relationships/slideLayout" Target="../slideLayouts/slideLayout85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84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23" Type="http://schemas.openxmlformats.org/officeDocument/2006/relationships/slideLayout" Target="../slideLayouts/slideLayout83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82.xml"/><Relationship Id="rId27" Type="http://schemas.openxmlformats.org/officeDocument/2006/relationships/image" Target="../media/image8.jp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8.xml"/><Relationship Id="rId18" Type="http://schemas.openxmlformats.org/officeDocument/2006/relationships/slideLayout" Target="../slideLayouts/slideLayout103.xml"/><Relationship Id="rId26" Type="http://schemas.openxmlformats.org/officeDocument/2006/relationships/theme" Target="../theme/theme5.xml"/><Relationship Id="rId3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106.xml"/><Relationship Id="rId7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7.xml"/><Relationship Id="rId17" Type="http://schemas.openxmlformats.org/officeDocument/2006/relationships/slideLayout" Target="../slideLayouts/slideLayout102.xml"/><Relationship Id="rId25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101.xml"/><Relationship Id="rId20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86.xml"/><Relationship Id="rId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6.xml"/><Relationship Id="rId24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90.xml"/><Relationship Id="rId15" Type="http://schemas.openxmlformats.org/officeDocument/2006/relationships/slideLayout" Target="../slideLayouts/slideLayout100.xml"/><Relationship Id="rId23" Type="http://schemas.openxmlformats.org/officeDocument/2006/relationships/slideLayout" Target="../slideLayouts/slideLayout108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95.xml"/><Relationship Id="rId19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9.xml"/><Relationship Id="rId22" Type="http://schemas.openxmlformats.org/officeDocument/2006/relationships/slideLayout" Target="../slideLayouts/slideLayout107.xml"/><Relationship Id="rId27" Type="http://schemas.openxmlformats.org/officeDocument/2006/relationships/image" Target="../media/image8.jp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2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112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3.xml"/><Relationship Id="rId13" Type="http://schemas.openxmlformats.org/officeDocument/2006/relationships/slideLayout" Target="../slideLayouts/slideLayout138.xml"/><Relationship Id="rId18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28.xml"/><Relationship Id="rId21" Type="http://schemas.openxmlformats.org/officeDocument/2006/relationships/theme" Target="../theme/theme7.xml"/><Relationship Id="rId7" Type="http://schemas.openxmlformats.org/officeDocument/2006/relationships/slideLayout" Target="../slideLayouts/slideLayout132.xml"/><Relationship Id="rId12" Type="http://schemas.openxmlformats.org/officeDocument/2006/relationships/slideLayout" Target="../slideLayouts/slideLayout137.xml"/><Relationship Id="rId17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27.xml"/><Relationship Id="rId16" Type="http://schemas.openxmlformats.org/officeDocument/2006/relationships/slideLayout" Target="../slideLayouts/slideLayout141.xml"/><Relationship Id="rId20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1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130.xml"/><Relationship Id="rId15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35.xml"/><Relationship Id="rId19" Type="http://schemas.openxmlformats.org/officeDocument/2006/relationships/slideLayout" Target="../slideLayouts/slideLayout144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Relationship Id="rId14" Type="http://schemas.openxmlformats.org/officeDocument/2006/relationships/slideLayout" Target="../slideLayouts/slideLayout139.xml"/><Relationship Id="rId22" Type="http://schemas.openxmlformats.org/officeDocument/2006/relationships/image" Target="../media/image1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3.xml"/><Relationship Id="rId13" Type="http://schemas.openxmlformats.org/officeDocument/2006/relationships/slideLayout" Target="../slideLayouts/slideLayout158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52.xml"/><Relationship Id="rId12" Type="http://schemas.openxmlformats.org/officeDocument/2006/relationships/slideLayout" Target="../slideLayouts/slideLayout157.xml"/><Relationship Id="rId17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147.xml"/><Relationship Id="rId16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46.xml"/><Relationship Id="rId6" Type="http://schemas.openxmlformats.org/officeDocument/2006/relationships/slideLayout" Target="../slideLayouts/slideLayout151.xml"/><Relationship Id="rId11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60.xml"/><Relationship Id="rId10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49.xml"/><Relationship Id="rId9" Type="http://schemas.openxmlformats.org/officeDocument/2006/relationships/slideLayout" Target="../slideLayouts/slideLayout154.xml"/><Relationship Id="rId14" Type="http://schemas.openxmlformats.org/officeDocument/2006/relationships/slideLayout" Target="../slideLayouts/slideLayout15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0.xml"/><Relationship Id="rId13" Type="http://schemas.openxmlformats.org/officeDocument/2006/relationships/slideLayout" Target="../slideLayouts/slideLayout175.xml"/><Relationship Id="rId18" Type="http://schemas.openxmlformats.org/officeDocument/2006/relationships/slideLayout" Target="../slideLayouts/slideLayout180.xml"/><Relationship Id="rId26" Type="http://schemas.openxmlformats.org/officeDocument/2006/relationships/slideLayout" Target="../slideLayouts/slideLayout188.xml"/><Relationship Id="rId3" Type="http://schemas.openxmlformats.org/officeDocument/2006/relationships/slideLayout" Target="../slideLayouts/slideLayout165.xml"/><Relationship Id="rId21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69.xml"/><Relationship Id="rId12" Type="http://schemas.openxmlformats.org/officeDocument/2006/relationships/slideLayout" Target="../slideLayouts/slideLayout174.xml"/><Relationship Id="rId17" Type="http://schemas.openxmlformats.org/officeDocument/2006/relationships/slideLayout" Target="../slideLayouts/slideLayout179.xml"/><Relationship Id="rId25" Type="http://schemas.openxmlformats.org/officeDocument/2006/relationships/slideLayout" Target="../slideLayouts/slideLayout187.xml"/><Relationship Id="rId2" Type="http://schemas.openxmlformats.org/officeDocument/2006/relationships/slideLayout" Target="../slideLayouts/slideLayout164.xml"/><Relationship Id="rId16" Type="http://schemas.openxmlformats.org/officeDocument/2006/relationships/slideLayout" Target="../slideLayouts/slideLayout178.xml"/><Relationship Id="rId20" Type="http://schemas.openxmlformats.org/officeDocument/2006/relationships/slideLayout" Target="../slideLayouts/slideLayout182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8.xml"/><Relationship Id="rId11" Type="http://schemas.openxmlformats.org/officeDocument/2006/relationships/slideLayout" Target="../slideLayouts/slideLayout173.xml"/><Relationship Id="rId24" Type="http://schemas.openxmlformats.org/officeDocument/2006/relationships/slideLayout" Target="../slideLayouts/slideLayout186.xml"/><Relationship Id="rId5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77.xml"/><Relationship Id="rId23" Type="http://schemas.openxmlformats.org/officeDocument/2006/relationships/slideLayout" Target="../slideLayouts/slideLayout185.xml"/><Relationship Id="rId28" Type="http://schemas.openxmlformats.org/officeDocument/2006/relationships/image" Target="../media/image8.jpg"/><Relationship Id="rId10" Type="http://schemas.openxmlformats.org/officeDocument/2006/relationships/slideLayout" Target="../slideLayouts/slideLayout172.xml"/><Relationship Id="rId19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66.xml"/><Relationship Id="rId9" Type="http://schemas.openxmlformats.org/officeDocument/2006/relationships/slideLayout" Target="../slideLayouts/slideLayout171.xml"/><Relationship Id="rId14" Type="http://schemas.openxmlformats.org/officeDocument/2006/relationships/slideLayout" Target="../slideLayouts/slideLayout176.xml"/><Relationship Id="rId22" Type="http://schemas.openxmlformats.org/officeDocument/2006/relationships/slideLayout" Target="../slideLayouts/slideLayout184.xml"/><Relationship Id="rId27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6.xml"/><Relationship Id="rId13" Type="http://schemas.openxmlformats.org/officeDocument/2006/relationships/slideLayout" Target="../slideLayouts/slideLayout201.xml"/><Relationship Id="rId18" Type="http://schemas.openxmlformats.org/officeDocument/2006/relationships/theme" Target="../theme/theme10.xml"/><Relationship Id="rId3" Type="http://schemas.openxmlformats.org/officeDocument/2006/relationships/slideLayout" Target="../slideLayouts/slideLayout191.xml"/><Relationship Id="rId7" Type="http://schemas.openxmlformats.org/officeDocument/2006/relationships/slideLayout" Target="../slideLayouts/slideLayout195.xml"/><Relationship Id="rId12" Type="http://schemas.openxmlformats.org/officeDocument/2006/relationships/slideLayout" Target="../slideLayouts/slideLayout200.xml"/><Relationship Id="rId17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190.xml"/><Relationship Id="rId16" Type="http://schemas.openxmlformats.org/officeDocument/2006/relationships/slideLayout" Target="../slideLayouts/slideLayout204.xml"/><Relationship Id="rId1" Type="http://schemas.openxmlformats.org/officeDocument/2006/relationships/slideLayout" Target="../slideLayouts/slideLayout189.xml"/><Relationship Id="rId6" Type="http://schemas.openxmlformats.org/officeDocument/2006/relationships/slideLayout" Target="../slideLayouts/slideLayout194.xml"/><Relationship Id="rId11" Type="http://schemas.openxmlformats.org/officeDocument/2006/relationships/slideLayout" Target="../slideLayouts/slideLayout199.xml"/><Relationship Id="rId5" Type="http://schemas.openxmlformats.org/officeDocument/2006/relationships/slideLayout" Target="../slideLayouts/slideLayout193.xml"/><Relationship Id="rId15" Type="http://schemas.openxmlformats.org/officeDocument/2006/relationships/slideLayout" Target="../slideLayouts/slideLayout203.xml"/><Relationship Id="rId10" Type="http://schemas.openxmlformats.org/officeDocument/2006/relationships/slideLayout" Target="../slideLayouts/slideLayout198.xml"/><Relationship Id="rId4" Type="http://schemas.openxmlformats.org/officeDocument/2006/relationships/slideLayout" Target="../slideLayouts/slideLayout192.xml"/><Relationship Id="rId9" Type="http://schemas.openxmlformats.org/officeDocument/2006/relationships/slideLayout" Target="../slideLayouts/slideLayout197.xml"/><Relationship Id="rId14" Type="http://schemas.openxmlformats.org/officeDocument/2006/relationships/slideLayout" Target="../slideLayouts/slideLayout20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3.xml"/><Relationship Id="rId13" Type="http://schemas.openxmlformats.org/officeDocument/2006/relationships/slideLayout" Target="../slideLayouts/slideLayout218.xml"/><Relationship Id="rId18" Type="http://schemas.openxmlformats.org/officeDocument/2006/relationships/slideLayout" Target="../slideLayouts/slideLayout223.xml"/><Relationship Id="rId26" Type="http://schemas.openxmlformats.org/officeDocument/2006/relationships/theme" Target="../theme/theme11.xml"/><Relationship Id="rId3" Type="http://schemas.openxmlformats.org/officeDocument/2006/relationships/slideLayout" Target="../slideLayouts/slideLayout208.xml"/><Relationship Id="rId21" Type="http://schemas.openxmlformats.org/officeDocument/2006/relationships/slideLayout" Target="../slideLayouts/slideLayout226.xml"/><Relationship Id="rId7" Type="http://schemas.openxmlformats.org/officeDocument/2006/relationships/slideLayout" Target="../slideLayouts/slideLayout212.xml"/><Relationship Id="rId12" Type="http://schemas.openxmlformats.org/officeDocument/2006/relationships/slideLayout" Target="../slideLayouts/slideLayout217.xml"/><Relationship Id="rId17" Type="http://schemas.openxmlformats.org/officeDocument/2006/relationships/slideLayout" Target="../slideLayouts/slideLayout222.xml"/><Relationship Id="rId25" Type="http://schemas.openxmlformats.org/officeDocument/2006/relationships/slideLayout" Target="../slideLayouts/slideLayout230.xml"/><Relationship Id="rId2" Type="http://schemas.openxmlformats.org/officeDocument/2006/relationships/slideLayout" Target="../slideLayouts/slideLayout207.xml"/><Relationship Id="rId16" Type="http://schemas.openxmlformats.org/officeDocument/2006/relationships/slideLayout" Target="../slideLayouts/slideLayout221.xml"/><Relationship Id="rId20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206.xml"/><Relationship Id="rId6" Type="http://schemas.openxmlformats.org/officeDocument/2006/relationships/slideLayout" Target="../slideLayouts/slideLayout211.xml"/><Relationship Id="rId11" Type="http://schemas.openxmlformats.org/officeDocument/2006/relationships/slideLayout" Target="../slideLayouts/slideLayout216.xml"/><Relationship Id="rId24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20.xml"/><Relationship Id="rId23" Type="http://schemas.openxmlformats.org/officeDocument/2006/relationships/slideLayout" Target="../slideLayouts/slideLayout228.xml"/><Relationship Id="rId28" Type="http://schemas.openxmlformats.org/officeDocument/2006/relationships/image" Target="../media/image14.png"/><Relationship Id="rId10" Type="http://schemas.openxmlformats.org/officeDocument/2006/relationships/slideLayout" Target="../slideLayouts/slideLayout215.xml"/><Relationship Id="rId19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09.xml"/><Relationship Id="rId9" Type="http://schemas.openxmlformats.org/officeDocument/2006/relationships/slideLayout" Target="../slideLayouts/slideLayout214.xml"/><Relationship Id="rId14" Type="http://schemas.openxmlformats.org/officeDocument/2006/relationships/slideLayout" Target="../slideLayouts/slideLayout219.xml"/><Relationship Id="rId22" Type="http://schemas.openxmlformats.org/officeDocument/2006/relationships/slideLayout" Target="../slideLayouts/slideLayout227.xml"/><Relationship Id="rId27" Type="http://schemas.openxmlformats.org/officeDocument/2006/relationships/image" Target="../media/image8.jp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8.xml"/><Relationship Id="rId13" Type="http://schemas.openxmlformats.org/officeDocument/2006/relationships/slideLayout" Target="../slideLayouts/slideLayout243.xml"/><Relationship Id="rId18" Type="http://schemas.openxmlformats.org/officeDocument/2006/relationships/slideLayout" Target="../slideLayouts/slideLayout248.xml"/><Relationship Id="rId3" Type="http://schemas.openxmlformats.org/officeDocument/2006/relationships/slideLayout" Target="../slideLayouts/slideLayout233.xml"/><Relationship Id="rId21" Type="http://schemas.openxmlformats.org/officeDocument/2006/relationships/slideLayout" Target="../slideLayouts/slideLayout251.xml"/><Relationship Id="rId7" Type="http://schemas.openxmlformats.org/officeDocument/2006/relationships/slideLayout" Target="../slideLayouts/slideLayout237.xml"/><Relationship Id="rId12" Type="http://schemas.openxmlformats.org/officeDocument/2006/relationships/slideLayout" Target="../slideLayouts/slideLayout242.xml"/><Relationship Id="rId17" Type="http://schemas.openxmlformats.org/officeDocument/2006/relationships/slideLayout" Target="../slideLayouts/slideLayout247.xml"/><Relationship Id="rId25" Type="http://schemas.openxmlformats.org/officeDocument/2006/relationships/image" Target="../media/image14.png"/><Relationship Id="rId2" Type="http://schemas.openxmlformats.org/officeDocument/2006/relationships/slideLayout" Target="../slideLayouts/slideLayout232.xml"/><Relationship Id="rId16" Type="http://schemas.openxmlformats.org/officeDocument/2006/relationships/slideLayout" Target="../slideLayouts/slideLayout246.xml"/><Relationship Id="rId20" Type="http://schemas.openxmlformats.org/officeDocument/2006/relationships/slideLayout" Target="../slideLayouts/slideLayout250.xml"/><Relationship Id="rId1" Type="http://schemas.openxmlformats.org/officeDocument/2006/relationships/slideLayout" Target="../slideLayouts/slideLayout231.xml"/><Relationship Id="rId6" Type="http://schemas.openxmlformats.org/officeDocument/2006/relationships/slideLayout" Target="../slideLayouts/slideLayout236.xml"/><Relationship Id="rId11" Type="http://schemas.openxmlformats.org/officeDocument/2006/relationships/slideLayout" Target="../slideLayouts/slideLayout241.xml"/><Relationship Id="rId24" Type="http://schemas.openxmlformats.org/officeDocument/2006/relationships/image" Target="../media/image8.jpg"/><Relationship Id="rId5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45.xml"/><Relationship Id="rId23" Type="http://schemas.openxmlformats.org/officeDocument/2006/relationships/theme" Target="../theme/theme12.xml"/><Relationship Id="rId10" Type="http://schemas.openxmlformats.org/officeDocument/2006/relationships/slideLayout" Target="../slideLayouts/slideLayout240.xml"/><Relationship Id="rId19" Type="http://schemas.openxmlformats.org/officeDocument/2006/relationships/slideLayout" Target="../slideLayouts/slideLayout249.xml"/><Relationship Id="rId4" Type="http://schemas.openxmlformats.org/officeDocument/2006/relationships/slideLayout" Target="../slideLayouts/slideLayout234.xml"/><Relationship Id="rId9" Type="http://schemas.openxmlformats.org/officeDocument/2006/relationships/slideLayout" Target="../slideLayouts/slideLayout239.xml"/><Relationship Id="rId14" Type="http://schemas.openxmlformats.org/officeDocument/2006/relationships/slideLayout" Target="../slideLayouts/slideLayout244.xml"/><Relationship Id="rId22" Type="http://schemas.openxmlformats.org/officeDocument/2006/relationships/slideLayout" Target="../slideLayouts/slideLayout2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4634" r:id="rId3"/>
    <p:sldLayoutId id="2147484633" r:id="rId4"/>
    <p:sldLayoutId id="2147483651" r:id="rId5"/>
    <p:sldLayoutId id="2147483652" r:id="rId6"/>
    <p:sldLayoutId id="2147483653" r:id="rId7"/>
    <p:sldLayoutId id="2147483654" r:id="rId8"/>
    <p:sldLayoutId id="2147485131" r:id="rId9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1">
            <a:extLst>
              <a:ext uri="{FF2B5EF4-FFF2-40B4-BE49-F238E27FC236}">
                <a16:creationId xmlns:a16="http://schemas.microsoft.com/office/drawing/2014/main" id="{BF0A28E6-27C8-F660-D593-EFD6DA2267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C2F7084D-7EAE-2DD4-8488-B494D6C147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09" t="23955" r="40919" b="37048"/>
          <a:stretch/>
        </p:blipFill>
        <p:spPr>
          <a:xfrm>
            <a:off x="152401" y="50489"/>
            <a:ext cx="461681" cy="51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0" r:id="rId1"/>
    <p:sldLayoutId id="2147484411" r:id="rId2"/>
    <p:sldLayoutId id="2147484412" r:id="rId3"/>
    <p:sldLayoutId id="2147484413" r:id="rId4"/>
    <p:sldLayoutId id="2147484414" r:id="rId5"/>
    <p:sldLayoutId id="2147484415" r:id="rId6"/>
    <p:sldLayoutId id="2147484416" r:id="rId7"/>
    <p:sldLayoutId id="2147484417" r:id="rId8"/>
    <p:sldLayoutId id="2147484418" r:id="rId9"/>
    <p:sldLayoutId id="2147484419" r:id="rId10"/>
    <p:sldLayoutId id="2147484420" r:id="rId11"/>
    <p:sldLayoutId id="2147484421" r:id="rId12"/>
    <p:sldLayoutId id="2147484422" r:id="rId13"/>
    <p:sldLayoutId id="2147484423" r:id="rId14"/>
    <p:sldLayoutId id="2147484424" r:id="rId15"/>
    <p:sldLayoutId id="2147484425" r:id="rId16"/>
    <p:sldLayoutId id="2147484426" r:id="rId17"/>
    <p:sldLayoutId id="2147484427" r:id="rId18"/>
    <p:sldLayoutId id="2147484428" r:id="rId19"/>
    <p:sldLayoutId id="2147484429" r:id="rId20"/>
    <p:sldLayoutId id="2147484430" r:id="rId21"/>
    <p:sldLayoutId id="2147484431" r:id="rId22"/>
    <p:sldLayoutId id="2147484432" r:id="rId23"/>
    <p:sldLayoutId id="2147484433" r:id="rId24"/>
    <p:sldLayoutId id="2147484435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2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4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6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8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6" indent="-241066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310" indent="-20200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55" indent="-160712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78" indent="-161828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400" indent="-160712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822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245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66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87" indent="-160712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21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4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6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87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1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532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955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76" algn="l" defTabSz="642845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61907-CE38-43EF-ABC9-71DF18B992B9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35" y="0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7" r:id="rId1"/>
    <p:sldLayoutId id="2147484468" r:id="rId2"/>
    <p:sldLayoutId id="2147484469" r:id="rId3"/>
    <p:sldLayoutId id="2147484470" r:id="rId4"/>
    <p:sldLayoutId id="2147484471" r:id="rId5"/>
    <p:sldLayoutId id="2147484472" r:id="rId6"/>
    <p:sldLayoutId id="2147484473" r:id="rId7"/>
    <p:sldLayoutId id="2147484474" r:id="rId8"/>
    <p:sldLayoutId id="2147484475" r:id="rId9"/>
    <p:sldLayoutId id="2147484476" r:id="rId10"/>
    <p:sldLayoutId id="2147484477" r:id="rId11"/>
    <p:sldLayoutId id="2147484478" r:id="rId12"/>
    <p:sldLayoutId id="2147484479" r:id="rId13"/>
    <p:sldLayoutId id="2147484480" r:id="rId14"/>
    <p:sldLayoutId id="2147484481" r:id="rId15"/>
    <p:sldLayoutId id="2147484482" r:id="rId16"/>
    <p:sldLayoutId id="2147484483" r:id="rId17"/>
    <p:sldLayoutId id="2147484484" r:id="rId18"/>
    <p:sldLayoutId id="2147484485" r:id="rId19"/>
    <p:sldLayoutId id="2147484486" r:id="rId20"/>
    <p:sldLayoutId id="2147484487" r:id="rId21"/>
    <p:sldLayoutId id="2147484488" r:id="rId22"/>
    <p:sldLayoutId id="2147484489" r:id="rId23"/>
    <p:sldLayoutId id="2147484490" r:id="rId24"/>
    <p:sldLayoutId id="2147484491" r:id="rId25"/>
    <p:sldLayoutId id="2147484492" r:id="rId26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1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2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4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5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61" indent="-24106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98" indent="-20200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35" indent="-16070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51" indent="-16182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64" indent="-16070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7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93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606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2018" indent="-16070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1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29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43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55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7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84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98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312" algn="l" defTabSz="64282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6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5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115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4" r:id="rId1"/>
    <p:sldLayoutId id="2147484495" r:id="rId2"/>
    <p:sldLayoutId id="2147484496" r:id="rId3"/>
    <p:sldLayoutId id="2147484497" r:id="rId4"/>
    <p:sldLayoutId id="2147484498" r:id="rId5"/>
    <p:sldLayoutId id="2147484499" r:id="rId6"/>
    <p:sldLayoutId id="2147484500" r:id="rId7"/>
    <p:sldLayoutId id="2147484501" r:id="rId8"/>
    <p:sldLayoutId id="2147484502" r:id="rId9"/>
    <p:sldLayoutId id="2147484503" r:id="rId10"/>
    <p:sldLayoutId id="2147484504" r:id="rId11"/>
    <p:sldLayoutId id="2147484505" r:id="rId12"/>
    <p:sldLayoutId id="2147484506" r:id="rId13"/>
    <p:sldLayoutId id="2147484507" r:id="rId14"/>
    <p:sldLayoutId id="2147484508" r:id="rId15"/>
    <p:sldLayoutId id="2147484509" r:id="rId16"/>
    <p:sldLayoutId id="2147484510" r:id="rId17"/>
    <p:sldLayoutId id="2147484511" r:id="rId18"/>
    <p:sldLayoutId id="2147484512" r:id="rId19"/>
    <p:sldLayoutId id="2147484513" r:id="rId20"/>
    <p:sldLayoutId id="2147484514" r:id="rId21"/>
    <p:sldLayoutId id="2147484515" r:id="rId22"/>
    <p:sldLayoutId id="2147484516" r:id="rId23"/>
    <p:sldLayoutId id="2147484517" r:id="rId24"/>
    <p:sldLayoutId id="2147484518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8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77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6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51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1" indent="-241041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55" indent="-20198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71" indent="-160695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60" indent="-16181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47" indent="-160695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34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22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09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798" indent="-160695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8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77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65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51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42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28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16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04" algn="l" defTabSz="642777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5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2" y="9963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36"/>
            <a:ext cx="7879080" cy="1015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8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8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1306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0" r:id="rId1"/>
    <p:sldLayoutId id="2147484521" r:id="rId2"/>
    <p:sldLayoutId id="2147484522" r:id="rId3"/>
    <p:sldLayoutId id="2147484523" r:id="rId4"/>
    <p:sldLayoutId id="2147484524" r:id="rId5"/>
    <p:sldLayoutId id="2147484525" r:id="rId6"/>
    <p:sldLayoutId id="2147484526" r:id="rId7"/>
    <p:sldLayoutId id="2147484527" r:id="rId8"/>
    <p:sldLayoutId id="2147484528" r:id="rId9"/>
    <p:sldLayoutId id="2147484529" r:id="rId10"/>
    <p:sldLayoutId id="2147484530" r:id="rId11"/>
    <p:sldLayoutId id="2147484531" r:id="rId12"/>
    <p:sldLayoutId id="2147484532" r:id="rId13"/>
    <p:sldLayoutId id="2147484533" r:id="rId14"/>
    <p:sldLayoutId id="2147484534" r:id="rId15"/>
    <p:sldLayoutId id="2147484535" r:id="rId16"/>
    <p:sldLayoutId id="2147484536" r:id="rId17"/>
    <p:sldLayoutId id="2147484537" r:id="rId18"/>
    <p:sldLayoutId id="2147484538" r:id="rId19"/>
    <p:sldLayoutId id="2147484539" r:id="rId20"/>
    <p:sldLayoutId id="2147484540" r:id="rId21"/>
    <p:sldLayoutId id="2147484541" r:id="rId22"/>
    <p:sldLayoutId id="2147484542" r:id="rId23"/>
    <p:sldLayoutId id="2147484543" r:id="rId24"/>
    <p:sldLayoutId id="2147484544" r:id="rId2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9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18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58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47" indent="-241047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68" indent="-201989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490" indent="-160698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888" indent="-161814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282" indent="-160698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67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075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469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866" indent="-160698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9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9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189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583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98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376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772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168" algn="l" defTabSz="64279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C65BA3-EF8F-408F-A22D-18BBE8C1E8E8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442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6" r:id="rId1"/>
    <p:sldLayoutId id="2147484637" r:id="rId2"/>
    <p:sldLayoutId id="2147484638" r:id="rId3"/>
    <p:sldLayoutId id="2147484639" r:id="rId4"/>
    <p:sldLayoutId id="2147484640" r:id="rId5"/>
    <p:sldLayoutId id="2147484641" r:id="rId6"/>
    <p:sldLayoutId id="2147484642" r:id="rId7"/>
    <p:sldLayoutId id="2147484643" r:id="rId8"/>
    <p:sldLayoutId id="2147484644" r:id="rId9"/>
    <p:sldLayoutId id="2147484645" r:id="rId10"/>
    <p:sldLayoutId id="2147484646" r:id="rId11"/>
    <p:sldLayoutId id="2147484647" r:id="rId12"/>
    <p:sldLayoutId id="2147484648" r:id="rId13"/>
    <p:sldLayoutId id="2147484649" r:id="rId14"/>
    <p:sldLayoutId id="2147484650" r:id="rId15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 userDrawn="1"/>
        </p:nvSpPr>
        <p:spPr>
          <a:xfrm>
            <a:off x="11648046" y="281227"/>
            <a:ext cx="457176" cy="246221"/>
          </a:xfrm>
          <a:prstGeom prst="rect">
            <a:avLst/>
          </a:prstGeom>
          <a:noFill/>
        </p:spPr>
        <p:txBody>
          <a:bodyPr wrap="none" tIns="0" bIns="0" rtlCol="0" anchor="ctr" anchorCtr="1">
            <a:spAutoFit/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03FF89-D6BC-427F-AEEF-1C1BC669514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214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53" r:id="rId2"/>
    <p:sldLayoutId id="2147484654" r:id="rId3"/>
    <p:sldLayoutId id="2147484655" r:id="rId4"/>
    <p:sldLayoutId id="2147484656" r:id="rId5"/>
    <p:sldLayoutId id="2147484657" r:id="rId6"/>
    <p:sldLayoutId id="2147484658" r:id="rId7"/>
    <p:sldLayoutId id="2147484659" r:id="rId8"/>
    <p:sldLayoutId id="2147484660" r:id="rId9"/>
    <p:sldLayoutId id="2147484661" r:id="rId10"/>
    <p:sldLayoutId id="2147484662" r:id="rId11"/>
    <p:sldLayoutId id="2147484663" r:id="rId12"/>
    <p:sldLayoutId id="2147484664" r:id="rId13"/>
    <p:sldLayoutId id="2147484665" r:id="rId14"/>
    <p:sldLayoutId id="2147484666" r:id="rId15"/>
    <p:sldLayoutId id="2147484667" r:id="rId16"/>
    <p:sldLayoutId id="2147484668" r:id="rId17"/>
    <p:sldLayoutId id="2147484669" r:id="rId18"/>
    <p:sldLayoutId id="2147484670" r:id="rId19"/>
    <p:sldLayoutId id="2147484671" r:id="rId20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defTabSz="9144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32131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642620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96456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285875" algn="ctr" defTabSz="914400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575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defTabSz="914400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835" indent="-228600" algn="l" defTabSz="914400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defTabSz="91440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37871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002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02133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342640" indent="-228600" algn="l" defTabSz="914400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1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2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56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87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18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95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5044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750" algn="l" defTabSz="64262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2400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2400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3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1" r:id="rId1"/>
    <p:sldLayoutId id="2147484952" r:id="rId2"/>
    <p:sldLayoutId id="2147484953" r:id="rId3"/>
    <p:sldLayoutId id="2147484954" r:id="rId4"/>
    <p:sldLayoutId id="2147484955" r:id="rId5"/>
    <p:sldLayoutId id="2147484956" r:id="rId6"/>
    <p:sldLayoutId id="2147484957" r:id="rId7"/>
    <p:sldLayoutId id="2147484958" r:id="rId8"/>
    <p:sldLayoutId id="2147484959" r:id="rId9"/>
    <p:sldLayoutId id="2147484960" r:id="rId10"/>
    <p:sldLayoutId id="2147484961" r:id="rId11"/>
    <p:sldLayoutId id="2147484962" r:id="rId12"/>
    <p:sldLayoutId id="2147484963" r:id="rId13"/>
    <p:sldLayoutId id="2147484964" r:id="rId14"/>
    <p:sldLayoutId id="2147484965" r:id="rId15"/>
    <p:sldLayoutId id="2147484966" r:id="rId16"/>
    <p:sldLayoutId id="2147484967" r:id="rId17"/>
  </p:sldLayoutIdLst>
  <p:txStyles>
    <p:titleStyle>
      <a:lvl1pPr algn="ctr" defTabSz="1219042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41" indent="-457141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470" indent="-38095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20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9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36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88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402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921" indent="-304760" algn="l" defTabSz="12190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2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4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6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80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0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12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641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2" algn="l" defTabSz="121904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104824" y="9968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883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9" r:id="rId1"/>
    <p:sldLayoutId id="2147484970" r:id="rId2"/>
    <p:sldLayoutId id="2147484971" r:id="rId3"/>
    <p:sldLayoutId id="2147484972" r:id="rId4"/>
    <p:sldLayoutId id="2147484973" r:id="rId5"/>
    <p:sldLayoutId id="2147484974" r:id="rId6"/>
    <p:sldLayoutId id="2147484975" r:id="rId7"/>
    <p:sldLayoutId id="2147484976" r:id="rId8"/>
    <p:sldLayoutId id="2147484977" r:id="rId9"/>
    <p:sldLayoutId id="2147484978" r:id="rId10"/>
    <p:sldLayoutId id="2147484979" r:id="rId11"/>
    <p:sldLayoutId id="2147484980" r:id="rId12"/>
    <p:sldLayoutId id="2147484981" r:id="rId13"/>
    <p:sldLayoutId id="2147484982" r:id="rId14"/>
    <p:sldLayoutId id="2147484983" r:id="rId15"/>
    <p:sldLayoutId id="2147484984" r:id="rId16"/>
    <p:sldLayoutId id="2147484985" r:id="rId17"/>
    <p:sldLayoutId id="2147484986" r:id="rId18"/>
    <p:sldLayoutId id="2147484987" r:id="rId19"/>
    <p:sldLayoutId id="2147484988" r:id="rId20"/>
    <p:sldLayoutId id="2147484989" r:id="rId21"/>
    <p:sldLayoutId id="2147484990" r:id="rId22"/>
    <p:sldLayoutId id="2147484991" r:id="rId23"/>
    <p:sldLayoutId id="2147484992" r:id="rId24"/>
    <p:sldLayoutId id="2147484993" r:id="rId25"/>
    <p:sldLayoutId id="2147484994" r:id="rId26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25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652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3979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0995" indent="-240995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55" indent="-201946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16" indent="-160664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644" indent="-16178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5969" indent="-160664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294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621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09946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272" indent="-160664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25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652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3979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0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633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7956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284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608" algn="l" defTabSz="642652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7"/>
          <p:cNvSpPr>
            <a:spLocks noChangeArrowheads="1"/>
          </p:cNvSpPr>
          <p:nvPr/>
        </p:nvSpPr>
        <p:spPr bwMode="gray">
          <a:xfrm>
            <a:off x="1595" y="10"/>
            <a:ext cx="12190412" cy="255746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en-US" sz="3332">
              <a:solidFill>
                <a:srgbClr val="093575"/>
              </a:solidFill>
              <a:latin typeface="Arial" charset="0"/>
              <a:ea typeface="宋体" charset="-122"/>
            </a:endParaRPr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827198" y="317504"/>
            <a:ext cx="10742124" cy="2600325"/>
            <a:chOff x="664" y="1951"/>
            <a:chExt cx="4308" cy="2120"/>
          </a:xfrm>
        </p:grpSpPr>
        <p:sp>
          <p:nvSpPr>
            <p:cNvPr id="9" name="Freeform 19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/>
              <a:ahLst/>
              <a:cxnLst>
                <a:cxn ang="0">
                  <a:pos x="116" y="258"/>
                </a:cxn>
                <a:cxn ang="0">
                  <a:pos x="320" y="210"/>
                </a:cxn>
                <a:cxn ang="0">
                  <a:pos x="434" y="240"/>
                </a:cxn>
                <a:cxn ang="0">
                  <a:pos x="416" y="444"/>
                </a:cxn>
                <a:cxn ang="0">
                  <a:pos x="272" y="582"/>
                </a:cxn>
                <a:cxn ang="0">
                  <a:pos x="218" y="714"/>
                </a:cxn>
                <a:cxn ang="0">
                  <a:pos x="284" y="964"/>
                </a:cxn>
                <a:cxn ang="0">
                  <a:pos x="316" y="960"/>
                </a:cxn>
                <a:cxn ang="0">
                  <a:pos x="328" y="906"/>
                </a:cxn>
                <a:cxn ang="0">
                  <a:pos x="478" y="1154"/>
                </a:cxn>
                <a:cxn ang="0">
                  <a:pos x="650" y="1200"/>
                </a:cxn>
                <a:cxn ang="0">
                  <a:pos x="794" y="1350"/>
                </a:cxn>
                <a:cxn ang="0">
                  <a:pos x="854" y="1422"/>
                </a:cxn>
                <a:cxn ang="0">
                  <a:pos x="770" y="1608"/>
                </a:cxn>
                <a:cxn ang="0">
                  <a:pos x="916" y="1782"/>
                </a:cxn>
                <a:cxn ang="0">
                  <a:pos x="1034" y="2022"/>
                </a:cxn>
                <a:cxn ang="0">
                  <a:pos x="1094" y="2310"/>
                </a:cxn>
                <a:cxn ang="0">
                  <a:pos x="1194" y="2540"/>
                </a:cxn>
                <a:cxn ang="0">
                  <a:pos x="1280" y="2520"/>
                </a:cxn>
                <a:cxn ang="0">
                  <a:pos x="1244" y="2394"/>
                </a:cxn>
                <a:cxn ang="0">
                  <a:pos x="1288" y="2306"/>
                </a:cxn>
                <a:cxn ang="0">
                  <a:pos x="1368" y="2228"/>
                </a:cxn>
                <a:cxn ang="0">
                  <a:pos x="1448" y="2076"/>
                </a:cxn>
                <a:cxn ang="0">
                  <a:pos x="1568" y="1950"/>
                </a:cxn>
                <a:cxn ang="0">
                  <a:pos x="1622" y="1746"/>
                </a:cxn>
                <a:cxn ang="0">
                  <a:pos x="1552" y="1538"/>
                </a:cxn>
                <a:cxn ang="0">
                  <a:pos x="1376" y="1410"/>
                </a:cxn>
                <a:cxn ang="0">
                  <a:pos x="1104" y="1280"/>
                </a:cxn>
                <a:cxn ang="0">
                  <a:pos x="974" y="1260"/>
                </a:cxn>
                <a:cxn ang="0">
                  <a:pos x="904" y="1268"/>
                </a:cxn>
                <a:cxn ang="0">
                  <a:pos x="794" y="1308"/>
                </a:cxn>
                <a:cxn ang="0">
                  <a:pos x="758" y="1174"/>
                </a:cxn>
                <a:cxn ang="0">
                  <a:pos x="736" y="1062"/>
                </a:cxn>
                <a:cxn ang="0">
                  <a:pos x="632" y="1104"/>
                </a:cxn>
                <a:cxn ang="0">
                  <a:pos x="568" y="950"/>
                </a:cxn>
                <a:cxn ang="0">
                  <a:pos x="740" y="912"/>
                </a:cxn>
                <a:cxn ang="0">
                  <a:pos x="842" y="906"/>
                </a:cxn>
                <a:cxn ang="0">
                  <a:pos x="896" y="900"/>
                </a:cxn>
                <a:cxn ang="0">
                  <a:pos x="1058" y="750"/>
                </a:cxn>
                <a:cxn ang="0">
                  <a:pos x="1184" y="678"/>
                </a:cxn>
                <a:cxn ang="0">
                  <a:pos x="1278" y="636"/>
                </a:cxn>
                <a:cxn ang="0">
                  <a:pos x="1340" y="538"/>
                </a:cxn>
                <a:cxn ang="0">
                  <a:pos x="1288" y="512"/>
                </a:cxn>
                <a:cxn ang="0">
                  <a:pos x="1526" y="456"/>
                </a:cxn>
                <a:cxn ang="0">
                  <a:pos x="1406" y="342"/>
                </a:cxn>
                <a:cxn ang="0">
                  <a:pos x="1328" y="264"/>
                </a:cxn>
                <a:cxn ang="0">
                  <a:pos x="1222" y="364"/>
                </a:cxn>
                <a:cxn ang="0">
                  <a:pos x="1110" y="444"/>
                </a:cxn>
                <a:cxn ang="0">
                  <a:pos x="1022" y="304"/>
                </a:cxn>
                <a:cxn ang="0">
                  <a:pos x="1212" y="240"/>
                </a:cxn>
                <a:cxn ang="0">
                  <a:pos x="1266" y="198"/>
                </a:cxn>
                <a:cxn ang="0">
                  <a:pos x="1328" y="172"/>
                </a:cxn>
                <a:cxn ang="0">
                  <a:pos x="1286" y="144"/>
                </a:cxn>
                <a:cxn ang="0">
                  <a:pos x="1262" y="120"/>
                </a:cxn>
                <a:cxn ang="0">
                  <a:pos x="1202" y="102"/>
                </a:cxn>
                <a:cxn ang="0">
                  <a:pos x="1106" y="136"/>
                </a:cxn>
                <a:cxn ang="0">
                  <a:pos x="950" y="120"/>
                </a:cxn>
                <a:cxn ang="0">
                  <a:pos x="550" y="0"/>
                </a:cxn>
                <a:cxn ang="0">
                  <a:pos x="344" y="32"/>
                </a:cxn>
                <a:cxn ang="0">
                  <a:pos x="290" y="102"/>
                </a:cxn>
                <a:cxn ang="0">
                  <a:pos x="128" y="174"/>
                </a:cxn>
                <a:cxn ang="0">
                  <a:pos x="128" y="216"/>
                </a:cxn>
                <a:cxn ang="0">
                  <a:pos x="2" y="252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invGray">
            <a:xfrm>
              <a:off x="703" y="2231"/>
              <a:ext cx="33" cy="27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22"/>
                </a:cxn>
                <a:cxn ang="0">
                  <a:pos x="22" y="38"/>
                </a:cxn>
                <a:cxn ang="0">
                  <a:pos x="46" y="26"/>
                </a:cxn>
                <a:cxn ang="0">
                  <a:pos x="30" y="0"/>
                </a:cxn>
                <a:cxn ang="0">
                  <a:pos x="16" y="4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invGray">
            <a:xfrm>
              <a:off x="1010" y="2354"/>
              <a:ext cx="39" cy="31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6" y="44"/>
                </a:cxn>
                <a:cxn ang="0">
                  <a:pos x="42" y="42"/>
                </a:cxn>
                <a:cxn ang="0">
                  <a:pos x="38" y="16"/>
                </a:cxn>
                <a:cxn ang="0">
                  <a:pos x="26" y="2"/>
                </a:cxn>
                <a:cxn ang="0">
                  <a:pos x="12" y="0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invGray">
            <a:xfrm>
              <a:off x="1792" y="2410"/>
              <a:ext cx="98" cy="71"/>
            </a:xfrm>
            <a:custGeom>
              <a:avLst/>
              <a:gdLst/>
              <a:ahLst/>
              <a:cxnLst>
                <a:cxn ang="0">
                  <a:pos x="97" y="0"/>
                </a:cxn>
                <a:cxn ang="0">
                  <a:pos x="79" y="8"/>
                </a:cxn>
                <a:cxn ang="0">
                  <a:pos x="53" y="24"/>
                </a:cxn>
                <a:cxn ang="0">
                  <a:pos x="39" y="40"/>
                </a:cxn>
                <a:cxn ang="0">
                  <a:pos x="21" y="52"/>
                </a:cxn>
                <a:cxn ang="0">
                  <a:pos x="63" y="82"/>
                </a:cxn>
                <a:cxn ang="0">
                  <a:pos x="79" y="94"/>
                </a:cxn>
                <a:cxn ang="0">
                  <a:pos x="85" y="92"/>
                </a:cxn>
                <a:cxn ang="0">
                  <a:pos x="89" y="86"/>
                </a:cxn>
                <a:cxn ang="0">
                  <a:pos x="97" y="98"/>
                </a:cxn>
                <a:cxn ang="0">
                  <a:pos x="123" y="86"/>
                </a:cxn>
                <a:cxn ang="0">
                  <a:pos x="129" y="74"/>
                </a:cxn>
                <a:cxn ang="0">
                  <a:pos x="101" y="40"/>
                </a:cxn>
                <a:cxn ang="0">
                  <a:pos x="115" y="24"/>
                </a:cxn>
                <a:cxn ang="0">
                  <a:pos x="111" y="4"/>
                </a:cxn>
                <a:cxn ang="0">
                  <a:pos x="97" y="0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invGray">
            <a:xfrm>
              <a:off x="1318" y="2794"/>
              <a:ext cx="158" cy="83"/>
            </a:xfrm>
            <a:custGeom>
              <a:avLst/>
              <a:gdLst/>
              <a:ahLst/>
              <a:cxnLst>
                <a:cxn ang="0">
                  <a:pos x="47" y="12"/>
                </a:cxn>
                <a:cxn ang="0">
                  <a:pos x="17" y="12"/>
                </a:cxn>
                <a:cxn ang="0">
                  <a:pos x="5" y="16"/>
                </a:cxn>
                <a:cxn ang="0">
                  <a:pos x="25" y="52"/>
                </a:cxn>
                <a:cxn ang="0">
                  <a:pos x="51" y="44"/>
                </a:cxn>
                <a:cxn ang="0">
                  <a:pos x="93" y="54"/>
                </a:cxn>
                <a:cxn ang="0">
                  <a:pos x="111" y="60"/>
                </a:cxn>
                <a:cxn ang="0">
                  <a:pos x="133" y="88"/>
                </a:cxn>
                <a:cxn ang="0">
                  <a:pos x="141" y="112"/>
                </a:cxn>
                <a:cxn ang="0">
                  <a:pos x="157" y="100"/>
                </a:cxn>
                <a:cxn ang="0">
                  <a:pos x="169" y="96"/>
                </a:cxn>
                <a:cxn ang="0">
                  <a:pos x="187" y="102"/>
                </a:cxn>
                <a:cxn ang="0">
                  <a:pos x="195" y="80"/>
                </a:cxn>
                <a:cxn ang="0">
                  <a:pos x="153" y="54"/>
                </a:cxn>
                <a:cxn ang="0">
                  <a:pos x="105" y="20"/>
                </a:cxn>
                <a:cxn ang="0">
                  <a:pos x="53" y="26"/>
                </a:cxn>
                <a:cxn ang="0">
                  <a:pos x="47" y="12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/>
              <a:ahLst/>
              <a:cxnLst>
                <a:cxn ang="0">
                  <a:pos x="57" y="0"/>
                </a:cxn>
                <a:cxn ang="0">
                  <a:pos x="43" y="6"/>
                </a:cxn>
                <a:cxn ang="0">
                  <a:pos x="31" y="30"/>
                </a:cxn>
                <a:cxn ang="0">
                  <a:pos x="15" y="34"/>
                </a:cxn>
                <a:cxn ang="0">
                  <a:pos x="3" y="42"/>
                </a:cxn>
                <a:cxn ang="0">
                  <a:pos x="13" y="54"/>
                </a:cxn>
                <a:cxn ang="0">
                  <a:pos x="133" y="34"/>
                </a:cxn>
                <a:cxn ang="0">
                  <a:pos x="123" y="16"/>
                </a:cxn>
                <a:cxn ang="0">
                  <a:pos x="105" y="8"/>
                </a:cxn>
                <a:cxn ang="0">
                  <a:pos x="101" y="24"/>
                </a:cxn>
                <a:cxn ang="0">
                  <a:pos x="89" y="18"/>
                </a:cxn>
                <a:cxn ang="0">
                  <a:pos x="67" y="14"/>
                </a:cxn>
                <a:cxn ang="0">
                  <a:pos x="57" y="0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invGray">
            <a:xfrm>
              <a:off x="1609" y="2885"/>
              <a:ext cx="12" cy="26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4"/>
                </a:cxn>
                <a:cxn ang="0">
                  <a:pos x="16" y="34"/>
                </a:cxn>
                <a:cxn ang="0">
                  <a:pos x="12" y="18"/>
                </a:cxn>
                <a:cxn ang="0">
                  <a:pos x="16" y="6"/>
                </a:cxn>
                <a:cxn ang="0">
                  <a:pos x="14" y="0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invGray">
            <a:xfrm>
              <a:off x="1426" y="2039"/>
              <a:ext cx="180" cy="87"/>
            </a:xfrm>
            <a:custGeom>
              <a:avLst/>
              <a:gdLst/>
              <a:ahLst/>
              <a:cxnLst>
                <a:cxn ang="0">
                  <a:pos x="64" y="1"/>
                </a:cxn>
                <a:cxn ang="0">
                  <a:pos x="24" y="31"/>
                </a:cxn>
                <a:cxn ang="0">
                  <a:pos x="6" y="37"/>
                </a:cxn>
                <a:cxn ang="0">
                  <a:pos x="0" y="39"/>
                </a:cxn>
                <a:cxn ang="0">
                  <a:pos x="26" y="59"/>
                </a:cxn>
                <a:cxn ang="0">
                  <a:pos x="38" y="63"/>
                </a:cxn>
                <a:cxn ang="0">
                  <a:pos x="68" y="47"/>
                </a:cxn>
                <a:cxn ang="0">
                  <a:pos x="80" y="43"/>
                </a:cxn>
                <a:cxn ang="0">
                  <a:pos x="82" y="55"/>
                </a:cxn>
                <a:cxn ang="0">
                  <a:pos x="64" y="61"/>
                </a:cxn>
                <a:cxn ang="0">
                  <a:pos x="72" y="73"/>
                </a:cxn>
                <a:cxn ang="0">
                  <a:pos x="40" y="87"/>
                </a:cxn>
                <a:cxn ang="0">
                  <a:pos x="70" y="109"/>
                </a:cxn>
                <a:cxn ang="0">
                  <a:pos x="82" y="113"/>
                </a:cxn>
                <a:cxn ang="0">
                  <a:pos x="118" y="103"/>
                </a:cxn>
                <a:cxn ang="0">
                  <a:pos x="150" y="105"/>
                </a:cxn>
                <a:cxn ang="0">
                  <a:pos x="168" y="117"/>
                </a:cxn>
                <a:cxn ang="0">
                  <a:pos x="204" y="109"/>
                </a:cxn>
                <a:cxn ang="0">
                  <a:pos x="224" y="103"/>
                </a:cxn>
                <a:cxn ang="0">
                  <a:pos x="222" y="77"/>
                </a:cxn>
                <a:cxn ang="0">
                  <a:pos x="234" y="69"/>
                </a:cxn>
                <a:cxn ang="0">
                  <a:pos x="238" y="47"/>
                </a:cxn>
                <a:cxn ang="0">
                  <a:pos x="210" y="57"/>
                </a:cxn>
                <a:cxn ang="0">
                  <a:pos x="200" y="43"/>
                </a:cxn>
                <a:cxn ang="0">
                  <a:pos x="172" y="45"/>
                </a:cxn>
                <a:cxn ang="0">
                  <a:pos x="134" y="9"/>
                </a:cxn>
                <a:cxn ang="0">
                  <a:pos x="94" y="11"/>
                </a:cxn>
                <a:cxn ang="0">
                  <a:pos x="82" y="1"/>
                </a:cxn>
                <a:cxn ang="0">
                  <a:pos x="64" y="1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invGray">
            <a:xfrm>
              <a:off x="1506" y="1998"/>
              <a:ext cx="146" cy="61"/>
            </a:xfrm>
            <a:custGeom>
              <a:avLst/>
              <a:gdLst/>
              <a:ahLst/>
              <a:cxnLst>
                <a:cxn ang="0">
                  <a:pos x="97" y="10"/>
                </a:cxn>
                <a:cxn ang="0">
                  <a:pos x="13" y="24"/>
                </a:cxn>
                <a:cxn ang="0">
                  <a:pos x="9" y="34"/>
                </a:cxn>
                <a:cxn ang="0">
                  <a:pos x="57" y="52"/>
                </a:cxn>
                <a:cxn ang="0">
                  <a:pos x="135" y="74"/>
                </a:cxn>
                <a:cxn ang="0">
                  <a:pos x="175" y="68"/>
                </a:cxn>
                <a:cxn ang="0">
                  <a:pos x="187" y="64"/>
                </a:cxn>
                <a:cxn ang="0">
                  <a:pos x="175" y="44"/>
                </a:cxn>
                <a:cxn ang="0">
                  <a:pos x="163" y="36"/>
                </a:cxn>
                <a:cxn ang="0">
                  <a:pos x="129" y="26"/>
                </a:cxn>
                <a:cxn ang="0">
                  <a:pos x="97" y="10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51" y="23"/>
                </a:cxn>
                <a:cxn ang="0">
                  <a:pos x="21" y="39"/>
                </a:cxn>
                <a:cxn ang="0">
                  <a:pos x="53" y="77"/>
                </a:cxn>
                <a:cxn ang="0">
                  <a:pos x="79" y="85"/>
                </a:cxn>
                <a:cxn ang="0">
                  <a:pos x="103" y="99"/>
                </a:cxn>
                <a:cxn ang="0">
                  <a:pos x="127" y="85"/>
                </a:cxn>
                <a:cxn ang="0">
                  <a:pos x="143" y="101"/>
                </a:cxn>
                <a:cxn ang="0">
                  <a:pos x="149" y="127"/>
                </a:cxn>
                <a:cxn ang="0">
                  <a:pos x="115" y="151"/>
                </a:cxn>
                <a:cxn ang="0">
                  <a:pos x="89" y="173"/>
                </a:cxn>
                <a:cxn ang="0">
                  <a:pos x="69" y="169"/>
                </a:cxn>
                <a:cxn ang="0">
                  <a:pos x="57" y="165"/>
                </a:cxn>
                <a:cxn ang="0">
                  <a:pos x="43" y="187"/>
                </a:cxn>
                <a:cxn ang="0">
                  <a:pos x="39" y="199"/>
                </a:cxn>
                <a:cxn ang="0">
                  <a:pos x="73" y="205"/>
                </a:cxn>
                <a:cxn ang="0">
                  <a:pos x="95" y="203"/>
                </a:cxn>
                <a:cxn ang="0">
                  <a:pos x="115" y="231"/>
                </a:cxn>
                <a:cxn ang="0">
                  <a:pos x="127" y="235"/>
                </a:cxn>
                <a:cxn ang="0">
                  <a:pos x="139" y="239"/>
                </a:cxn>
                <a:cxn ang="0">
                  <a:pos x="155" y="251"/>
                </a:cxn>
                <a:cxn ang="0">
                  <a:pos x="181" y="237"/>
                </a:cxn>
                <a:cxn ang="0">
                  <a:pos x="203" y="235"/>
                </a:cxn>
                <a:cxn ang="0">
                  <a:pos x="229" y="213"/>
                </a:cxn>
                <a:cxn ang="0">
                  <a:pos x="225" y="185"/>
                </a:cxn>
                <a:cxn ang="0">
                  <a:pos x="217" y="173"/>
                </a:cxn>
                <a:cxn ang="0">
                  <a:pos x="233" y="167"/>
                </a:cxn>
                <a:cxn ang="0">
                  <a:pos x="245" y="183"/>
                </a:cxn>
                <a:cxn ang="0">
                  <a:pos x="247" y="197"/>
                </a:cxn>
                <a:cxn ang="0">
                  <a:pos x="261" y="193"/>
                </a:cxn>
                <a:cxn ang="0">
                  <a:pos x="303" y="169"/>
                </a:cxn>
                <a:cxn ang="0">
                  <a:pos x="293" y="147"/>
                </a:cxn>
                <a:cxn ang="0">
                  <a:pos x="259" y="123"/>
                </a:cxn>
                <a:cxn ang="0">
                  <a:pos x="265" y="107"/>
                </a:cxn>
                <a:cxn ang="0">
                  <a:pos x="277" y="103"/>
                </a:cxn>
                <a:cxn ang="0">
                  <a:pos x="253" y="63"/>
                </a:cxn>
                <a:cxn ang="0">
                  <a:pos x="233" y="59"/>
                </a:cxn>
                <a:cxn ang="0">
                  <a:pos x="221" y="55"/>
                </a:cxn>
                <a:cxn ang="0">
                  <a:pos x="201" y="33"/>
                </a:cxn>
                <a:cxn ang="0">
                  <a:pos x="155" y="45"/>
                </a:cxn>
                <a:cxn ang="0">
                  <a:pos x="167" y="25"/>
                </a:cxn>
                <a:cxn ang="0">
                  <a:pos x="139" y="17"/>
                </a:cxn>
                <a:cxn ang="0">
                  <a:pos x="119" y="19"/>
                </a:cxn>
                <a:cxn ang="0">
                  <a:pos x="67" y="9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invGray">
            <a:xfrm>
              <a:off x="1709" y="1987"/>
              <a:ext cx="44" cy="39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0" y="10"/>
                </a:cxn>
                <a:cxn ang="0">
                  <a:pos x="30" y="40"/>
                </a:cxn>
                <a:cxn ang="0">
                  <a:pos x="48" y="50"/>
                </a:cxn>
                <a:cxn ang="0">
                  <a:pos x="58" y="28"/>
                </a:cxn>
                <a:cxn ang="0">
                  <a:pos x="44" y="8"/>
                </a:cxn>
                <a:cxn ang="0">
                  <a:pos x="26" y="0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invGray">
            <a:xfrm>
              <a:off x="1625" y="2057"/>
              <a:ext cx="65" cy="41"/>
            </a:xfrm>
            <a:custGeom>
              <a:avLst/>
              <a:gdLst/>
              <a:ahLst/>
              <a:cxnLst>
                <a:cxn ang="0">
                  <a:pos x="44" y="7"/>
                </a:cxn>
                <a:cxn ang="0">
                  <a:pos x="24" y="25"/>
                </a:cxn>
                <a:cxn ang="0">
                  <a:pos x="4" y="27"/>
                </a:cxn>
                <a:cxn ang="0">
                  <a:pos x="16" y="57"/>
                </a:cxn>
                <a:cxn ang="0">
                  <a:pos x="74" y="35"/>
                </a:cxn>
                <a:cxn ang="0">
                  <a:pos x="86" y="17"/>
                </a:cxn>
                <a:cxn ang="0">
                  <a:pos x="56" y="7"/>
                </a:cxn>
                <a:cxn ang="0">
                  <a:pos x="44" y="7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10" y="16"/>
                </a:cxn>
                <a:cxn ang="0">
                  <a:pos x="24" y="34"/>
                </a:cxn>
                <a:cxn ang="0">
                  <a:pos x="52" y="28"/>
                </a:cxn>
                <a:cxn ang="0">
                  <a:pos x="64" y="20"/>
                </a:cxn>
                <a:cxn ang="0">
                  <a:pos x="40" y="0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invGray">
            <a:xfrm>
              <a:off x="1664" y="2029"/>
              <a:ext cx="64" cy="36"/>
            </a:xfrm>
            <a:custGeom>
              <a:avLst/>
              <a:gdLst/>
              <a:ahLst/>
              <a:cxnLst>
                <a:cxn ang="0">
                  <a:pos x="58" y="10"/>
                </a:cxn>
                <a:cxn ang="0">
                  <a:pos x="28" y="4"/>
                </a:cxn>
                <a:cxn ang="0">
                  <a:pos x="0" y="18"/>
                </a:cxn>
                <a:cxn ang="0">
                  <a:pos x="40" y="32"/>
                </a:cxn>
                <a:cxn ang="0">
                  <a:pos x="64" y="40"/>
                </a:cxn>
                <a:cxn ang="0">
                  <a:pos x="84" y="18"/>
                </a:cxn>
                <a:cxn ang="0">
                  <a:pos x="82" y="6"/>
                </a:cxn>
                <a:cxn ang="0">
                  <a:pos x="64" y="0"/>
                </a:cxn>
                <a:cxn ang="0">
                  <a:pos x="58" y="10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invGray">
            <a:xfrm>
              <a:off x="1637" y="1998"/>
              <a:ext cx="44" cy="23"/>
            </a:xfrm>
            <a:custGeom>
              <a:avLst/>
              <a:gdLst/>
              <a:ahLst/>
              <a:cxnLst>
                <a:cxn ang="0">
                  <a:pos x="16" y="4"/>
                </a:cxn>
                <a:cxn ang="0">
                  <a:pos x="0" y="18"/>
                </a:cxn>
                <a:cxn ang="0">
                  <a:pos x="20" y="28"/>
                </a:cxn>
                <a:cxn ang="0">
                  <a:pos x="28" y="20"/>
                </a:cxn>
                <a:cxn ang="0">
                  <a:pos x="52" y="12"/>
                </a:cxn>
                <a:cxn ang="0">
                  <a:pos x="44" y="0"/>
                </a:cxn>
                <a:cxn ang="0">
                  <a:pos x="16" y="4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invGray">
            <a:xfrm>
              <a:off x="1751" y="2000"/>
              <a:ext cx="116" cy="79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14" y="6"/>
                </a:cxn>
                <a:cxn ang="0">
                  <a:pos x="4" y="38"/>
                </a:cxn>
                <a:cxn ang="0">
                  <a:pos x="12" y="56"/>
                </a:cxn>
                <a:cxn ang="0">
                  <a:pos x="0" y="72"/>
                </a:cxn>
                <a:cxn ang="0">
                  <a:pos x="56" y="86"/>
                </a:cxn>
                <a:cxn ang="0">
                  <a:pos x="82" y="92"/>
                </a:cxn>
                <a:cxn ang="0">
                  <a:pos x="152" y="86"/>
                </a:cxn>
                <a:cxn ang="0">
                  <a:pos x="76" y="70"/>
                </a:cxn>
                <a:cxn ang="0">
                  <a:pos x="54" y="62"/>
                </a:cxn>
                <a:cxn ang="0">
                  <a:pos x="44" y="52"/>
                </a:cxn>
                <a:cxn ang="0">
                  <a:pos x="50" y="34"/>
                </a:cxn>
                <a:cxn ang="0">
                  <a:pos x="38" y="0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invGray">
            <a:xfrm>
              <a:off x="664" y="2246"/>
              <a:ext cx="25" cy="14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24" y="20"/>
                </a:cxn>
                <a:cxn ang="0">
                  <a:pos x="4" y="18"/>
                </a:cxn>
                <a:cxn ang="0">
                  <a:pos x="4" y="6"/>
                </a:cxn>
                <a:cxn ang="0">
                  <a:pos x="34" y="0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invGray">
            <a:xfrm>
              <a:off x="1421" y="2756"/>
              <a:ext cx="15" cy="12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invGray">
            <a:xfrm>
              <a:off x="1424" y="2781"/>
              <a:ext cx="16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invGray">
            <a:xfrm>
              <a:off x="1628" y="2913"/>
              <a:ext cx="15" cy="13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16"/>
                </a:cxn>
                <a:cxn ang="0">
                  <a:pos x="3" y="0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invGray">
            <a:xfrm>
              <a:off x="1780" y="2153"/>
              <a:ext cx="39" cy="1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18"/>
                </a:cxn>
                <a:cxn ang="0">
                  <a:pos x="27" y="24"/>
                </a:cxn>
                <a:cxn ang="0">
                  <a:pos x="33" y="4"/>
                </a:cxn>
                <a:cxn ang="0">
                  <a:pos x="13" y="0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/>
              <a:ahLst/>
              <a:cxnLst>
                <a:cxn ang="0">
                  <a:pos x="28" y="56"/>
                </a:cxn>
                <a:cxn ang="0">
                  <a:pos x="6" y="92"/>
                </a:cxn>
                <a:cxn ang="0">
                  <a:pos x="36" y="100"/>
                </a:cxn>
                <a:cxn ang="0">
                  <a:pos x="16" y="116"/>
                </a:cxn>
                <a:cxn ang="0">
                  <a:pos x="104" y="136"/>
                </a:cxn>
                <a:cxn ang="0">
                  <a:pos x="142" y="130"/>
                </a:cxn>
                <a:cxn ang="0">
                  <a:pos x="250" y="78"/>
                </a:cxn>
                <a:cxn ang="0">
                  <a:pos x="300" y="66"/>
                </a:cxn>
                <a:cxn ang="0">
                  <a:pos x="324" y="80"/>
                </a:cxn>
                <a:cxn ang="0">
                  <a:pos x="272" y="88"/>
                </a:cxn>
                <a:cxn ang="0">
                  <a:pos x="242" y="112"/>
                </a:cxn>
                <a:cxn ang="0">
                  <a:pos x="254" y="120"/>
                </a:cxn>
                <a:cxn ang="0">
                  <a:pos x="260" y="158"/>
                </a:cxn>
                <a:cxn ang="0">
                  <a:pos x="350" y="192"/>
                </a:cxn>
                <a:cxn ang="0">
                  <a:pos x="336" y="210"/>
                </a:cxn>
                <a:cxn ang="0">
                  <a:pos x="368" y="246"/>
                </a:cxn>
                <a:cxn ang="0">
                  <a:pos x="348" y="266"/>
                </a:cxn>
                <a:cxn ang="0">
                  <a:pos x="324" y="294"/>
                </a:cxn>
                <a:cxn ang="0">
                  <a:pos x="294" y="324"/>
                </a:cxn>
                <a:cxn ang="0">
                  <a:pos x="292" y="420"/>
                </a:cxn>
                <a:cxn ang="0">
                  <a:pos x="332" y="446"/>
                </a:cxn>
                <a:cxn ang="0">
                  <a:pos x="388" y="448"/>
                </a:cxn>
                <a:cxn ang="0">
                  <a:pos x="412" y="422"/>
                </a:cxn>
                <a:cxn ang="0">
                  <a:pos x="506" y="356"/>
                </a:cxn>
                <a:cxn ang="0">
                  <a:pos x="572" y="334"/>
                </a:cxn>
                <a:cxn ang="0">
                  <a:pos x="646" y="308"/>
                </a:cxn>
                <a:cxn ang="0">
                  <a:pos x="720" y="290"/>
                </a:cxn>
                <a:cxn ang="0">
                  <a:pos x="762" y="260"/>
                </a:cxn>
                <a:cxn ang="0">
                  <a:pos x="800" y="200"/>
                </a:cxn>
                <a:cxn ang="0">
                  <a:pos x="802" y="154"/>
                </a:cxn>
                <a:cxn ang="0">
                  <a:pos x="802" y="124"/>
                </a:cxn>
                <a:cxn ang="0">
                  <a:pos x="832" y="90"/>
                </a:cxn>
                <a:cxn ang="0">
                  <a:pos x="876" y="94"/>
                </a:cxn>
                <a:cxn ang="0">
                  <a:pos x="922" y="52"/>
                </a:cxn>
                <a:cxn ang="0">
                  <a:pos x="888" y="56"/>
                </a:cxn>
                <a:cxn ang="0">
                  <a:pos x="848" y="46"/>
                </a:cxn>
                <a:cxn ang="0">
                  <a:pos x="794" y="22"/>
                </a:cxn>
                <a:cxn ang="0">
                  <a:pos x="642" y="26"/>
                </a:cxn>
                <a:cxn ang="0">
                  <a:pos x="584" y="38"/>
                </a:cxn>
                <a:cxn ang="0">
                  <a:pos x="556" y="38"/>
                </a:cxn>
                <a:cxn ang="0">
                  <a:pos x="516" y="54"/>
                </a:cxn>
                <a:cxn ang="0">
                  <a:pos x="478" y="30"/>
                </a:cxn>
                <a:cxn ang="0">
                  <a:pos x="432" y="40"/>
                </a:cxn>
                <a:cxn ang="0">
                  <a:pos x="366" y="52"/>
                </a:cxn>
                <a:cxn ang="0">
                  <a:pos x="410" y="38"/>
                </a:cxn>
                <a:cxn ang="0">
                  <a:pos x="352" y="8"/>
                </a:cxn>
                <a:cxn ang="0">
                  <a:pos x="334" y="2"/>
                </a:cxn>
                <a:cxn ang="0">
                  <a:pos x="314" y="8"/>
                </a:cxn>
                <a:cxn ang="0">
                  <a:pos x="240" y="16"/>
                </a:cxn>
                <a:cxn ang="0">
                  <a:pos x="160" y="28"/>
                </a:cxn>
                <a:cxn ang="0">
                  <a:pos x="108" y="26"/>
                </a:cxn>
                <a:cxn ang="0">
                  <a:pos x="114" y="68"/>
                </a:cxn>
                <a:cxn ang="0">
                  <a:pos x="104" y="52"/>
                </a:cxn>
                <a:cxn ang="0">
                  <a:pos x="60" y="42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invGray">
            <a:xfrm>
              <a:off x="2009" y="2135"/>
              <a:ext cx="39" cy="25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invGray">
            <a:xfrm>
              <a:off x="2292" y="2201"/>
              <a:ext cx="127" cy="54"/>
            </a:xfrm>
            <a:custGeom>
              <a:avLst/>
              <a:gdLst/>
              <a:ahLst/>
              <a:cxnLst>
                <a:cxn ang="0">
                  <a:pos x="102" y="8"/>
                </a:cxn>
                <a:cxn ang="0">
                  <a:pos x="66" y="4"/>
                </a:cxn>
                <a:cxn ang="0">
                  <a:pos x="54" y="0"/>
                </a:cxn>
                <a:cxn ang="0">
                  <a:pos x="0" y="28"/>
                </a:cxn>
                <a:cxn ang="0">
                  <a:pos x="28" y="40"/>
                </a:cxn>
                <a:cxn ang="0">
                  <a:pos x="42" y="60"/>
                </a:cxn>
                <a:cxn ang="0">
                  <a:pos x="66" y="68"/>
                </a:cxn>
                <a:cxn ang="0">
                  <a:pos x="78" y="72"/>
                </a:cxn>
                <a:cxn ang="0">
                  <a:pos x="130" y="60"/>
                </a:cxn>
                <a:cxn ang="0">
                  <a:pos x="172" y="44"/>
                </a:cxn>
                <a:cxn ang="0">
                  <a:pos x="148" y="18"/>
                </a:cxn>
                <a:cxn ang="0">
                  <a:pos x="136" y="4"/>
                </a:cxn>
                <a:cxn ang="0">
                  <a:pos x="102" y="8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invGray">
            <a:xfrm>
              <a:off x="2393" y="2038"/>
              <a:ext cx="39" cy="26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8" y="20"/>
                </a:cxn>
                <a:cxn ang="0">
                  <a:pos x="24" y="32"/>
                </a:cxn>
                <a:cxn ang="0">
                  <a:pos x="42" y="30"/>
                </a:cxn>
                <a:cxn ang="0">
                  <a:pos x="34" y="0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invGray">
            <a:xfrm>
              <a:off x="2662" y="2005"/>
              <a:ext cx="155" cy="62"/>
            </a:xfrm>
            <a:custGeom>
              <a:avLst/>
              <a:gdLst/>
              <a:ahLst/>
              <a:cxnLst>
                <a:cxn ang="0">
                  <a:pos x="191" y="7"/>
                </a:cxn>
                <a:cxn ang="0">
                  <a:pos x="103" y="9"/>
                </a:cxn>
                <a:cxn ang="0">
                  <a:pos x="109" y="25"/>
                </a:cxn>
                <a:cxn ang="0">
                  <a:pos x="107" y="33"/>
                </a:cxn>
                <a:cxn ang="0">
                  <a:pos x="89" y="27"/>
                </a:cxn>
                <a:cxn ang="0">
                  <a:pos x="77" y="19"/>
                </a:cxn>
                <a:cxn ang="0">
                  <a:pos x="23" y="27"/>
                </a:cxn>
                <a:cxn ang="0">
                  <a:pos x="31" y="49"/>
                </a:cxn>
                <a:cxn ang="0">
                  <a:pos x="55" y="53"/>
                </a:cxn>
                <a:cxn ang="0">
                  <a:pos x="75" y="73"/>
                </a:cxn>
                <a:cxn ang="0">
                  <a:pos x="89" y="85"/>
                </a:cxn>
                <a:cxn ang="0">
                  <a:pos x="109" y="67"/>
                </a:cxn>
                <a:cxn ang="0">
                  <a:pos x="121" y="59"/>
                </a:cxn>
                <a:cxn ang="0">
                  <a:pos x="127" y="47"/>
                </a:cxn>
                <a:cxn ang="0">
                  <a:pos x="167" y="35"/>
                </a:cxn>
                <a:cxn ang="0">
                  <a:pos x="187" y="31"/>
                </a:cxn>
                <a:cxn ang="0">
                  <a:pos x="199" y="27"/>
                </a:cxn>
                <a:cxn ang="0">
                  <a:pos x="191" y="7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invGray">
            <a:xfrm>
              <a:off x="2759" y="2039"/>
              <a:ext cx="48" cy="19"/>
            </a:xfrm>
            <a:custGeom>
              <a:avLst/>
              <a:gdLst/>
              <a:ahLst/>
              <a:cxnLst>
                <a:cxn ang="0">
                  <a:pos x="36" y="6"/>
                </a:cxn>
                <a:cxn ang="0">
                  <a:pos x="8" y="4"/>
                </a:cxn>
                <a:cxn ang="0">
                  <a:pos x="24" y="28"/>
                </a:cxn>
                <a:cxn ang="0">
                  <a:pos x="54" y="14"/>
                </a:cxn>
                <a:cxn ang="0">
                  <a:pos x="36" y="6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invGray">
            <a:xfrm>
              <a:off x="2467" y="2311"/>
              <a:ext cx="110" cy="132"/>
            </a:xfrm>
            <a:custGeom>
              <a:avLst/>
              <a:gdLst/>
              <a:ahLst/>
              <a:cxnLst>
                <a:cxn ang="0">
                  <a:pos x="24" y="19"/>
                </a:cxn>
                <a:cxn ang="0">
                  <a:pos x="0" y="25"/>
                </a:cxn>
                <a:cxn ang="0">
                  <a:pos x="14" y="43"/>
                </a:cxn>
                <a:cxn ang="0">
                  <a:pos x="34" y="87"/>
                </a:cxn>
                <a:cxn ang="0">
                  <a:pos x="52" y="91"/>
                </a:cxn>
                <a:cxn ang="0">
                  <a:pos x="50" y="107"/>
                </a:cxn>
                <a:cxn ang="0">
                  <a:pos x="28" y="113"/>
                </a:cxn>
                <a:cxn ang="0">
                  <a:pos x="16" y="131"/>
                </a:cxn>
                <a:cxn ang="0">
                  <a:pos x="18" y="137"/>
                </a:cxn>
                <a:cxn ang="0">
                  <a:pos x="30" y="141"/>
                </a:cxn>
                <a:cxn ang="0">
                  <a:pos x="18" y="169"/>
                </a:cxn>
                <a:cxn ang="0">
                  <a:pos x="20" y="175"/>
                </a:cxn>
                <a:cxn ang="0">
                  <a:pos x="34" y="171"/>
                </a:cxn>
                <a:cxn ang="0">
                  <a:pos x="58" y="169"/>
                </a:cxn>
                <a:cxn ang="0">
                  <a:pos x="92" y="171"/>
                </a:cxn>
                <a:cxn ang="0">
                  <a:pos x="110" y="169"/>
                </a:cxn>
                <a:cxn ang="0">
                  <a:pos x="122" y="165"/>
                </a:cxn>
                <a:cxn ang="0">
                  <a:pos x="128" y="141"/>
                </a:cxn>
                <a:cxn ang="0">
                  <a:pos x="146" y="133"/>
                </a:cxn>
                <a:cxn ang="0">
                  <a:pos x="110" y="109"/>
                </a:cxn>
                <a:cxn ang="0">
                  <a:pos x="88" y="83"/>
                </a:cxn>
                <a:cxn ang="0">
                  <a:pos x="82" y="69"/>
                </a:cxn>
                <a:cxn ang="0">
                  <a:pos x="64" y="61"/>
                </a:cxn>
                <a:cxn ang="0">
                  <a:pos x="86" y="45"/>
                </a:cxn>
                <a:cxn ang="0">
                  <a:pos x="64" y="31"/>
                </a:cxn>
                <a:cxn ang="0">
                  <a:pos x="70" y="13"/>
                </a:cxn>
                <a:cxn ang="0">
                  <a:pos x="46" y="1"/>
                </a:cxn>
                <a:cxn ang="0">
                  <a:pos x="30" y="9"/>
                </a:cxn>
                <a:cxn ang="0">
                  <a:pos x="24" y="19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invGray">
            <a:xfrm>
              <a:off x="2413" y="2359"/>
              <a:ext cx="69" cy="70"/>
            </a:xfrm>
            <a:custGeom>
              <a:avLst/>
              <a:gdLst/>
              <a:ahLst/>
              <a:cxnLst>
                <a:cxn ang="0">
                  <a:pos x="58" y="6"/>
                </a:cxn>
                <a:cxn ang="0">
                  <a:pos x="82" y="8"/>
                </a:cxn>
                <a:cxn ang="0">
                  <a:pos x="92" y="26"/>
                </a:cxn>
                <a:cxn ang="0">
                  <a:pos x="78" y="48"/>
                </a:cxn>
                <a:cxn ang="0">
                  <a:pos x="46" y="76"/>
                </a:cxn>
                <a:cxn ang="0">
                  <a:pos x="18" y="92"/>
                </a:cxn>
                <a:cxn ang="0">
                  <a:pos x="8" y="72"/>
                </a:cxn>
                <a:cxn ang="0">
                  <a:pos x="20" y="64"/>
                </a:cxn>
                <a:cxn ang="0">
                  <a:pos x="14" y="46"/>
                </a:cxn>
                <a:cxn ang="0">
                  <a:pos x="40" y="28"/>
                </a:cxn>
                <a:cxn ang="0">
                  <a:pos x="58" y="6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invGray">
            <a:xfrm>
              <a:off x="4099" y="3502"/>
              <a:ext cx="474" cy="493"/>
            </a:xfrm>
            <a:custGeom>
              <a:avLst/>
              <a:gdLst/>
              <a:ahLst/>
              <a:cxnLst>
                <a:cxn ang="0">
                  <a:pos x="212" y="11"/>
                </a:cxn>
                <a:cxn ang="0">
                  <a:pos x="176" y="19"/>
                </a:cxn>
                <a:cxn ang="0">
                  <a:pos x="144" y="51"/>
                </a:cxn>
                <a:cxn ang="0">
                  <a:pos x="104" y="59"/>
                </a:cxn>
                <a:cxn ang="0">
                  <a:pos x="84" y="75"/>
                </a:cxn>
                <a:cxn ang="0">
                  <a:pos x="68" y="115"/>
                </a:cxn>
                <a:cxn ang="0">
                  <a:pos x="36" y="167"/>
                </a:cxn>
                <a:cxn ang="0">
                  <a:pos x="0" y="179"/>
                </a:cxn>
                <a:cxn ang="0">
                  <a:pos x="72" y="323"/>
                </a:cxn>
                <a:cxn ang="0">
                  <a:pos x="120" y="427"/>
                </a:cxn>
                <a:cxn ang="0">
                  <a:pos x="144" y="443"/>
                </a:cxn>
                <a:cxn ang="0">
                  <a:pos x="168" y="451"/>
                </a:cxn>
                <a:cxn ang="0">
                  <a:pos x="228" y="431"/>
                </a:cxn>
                <a:cxn ang="0">
                  <a:pos x="252" y="423"/>
                </a:cxn>
                <a:cxn ang="0">
                  <a:pos x="300" y="451"/>
                </a:cxn>
                <a:cxn ang="0">
                  <a:pos x="324" y="527"/>
                </a:cxn>
                <a:cxn ang="0">
                  <a:pos x="336" y="523"/>
                </a:cxn>
                <a:cxn ang="0">
                  <a:pos x="344" y="511"/>
                </a:cxn>
                <a:cxn ang="0">
                  <a:pos x="368" y="547"/>
                </a:cxn>
                <a:cxn ang="0">
                  <a:pos x="404" y="571"/>
                </a:cxn>
                <a:cxn ang="0">
                  <a:pos x="436" y="603"/>
                </a:cxn>
                <a:cxn ang="0">
                  <a:pos x="444" y="615"/>
                </a:cxn>
                <a:cxn ang="0">
                  <a:pos x="456" y="623"/>
                </a:cxn>
                <a:cxn ang="0">
                  <a:pos x="484" y="655"/>
                </a:cxn>
                <a:cxn ang="0">
                  <a:pos x="492" y="631"/>
                </a:cxn>
                <a:cxn ang="0">
                  <a:pos x="540" y="659"/>
                </a:cxn>
                <a:cxn ang="0">
                  <a:pos x="588" y="655"/>
                </a:cxn>
                <a:cxn ang="0">
                  <a:pos x="616" y="531"/>
                </a:cxn>
                <a:cxn ang="0">
                  <a:pos x="632" y="463"/>
                </a:cxn>
                <a:cxn ang="0">
                  <a:pos x="620" y="367"/>
                </a:cxn>
                <a:cxn ang="0">
                  <a:pos x="536" y="271"/>
                </a:cxn>
                <a:cxn ang="0">
                  <a:pos x="528" y="235"/>
                </a:cxn>
                <a:cxn ang="0">
                  <a:pos x="460" y="179"/>
                </a:cxn>
                <a:cxn ang="0">
                  <a:pos x="472" y="155"/>
                </a:cxn>
                <a:cxn ang="0">
                  <a:pos x="456" y="131"/>
                </a:cxn>
                <a:cxn ang="0">
                  <a:pos x="416" y="79"/>
                </a:cxn>
                <a:cxn ang="0">
                  <a:pos x="392" y="31"/>
                </a:cxn>
                <a:cxn ang="0">
                  <a:pos x="388" y="19"/>
                </a:cxn>
                <a:cxn ang="0">
                  <a:pos x="364" y="151"/>
                </a:cxn>
                <a:cxn ang="0">
                  <a:pos x="324" y="115"/>
                </a:cxn>
                <a:cxn ang="0">
                  <a:pos x="292" y="111"/>
                </a:cxn>
                <a:cxn ang="0">
                  <a:pos x="272" y="87"/>
                </a:cxn>
                <a:cxn ang="0">
                  <a:pos x="264" y="63"/>
                </a:cxn>
                <a:cxn ang="0">
                  <a:pos x="276" y="55"/>
                </a:cxn>
                <a:cxn ang="0">
                  <a:pos x="240" y="19"/>
                </a:cxn>
                <a:cxn ang="0">
                  <a:pos x="216" y="11"/>
                </a:cxn>
                <a:cxn ang="0">
                  <a:pos x="204" y="7"/>
                </a:cxn>
                <a:cxn ang="0">
                  <a:pos x="212" y="11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invGray">
            <a:xfrm>
              <a:off x="4246" y="3241"/>
              <a:ext cx="319" cy="207"/>
            </a:xfrm>
            <a:custGeom>
              <a:avLst/>
              <a:gdLst/>
              <a:ahLst/>
              <a:cxnLst>
                <a:cxn ang="0">
                  <a:pos x="84" y="60"/>
                </a:cxn>
                <a:cxn ang="0">
                  <a:pos x="68" y="36"/>
                </a:cxn>
                <a:cxn ang="0">
                  <a:pos x="64" y="16"/>
                </a:cxn>
                <a:cxn ang="0">
                  <a:pos x="52" y="12"/>
                </a:cxn>
                <a:cxn ang="0">
                  <a:pos x="16" y="16"/>
                </a:cxn>
                <a:cxn ang="0">
                  <a:pos x="44" y="40"/>
                </a:cxn>
                <a:cxn ang="0">
                  <a:pos x="48" y="52"/>
                </a:cxn>
                <a:cxn ang="0">
                  <a:pos x="24" y="68"/>
                </a:cxn>
                <a:cxn ang="0">
                  <a:pos x="88" y="92"/>
                </a:cxn>
                <a:cxn ang="0">
                  <a:pos x="124" y="112"/>
                </a:cxn>
                <a:cxn ang="0">
                  <a:pos x="128" y="124"/>
                </a:cxn>
                <a:cxn ang="0">
                  <a:pos x="140" y="132"/>
                </a:cxn>
                <a:cxn ang="0">
                  <a:pos x="148" y="156"/>
                </a:cxn>
                <a:cxn ang="0">
                  <a:pos x="132" y="196"/>
                </a:cxn>
                <a:cxn ang="0">
                  <a:pos x="180" y="188"/>
                </a:cxn>
                <a:cxn ang="0">
                  <a:pos x="192" y="216"/>
                </a:cxn>
                <a:cxn ang="0">
                  <a:pos x="216" y="224"/>
                </a:cxn>
                <a:cxn ang="0">
                  <a:pos x="228" y="228"/>
                </a:cxn>
                <a:cxn ang="0">
                  <a:pos x="252" y="224"/>
                </a:cxn>
                <a:cxn ang="0">
                  <a:pos x="276" y="196"/>
                </a:cxn>
                <a:cxn ang="0">
                  <a:pos x="336" y="252"/>
                </a:cxn>
                <a:cxn ang="0">
                  <a:pos x="364" y="280"/>
                </a:cxn>
                <a:cxn ang="0">
                  <a:pos x="360" y="224"/>
                </a:cxn>
                <a:cxn ang="0">
                  <a:pos x="336" y="200"/>
                </a:cxn>
                <a:cxn ang="0">
                  <a:pos x="372" y="168"/>
                </a:cxn>
                <a:cxn ang="0">
                  <a:pos x="408" y="156"/>
                </a:cxn>
                <a:cxn ang="0">
                  <a:pos x="420" y="152"/>
                </a:cxn>
                <a:cxn ang="0">
                  <a:pos x="424" y="140"/>
                </a:cxn>
                <a:cxn ang="0">
                  <a:pos x="356" y="148"/>
                </a:cxn>
                <a:cxn ang="0">
                  <a:pos x="304" y="140"/>
                </a:cxn>
                <a:cxn ang="0">
                  <a:pos x="300" y="128"/>
                </a:cxn>
                <a:cxn ang="0">
                  <a:pos x="292" y="116"/>
                </a:cxn>
                <a:cxn ang="0">
                  <a:pos x="220" y="80"/>
                </a:cxn>
                <a:cxn ang="0">
                  <a:pos x="160" y="60"/>
                </a:cxn>
                <a:cxn ang="0">
                  <a:pos x="136" y="52"/>
                </a:cxn>
                <a:cxn ang="0">
                  <a:pos x="80" y="52"/>
                </a:cxn>
                <a:cxn ang="0">
                  <a:pos x="68" y="32"/>
                </a:cxn>
                <a:cxn ang="0">
                  <a:pos x="68" y="0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0" y="37"/>
                </a:cxn>
                <a:cxn ang="0">
                  <a:pos x="28" y="49"/>
                </a:cxn>
                <a:cxn ang="0">
                  <a:pos x="84" y="89"/>
                </a:cxn>
                <a:cxn ang="0">
                  <a:pos x="120" y="113"/>
                </a:cxn>
                <a:cxn ang="0">
                  <a:pos x="132" y="121"/>
                </a:cxn>
                <a:cxn ang="0">
                  <a:pos x="136" y="169"/>
                </a:cxn>
                <a:cxn ang="0">
                  <a:pos x="116" y="201"/>
                </a:cxn>
                <a:cxn ang="0">
                  <a:pos x="136" y="197"/>
                </a:cxn>
                <a:cxn ang="0">
                  <a:pos x="148" y="189"/>
                </a:cxn>
                <a:cxn ang="0">
                  <a:pos x="160" y="201"/>
                </a:cxn>
                <a:cxn ang="0">
                  <a:pos x="184" y="217"/>
                </a:cxn>
                <a:cxn ang="0">
                  <a:pos x="208" y="233"/>
                </a:cxn>
                <a:cxn ang="0">
                  <a:pos x="240" y="221"/>
                </a:cxn>
                <a:cxn ang="0">
                  <a:pos x="248" y="197"/>
                </a:cxn>
                <a:cxn ang="0">
                  <a:pos x="268" y="201"/>
                </a:cxn>
                <a:cxn ang="0">
                  <a:pos x="292" y="209"/>
                </a:cxn>
                <a:cxn ang="0">
                  <a:pos x="340" y="281"/>
                </a:cxn>
                <a:cxn ang="0">
                  <a:pos x="356" y="277"/>
                </a:cxn>
                <a:cxn ang="0">
                  <a:pos x="352" y="253"/>
                </a:cxn>
                <a:cxn ang="0">
                  <a:pos x="316" y="197"/>
                </a:cxn>
                <a:cxn ang="0">
                  <a:pos x="360" y="173"/>
                </a:cxn>
                <a:cxn ang="0">
                  <a:pos x="408" y="145"/>
                </a:cxn>
                <a:cxn ang="0">
                  <a:pos x="409" y="120"/>
                </a:cxn>
                <a:cxn ang="0">
                  <a:pos x="367" y="138"/>
                </a:cxn>
                <a:cxn ang="0">
                  <a:pos x="308" y="137"/>
                </a:cxn>
                <a:cxn ang="0">
                  <a:pos x="264" y="97"/>
                </a:cxn>
                <a:cxn ang="0">
                  <a:pos x="180" y="61"/>
                </a:cxn>
                <a:cxn ang="0">
                  <a:pos x="132" y="33"/>
                </a:cxn>
                <a:cxn ang="0">
                  <a:pos x="92" y="41"/>
                </a:cxn>
                <a:cxn ang="0">
                  <a:pos x="76" y="57"/>
                </a:cxn>
                <a:cxn ang="0">
                  <a:pos x="56" y="17"/>
                </a:cxn>
                <a:cxn ang="0">
                  <a:pos x="0" y="1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invGray">
            <a:xfrm>
              <a:off x="4485" y="4013"/>
              <a:ext cx="44" cy="58"/>
            </a:xfrm>
            <a:custGeom>
              <a:avLst/>
              <a:gdLst/>
              <a:ahLst/>
              <a:cxnLst>
                <a:cxn ang="0">
                  <a:pos x="32" y="18"/>
                </a:cxn>
                <a:cxn ang="0">
                  <a:pos x="0" y="18"/>
                </a:cxn>
                <a:cxn ang="0">
                  <a:pos x="20" y="42"/>
                </a:cxn>
                <a:cxn ang="0">
                  <a:pos x="28" y="66"/>
                </a:cxn>
                <a:cxn ang="0">
                  <a:pos x="32" y="78"/>
                </a:cxn>
                <a:cxn ang="0">
                  <a:pos x="60" y="50"/>
                </a:cxn>
                <a:cxn ang="0">
                  <a:pos x="32" y="18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invGray">
            <a:xfrm>
              <a:off x="4621" y="3923"/>
              <a:ext cx="163" cy="84"/>
            </a:xfrm>
            <a:custGeom>
              <a:avLst/>
              <a:gdLst/>
              <a:ahLst/>
              <a:cxnLst>
                <a:cxn ang="0">
                  <a:pos x="47" y="73"/>
                </a:cxn>
                <a:cxn ang="0">
                  <a:pos x="39" y="61"/>
                </a:cxn>
                <a:cxn ang="0">
                  <a:pos x="15" y="69"/>
                </a:cxn>
                <a:cxn ang="0">
                  <a:pos x="39" y="113"/>
                </a:cxn>
                <a:cxn ang="0">
                  <a:pos x="123" y="89"/>
                </a:cxn>
                <a:cxn ang="0">
                  <a:pos x="147" y="73"/>
                </a:cxn>
                <a:cxn ang="0">
                  <a:pos x="171" y="65"/>
                </a:cxn>
                <a:cxn ang="0">
                  <a:pos x="219" y="19"/>
                </a:cxn>
                <a:cxn ang="0">
                  <a:pos x="210" y="0"/>
                </a:cxn>
                <a:cxn ang="0">
                  <a:pos x="179" y="17"/>
                </a:cxn>
                <a:cxn ang="0">
                  <a:pos x="107" y="41"/>
                </a:cxn>
                <a:cxn ang="0">
                  <a:pos x="83" y="45"/>
                </a:cxn>
                <a:cxn ang="0">
                  <a:pos x="59" y="53"/>
                </a:cxn>
                <a:cxn ang="0">
                  <a:pos x="47" y="73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invGray">
            <a:xfrm>
              <a:off x="4791" y="3872"/>
              <a:ext cx="104" cy="93"/>
            </a:xfrm>
            <a:custGeom>
              <a:avLst/>
              <a:gdLst/>
              <a:ahLst/>
              <a:cxnLst>
                <a:cxn ang="0">
                  <a:pos x="12" y="60"/>
                </a:cxn>
                <a:cxn ang="0">
                  <a:pos x="8" y="84"/>
                </a:cxn>
                <a:cxn ang="0">
                  <a:pos x="0" y="108"/>
                </a:cxn>
                <a:cxn ang="0">
                  <a:pos x="36" y="116"/>
                </a:cxn>
                <a:cxn ang="0">
                  <a:pos x="52" y="96"/>
                </a:cxn>
                <a:cxn ang="0">
                  <a:pos x="124" y="68"/>
                </a:cxn>
                <a:cxn ang="0">
                  <a:pos x="136" y="44"/>
                </a:cxn>
                <a:cxn ang="0">
                  <a:pos x="112" y="28"/>
                </a:cxn>
                <a:cxn ang="0">
                  <a:pos x="100" y="20"/>
                </a:cxn>
                <a:cxn ang="0">
                  <a:pos x="64" y="12"/>
                </a:cxn>
                <a:cxn ang="0">
                  <a:pos x="52" y="36"/>
                </a:cxn>
                <a:cxn ang="0">
                  <a:pos x="12" y="60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8" y="11"/>
                </a:cxn>
                <a:cxn ang="0">
                  <a:pos x="24" y="35"/>
                </a:cxn>
                <a:cxn ang="0">
                  <a:pos x="39" y="26"/>
                </a:cxn>
                <a:cxn ang="0">
                  <a:pos x="29" y="0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/>
              <a:ahLst/>
              <a:cxnLst>
                <a:cxn ang="0">
                  <a:pos x="128" y="0"/>
                </a:cxn>
                <a:cxn ang="0">
                  <a:pos x="104" y="28"/>
                </a:cxn>
                <a:cxn ang="0">
                  <a:pos x="88" y="64"/>
                </a:cxn>
                <a:cxn ang="0">
                  <a:pos x="36" y="84"/>
                </a:cxn>
                <a:cxn ang="0">
                  <a:pos x="28" y="96"/>
                </a:cxn>
                <a:cxn ang="0">
                  <a:pos x="16" y="100"/>
                </a:cxn>
                <a:cxn ang="0">
                  <a:pos x="20" y="132"/>
                </a:cxn>
                <a:cxn ang="0">
                  <a:pos x="28" y="156"/>
                </a:cxn>
                <a:cxn ang="0">
                  <a:pos x="0" y="200"/>
                </a:cxn>
                <a:cxn ang="0">
                  <a:pos x="28" y="260"/>
                </a:cxn>
                <a:cxn ang="0">
                  <a:pos x="52" y="268"/>
                </a:cxn>
                <a:cxn ang="0">
                  <a:pos x="88" y="216"/>
                </a:cxn>
                <a:cxn ang="0">
                  <a:pos x="104" y="192"/>
                </a:cxn>
                <a:cxn ang="0">
                  <a:pos x="128" y="116"/>
                </a:cxn>
                <a:cxn ang="0">
                  <a:pos x="140" y="76"/>
                </a:cxn>
                <a:cxn ang="0">
                  <a:pos x="164" y="72"/>
                </a:cxn>
                <a:cxn ang="0">
                  <a:pos x="128" y="0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invGray">
            <a:xfrm>
              <a:off x="3655" y="3034"/>
              <a:ext cx="49" cy="5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25" y="60"/>
                </a:cxn>
                <a:cxn ang="0">
                  <a:pos x="29" y="76"/>
                </a:cxn>
                <a:cxn ang="0">
                  <a:pos x="41" y="80"/>
                </a:cxn>
                <a:cxn ang="0">
                  <a:pos x="57" y="76"/>
                </a:cxn>
                <a:cxn ang="0">
                  <a:pos x="29" y="0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invGray">
            <a:xfrm>
              <a:off x="3988" y="3100"/>
              <a:ext cx="111" cy="181"/>
            </a:xfrm>
            <a:custGeom>
              <a:avLst/>
              <a:gdLst/>
              <a:ahLst/>
              <a:cxnLst>
                <a:cxn ang="0">
                  <a:pos x="96" y="0"/>
                </a:cxn>
                <a:cxn ang="0">
                  <a:pos x="60" y="84"/>
                </a:cxn>
                <a:cxn ang="0">
                  <a:pos x="36" y="92"/>
                </a:cxn>
                <a:cxn ang="0">
                  <a:pos x="12" y="108"/>
                </a:cxn>
                <a:cxn ang="0">
                  <a:pos x="40" y="188"/>
                </a:cxn>
                <a:cxn ang="0">
                  <a:pos x="52" y="224"/>
                </a:cxn>
                <a:cxn ang="0">
                  <a:pos x="60" y="236"/>
                </a:cxn>
                <a:cxn ang="0">
                  <a:pos x="84" y="244"/>
                </a:cxn>
                <a:cxn ang="0">
                  <a:pos x="96" y="196"/>
                </a:cxn>
                <a:cxn ang="0">
                  <a:pos x="124" y="168"/>
                </a:cxn>
                <a:cxn ang="0">
                  <a:pos x="112" y="68"/>
                </a:cxn>
                <a:cxn ang="0">
                  <a:pos x="140" y="48"/>
                </a:cxn>
                <a:cxn ang="0">
                  <a:pos x="112" y="20"/>
                </a:cxn>
                <a:cxn ang="0">
                  <a:pos x="96" y="0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/>
              <a:ahLst/>
              <a:cxnLst>
                <a:cxn ang="0">
                  <a:pos x="48" y="2"/>
                </a:cxn>
                <a:cxn ang="0">
                  <a:pos x="51" y="35"/>
                </a:cxn>
                <a:cxn ang="0">
                  <a:pos x="60" y="62"/>
                </a:cxn>
                <a:cxn ang="0">
                  <a:pos x="62" y="92"/>
                </a:cxn>
                <a:cxn ang="0">
                  <a:pos x="68" y="105"/>
                </a:cxn>
                <a:cxn ang="0">
                  <a:pos x="71" y="126"/>
                </a:cxn>
                <a:cxn ang="0">
                  <a:pos x="57" y="93"/>
                </a:cxn>
                <a:cxn ang="0">
                  <a:pos x="35" y="78"/>
                </a:cxn>
                <a:cxn ang="0">
                  <a:pos x="5" y="83"/>
                </a:cxn>
                <a:cxn ang="0">
                  <a:pos x="8" y="102"/>
                </a:cxn>
                <a:cxn ang="0">
                  <a:pos x="41" y="114"/>
                </a:cxn>
                <a:cxn ang="0">
                  <a:pos x="57" y="135"/>
                </a:cxn>
                <a:cxn ang="0">
                  <a:pos x="71" y="135"/>
                </a:cxn>
                <a:cxn ang="0">
                  <a:pos x="78" y="150"/>
                </a:cxn>
                <a:cxn ang="0">
                  <a:pos x="96" y="179"/>
                </a:cxn>
                <a:cxn ang="0">
                  <a:pos x="81" y="126"/>
                </a:cxn>
                <a:cxn ang="0">
                  <a:pos x="80" y="93"/>
                </a:cxn>
                <a:cxn ang="0">
                  <a:pos x="71" y="63"/>
                </a:cxn>
                <a:cxn ang="0">
                  <a:pos x="63" y="41"/>
                </a:cxn>
                <a:cxn ang="0">
                  <a:pos x="57" y="20"/>
                </a:cxn>
                <a:cxn ang="0">
                  <a:pos x="48" y="2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invGray">
            <a:xfrm>
              <a:off x="3943" y="3153"/>
              <a:ext cx="40" cy="132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5"/>
                </a:cxn>
                <a:cxn ang="0">
                  <a:pos x="9" y="54"/>
                </a:cxn>
                <a:cxn ang="0">
                  <a:pos x="18" y="94"/>
                </a:cxn>
                <a:cxn ang="0">
                  <a:pos x="34" y="129"/>
                </a:cxn>
                <a:cxn ang="0">
                  <a:pos x="54" y="175"/>
                </a:cxn>
                <a:cxn ang="0">
                  <a:pos x="40" y="115"/>
                </a:cxn>
                <a:cxn ang="0">
                  <a:pos x="34" y="93"/>
                </a:cxn>
                <a:cxn ang="0">
                  <a:pos x="28" y="61"/>
                </a:cxn>
                <a:cxn ang="0">
                  <a:pos x="25" y="46"/>
                </a:cxn>
                <a:cxn ang="0">
                  <a:pos x="16" y="37"/>
                </a:cxn>
                <a:cxn ang="0">
                  <a:pos x="6" y="0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invGray">
            <a:xfrm>
              <a:off x="3988" y="3291"/>
              <a:ext cx="65" cy="5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8" y="34"/>
                </a:cxn>
                <a:cxn ang="0">
                  <a:pos x="23" y="43"/>
                </a:cxn>
                <a:cxn ang="0">
                  <a:pos x="48" y="49"/>
                </a:cxn>
                <a:cxn ang="0">
                  <a:pos x="62" y="57"/>
                </a:cxn>
                <a:cxn ang="0">
                  <a:pos x="74" y="66"/>
                </a:cxn>
                <a:cxn ang="0">
                  <a:pos x="86" y="69"/>
                </a:cxn>
                <a:cxn ang="0">
                  <a:pos x="72" y="39"/>
                </a:cxn>
                <a:cxn ang="0">
                  <a:pos x="63" y="22"/>
                </a:cxn>
                <a:cxn ang="0">
                  <a:pos x="36" y="24"/>
                </a:cxn>
                <a:cxn ang="0">
                  <a:pos x="24" y="19"/>
                </a:cxn>
                <a:cxn ang="0">
                  <a:pos x="6" y="0"/>
                </a:cxn>
                <a:cxn ang="0">
                  <a:pos x="2" y="0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invGray">
            <a:xfrm>
              <a:off x="4092" y="3195"/>
              <a:ext cx="86" cy="11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75" y="10"/>
                </a:cxn>
                <a:cxn ang="0">
                  <a:pos x="23" y="15"/>
                </a:cxn>
                <a:cxn ang="0">
                  <a:pos x="14" y="33"/>
                </a:cxn>
                <a:cxn ang="0">
                  <a:pos x="11" y="61"/>
                </a:cxn>
                <a:cxn ang="0">
                  <a:pos x="14" y="75"/>
                </a:cxn>
                <a:cxn ang="0">
                  <a:pos x="3" y="88"/>
                </a:cxn>
                <a:cxn ang="0">
                  <a:pos x="14" y="109"/>
                </a:cxn>
                <a:cxn ang="0">
                  <a:pos x="23" y="124"/>
                </a:cxn>
                <a:cxn ang="0">
                  <a:pos x="15" y="144"/>
                </a:cxn>
                <a:cxn ang="0">
                  <a:pos x="24" y="156"/>
                </a:cxn>
                <a:cxn ang="0">
                  <a:pos x="42" y="144"/>
                </a:cxn>
                <a:cxn ang="0">
                  <a:pos x="50" y="93"/>
                </a:cxn>
                <a:cxn ang="0">
                  <a:pos x="56" y="126"/>
                </a:cxn>
                <a:cxn ang="0">
                  <a:pos x="65" y="145"/>
                </a:cxn>
                <a:cxn ang="0">
                  <a:pos x="62" y="112"/>
                </a:cxn>
                <a:cxn ang="0">
                  <a:pos x="72" y="73"/>
                </a:cxn>
                <a:cxn ang="0">
                  <a:pos x="69" y="51"/>
                </a:cxn>
                <a:cxn ang="0">
                  <a:pos x="54" y="60"/>
                </a:cxn>
                <a:cxn ang="0">
                  <a:pos x="35" y="54"/>
                </a:cxn>
                <a:cxn ang="0">
                  <a:pos x="41" y="36"/>
                </a:cxn>
                <a:cxn ang="0">
                  <a:pos x="62" y="34"/>
                </a:cxn>
                <a:cxn ang="0">
                  <a:pos x="78" y="39"/>
                </a:cxn>
                <a:cxn ang="0">
                  <a:pos x="98" y="30"/>
                </a:cxn>
                <a:cxn ang="0">
                  <a:pos x="111" y="13"/>
                </a:cxn>
                <a:cxn ang="0">
                  <a:pos x="98" y="0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invGray">
            <a:xfrm>
              <a:off x="4064" y="2777"/>
              <a:ext cx="21" cy="7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0" y="16"/>
                </a:cxn>
                <a:cxn ang="0">
                  <a:pos x="6" y="37"/>
                </a:cxn>
                <a:cxn ang="0">
                  <a:pos x="1" y="61"/>
                </a:cxn>
                <a:cxn ang="0">
                  <a:pos x="16" y="94"/>
                </a:cxn>
                <a:cxn ang="0">
                  <a:pos x="30" y="82"/>
                </a:cxn>
                <a:cxn ang="0">
                  <a:pos x="22" y="61"/>
                </a:cxn>
                <a:cxn ang="0">
                  <a:pos x="12" y="0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0" y="20"/>
                </a:cxn>
                <a:cxn ang="0">
                  <a:pos x="8" y="49"/>
                </a:cxn>
                <a:cxn ang="0">
                  <a:pos x="6" y="107"/>
                </a:cxn>
                <a:cxn ang="0">
                  <a:pos x="17" y="103"/>
                </a:cxn>
                <a:cxn ang="0">
                  <a:pos x="20" y="115"/>
                </a:cxn>
                <a:cxn ang="0">
                  <a:pos x="29" y="122"/>
                </a:cxn>
                <a:cxn ang="0">
                  <a:pos x="38" y="140"/>
                </a:cxn>
                <a:cxn ang="0">
                  <a:pos x="48" y="128"/>
                </a:cxn>
                <a:cxn ang="0">
                  <a:pos x="65" y="134"/>
                </a:cxn>
                <a:cxn ang="0">
                  <a:pos x="63" y="109"/>
                </a:cxn>
                <a:cxn ang="0">
                  <a:pos x="48" y="104"/>
                </a:cxn>
                <a:cxn ang="0">
                  <a:pos x="39" y="91"/>
                </a:cxn>
                <a:cxn ang="0">
                  <a:pos x="33" y="73"/>
                </a:cxn>
                <a:cxn ang="0">
                  <a:pos x="41" y="53"/>
                </a:cxn>
                <a:cxn ang="0">
                  <a:pos x="35" y="35"/>
                </a:cxn>
                <a:cxn ang="0">
                  <a:pos x="42" y="20"/>
                </a:cxn>
                <a:cxn ang="0">
                  <a:pos x="29" y="4"/>
                </a:cxn>
                <a:cxn ang="0">
                  <a:pos x="18" y="7"/>
                </a:cxn>
                <a:cxn ang="0">
                  <a:pos x="12" y="2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/>
              <a:ahLst/>
              <a:cxnLst>
                <a:cxn ang="0">
                  <a:pos x="52" y="0"/>
                </a:cxn>
                <a:cxn ang="0">
                  <a:pos x="44" y="18"/>
                </a:cxn>
                <a:cxn ang="0">
                  <a:pos x="32" y="30"/>
                </a:cxn>
                <a:cxn ang="0">
                  <a:pos x="16" y="35"/>
                </a:cxn>
                <a:cxn ang="0">
                  <a:pos x="8" y="48"/>
                </a:cxn>
                <a:cxn ang="0">
                  <a:pos x="4" y="74"/>
                </a:cxn>
                <a:cxn ang="0">
                  <a:pos x="13" y="71"/>
                </a:cxn>
                <a:cxn ang="0">
                  <a:pos x="25" y="62"/>
                </a:cxn>
                <a:cxn ang="0">
                  <a:pos x="34" y="69"/>
                </a:cxn>
                <a:cxn ang="0">
                  <a:pos x="58" y="99"/>
                </a:cxn>
                <a:cxn ang="0">
                  <a:pos x="71" y="72"/>
                </a:cxn>
                <a:cxn ang="0">
                  <a:pos x="85" y="68"/>
                </a:cxn>
                <a:cxn ang="0">
                  <a:pos x="74" y="39"/>
                </a:cxn>
                <a:cxn ang="0">
                  <a:pos x="52" y="0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invGray">
            <a:xfrm>
              <a:off x="4197" y="3193"/>
              <a:ext cx="29" cy="48"/>
            </a:xfrm>
            <a:custGeom>
              <a:avLst/>
              <a:gdLst/>
              <a:ahLst/>
              <a:cxnLst>
                <a:cxn ang="0">
                  <a:pos x="6" y="27"/>
                </a:cxn>
                <a:cxn ang="0">
                  <a:pos x="26" y="66"/>
                </a:cxn>
                <a:cxn ang="0">
                  <a:pos x="30" y="52"/>
                </a:cxn>
                <a:cxn ang="0">
                  <a:pos x="38" y="40"/>
                </a:cxn>
                <a:cxn ang="0">
                  <a:pos x="30" y="25"/>
                </a:cxn>
                <a:cxn ang="0">
                  <a:pos x="20" y="13"/>
                </a:cxn>
                <a:cxn ang="0">
                  <a:pos x="11" y="1"/>
                </a:cxn>
                <a:cxn ang="0">
                  <a:pos x="2" y="12"/>
                </a:cxn>
                <a:cxn ang="0">
                  <a:pos x="6" y="2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3"/>
                </a:cxn>
                <a:cxn ang="0">
                  <a:pos x="24" y="11"/>
                </a:cxn>
                <a:cxn ang="0">
                  <a:pos x="0" y="0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invGray">
            <a:xfrm>
              <a:off x="4208" y="3265"/>
              <a:ext cx="45" cy="39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8"/>
                </a:cxn>
                <a:cxn ang="0">
                  <a:pos x="28" y="33"/>
                </a:cxn>
                <a:cxn ang="0">
                  <a:pos x="42" y="46"/>
                </a:cxn>
                <a:cxn ang="0">
                  <a:pos x="60" y="42"/>
                </a:cxn>
                <a:cxn ang="0">
                  <a:pos x="49" y="24"/>
                </a:cxn>
                <a:cxn ang="0">
                  <a:pos x="28" y="3"/>
                </a:cxn>
                <a:cxn ang="0">
                  <a:pos x="19" y="16"/>
                </a:cxn>
                <a:cxn ang="0">
                  <a:pos x="9" y="0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invGray">
            <a:xfrm>
              <a:off x="4277" y="3335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invGray">
            <a:xfrm>
              <a:off x="4544" y="3293"/>
              <a:ext cx="46" cy="4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4"/>
                </a:cxn>
                <a:cxn ang="0">
                  <a:pos x="24" y="35"/>
                </a:cxn>
                <a:cxn ang="0">
                  <a:pos x="36" y="54"/>
                </a:cxn>
                <a:cxn ang="0">
                  <a:pos x="46" y="63"/>
                </a:cxn>
                <a:cxn ang="0">
                  <a:pos x="61" y="56"/>
                </a:cxn>
                <a:cxn ang="0">
                  <a:pos x="33" y="17"/>
                </a:cxn>
                <a:cxn ang="0">
                  <a:pos x="7" y="0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invGray">
            <a:xfrm>
              <a:off x="4147" y="3351"/>
              <a:ext cx="46" cy="49"/>
            </a:xfrm>
            <a:custGeom>
              <a:avLst/>
              <a:gdLst/>
              <a:ahLst/>
              <a:cxnLst>
                <a:cxn ang="0">
                  <a:pos x="28" y="7"/>
                </a:cxn>
                <a:cxn ang="0">
                  <a:pos x="30" y="34"/>
                </a:cxn>
                <a:cxn ang="0">
                  <a:pos x="16" y="43"/>
                </a:cxn>
                <a:cxn ang="0">
                  <a:pos x="22" y="67"/>
                </a:cxn>
                <a:cxn ang="0">
                  <a:pos x="48" y="58"/>
                </a:cxn>
                <a:cxn ang="0">
                  <a:pos x="60" y="47"/>
                </a:cxn>
                <a:cxn ang="0">
                  <a:pos x="51" y="28"/>
                </a:cxn>
                <a:cxn ang="0">
                  <a:pos x="57" y="14"/>
                </a:cxn>
                <a:cxn ang="0">
                  <a:pos x="55" y="2"/>
                </a:cxn>
                <a:cxn ang="0">
                  <a:pos x="46" y="4"/>
                </a:cxn>
                <a:cxn ang="0">
                  <a:pos x="51" y="5"/>
                </a:cxn>
                <a:cxn ang="0">
                  <a:pos x="49" y="16"/>
                </a:cxn>
                <a:cxn ang="0">
                  <a:pos x="43" y="23"/>
                </a:cxn>
                <a:cxn ang="0">
                  <a:pos x="28" y="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/>
              <a:ahLst/>
              <a:cxnLst>
                <a:cxn ang="0">
                  <a:pos x="21" y="3"/>
                </a:cxn>
                <a:cxn ang="0">
                  <a:pos x="6" y="6"/>
                </a:cxn>
                <a:cxn ang="0">
                  <a:pos x="33" y="36"/>
                </a:cxn>
                <a:cxn ang="0">
                  <a:pos x="42" y="30"/>
                </a:cxn>
                <a:cxn ang="0">
                  <a:pos x="21" y="3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26"/>
                </a:cxn>
                <a:cxn ang="0">
                  <a:pos x="16" y="24"/>
                </a:cxn>
                <a:cxn ang="0">
                  <a:pos x="19" y="29"/>
                </a:cxn>
                <a:cxn ang="0">
                  <a:pos x="16" y="35"/>
                </a:cxn>
                <a:cxn ang="0">
                  <a:pos x="30" y="21"/>
                </a:cxn>
                <a:cxn ang="0">
                  <a:pos x="24" y="9"/>
                </a:cxn>
                <a:cxn ang="0">
                  <a:pos x="21" y="0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invGray">
            <a:xfrm>
              <a:off x="4111" y="3351"/>
              <a:ext cx="33" cy="26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0" y="7"/>
                </a:cxn>
                <a:cxn ang="0">
                  <a:pos x="27" y="31"/>
                </a:cxn>
                <a:cxn ang="0">
                  <a:pos x="45" y="24"/>
                </a:cxn>
                <a:cxn ang="0">
                  <a:pos x="22" y="10"/>
                </a:cxn>
                <a:cxn ang="0">
                  <a:pos x="21" y="0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invGray">
            <a:xfrm>
              <a:off x="4062" y="3021"/>
              <a:ext cx="27" cy="53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1" y="15"/>
                </a:cxn>
                <a:cxn ang="0">
                  <a:pos x="9" y="36"/>
                </a:cxn>
                <a:cxn ang="0">
                  <a:pos x="0" y="59"/>
                </a:cxn>
                <a:cxn ang="0">
                  <a:pos x="8" y="74"/>
                </a:cxn>
                <a:cxn ang="0">
                  <a:pos x="20" y="59"/>
                </a:cxn>
                <a:cxn ang="0">
                  <a:pos x="35" y="32"/>
                </a:cxn>
                <a:cxn ang="0">
                  <a:pos x="30" y="0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invGray">
            <a:xfrm>
              <a:off x="4113" y="3012"/>
              <a:ext cx="19" cy="53"/>
            </a:xfrm>
            <a:custGeom>
              <a:avLst/>
              <a:gdLst/>
              <a:ahLst/>
              <a:cxnLst>
                <a:cxn ang="0">
                  <a:pos x="13" y="7"/>
                </a:cxn>
                <a:cxn ang="0">
                  <a:pos x="4" y="8"/>
                </a:cxn>
                <a:cxn ang="0">
                  <a:pos x="0" y="22"/>
                </a:cxn>
                <a:cxn ang="0">
                  <a:pos x="15" y="41"/>
                </a:cxn>
                <a:cxn ang="0">
                  <a:pos x="25" y="56"/>
                </a:cxn>
                <a:cxn ang="0">
                  <a:pos x="16" y="20"/>
                </a:cxn>
                <a:cxn ang="0">
                  <a:pos x="13" y="7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invGray">
            <a:xfrm>
              <a:off x="4135" y="2995"/>
              <a:ext cx="9" cy="25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" y="10"/>
                </a:cxn>
                <a:cxn ang="0">
                  <a:pos x="11" y="25"/>
                </a:cxn>
                <a:cxn ang="0">
                  <a:pos x="11" y="0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invGray">
            <a:xfrm>
              <a:off x="4145" y="3007"/>
              <a:ext cx="21" cy="4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1" y="14"/>
                </a:cxn>
                <a:cxn ang="0">
                  <a:pos x="20" y="21"/>
                </a:cxn>
                <a:cxn ang="0">
                  <a:pos x="8" y="39"/>
                </a:cxn>
                <a:cxn ang="0">
                  <a:pos x="0" y="56"/>
                </a:cxn>
                <a:cxn ang="0">
                  <a:pos x="11" y="57"/>
                </a:cxn>
                <a:cxn ang="0">
                  <a:pos x="26" y="26"/>
                </a:cxn>
                <a:cxn ang="0">
                  <a:pos x="5" y="0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0" y="7"/>
                </a:cxn>
                <a:cxn ang="0">
                  <a:pos x="8" y="22"/>
                </a:cxn>
                <a:cxn ang="0">
                  <a:pos x="14" y="3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invGray">
            <a:xfrm>
              <a:off x="3866" y="3052"/>
              <a:ext cx="10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invGray">
            <a:xfrm>
              <a:off x="3862" y="3036"/>
              <a:ext cx="12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0" y="10"/>
                </a:cxn>
                <a:cxn ang="0">
                  <a:pos x="12" y="19"/>
                </a:cxn>
                <a:cxn ang="0">
                  <a:pos x="10" y="5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invGray">
            <a:xfrm>
              <a:off x="3850" y="2995"/>
              <a:ext cx="11" cy="17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19" y="18"/>
                </a:cxn>
                <a:cxn ang="0">
                  <a:pos x="14" y="6"/>
                </a:cxn>
                <a:cxn ang="0">
                  <a:pos x="13" y="0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invGray">
            <a:xfrm>
              <a:off x="4688" y="3643"/>
              <a:ext cx="45" cy="61"/>
            </a:xfrm>
            <a:custGeom>
              <a:avLst/>
              <a:gdLst/>
              <a:ahLst/>
              <a:cxnLst>
                <a:cxn ang="0">
                  <a:pos x="10" y="7"/>
                </a:cxn>
                <a:cxn ang="0">
                  <a:pos x="3" y="18"/>
                </a:cxn>
                <a:cxn ang="0">
                  <a:pos x="15" y="39"/>
                </a:cxn>
                <a:cxn ang="0">
                  <a:pos x="27" y="54"/>
                </a:cxn>
                <a:cxn ang="0">
                  <a:pos x="40" y="63"/>
                </a:cxn>
                <a:cxn ang="0">
                  <a:pos x="51" y="81"/>
                </a:cxn>
                <a:cxn ang="0">
                  <a:pos x="52" y="57"/>
                </a:cxn>
                <a:cxn ang="0">
                  <a:pos x="43" y="37"/>
                </a:cxn>
                <a:cxn ang="0">
                  <a:pos x="25" y="18"/>
                </a:cxn>
                <a:cxn ang="0">
                  <a:pos x="10" y="7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invGray">
            <a:xfrm>
              <a:off x="4919" y="3593"/>
              <a:ext cx="53" cy="47"/>
            </a:xfrm>
            <a:custGeom>
              <a:avLst/>
              <a:gdLst/>
              <a:ahLst/>
              <a:cxnLst>
                <a:cxn ang="0">
                  <a:pos x="28" y="23"/>
                </a:cxn>
                <a:cxn ang="0">
                  <a:pos x="13" y="32"/>
                </a:cxn>
                <a:cxn ang="0">
                  <a:pos x="1" y="44"/>
                </a:cxn>
                <a:cxn ang="0">
                  <a:pos x="13" y="59"/>
                </a:cxn>
                <a:cxn ang="0">
                  <a:pos x="28" y="44"/>
                </a:cxn>
                <a:cxn ang="0">
                  <a:pos x="40" y="23"/>
                </a:cxn>
                <a:cxn ang="0">
                  <a:pos x="55" y="0"/>
                </a:cxn>
                <a:cxn ang="0">
                  <a:pos x="71" y="11"/>
                </a:cxn>
                <a:cxn ang="0">
                  <a:pos x="35" y="23"/>
                </a:cxn>
                <a:cxn ang="0">
                  <a:pos x="28" y="23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4"/>
                </a:cxn>
                <a:cxn ang="0">
                  <a:pos x="12" y="30"/>
                </a:cxn>
                <a:cxn ang="0">
                  <a:pos x="9" y="0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0" y="14"/>
                </a:cxn>
                <a:cxn ang="0">
                  <a:pos x="21" y="20"/>
                </a:cxn>
                <a:cxn ang="0">
                  <a:pos x="19" y="0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invGray">
            <a:xfrm>
              <a:off x="4598" y="3351"/>
              <a:ext cx="24" cy="31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10" y="11"/>
                </a:cxn>
                <a:cxn ang="0">
                  <a:pos x="12" y="32"/>
                </a:cxn>
                <a:cxn ang="0">
                  <a:pos x="24" y="36"/>
                </a:cxn>
                <a:cxn ang="0">
                  <a:pos x="28" y="0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invGray">
            <a:xfrm>
              <a:off x="4632" y="3395"/>
              <a:ext cx="26" cy="34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10" y="9"/>
                </a:cxn>
                <a:cxn ang="0">
                  <a:pos x="14" y="32"/>
                </a:cxn>
                <a:cxn ang="0">
                  <a:pos x="26" y="36"/>
                </a:cxn>
                <a:cxn ang="0">
                  <a:pos x="30" y="0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4" y="25"/>
                </a:cxn>
                <a:cxn ang="0">
                  <a:pos x="26" y="29"/>
                </a:cxn>
                <a:cxn ang="0">
                  <a:pos x="34" y="2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invGray">
            <a:xfrm>
              <a:off x="4693" y="3448"/>
              <a:ext cx="28" cy="27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10" y="2"/>
                </a:cxn>
                <a:cxn ang="0">
                  <a:pos x="16" y="22"/>
                </a:cxn>
                <a:cxn ang="0">
                  <a:pos x="27" y="22"/>
                </a:cxn>
                <a:cxn ang="0">
                  <a:pos x="34" y="2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invGray">
            <a:xfrm>
              <a:off x="4683" y="3414"/>
              <a:ext cx="27" cy="19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10" y="2"/>
                </a:cxn>
                <a:cxn ang="0">
                  <a:pos x="13" y="15"/>
                </a:cxn>
                <a:cxn ang="0">
                  <a:pos x="25" y="19"/>
                </a:cxn>
                <a:cxn ang="0">
                  <a:pos x="31" y="1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/>
              <a:ahLst/>
              <a:cxnLst>
                <a:cxn ang="0">
                  <a:pos x="28" y="16"/>
                </a:cxn>
                <a:cxn ang="0">
                  <a:pos x="19" y="2"/>
                </a:cxn>
                <a:cxn ang="0">
                  <a:pos x="10" y="25"/>
                </a:cxn>
                <a:cxn ang="0">
                  <a:pos x="19" y="35"/>
                </a:cxn>
                <a:cxn ang="0">
                  <a:pos x="27" y="29"/>
                </a:cxn>
                <a:cxn ang="0">
                  <a:pos x="28" y="16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/>
              <a:ahLst/>
              <a:cxnLst>
                <a:cxn ang="0">
                  <a:pos x="22" y="10"/>
                </a:cxn>
                <a:cxn ang="0">
                  <a:pos x="10" y="2"/>
                </a:cxn>
                <a:cxn ang="0">
                  <a:pos x="12" y="23"/>
                </a:cxn>
                <a:cxn ang="0">
                  <a:pos x="24" y="27"/>
                </a:cxn>
                <a:cxn ang="0">
                  <a:pos x="22" y="10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invGray">
            <a:xfrm>
              <a:off x="3055" y="2051"/>
              <a:ext cx="141" cy="109"/>
            </a:xfrm>
            <a:custGeom>
              <a:avLst/>
              <a:gdLst/>
              <a:ahLst/>
              <a:cxnLst>
                <a:cxn ang="0">
                  <a:pos x="171" y="4"/>
                </a:cxn>
                <a:cxn ang="0">
                  <a:pos x="185" y="4"/>
                </a:cxn>
                <a:cxn ang="0">
                  <a:pos x="189" y="16"/>
                </a:cxn>
                <a:cxn ang="0">
                  <a:pos x="187" y="24"/>
                </a:cxn>
                <a:cxn ang="0">
                  <a:pos x="131" y="44"/>
                </a:cxn>
                <a:cxn ang="0">
                  <a:pos x="109" y="58"/>
                </a:cxn>
                <a:cxn ang="0">
                  <a:pos x="97" y="62"/>
                </a:cxn>
                <a:cxn ang="0">
                  <a:pos x="71" y="82"/>
                </a:cxn>
                <a:cxn ang="0">
                  <a:pos x="75" y="92"/>
                </a:cxn>
                <a:cxn ang="0">
                  <a:pos x="83" y="116"/>
                </a:cxn>
                <a:cxn ang="0">
                  <a:pos x="107" y="126"/>
                </a:cxn>
                <a:cxn ang="0">
                  <a:pos x="93" y="140"/>
                </a:cxn>
                <a:cxn ang="0">
                  <a:pos x="83" y="130"/>
                </a:cxn>
                <a:cxn ang="0">
                  <a:pos x="71" y="134"/>
                </a:cxn>
                <a:cxn ang="0">
                  <a:pos x="21" y="122"/>
                </a:cxn>
                <a:cxn ang="0">
                  <a:pos x="19" y="106"/>
                </a:cxn>
                <a:cxn ang="0">
                  <a:pos x="47" y="90"/>
                </a:cxn>
                <a:cxn ang="0">
                  <a:pos x="51" y="76"/>
                </a:cxn>
                <a:cxn ang="0">
                  <a:pos x="47" y="64"/>
                </a:cxn>
                <a:cxn ang="0">
                  <a:pos x="73" y="46"/>
                </a:cxn>
                <a:cxn ang="0">
                  <a:pos x="97" y="36"/>
                </a:cxn>
                <a:cxn ang="0">
                  <a:pos x="113" y="24"/>
                </a:cxn>
                <a:cxn ang="0">
                  <a:pos x="171" y="4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invGray">
            <a:xfrm>
              <a:off x="3139" y="2155"/>
              <a:ext cx="39" cy="1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12" y="2"/>
                </a:cxn>
                <a:cxn ang="0">
                  <a:pos x="32" y="16"/>
                </a:cxn>
                <a:cxn ang="0">
                  <a:pos x="44" y="14"/>
                </a:cxn>
                <a:cxn ang="0">
                  <a:pos x="24" y="0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invGray">
            <a:xfrm>
              <a:off x="3344" y="1998"/>
              <a:ext cx="42" cy="28"/>
            </a:xfrm>
            <a:custGeom>
              <a:avLst/>
              <a:gdLst/>
              <a:ahLst/>
              <a:cxnLst>
                <a:cxn ang="0">
                  <a:pos x="57" y="4"/>
                </a:cxn>
                <a:cxn ang="0">
                  <a:pos x="25" y="24"/>
                </a:cxn>
                <a:cxn ang="0">
                  <a:pos x="11" y="34"/>
                </a:cxn>
                <a:cxn ang="0">
                  <a:pos x="9" y="4"/>
                </a:cxn>
                <a:cxn ang="0">
                  <a:pos x="21" y="0"/>
                </a:cxn>
                <a:cxn ang="0">
                  <a:pos x="57" y="4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invGray">
            <a:xfrm>
              <a:off x="3374" y="2012"/>
              <a:ext cx="50" cy="1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1" y="6"/>
                </a:cxn>
                <a:cxn ang="0">
                  <a:pos x="57" y="26"/>
                </a:cxn>
                <a:cxn ang="0">
                  <a:pos x="63" y="24"/>
                </a:cxn>
                <a:cxn ang="0">
                  <a:pos x="29" y="0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invGray">
            <a:xfrm>
              <a:off x="3428" y="2014"/>
              <a:ext cx="50" cy="31"/>
            </a:xfrm>
            <a:custGeom>
              <a:avLst/>
              <a:gdLst/>
              <a:ahLst/>
              <a:cxnLst>
                <a:cxn ang="0">
                  <a:pos x="50" y="9"/>
                </a:cxn>
                <a:cxn ang="0">
                  <a:pos x="26" y="9"/>
                </a:cxn>
                <a:cxn ang="0">
                  <a:pos x="10" y="9"/>
                </a:cxn>
                <a:cxn ang="0">
                  <a:pos x="8" y="35"/>
                </a:cxn>
                <a:cxn ang="0">
                  <a:pos x="32" y="43"/>
                </a:cxn>
                <a:cxn ang="0">
                  <a:pos x="62" y="27"/>
                </a:cxn>
                <a:cxn ang="0">
                  <a:pos x="50" y="9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16"/>
                </a:cxn>
                <a:cxn ang="0">
                  <a:pos x="50" y="30"/>
                </a:cxn>
                <a:cxn ang="0">
                  <a:pos x="76" y="36"/>
                </a:cxn>
                <a:cxn ang="0">
                  <a:pos x="112" y="22"/>
                </a:cxn>
                <a:cxn ang="0">
                  <a:pos x="78" y="4"/>
                </a:cxn>
                <a:cxn ang="0">
                  <a:pos x="14" y="0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invGray">
            <a:xfrm>
              <a:off x="3867" y="2042"/>
              <a:ext cx="44" cy="26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62" y="10"/>
                </a:cxn>
                <a:cxn ang="0">
                  <a:pos x="30" y="32"/>
                </a:cxn>
                <a:cxn ang="0">
                  <a:pos x="6" y="22"/>
                </a:cxn>
                <a:cxn ang="0">
                  <a:pos x="32" y="4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/>
              <a:ahLst/>
              <a:cxnLst>
                <a:cxn ang="0">
                  <a:pos x="20" y="1"/>
                </a:cxn>
                <a:cxn ang="0">
                  <a:pos x="6" y="5"/>
                </a:cxn>
                <a:cxn ang="0">
                  <a:pos x="38" y="23"/>
                </a:cxn>
                <a:cxn ang="0">
                  <a:pos x="20" y="1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invGray">
            <a:xfrm>
              <a:off x="4098" y="2294"/>
              <a:ext cx="74" cy="114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8"/>
                </a:cxn>
                <a:cxn ang="0">
                  <a:pos x="14" y="42"/>
                </a:cxn>
                <a:cxn ang="0">
                  <a:pos x="32" y="72"/>
                </a:cxn>
                <a:cxn ang="0">
                  <a:pos x="36" y="104"/>
                </a:cxn>
                <a:cxn ang="0">
                  <a:pos x="80" y="152"/>
                </a:cxn>
                <a:cxn ang="0">
                  <a:pos x="86" y="124"/>
                </a:cxn>
                <a:cxn ang="0">
                  <a:pos x="74" y="102"/>
                </a:cxn>
                <a:cxn ang="0">
                  <a:pos x="62" y="92"/>
                </a:cxn>
                <a:cxn ang="0">
                  <a:pos x="52" y="74"/>
                </a:cxn>
                <a:cxn ang="0">
                  <a:pos x="42" y="44"/>
                </a:cxn>
                <a:cxn ang="0">
                  <a:pos x="4" y="12"/>
                </a:cxn>
                <a:cxn ang="0">
                  <a:pos x="6" y="0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invGray">
            <a:xfrm>
              <a:off x="4159" y="2412"/>
              <a:ext cx="55" cy="80"/>
            </a:xfrm>
            <a:custGeom>
              <a:avLst/>
              <a:gdLst/>
              <a:ahLst/>
              <a:cxnLst>
                <a:cxn ang="0">
                  <a:pos x="64" y="22"/>
                </a:cxn>
                <a:cxn ang="0">
                  <a:pos x="74" y="40"/>
                </a:cxn>
                <a:cxn ang="0">
                  <a:pos x="30" y="84"/>
                </a:cxn>
                <a:cxn ang="0">
                  <a:pos x="32" y="100"/>
                </a:cxn>
                <a:cxn ang="0">
                  <a:pos x="20" y="94"/>
                </a:cxn>
                <a:cxn ang="0">
                  <a:pos x="6" y="84"/>
                </a:cxn>
                <a:cxn ang="0">
                  <a:pos x="0" y="82"/>
                </a:cxn>
                <a:cxn ang="0">
                  <a:pos x="10" y="58"/>
                </a:cxn>
                <a:cxn ang="0">
                  <a:pos x="12" y="52"/>
                </a:cxn>
                <a:cxn ang="0">
                  <a:pos x="2" y="24"/>
                </a:cxn>
                <a:cxn ang="0">
                  <a:pos x="4" y="14"/>
                </a:cxn>
                <a:cxn ang="0">
                  <a:pos x="26" y="22"/>
                </a:cxn>
                <a:cxn ang="0">
                  <a:pos x="36" y="36"/>
                </a:cxn>
                <a:cxn ang="0">
                  <a:pos x="64" y="22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invGray">
            <a:xfrm>
              <a:off x="4123" y="2492"/>
              <a:ext cx="109" cy="192"/>
            </a:xfrm>
            <a:custGeom>
              <a:avLst/>
              <a:gdLst/>
              <a:ahLst/>
              <a:cxnLst>
                <a:cxn ang="0">
                  <a:pos x="82" y="100"/>
                </a:cxn>
                <a:cxn ang="0">
                  <a:pos x="66" y="106"/>
                </a:cxn>
                <a:cxn ang="0">
                  <a:pos x="64" y="132"/>
                </a:cxn>
                <a:cxn ang="0">
                  <a:pos x="22" y="146"/>
                </a:cxn>
                <a:cxn ang="0">
                  <a:pos x="8" y="168"/>
                </a:cxn>
                <a:cxn ang="0">
                  <a:pos x="20" y="182"/>
                </a:cxn>
                <a:cxn ang="0">
                  <a:pos x="8" y="198"/>
                </a:cxn>
                <a:cxn ang="0">
                  <a:pos x="24" y="252"/>
                </a:cxn>
                <a:cxn ang="0">
                  <a:pos x="28" y="214"/>
                </a:cxn>
                <a:cxn ang="0">
                  <a:pos x="22" y="192"/>
                </a:cxn>
                <a:cxn ang="0">
                  <a:pos x="42" y="176"/>
                </a:cxn>
                <a:cxn ang="0">
                  <a:pos x="52" y="158"/>
                </a:cxn>
                <a:cxn ang="0">
                  <a:pos x="66" y="174"/>
                </a:cxn>
                <a:cxn ang="0">
                  <a:pos x="44" y="190"/>
                </a:cxn>
                <a:cxn ang="0">
                  <a:pos x="56" y="200"/>
                </a:cxn>
                <a:cxn ang="0">
                  <a:pos x="68" y="178"/>
                </a:cxn>
                <a:cxn ang="0">
                  <a:pos x="84" y="184"/>
                </a:cxn>
                <a:cxn ang="0">
                  <a:pos x="104" y="148"/>
                </a:cxn>
                <a:cxn ang="0">
                  <a:pos x="114" y="156"/>
                </a:cxn>
                <a:cxn ang="0">
                  <a:pos x="136" y="148"/>
                </a:cxn>
                <a:cxn ang="0">
                  <a:pos x="146" y="130"/>
                </a:cxn>
                <a:cxn ang="0">
                  <a:pos x="142" y="110"/>
                </a:cxn>
                <a:cxn ang="0">
                  <a:pos x="134" y="98"/>
                </a:cxn>
                <a:cxn ang="0">
                  <a:pos x="122" y="40"/>
                </a:cxn>
                <a:cxn ang="0">
                  <a:pos x="94" y="0"/>
                </a:cxn>
                <a:cxn ang="0">
                  <a:pos x="78" y="12"/>
                </a:cxn>
                <a:cxn ang="0">
                  <a:pos x="96" y="34"/>
                </a:cxn>
                <a:cxn ang="0">
                  <a:pos x="96" y="64"/>
                </a:cxn>
                <a:cxn ang="0">
                  <a:pos x="82" y="100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invGray">
            <a:xfrm>
              <a:off x="3062" y="1989"/>
              <a:ext cx="50" cy="31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65" y="20"/>
                </a:cxn>
                <a:cxn ang="0">
                  <a:pos x="41" y="24"/>
                </a:cxn>
                <a:cxn ang="0">
                  <a:pos x="31" y="40"/>
                </a:cxn>
                <a:cxn ang="0">
                  <a:pos x="7" y="38"/>
                </a:cxn>
                <a:cxn ang="0">
                  <a:pos x="1" y="36"/>
                </a:cxn>
                <a:cxn ang="0">
                  <a:pos x="33" y="20"/>
                </a:cxn>
                <a:cxn ang="0">
                  <a:pos x="59" y="0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invGray">
            <a:xfrm>
              <a:off x="2955" y="1998"/>
              <a:ext cx="19" cy="22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18"/>
                </a:cxn>
                <a:cxn ang="0">
                  <a:pos x="18" y="26"/>
                </a:cxn>
                <a:cxn ang="0">
                  <a:pos x="18" y="0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2" name="Freeform 112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0" y="18"/>
                </a:cxn>
                <a:cxn ang="0">
                  <a:pos x="6" y="32"/>
                </a:cxn>
                <a:cxn ang="0">
                  <a:pos x="18" y="36"/>
                </a:cxn>
                <a:cxn ang="0">
                  <a:pos x="40" y="26"/>
                </a:cxn>
                <a:cxn ang="0">
                  <a:pos x="14" y="6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3" name="Freeform 113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3" y="12"/>
                </a:cxn>
                <a:cxn ang="0">
                  <a:pos x="19" y="22"/>
                </a:cxn>
                <a:cxn ang="0">
                  <a:pos x="11" y="0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4" name="Freeform 114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9" y="18"/>
                </a:cxn>
                <a:cxn ang="0">
                  <a:pos x="11" y="0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5" name="Freeform 115"/>
            <p:cNvSpPr>
              <a:spLocks/>
            </p:cNvSpPr>
            <p:nvPr/>
          </p:nvSpPr>
          <p:spPr bwMode="invGray">
            <a:xfrm>
              <a:off x="4162" y="2021"/>
              <a:ext cx="18" cy="32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6"/>
                </a:cxn>
                <a:cxn ang="0">
                  <a:pos x="0" y="34"/>
                </a:cxn>
                <a:cxn ang="0">
                  <a:pos x="16" y="40"/>
                </a:cxn>
                <a:cxn ang="0">
                  <a:pos x="24" y="0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6" name="Freeform 116"/>
            <p:cNvSpPr>
              <a:spLocks/>
            </p:cNvSpPr>
            <p:nvPr/>
          </p:nvSpPr>
          <p:spPr bwMode="invGray">
            <a:xfrm>
              <a:off x="3278" y="3473"/>
              <a:ext cx="31" cy="16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26" y="24"/>
                </a:cxn>
                <a:cxn ang="0">
                  <a:pos x="30" y="0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7" name="Freeform 117"/>
            <p:cNvSpPr>
              <a:spLocks/>
            </p:cNvSpPr>
            <p:nvPr/>
          </p:nvSpPr>
          <p:spPr bwMode="invGray">
            <a:xfrm>
              <a:off x="3318" y="3467"/>
              <a:ext cx="10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8" name="Freeform 118"/>
            <p:cNvSpPr>
              <a:spLocks/>
            </p:cNvSpPr>
            <p:nvPr/>
          </p:nvSpPr>
          <p:spPr bwMode="invGray">
            <a:xfrm>
              <a:off x="3251" y="3311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09" name="Freeform 119"/>
            <p:cNvSpPr>
              <a:spLocks/>
            </p:cNvSpPr>
            <p:nvPr/>
          </p:nvSpPr>
          <p:spPr bwMode="invGray">
            <a:xfrm>
              <a:off x="3311" y="3239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0" name="Freeform 120"/>
            <p:cNvSpPr>
              <a:spLocks/>
            </p:cNvSpPr>
            <p:nvPr/>
          </p:nvSpPr>
          <p:spPr bwMode="invGray">
            <a:xfrm>
              <a:off x="3287" y="3237"/>
              <a:ext cx="11" cy="1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13"/>
                </a:cxn>
                <a:cxn ang="0">
                  <a:pos x="12" y="24"/>
                </a:cxn>
                <a:cxn ang="0">
                  <a:pos x="6" y="0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1" name="Freeform 121"/>
            <p:cNvSpPr>
              <a:spLocks/>
            </p:cNvSpPr>
            <p:nvPr/>
          </p:nvSpPr>
          <p:spPr bwMode="invGray">
            <a:xfrm>
              <a:off x="3276" y="3259"/>
              <a:ext cx="9" cy="16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2" name="Freeform 122"/>
            <p:cNvSpPr>
              <a:spLocks/>
            </p:cNvSpPr>
            <p:nvPr/>
          </p:nvSpPr>
          <p:spPr bwMode="invGray">
            <a:xfrm>
              <a:off x="3251" y="3294"/>
              <a:ext cx="9" cy="13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3" name="Freeform 123"/>
            <p:cNvSpPr>
              <a:spLocks/>
            </p:cNvSpPr>
            <p:nvPr/>
          </p:nvSpPr>
          <p:spPr bwMode="invGray">
            <a:xfrm>
              <a:off x="3270" y="3282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4" name="Freeform 124"/>
            <p:cNvSpPr>
              <a:spLocks/>
            </p:cNvSpPr>
            <p:nvPr/>
          </p:nvSpPr>
          <p:spPr bwMode="invGray">
            <a:xfrm>
              <a:off x="2537" y="2293"/>
              <a:ext cx="10" cy="17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5" name="Freeform 125"/>
            <p:cNvSpPr>
              <a:spLocks/>
            </p:cNvSpPr>
            <p:nvPr/>
          </p:nvSpPr>
          <p:spPr bwMode="invGray">
            <a:xfrm>
              <a:off x="2476" y="2258"/>
              <a:ext cx="9" cy="14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" y="11"/>
                </a:cxn>
                <a:cxn ang="0">
                  <a:pos x="9" y="20"/>
                </a:cxn>
                <a:cxn ang="0">
                  <a:pos x="10" y="5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invGray">
            <a:xfrm>
              <a:off x="2238" y="2042"/>
              <a:ext cx="2059" cy="1645"/>
            </a:xfrm>
            <a:custGeom>
              <a:avLst/>
              <a:gdLst/>
              <a:ahLst/>
              <a:cxnLst>
                <a:cxn ang="0">
                  <a:pos x="452" y="653"/>
                </a:cxn>
                <a:cxn ang="0">
                  <a:pos x="333" y="595"/>
                </a:cxn>
                <a:cxn ang="0">
                  <a:pos x="158" y="645"/>
                </a:cxn>
                <a:cxn ang="0">
                  <a:pos x="46" y="759"/>
                </a:cxn>
                <a:cxn ang="0">
                  <a:pos x="12" y="941"/>
                </a:cxn>
                <a:cxn ang="0">
                  <a:pos x="146" y="1059"/>
                </a:cxn>
                <a:cxn ang="0">
                  <a:pos x="308" y="1041"/>
                </a:cxn>
                <a:cxn ang="0">
                  <a:pos x="396" y="1138"/>
                </a:cxn>
                <a:cxn ang="0">
                  <a:pos x="452" y="1447"/>
                </a:cxn>
                <a:cxn ang="0">
                  <a:pos x="497" y="1628"/>
                </a:cxn>
                <a:cxn ang="0">
                  <a:pos x="704" y="1574"/>
                </a:cxn>
                <a:cxn ang="0">
                  <a:pos x="817" y="1380"/>
                </a:cxn>
                <a:cxn ang="0">
                  <a:pos x="885" y="1153"/>
                </a:cxn>
                <a:cxn ang="0">
                  <a:pos x="998" y="999"/>
                </a:cxn>
                <a:cxn ang="0">
                  <a:pos x="796" y="856"/>
                </a:cxn>
                <a:cxn ang="0">
                  <a:pos x="817" y="819"/>
                </a:cxn>
                <a:cxn ang="0">
                  <a:pos x="1003" y="916"/>
                </a:cxn>
                <a:cxn ang="0">
                  <a:pos x="1098" y="792"/>
                </a:cxn>
                <a:cxn ang="0">
                  <a:pos x="1046" y="763"/>
                </a:cxn>
                <a:cxn ang="0">
                  <a:pos x="929" y="716"/>
                </a:cxn>
                <a:cxn ang="0">
                  <a:pos x="1141" y="761"/>
                </a:cxn>
                <a:cxn ang="0">
                  <a:pos x="1296" y="852"/>
                </a:cxn>
                <a:cxn ang="0">
                  <a:pos x="1373" y="1033"/>
                </a:cxn>
                <a:cxn ang="0">
                  <a:pos x="1608" y="847"/>
                </a:cxn>
                <a:cxn ang="0">
                  <a:pos x="1704" y="1030"/>
                </a:cxn>
                <a:cxn ang="0">
                  <a:pos x="1707" y="874"/>
                </a:cxn>
                <a:cxn ang="0">
                  <a:pos x="1759" y="800"/>
                </a:cxn>
                <a:cxn ang="0">
                  <a:pos x="1783" y="544"/>
                </a:cxn>
                <a:cxn ang="0">
                  <a:pos x="1824" y="528"/>
                </a:cxn>
                <a:cxn ang="0">
                  <a:pos x="1844" y="427"/>
                </a:cxn>
                <a:cxn ang="0">
                  <a:pos x="1805" y="226"/>
                </a:cxn>
                <a:cxn ang="0">
                  <a:pos x="1899" y="108"/>
                </a:cxn>
                <a:cxn ang="0">
                  <a:pos x="1947" y="209"/>
                </a:cxn>
                <a:cxn ang="0">
                  <a:pos x="1943" y="123"/>
                </a:cxn>
                <a:cxn ang="0">
                  <a:pos x="1975" y="51"/>
                </a:cxn>
                <a:cxn ang="0">
                  <a:pos x="2038" y="0"/>
                </a:cxn>
                <a:cxn ang="0">
                  <a:pos x="1820" y="63"/>
                </a:cxn>
                <a:cxn ang="0">
                  <a:pos x="1583" y="83"/>
                </a:cxn>
                <a:cxn ang="0">
                  <a:pos x="1349" y="30"/>
                </a:cxn>
                <a:cxn ang="0">
                  <a:pos x="1132" y="65"/>
                </a:cxn>
                <a:cxn ang="0">
                  <a:pos x="1040" y="170"/>
                </a:cxn>
                <a:cxn ang="0">
                  <a:pos x="926" y="137"/>
                </a:cxn>
                <a:cxn ang="0">
                  <a:pos x="758" y="183"/>
                </a:cxn>
                <a:cxn ang="0">
                  <a:pos x="667" y="140"/>
                </a:cxn>
                <a:cxn ang="0">
                  <a:pos x="364" y="248"/>
                </a:cxn>
                <a:cxn ang="0">
                  <a:pos x="535" y="213"/>
                </a:cxn>
                <a:cxn ang="0">
                  <a:pos x="638" y="276"/>
                </a:cxn>
                <a:cxn ang="0">
                  <a:pos x="443" y="357"/>
                </a:cxn>
                <a:cxn ang="0">
                  <a:pos x="275" y="416"/>
                </a:cxn>
                <a:cxn ang="0">
                  <a:pos x="167" y="537"/>
                </a:cxn>
                <a:cxn ang="0">
                  <a:pos x="283" y="552"/>
                </a:cxn>
                <a:cxn ang="0">
                  <a:pos x="381" y="573"/>
                </a:cxn>
                <a:cxn ang="0">
                  <a:pos x="493" y="590"/>
                </a:cxn>
                <a:cxn ang="0">
                  <a:pos x="487" y="512"/>
                </a:cxn>
                <a:cxn ang="0">
                  <a:pos x="592" y="548"/>
                </a:cxn>
                <a:cxn ang="0">
                  <a:pos x="686" y="470"/>
                </a:cxn>
                <a:cxn ang="0">
                  <a:pos x="772" y="480"/>
                </a:cxn>
                <a:cxn ang="0">
                  <a:pos x="639" y="598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000"/>
              </a:srgbClr>
            </a:solidFill>
            <a:ln w="12700" cap="flat" cmpd="sng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0066CC"/>
                </a:buClr>
                <a:buFont typeface="Wingdings" pitchFamily="2" charset="2"/>
                <a:buChar char="v"/>
                <a:defRPr/>
              </a:pPr>
              <a:endParaRPr lang="zh-CN" altLang="en-US" sz="3332">
                <a:solidFill>
                  <a:srgbClr val="093575"/>
                </a:solidFill>
              </a:endParaRPr>
            </a:p>
          </p:txBody>
        </p:sp>
      </p:grpSp>
      <p:sp>
        <p:nvSpPr>
          <p:cNvPr id="120" name="Line 136"/>
          <p:cNvSpPr>
            <a:spLocks noChangeShapeType="1"/>
          </p:cNvSpPr>
          <p:nvPr/>
        </p:nvSpPr>
        <p:spPr bwMode="auto">
          <a:xfrm>
            <a:off x="46551" y="688504"/>
            <a:ext cx="8919343" cy="0"/>
          </a:xfrm>
          <a:prstGeom prst="line">
            <a:avLst/>
          </a:prstGeom>
          <a:noFill/>
          <a:ln w="4445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3332">
              <a:solidFill>
                <a:prstClr val="black"/>
              </a:solidFill>
            </a:endParaRPr>
          </a:p>
        </p:txBody>
      </p:sp>
      <p:sp>
        <p:nvSpPr>
          <p:cNvPr id="121" name="Rectangle 135"/>
          <p:cNvSpPr>
            <a:spLocks noChangeArrowheads="1"/>
          </p:cNvSpPr>
          <p:nvPr/>
        </p:nvSpPr>
        <p:spPr bwMode="auto">
          <a:xfrm>
            <a:off x="8892127" y="609141"/>
            <a:ext cx="1763941" cy="1555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zh-CN" altLang="en-US" sz="320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915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96" r:id="rId1"/>
    <p:sldLayoutId id="2147484997" r:id="rId2"/>
    <p:sldLayoutId id="2147484998" r:id="rId3"/>
    <p:sldLayoutId id="2147484999" r:id="rId4"/>
    <p:sldLayoutId id="2147485000" r:id="rId5"/>
    <p:sldLayoutId id="2147485001" r:id="rId6"/>
    <p:sldLayoutId id="2147485002" r:id="rId7"/>
    <p:sldLayoutId id="2147485003" r:id="rId8"/>
    <p:sldLayoutId id="2147485004" r:id="rId9"/>
    <p:sldLayoutId id="2147485005" r:id="rId10"/>
    <p:sldLayoutId id="2147485006" r:id="rId11"/>
    <p:sldLayoutId id="2147485007" r:id="rId12"/>
    <p:sldLayoutId id="2147485008" r:id="rId13"/>
    <p:sldLayoutId id="2147485009" r:id="rId14"/>
    <p:sldLayoutId id="2147485010" r:id="rId15"/>
    <p:sldLayoutId id="2147485011" r:id="rId16"/>
    <p:sldLayoutId id="2147485012" r:id="rId17"/>
  </p:sldLayoutIdLst>
  <p:txStyles>
    <p:titleStyle>
      <a:lvl1pPr algn="ctr" defTabSz="1219008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7" indent="-457127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445" indent="-380940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761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264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2769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27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7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282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0785" indent="-304752" algn="l" defTabSz="12190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03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8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2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6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521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5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9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034" algn="l" defTabSz="121900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7"/>
            <a:ext cx="12192000" cy="587031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104823" y="9966"/>
            <a:ext cx="793019" cy="589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589FF-F98B-4C7D-AB22-C1BB96C966EA}"/>
              </a:ext>
            </a:extLst>
          </p:cNvPr>
          <p:cNvSpPr txBox="1"/>
          <p:nvPr userDrawn="1"/>
        </p:nvSpPr>
        <p:spPr>
          <a:xfrm>
            <a:off x="821908" y="1393540"/>
            <a:ext cx="7879080" cy="1015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999" b="1" cap="none" spc="0" dirty="0">
                <a:ln w="1905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chemeClr val="accent1">
                      <a:satMod val="175000"/>
                      <a:alpha val="40000"/>
                    </a:schemeClr>
                  </a:glow>
                  <a:outerShdw dist="38100" dir="2700000" algn="tl" rotWithShape="0">
                    <a:schemeClr val="accent2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大数据挖掘与应急管理</a:t>
            </a:r>
            <a:endParaRPr lang="en-US" sz="5999" b="1" cap="none" spc="0" dirty="0">
              <a:ln w="1905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FF00"/>
              </a:solidFill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dist="38100" dir="2700000" algn="tl" rotWithShape="0">
                  <a:schemeClr val="accent2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778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45" r:id="rId1"/>
    <p:sldLayoutId id="2147485046" r:id="rId2"/>
    <p:sldLayoutId id="2147485047" r:id="rId3"/>
    <p:sldLayoutId id="2147485048" r:id="rId4"/>
    <p:sldLayoutId id="2147485049" r:id="rId5"/>
    <p:sldLayoutId id="2147485050" r:id="rId6"/>
    <p:sldLayoutId id="2147485051" r:id="rId7"/>
    <p:sldLayoutId id="2147485052" r:id="rId8"/>
    <p:sldLayoutId id="2147485053" r:id="rId9"/>
    <p:sldLayoutId id="2147485054" r:id="rId10"/>
    <p:sldLayoutId id="2147485055" r:id="rId11"/>
    <p:sldLayoutId id="2147485056" r:id="rId12"/>
    <p:sldLayoutId id="2147485057" r:id="rId13"/>
    <p:sldLayoutId id="2147485058" r:id="rId14"/>
    <p:sldLayoutId id="2147485059" r:id="rId15"/>
    <p:sldLayoutId id="2147485060" r:id="rId16"/>
    <p:sldLayoutId id="2147485061" r:id="rId17"/>
    <p:sldLayoutId id="2147485062" r:id="rId18"/>
    <p:sldLayoutId id="2147485063" r:id="rId19"/>
    <p:sldLayoutId id="2147485064" r:id="rId20"/>
    <p:sldLayoutId id="2147485065" r:id="rId21"/>
    <p:sldLayoutId id="2147485066" r:id="rId22"/>
    <p:sldLayoutId id="2147485067" r:id="rId23"/>
    <p:sldLayoutId id="2147485068" r:id="rId24"/>
    <p:sldLayoutId id="2147485069" r:id="rId2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3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7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048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396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13" indent="-241013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191" indent="-20196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373" indent="-160676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725" indent="-161791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073" indent="-160676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422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8773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121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469" indent="-160676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3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700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048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3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6749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09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446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0794" algn="l" defTabSz="6427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440"/>
          <a:stretch/>
        </p:blipFill>
        <p:spPr>
          <a:xfrm>
            <a:off x="0" y="0"/>
            <a:ext cx="12192000" cy="587029"/>
          </a:xfrm>
          <a:prstGeom prst="rect">
            <a:avLst/>
          </a:prstGeom>
          <a:effectLst>
            <a:outerShdw blurRad="38100" dist="25400" dir="5400000" algn="t" rotWithShape="0">
              <a:prstClr val="black">
                <a:alpha val="58000"/>
              </a:prstClr>
            </a:outerShdw>
          </a:effectLst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104820" y="9961"/>
            <a:ext cx="793019" cy="58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41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06" r:id="rId1"/>
    <p:sldLayoutId id="2147485107" r:id="rId2"/>
    <p:sldLayoutId id="2147485108" r:id="rId3"/>
    <p:sldLayoutId id="2147485109" r:id="rId4"/>
    <p:sldLayoutId id="2147485110" r:id="rId5"/>
    <p:sldLayoutId id="2147485111" r:id="rId6"/>
    <p:sldLayoutId id="2147485112" r:id="rId7"/>
    <p:sldLayoutId id="2147485113" r:id="rId8"/>
    <p:sldLayoutId id="2147485114" r:id="rId9"/>
    <p:sldLayoutId id="2147485115" r:id="rId10"/>
    <p:sldLayoutId id="2147485116" r:id="rId11"/>
    <p:sldLayoutId id="2147485117" r:id="rId12"/>
    <p:sldLayoutId id="2147485118" r:id="rId13"/>
    <p:sldLayoutId id="2147485119" r:id="rId14"/>
    <p:sldLayoutId id="2147485120" r:id="rId15"/>
    <p:sldLayoutId id="2147485121" r:id="rId16"/>
    <p:sldLayoutId id="2147485122" r:id="rId17"/>
    <p:sldLayoutId id="2147485123" r:id="rId18"/>
    <p:sldLayoutId id="2147485124" r:id="rId19"/>
    <p:sldLayoutId id="2147485125" r:id="rId20"/>
    <p:sldLayoutId id="2147485126" r:id="rId21"/>
    <p:sldLayoutId id="2147485127" r:id="rId22"/>
  </p:sldLayoutIdLst>
  <mc:AlternateContent xmlns:mc="http://schemas.openxmlformats.org/markup-compatibility/2006" xmlns:p14="http://schemas.microsoft.com/office/powerpoint/2010/main">
    <mc:Choice Requires="p14">
      <p:transition p14:dur="250"/>
    </mc:Choice>
    <mc:Fallback xmlns="">
      <p:transition/>
    </mc:Fallback>
  </mc:AlternateConten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5pPr>
      <a:lvl6pPr marL="321400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6pPr>
      <a:lvl7pPr marL="642803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7pPr>
      <a:lvl8pPr marL="9642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8pPr>
      <a:lvl9pPr marL="1285604" algn="ctr" rtl="0" fontAlgn="base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241050" indent="-24105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522276" indent="-201992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803503" indent="-160701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chemeClr val="tx1"/>
          </a:solidFill>
          <a:latin typeface="+mn-lt"/>
          <a:ea typeface="+mn-ea"/>
        </a:defRPr>
      </a:lvl3pPr>
      <a:lvl4pPr marL="1124905" indent="-16181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1446305" indent="-160701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1767706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089108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24105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2731909" indent="-160701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1400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2803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642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5604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70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28406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49808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71209" algn="l" defTabSz="642803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image" Target="../media/image38.wmf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10" Type="http://schemas.openxmlformats.org/officeDocument/2006/relationships/image" Target="../media/image44.e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1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image" Target="../media/image38.wmf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image" Target="../media/image38.wmf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10" Type="http://schemas.openxmlformats.org/officeDocument/2006/relationships/image" Target="../media/image47.e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1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38.wmf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9" Type="http://schemas.openxmlformats.org/officeDocument/2006/relationships/image" Target="../media/image20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4.6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zh-CN" altLang="en-US" b="0" dirty="0">
                <a:ea typeface="华光综艺_CNKI" panose="02000500000000000000" pitchFamily="2" charset="-122"/>
              </a:rPr>
              <a:t>非线性回归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14FE3-16E6-8D6F-D892-1DFDC265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AB4DEA7-88B7-D28C-8C39-060DF864678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非线性回归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B7191258-3A83-F40E-BDA0-EC2F10249644}"/>
              </a:ext>
            </a:extLst>
          </p:cNvPr>
          <p:cNvSpPr txBox="1"/>
          <p:nvPr/>
        </p:nvSpPr>
        <p:spPr>
          <a:xfrm>
            <a:off x="385969" y="1212899"/>
            <a:ext cx="11420061" cy="6516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38150" lvl="0" indent="-438150">
              <a:lnSpc>
                <a:spcPct val="125000"/>
              </a:lnSpc>
              <a:spcBef>
                <a:spcPct val="20000"/>
              </a:spcBef>
              <a:buFont typeface="Wingdings" pitchFamily="2" charset="2"/>
              <a:buChar char="n"/>
              <a:defRPr/>
            </a:pPr>
            <a:r>
              <a:rPr lang="zh-CN" altLang="en-US" dirty="0"/>
              <a:t>非线性回归：</a:t>
            </a:r>
            <a:r>
              <a:rPr lang="zh-CN" altLang="en-US" sz="2800" spc="0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处理自变量和因变量之间非线性关系的回归分析方法</a:t>
            </a:r>
            <a:endParaRPr lang="zh-CN" altLang="en-US" dirty="0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1C5F7249-C04C-6D2C-B252-AEA31919DA6D}"/>
              </a:ext>
            </a:extLst>
          </p:cNvPr>
          <p:cNvSpPr txBox="1"/>
          <p:nvPr/>
        </p:nvSpPr>
        <p:spPr>
          <a:xfrm>
            <a:off x="516833" y="4616309"/>
            <a:ext cx="11420061" cy="1119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38150" marR="0" lvl="0" indent="-438150" algn="l" defTabSz="914400" rtl="0" eaLnBrk="1" fontAlgn="auto" latinLnBrk="0" hangingPunct="1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rPr>
              <a:t>非线性模型包括</a:t>
            </a:r>
            <a:r>
              <a:rPr kumimoji="0" lang="zh-CN" altLang="en-US" sz="2800" b="1" i="0" u="none" strike="noStrike" kern="1200" cap="none" spc="0" normalizeH="0" baseline="0" noProof="0" dirty="0">
                <a:ln w="11430"/>
                <a:solidFill>
                  <a:srgbClr val="0066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rPr>
              <a:t>本质线性模型</a:t>
            </a:r>
            <a:r>
              <a:rPr kumimoji="0" lang="zh-CN" altLang="en-US" sz="2800" b="1" i="0" u="none" strike="noStrike" kern="1200" cap="none" spc="0" normalizeH="0" baseline="0" noProof="0" dirty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rPr>
              <a:t>（函数、对数函数、幂函数等）和</a:t>
            </a:r>
            <a:r>
              <a:rPr kumimoji="0" lang="zh-CN" altLang="en-US" sz="2800" b="1" i="0" u="none" strike="noStrike" kern="1200" cap="none" spc="0" normalizeH="0" baseline="0" noProof="0" dirty="0">
                <a:ln w="11430"/>
                <a:solidFill>
                  <a:srgbClr val="0066FF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rPr>
              <a:t>本质非线性模型</a:t>
            </a:r>
            <a:r>
              <a:rPr kumimoji="0" lang="zh-CN" altLang="en-US" sz="2800" b="1" i="0" u="none" strike="noStrike" kern="1200" cap="none" spc="0" normalizeH="0" baseline="0" noProof="0" dirty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rPr>
              <a:t>（生长曲线模型、广义线性模型、混合效应模型等）。</a:t>
            </a:r>
            <a:endParaRPr lang="zh-CN" altLang="en-US" dirty="0"/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B45EB8C2-9599-FC3A-3B14-C7FBA14D28BB}"/>
              </a:ext>
            </a:extLst>
          </p:cNvPr>
          <p:cNvSpPr txBox="1"/>
          <p:nvPr/>
        </p:nvSpPr>
        <p:spPr>
          <a:xfrm>
            <a:off x="516833" y="2599863"/>
            <a:ext cx="11420061" cy="165827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38150" marR="0" lvl="0" indent="-438150" algn="l" defTabSz="914400" rtl="0" eaLnBrk="1" fontAlgn="auto" latinLnBrk="0" hangingPunct="1">
              <a:lnSpc>
                <a:spcPct val="12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uLnTx/>
                <a:uFillTx/>
                <a:latin typeface="Arial Rounded MT Bold" panose="020F0704030504030204" pitchFamily="34" charset="0"/>
                <a:ea typeface="微软雅黑" panose="020B0503020204020204" pitchFamily="34" charset="-122"/>
                <a:cs typeface="Arial" pitchFamily="34" charset="0"/>
              </a:rPr>
              <a:t>变量间的相关关系中，并不总是表现出线性关系，非线性关系也是极为常见的。变量之间的非线性关系可以划分为本质线性关系和本质非线性关系。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0385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219E3-6DDB-8F91-787D-B36868CC1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677295AD-C0F7-F619-EEEF-721809E6E07D}"/>
              </a:ext>
            </a:extLst>
          </p:cNvPr>
          <p:cNvSpPr/>
          <p:nvPr/>
        </p:nvSpPr>
        <p:spPr>
          <a:xfrm>
            <a:off x="995423" y="248198"/>
            <a:ext cx="10017888" cy="1077206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本质线性模型</a:t>
            </a:r>
          </a:p>
          <a:p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F56AEF1D-BCA1-89B7-0ED0-DD1A66CF5EB9}"/>
              </a:ext>
            </a:extLst>
          </p:cNvPr>
          <p:cNvSpPr txBox="1"/>
          <p:nvPr/>
        </p:nvSpPr>
        <p:spPr>
          <a:xfrm>
            <a:off x="385969" y="1212899"/>
            <a:ext cx="4083289" cy="335104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38150" lvl="0" indent="-438150">
              <a:lnSpc>
                <a:spcPct val="125000"/>
              </a:lnSpc>
              <a:spcBef>
                <a:spcPct val="20000"/>
              </a:spcBef>
              <a:buFont typeface="Wingdings" pitchFamily="2" charset="2"/>
              <a:buChar char="n"/>
              <a:defRPr/>
            </a:pPr>
            <a:r>
              <a:rPr lang="zh-CN" altLang="en-US" dirty="0"/>
              <a:t>本质线性模型：</a:t>
            </a:r>
            <a:r>
              <a:rPr lang="zh-CN" altLang="en-US" sz="2800" spc="0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是指可以通过对自变量进行非线性变换，将原本的非线性关系转换成为线性关系的一类模型。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036C844-A433-E2C7-55B5-E926F8FB0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244" y="919692"/>
            <a:ext cx="6726851" cy="59383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9F99952-1380-B971-1BFA-997D1924105D}"/>
              </a:ext>
            </a:extLst>
          </p:cNvPr>
          <p:cNvSpPr txBox="1"/>
          <p:nvPr/>
        </p:nvSpPr>
        <p:spPr>
          <a:xfrm>
            <a:off x="1559102" y="5321935"/>
            <a:ext cx="3773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常见的几种本质线性模型及其变换思路和变换后的方程形式</a:t>
            </a:r>
            <a:endParaRPr lang="zh-CN" altLang="en-US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815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C8DF9-2C62-33F3-2BCC-8C039347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0F7A1623-C7EB-FD60-314E-2A1B19432F2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本质线性模型</a:t>
            </a:r>
          </a:p>
        </p:txBody>
      </p:sp>
      <p:pic>
        <p:nvPicPr>
          <p:cNvPr id="5" name="图形 2">
            <a:extLst>
              <a:ext uri="{FF2B5EF4-FFF2-40B4-BE49-F238E27FC236}">
                <a16:creationId xmlns:a16="http://schemas.microsoft.com/office/drawing/2014/main" id="{4B954A1B-C7D4-23AC-0FCB-9871AC766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3142" y="945977"/>
            <a:ext cx="8352889" cy="5763730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84C960A5-2EC6-04B6-B502-21ED88CFDF09}"/>
              </a:ext>
            </a:extLst>
          </p:cNvPr>
          <p:cNvSpPr txBox="1"/>
          <p:nvPr/>
        </p:nvSpPr>
        <p:spPr>
          <a:xfrm>
            <a:off x="385969" y="1212899"/>
            <a:ext cx="4083289" cy="6508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38150" lvl="0" indent="-438150">
              <a:lnSpc>
                <a:spcPct val="125000"/>
              </a:lnSpc>
              <a:spcBef>
                <a:spcPct val="20000"/>
              </a:spcBef>
              <a:buFont typeface="Wingdings" pitchFamily="2" charset="2"/>
              <a:buChar char="n"/>
              <a:defRPr/>
            </a:pPr>
            <a:r>
              <a:rPr lang="zh-CN" altLang="en-US" dirty="0"/>
              <a:t>本质线性模型</a:t>
            </a:r>
          </a:p>
        </p:txBody>
      </p:sp>
    </p:spTree>
    <p:extLst>
      <p:ext uri="{BB962C8B-B14F-4D97-AF65-F5344CB8AC3E}">
        <p14:creationId xmlns:p14="http://schemas.microsoft.com/office/powerpoint/2010/main" val="945399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9728D-483F-AB31-953A-005E204D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AA33B3CE-D052-92B0-474C-3840DC3510F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本质线性模型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4BCEE52-CB3C-964D-C7B7-0C08D9A3BCDF}"/>
              </a:ext>
            </a:extLst>
          </p:cNvPr>
          <p:cNvSpPr txBox="1"/>
          <p:nvPr/>
        </p:nvSpPr>
        <p:spPr>
          <a:xfrm>
            <a:off x="619051" y="1015675"/>
            <a:ext cx="5324549" cy="6508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38150" lvl="0" indent="-438150">
              <a:lnSpc>
                <a:spcPct val="125000"/>
              </a:lnSpc>
              <a:spcBef>
                <a:spcPct val="20000"/>
              </a:spcBef>
              <a:buFont typeface="Wingdings" pitchFamily="2" charset="2"/>
              <a:buChar char="n"/>
              <a:defRPr/>
            </a:pPr>
            <a:r>
              <a:rPr lang="zh-CN" altLang="en-US" dirty="0"/>
              <a:t>本质线性模型应用举例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E679BE1-5C63-AAE3-BB6D-ED1BCD0C66AF}"/>
              </a:ext>
            </a:extLst>
          </p:cNvPr>
          <p:cNvSpPr txBox="1">
            <a:spLocks noChangeArrowheads="1"/>
          </p:cNvSpPr>
          <p:nvPr/>
        </p:nvSpPr>
        <p:spPr>
          <a:xfrm>
            <a:off x="923366" y="2057218"/>
            <a:ext cx="10632140" cy="4997450"/>
          </a:xfr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Tx/>
              <a:buNone/>
            </a:pPr>
            <a:r>
              <a:rPr lang="en-US" altLang="zh-CN" b="1" dirty="0">
                <a:solidFill>
                  <a:srgbClr val="00800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1</a:t>
            </a:r>
            <a:r>
              <a:rPr lang="zh-CN" altLang="en-US" b="1" dirty="0">
                <a:solidFill>
                  <a:srgbClr val="008000"/>
                </a:solidFill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、教育支出的相关因素分析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b="1" dirty="0">
                <a:latin typeface="Times New Roman" pitchFamily="18" charset="0"/>
                <a:ea typeface="仿宋_GB2312" pitchFamily="49" charset="-122"/>
                <a:cs typeface="Times New Roman" pitchFamily="18" charset="0"/>
              </a:rPr>
              <a:t>    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为研究居民家庭教育支出和消费性支出之间的关系，收集到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1978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年至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2002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年全国人均消费性支出和教育支出的数据。</a:t>
            </a:r>
          </a:p>
          <a:p>
            <a:pPr algn="just">
              <a:lnSpc>
                <a:spcPct val="120000"/>
              </a:lnSpc>
              <a:buFontTx/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        首先绘制教育支出和消费性支出的散点图。观察散点图发现两变量之间呈非线性关系，可尝试选择二次、三次曲线、复合函数和幂函数模型，进行本质线性模型分析。其中，教育支出为被解释变量，消费性支出为解释变量。</a:t>
            </a:r>
          </a:p>
        </p:txBody>
      </p:sp>
    </p:spTree>
    <p:extLst>
      <p:ext uri="{BB962C8B-B14F-4D97-AF65-F5344CB8AC3E}">
        <p14:creationId xmlns:p14="http://schemas.microsoft.com/office/powerpoint/2010/main" val="274210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009" y="691403"/>
            <a:ext cx="7189788" cy="576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8293088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1" y="1557338"/>
            <a:ext cx="8856663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232090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6676" y="962398"/>
            <a:ext cx="6919912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2112514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E3D18-3427-E6EF-8792-C49B7BDA7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6FA2B198-9D8A-180D-10D1-C76FD368253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本质线性模型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-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多项式回归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1DCCEEBD-B4BB-93B1-4680-CC1253C7F24F}"/>
              </a:ext>
            </a:extLst>
          </p:cNvPr>
          <p:cNvSpPr txBox="1"/>
          <p:nvPr/>
        </p:nvSpPr>
        <p:spPr>
          <a:xfrm>
            <a:off x="385969" y="1212899"/>
            <a:ext cx="11501231" cy="11966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38150" lvl="0" indent="-438150">
              <a:lnSpc>
                <a:spcPct val="125000"/>
              </a:lnSpc>
              <a:spcBef>
                <a:spcPct val="20000"/>
              </a:spcBef>
              <a:buFont typeface="Wingdings" pitchFamily="2" charset="2"/>
              <a:buChar char="n"/>
              <a:defRPr/>
            </a:pPr>
            <a:r>
              <a:rPr lang="zh-CN" altLang="en-US" dirty="0"/>
              <a:t>多项式回归：</a:t>
            </a:r>
            <a:r>
              <a:rPr lang="zh-CN" altLang="en-US" sz="2800" spc="0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通过引入自变量的多项式来拟合因变量和自变量之间的非线性关系，以预测因变量的值。</a:t>
            </a:r>
            <a:endParaRPr lang="zh-CN" altLang="en-US" dirty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9B3FC166-4A43-85CF-E869-65997E07DB42}"/>
              </a:ext>
            </a:extLst>
          </p:cNvPr>
          <p:cNvSpPr txBox="1"/>
          <p:nvPr/>
        </p:nvSpPr>
        <p:spPr>
          <a:xfrm>
            <a:off x="507564" y="2783135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chemeClr val="tx1"/>
                </a:solidFill>
              </a:rPr>
              <a:t>模型方程：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D75CBD7-CCB3-D5D9-F3E8-026FAF12A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236123"/>
              </p:ext>
            </p:extLst>
          </p:nvPr>
        </p:nvGraphicFramePr>
        <p:xfrm>
          <a:off x="4915410" y="3361164"/>
          <a:ext cx="6002568" cy="7436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52961" imgH="266770" progId="Equation.DSMT4">
                  <p:embed/>
                </p:oleObj>
              </mc:Choice>
              <mc:Fallback>
                <p:oleObj name="Equation" r:id="rId3" imgW="2152961" imgH="2667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15410" y="3361164"/>
                        <a:ext cx="6002568" cy="7436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9C84AFC1-7C6B-174E-CE89-839F745498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5741725"/>
              </p:ext>
            </p:extLst>
          </p:nvPr>
        </p:nvGraphicFramePr>
        <p:xfrm>
          <a:off x="5489772" y="4512133"/>
          <a:ext cx="4853843" cy="794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28762" imgH="266770" progId="Equation.DSMT4">
                  <p:embed/>
                </p:oleObj>
              </mc:Choice>
              <mc:Fallback>
                <p:oleObj name="Equation" r:id="rId5" imgW="1628762" imgH="2667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89772" y="4512133"/>
                        <a:ext cx="4853843" cy="7947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8A1B49E-9ECD-F578-B8B2-EAA304875C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738928"/>
              </p:ext>
            </p:extLst>
          </p:nvPr>
        </p:nvGraphicFramePr>
        <p:xfrm>
          <a:off x="2870853" y="5645101"/>
          <a:ext cx="9066066" cy="84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76615" imgH="266770" progId="Equation.DSMT4">
                  <p:embed/>
                </p:oleObj>
              </mc:Choice>
              <mc:Fallback>
                <p:oleObj name="Equation" r:id="rId7" imgW="2876615" imgH="2667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70853" y="5645101"/>
                        <a:ext cx="9066066" cy="840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E8FC246E-15E0-ECAE-BCA9-2A5E65383D29}"/>
              </a:ext>
            </a:extLst>
          </p:cNvPr>
          <p:cNvSpPr txBox="1"/>
          <p:nvPr/>
        </p:nvSpPr>
        <p:spPr>
          <a:xfrm>
            <a:off x="2095842" y="3572781"/>
            <a:ext cx="2819568" cy="373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一元</a:t>
            </a:r>
            <a:r>
              <a:rPr lang="en-US" altLang="zh-CN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r>
              <a:rPr lang="zh-CN" altLang="en-US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次多项式回归模型</a:t>
            </a:r>
            <a:endParaRPr lang="zh-CN" altLang="en-US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7721322-4D44-D2A1-C564-66D96784B41E}"/>
              </a:ext>
            </a:extLst>
          </p:cNvPr>
          <p:cNvSpPr txBox="1"/>
          <p:nvPr/>
        </p:nvSpPr>
        <p:spPr>
          <a:xfrm>
            <a:off x="2588010" y="4767847"/>
            <a:ext cx="2819568" cy="373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元一次多项式回归模型</a:t>
            </a:r>
            <a:endParaRPr lang="zh-CN" altLang="en-US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3B3E11D-0074-ADBB-A133-3B5DFDCB0C65}"/>
              </a:ext>
            </a:extLst>
          </p:cNvPr>
          <p:cNvSpPr txBox="1"/>
          <p:nvPr/>
        </p:nvSpPr>
        <p:spPr>
          <a:xfrm>
            <a:off x="255081" y="5742216"/>
            <a:ext cx="2562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在实际应用中常用到二元二次多项式回归模型</a:t>
            </a:r>
            <a:endParaRPr lang="zh-CN" altLang="en-US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59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9C3A-AECC-7D19-2D95-2C24D45A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7">
            <a:extLst>
              <a:ext uri="{FF2B5EF4-FFF2-40B4-BE49-F238E27FC236}">
                <a16:creationId xmlns:a16="http://schemas.microsoft.com/office/drawing/2014/main" id="{33D62395-4B3F-8657-BCFD-10139CE37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2685882"/>
            <a:ext cx="62927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zh-CN"/>
            </a:defPPr>
            <a:lvl1pPr algn="ctr">
              <a:buClr>
                <a:srgbClr val="002060"/>
              </a:buClr>
              <a:buSzPct val="105000"/>
              <a:defRPr sz="4400" b="1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5000"/>
              <a:buFontTx/>
              <a:buNone/>
              <a:tabLst/>
              <a:defRPr/>
            </a:pPr>
            <a:r>
              <a:rPr lang="zh-CN" altLang="en-US" sz="4000" dirty="0">
                <a:solidFill>
                  <a:srgbClr val="0084CF"/>
                </a:solidFill>
              </a:rPr>
              <a:t>本质线性模型</a:t>
            </a:r>
          </a:p>
        </p:txBody>
      </p:sp>
      <p:sp>
        <p:nvSpPr>
          <p:cNvPr id="26" name="矩形 33">
            <a:extLst>
              <a:ext uri="{FF2B5EF4-FFF2-40B4-BE49-F238E27FC236}">
                <a16:creationId xmlns:a16="http://schemas.microsoft.com/office/drawing/2014/main" id="{5A980BFA-2331-6E0D-ECFD-1D4739E55B27}"/>
              </a:ext>
            </a:extLst>
          </p:cNvPr>
          <p:cNvSpPr/>
          <p:nvPr/>
        </p:nvSpPr>
        <p:spPr>
          <a:xfrm>
            <a:off x="2306212" y="2524452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34">
            <a:extLst>
              <a:ext uri="{FF2B5EF4-FFF2-40B4-BE49-F238E27FC236}">
                <a16:creationId xmlns:a16="http://schemas.microsoft.com/office/drawing/2014/main" id="{C91ACFBE-C72F-FFF5-1D89-1519A40CA912}"/>
              </a:ext>
            </a:extLst>
          </p:cNvPr>
          <p:cNvSpPr/>
          <p:nvPr/>
        </p:nvSpPr>
        <p:spPr>
          <a:xfrm>
            <a:off x="2396223" y="2609115"/>
            <a:ext cx="817703" cy="769116"/>
          </a:xfrm>
          <a:prstGeom prst="rect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25" name="直接连接符 5">
            <a:extLst>
              <a:ext uri="{FF2B5EF4-FFF2-40B4-BE49-F238E27FC236}">
                <a16:creationId xmlns:a16="http://schemas.microsoft.com/office/drawing/2014/main" id="{3E5AD0C7-D4CF-692D-C6D5-587F74065A28}"/>
              </a:ext>
            </a:extLst>
          </p:cNvPr>
          <p:cNvCxnSpPr>
            <a:stCxn id="26" idx="2"/>
          </p:cNvCxnSpPr>
          <p:nvPr/>
        </p:nvCxnSpPr>
        <p:spPr>
          <a:xfrm>
            <a:off x="2805074" y="3462894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 Box 7">
            <a:extLst>
              <a:ext uri="{FF2B5EF4-FFF2-40B4-BE49-F238E27FC236}">
                <a16:creationId xmlns:a16="http://schemas.microsoft.com/office/drawing/2014/main" id="{1AD5FF24-D364-6362-E9B7-049C55A2B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3828975"/>
            <a:ext cx="6292749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002060"/>
              </a:buClr>
              <a:buSzPct val="105000"/>
              <a:defRPr/>
            </a:pPr>
            <a:r>
              <a:rPr lang="zh-CN" altLang="en-US" sz="4000" b="1" dirty="0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本质非线性模型</a:t>
            </a:r>
          </a:p>
        </p:txBody>
      </p:sp>
      <p:sp>
        <p:nvSpPr>
          <p:cNvPr id="21" name="矩形 29">
            <a:extLst>
              <a:ext uri="{FF2B5EF4-FFF2-40B4-BE49-F238E27FC236}">
                <a16:creationId xmlns:a16="http://schemas.microsoft.com/office/drawing/2014/main" id="{2DB738B9-E664-E0B7-5F1F-74BED3C4E85A}"/>
              </a:ext>
            </a:extLst>
          </p:cNvPr>
          <p:cNvSpPr/>
          <p:nvPr/>
        </p:nvSpPr>
        <p:spPr>
          <a:xfrm>
            <a:off x="2306212" y="3667426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30">
            <a:extLst>
              <a:ext uri="{FF2B5EF4-FFF2-40B4-BE49-F238E27FC236}">
                <a16:creationId xmlns:a16="http://schemas.microsoft.com/office/drawing/2014/main" id="{144EF0C4-E3E2-2A51-2D13-E551BF740043}"/>
              </a:ext>
            </a:extLst>
          </p:cNvPr>
          <p:cNvSpPr/>
          <p:nvPr/>
        </p:nvSpPr>
        <p:spPr>
          <a:xfrm>
            <a:off x="2396223" y="3752089"/>
            <a:ext cx="817703" cy="769116"/>
          </a:xfrm>
          <a:prstGeom prst="rect">
            <a:avLst/>
          </a:prstGeom>
          <a:gradFill>
            <a:gsLst>
              <a:gs pos="417">
                <a:srgbClr val="FFC000"/>
              </a:gs>
              <a:gs pos="99000">
                <a:srgbClr val="C00000"/>
              </a:gs>
            </a:gsLst>
            <a:lin ang="2700000" scaled="0"/>
          </a:gra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18" name="直接连接符 43">
            <a:extLst>
              <a:ext uri="{FF2B5EF4-FFF2-40B4-BE49-F238E27FC236}">
                <a16:creationId xmlns:a16="http://schemas.microsoft.com/office/drawing/2014/main" id="{22C6E5F6-92D1-8EB4-2DB7-69348EE8C456}"/>
              </a:ext>
            </a:extLst>
          </p:cNvPr>
          <p:cNvCxnSpPr>
            <a:stCxn id="21" idx="2"/>
          </p:cNvCxnSpPr>
          <p:nvPr/>
        </p:nvCxnSpPr>
        <p:spPr>
          <a:xfrm>
            <a:off x="2805074" y="4605868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组合 10">
            <a:extLst>
              <a:ext uri="{FF2B5EF4-FFF2-40B4-BE49-F238E27FC236}">
                <a16:creationId xmlns:a16="http://schemas.microsoft.com/office/drawing/2014/main" id="{F88F75B3-4907-DFE8-6D65-55C09E6A6A81}"/>
              </a:ext>
            </a:extLst>
          </p:cNvPr>
          <p:cNvGrpSpPr/>
          <p:nvPr/>
        </p:nvGrpSpPr>
        <p:grpSpPr>
          <a:xfrm>
            <a:off x="2306212" y="4810400"/>
            <a:ext cx="7579576" cy="938442"/>
            <a:chOff x="2734890" y="5002222"/>
            <a:chExt cx="7430257" cy="978068"/>
          </a:xfrm>
        </p:grpSpPr>
        <p:grpSp>
          <p:nvGrpSpPr>
            <p:cNvPr id="8" name="组合 35">
              <a:extLst>
                <a:ext uri="{FF2B5EF4-FFF2-40B4-BE49-F238E27FC236}">
                  <a16:creationId xmlns:a16="http://schemas.microsoft.com/office/drawing/2014/main" id="{56293F86-AD61-EF92-FC6C-3B5C6C04018F}"/>
                </a:ext>
              </a:extLst>
            </p:cNvPr>
            <p:cNvGrpSpPr/>
            <p:nvPr/>
          </p:nvGrpSpPr>
          <p:grpSpPr>
            <a:xfrm>
              <a:off x="2734890" y="5002222"/>
              <a:ext cx="7329156" cy="978068"/>
              <a:chOff x="3382706" y="3231661"/>
              <a:chExt cx="7329156" cy="978068"/>
            </a:xfrm>
          </p:grpSpPr>
          <p:sp>
            <p:nvSpPr>
              <p:cNvPr id="13" name="Text Box 7">
                <a:extLst>
                  <a:ext uri="{FF2B5EF4-FFF2-40B4-BE49-F238E27FC236}">
                    <a16:creationId xmlns:a16="http://schemas.microsoft.com/office/drawing/2014/main" id="{5559552D-7AED-E4B7-EBFC-CBEDE2CBA8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3081" y="3399907"/>
                <a:ext cx="6168781" cy="641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2060"/>
                  </a:buClr>
                  <a:buSzPct val="105000"/>
                  <a:buFontTx/>
                  <a:buNone/>
                  <a:tabLst/>
                  <a:defRPr/>
                </a:pPr>
                <a:r>
                  <a:rPr lang="zh-CN" altLang="en-US" sz="4000" b="1" dirty="0">
                    <a:solidFill>
                      <a:srgbClr val="0084C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非线性回归实践案例</a:t>
                </a:r>
              </a:p>
            </p:txBody>
          </p:sp>
          <p:grpSp>
            <p:nvGrpSpPr>
              <p:cNvPr id="14" name="组合 12">
                <a:extLst>
                  <a:ext uri="{FF2B5EF4-FFF2-40B4-BE49-F238E27FC236}">
                    <a16:creationId xmlns:a16="http://schemas.microsoft.com/office/drawing/2014/main" id="{08588743-1796-D585-7873-0368DEA0E1CA}"/>
                  </a:ext>
                </a:extLst>
              </p:cNvPr>
              <p:cNvGrpSpPr/>
              <p:nvPr/>
            </p:nvGrpSpPr>
            <p:grpSpPr>
              <a:xfrm>
                <a:off x="3382706" y="3231661"/>
                <a:ext cx="978070" cy="978068"/>
                <a:chOff x="2051720" y="1381964"/>
                <a:chExt cx="1152128" cy="1152128"/>
              </a:xfrm>
            </p:grpSpPr>
            <p:sp>
              <p:nvSpPr>
                <p:cNvPr id="15" name="矩形 41">
                  <a:extLst>
                    <a:ext uri="{FF2B5EF4-FFF2-40B4-BE49-F238E27FC236}">
                      <a16:creationId xmlns:a16="http://schemas.microsoft.com/office/drawing/2014/main" id="{2D38E51A-0DA6-898E-55A5-BDC62A6A3FF9}"/>
                    </a:ext>
                  </a:extLst>
                </p:cNvPr>
                <p:cNvSpPr/>
                <p:nvPr/>
              </p:nvSpPr>
              <p:spPr>
                <a:xfrm>
                  <a:off x="2051720" y="1381964"/>
                  <a:ext cx="1152128" cy="1152128"/>
                </a:xfrm>
                <a:prstGeom prst="rect">
                  <a:avLst/>
                </a:prstGeom>
                <a:noFill/>
                <a:ln w="12700">
                  <a:solidFill>
                    <a:srgbClr val="0084CF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200" b="0" i="0" u="sng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等线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6" name="矩形 42">
                  <a:extLst>
                    <a:ext uri="{FF2B5EF4-FFF2-40B4-BE49-F238E27FC236}">
                      <a16:creationId xmlns:a16="http://schemas.microsoft.com/office/drawing/2014/main" id="{D850CC84-1ED4-824C-32F5-53C109002CD4}"/>
                    </a:ext>
                  </a:extLst>
                </p:cNvPr>
                <p:cNvSpPr/>
                <p:nvPr/>
              </p:nvSpPr>
              <p:spPr>
                <a:xfrm>
                  <a:off x="2155661" y="1485905"/>
                  <a:ext cx="944247" cy="944246"/>
                </a:xfrm>
                <a:prstGeom prst="rect">
                  <a:avLst/>
                </a:prstGeom>
                <a:gradFill>
                  <a:gsLst>
                    <a:gs pos="417">
                      <a:srgbClr val="00B0F0"/>
                    </a:gs>
                    <a:gs pos="100000">
                      <a:srgbClr val="0070C0"/>
                    </a:gs>
                  </a:gsLst>
                  <a:lin ang="2700000" scaled="0"/>
                </a:gradFill>
                <a:ln w="12700">
                  <a:solidFill>
                    <a:srgbClr val="06C5B3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3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Impact" panose="020B0806030902050204" pitchFamily="34" charset="0"/>
                      <a:ea typeface="等线" panose="02010600030101010101" pitchFamily="2" charset="-122"/>
                      <a:cs typeface="+mn-cs"/>
                    </a:rPr>
                    <a:t>03</a:t>
                  </a:r>
                  <a:endParaRPr kumimoji="0" lang="zh-CN" alt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mpact" panose="020B0806030902050204" pitchFamily="34" charset="0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</p:grpSp>
        <p:cxnSp>
          <p:nvCxnSpPr>
            <p:cNvPr id="12" name="直接连接符 45">
              <a:extLst>
                <a:ext uri="{FF2B5EF4-FFF2-40B4-BE49-F238E27FC236}">
                  <a16:creationId xmlns:a16="http://schemas.microsoft.com/office/drawing/2014/main" id="{3A1CB4E3-3967-21A4-34C2-1DAB9F3581AA}"/>
                </a:ext>
              </a:extLst>
            </p:cNvPr>
            <p:cNvCxnSpPr>
              <a:stCxn id="15" idx="2"/>
            </p:cNvCxnSpPr>
            <p:nvPr/>
          </p:nvCxnSpPr>
          <p:spPr>
            <a:xfrm>
              <a:off x="3223924" y="5980290"/>
              <a:ext cx="6941223" cy="0"/>
            </a:xfrm>
            <a:prstGeom prst="line">
              <a:avLst/>
            </a:prstGeom>
            <a:noFill/>
            <a:ln w="12700">
              <a:solidFill>
                <a:srgbClr val="0084C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7AE5371C-05C0-B0C4-1F8E-7304E463A4C8}"/>
              </a:ext>
            </a:extLst>
          </p:cNvPr>
          <p:cNvSpPr txBox="1">
            <a:spLocks/>
          </p:cNvSpPr>
          <p:nvPr/>
        </p:nvSpPr>
        <p:spPr>
          <a:xfrm>
            <a:off x="1371600" y="565393"/>
            <a:ext cx="9448800" cy="133989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r>
              <a:rPr lang="zh-CN" altLang="en-US" b="0" dirty="0">
                <a:solidFill>
                  <a:srgbClr val="FD5C0C"/>
                </a:solidFill>
                <a:effectLst/>
                <a:latin typeface="华光综艺_CNKI" panose="02000500000000000000" pitchFamily="2" charset="-122"/>
                <a:ea typeface="华光综艺_CNKI" panose="02000500000000000000" pitchFamily="2" charset="-122"/>
              </a:rPr>
              <a:t>汇报提纲</a:t>
            </a:r>
            <a:endParaRPr lang="en-US" b="0" dirty="0">
              <a:solidFill>
                <a:schemeClr val="bg1"/>
              </a:solidFill>
              <a:effectLst/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BE1E3E5D-A6E5-5736-0083-23F4A914152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471423" y="93711"/>
            <a:ext cx="588328" cy="45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50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6F94-C2F1-51A3-B4C5-CC0EC47A1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8DC7C1E6-F4A6-7B0B-4D9B-AD7A32A45C2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本质非线性模型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93BC306-13FE-37DD-1C8B-9BB30450F5FE}"/>
              </a:ext>
            </a:extLst>
          </p:cNvPr>
          <p:cNvSpPr txBox="1"/>
          <p:nvPr/>
        </p:nvSpPr>
        <p:spPr>
          <a:xfrm>
            <a:off x="385969" y="1212899"/>
            <a:ext cx="10936152" cy="11966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38150" lvl="0" indent="-438150">
              <a:lnSpc>
                <a:spcPct val="125000"/>
              </a:lnSpc>
              <a:spcBef>
                <a:spcPct val="20000"/>
              </a:spcBef>
              <a:buFont typeface="Wingdings" pitchFamily="2" charset="2"/>
              <a:buChar char="n"/>
              <a:defRPr/>
            </a:pPr>
            <a:r>
              <a:rPr lang="zh-CN" altLang="en-US" dirty="0"/>
              <a:t>本质非线性模型：</a:t>
            </a:r>
            <a:r>
              <a:rPr lang="zh-CN" altLang="en-US" sz="2800" spc="0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指难以通过变量变换转换为线性模型的非线性模型。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6F7A48D-714B-21B3-07E1-96D1A16EF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014443"/>
              </p:ext>
            </p:extLst>
          </p:nvPr>
        </p:nvGraphicFramePr>
        <p:xfrm>
          <a:off x="4142408" y="2409509"/>
          <a:ext cx="3423274" cy="628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38317" imgH="190447" progId="Equation.DSMT4">
                  <p:embed/>
                </p:oleObj>
              </mc:Choice>
              <mc:Fallback>
                <p:oleObj name="Equation" r:id="rId3" imgW="1038317" imgH="1904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2408" y="2409509"/>
                        <a:ext cx="3423274" cy="6281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7">
            <a:extLst>
              <a:ext uri="{FF2B5EF4-FFF2-40B4-BE49-F238E27FC236}">
                <a16:creationId xmlns:a16="http://schemas.microsoft.com/office/drawing/2014/main" id="{F2BBB128-4DB1-B282-AADE-1D8391443C5E}"/>
              </a:ext>
            </a:extLst>
          </p:cNvPr>
          <p:cNvSpPr txBox="1"/>
          <p:nvPr/>
        </p:nvSpPr>
        <p:spPr>
          <a:xfrm>
            <a:off x="856868" y="3037633"/>
            <a:ext cx="10936152" cy="58105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438150" lvl="0" indent="-438150">
              <a:lnSpc>
                <a:spcPct val="125000"/>
              </a:lnSpc>
              <a:spcBef>
                <a:spcPct val="20000"/>
              </a:spcBef>
              <a:buFont typeface="Wingdings" pitchFamily="2" charset="2"/>
              <a:buChar char="n"/>
              <a:defRPr/>
            </a:pPr>
            <a:r>
              <a:rPr lang="zh-CN" altLang="en-US" sz="2800" spc="0" dirty="0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非线性回归模型仍然可以使用最小二乘法进行估计。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EF2683D-107D-6E2C-E189-9E4FA6AB8A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25127"/>
              </p:ext>
            </p:extLst>
          </p:nvPr>
        </p:nvGraphicFramePr>
        <p:xfrm>
          <a:off x="3486914" y="3938552"/>
          <a:ext cx="5218172" cy="1048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76810" imgH="457216" progId="Equation.DSMT4">
                  <p:embed/>
                </p:oleObj>
              </mc:Choice>
              <mc:Fallback>
                <p:oleObj name="Equation" r:id="rId5" imgW="2276810" imgH="45721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86914" y="3938552"/>
                        <a:ext cx="5218172" cy="10480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C9845C5-B09E-72EE-F31F-BE7141977D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756052"/>
              </p:ext>
            </p:extLst>
          </p:nvPr>
        </p:nvGraphicFramePr>
        <p:xfrm>
          <a:off x="293004" y="5388608"/>
          <a:ext cx="8712846" cy="1337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48327" imgH="590421" progId="Equation.DSMT4">
                  <p:embed/>
                </p:oleObj>
              </mc:Choice>
              <mc:Fallback>
                <p:oleObj name="Equation" r:id="rId7" imgW="3848327" imgH="59042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3004" y="5388608"/>
                        <a:ext cx="8712846" cy="1337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8B82A128-2161-915B-73F1-6846B68A8D97}"/>
              </a:ext>
            </a:extLst>
          </p:cNvPr>
          <p:cNvSpPr txBox="1"/>
          <p:nvPr/>
        </p:nvSpPr>
        <p:spPr>
          <a:xfrm>
            <a:off x="9336282" y="5638414"/>
            <a:ext cx="25627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可用数值优化法（一般使用</a:t>
            </a:r>
            <a:r>
              <a:rPr lang="en-US" altLang="zh-CN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Newton</a:t>
            </a:r>
            <a:r>
              <a:rPr lang="zh-CN" altLang="en-US" sz="1800" b="1" kern="100" dirty="0">
                <a:solidFill>
                  <a:srgbClr val="0066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迭代法）求解</a:t>
            </a:r>
            <a:endParaRPr lang="zh-CN" altLang="en-US" b="1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025515E-405B-2319-A0EF-E2E37CF0463C}"/>
              </a:ext>
            </a:extLst>
          </p:cNvPr>
          <p:cNvCxnSpPr>
            <a:cxnSpLocks/>
          </p:cNvCxnSpPr>
          <p:nvPr/>
        </p:nvCxnSpPr>
        <p:spPr>
          <a:xfrm>
            <a:off x="6071951" y="5028608"/>
            <a:ext cx="0" cy="360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18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87E5F-7CA3-D3E7-6285-4486333C8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7">
            <a:extLst>
              <a:ext uri="{FF2B5EF4-FFF2-40B4-BE49-F238E27FC236}">
                <a16:creationId xmlns:a16="http://schemas.microsoft.com/office/drawing/2014/main" id="{81E683D1-927C-B227-2214-B7DBBFAD5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2685882"/>
            <a:ext cx="62927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zh-CN"/>
            </a:defPPr>
            <a:lvl1pPr algn="ctr">
              <a:buClr>
                <a:srgbClr val="002060"/>
              </a:buClr>
              <a:buSzPct val="105000"/>
              <a:defRPr sz="4400" b="1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5000"/>
              <a:buFontTx/>
              <a:buNone/>
              <a:tabLst/>
              <a:defRPr/>
            </a:pPr>
            <a:r>
              <a:rPr lang="zh-CN" altLang="en-US" sz="4000" dirty="0">
                <a:solidFill>
                  <a:srgbClr val="0084CF"/>
                </a:solidFill>
              </a:rPr>
              <a:t>本质线性模型</a:t>
            </a:r>
          </a:p>
        </p:txBody>
      </p:sp>
      <p:sp>
        <p:nvSpPr>
          <p:cNvPr id="26" name="矩形 33">
            <a:extLst>
              <a:ext uri="{FF2B5EF4-FFF2-40B4-BE49-F238E27FC236}">
                <a16:creationId xmlns:a16="http://schemas.microsoft.com/office/drawing/2014/main" id="{0E98CE61-F311-CB5D-0BA3-B396D63C468B}"/>
              </a:ext>
            </a:extLst>
          </p:cNvPr>
          <p:cNvSpPr/>
          <p:nvPr/>
        </p:nvSpPr>
        <p:spPr>
          <a:xfrm>
            <a:off x="2306212" y="2524452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7" name="矩形 34">
            <a:extLst>
              <a:ext uri="{FF2B5EF4-FFF2-40B4-BE49-F238E27FC236}">
                <a16:creationId xmlns:a16="http://schemas.microsoft.com/office/drawing/2014/main" id="{AAFBD9FF-F925-26A4-71EE-ECFDA54F84FD}"/>
              </a:ext>
            </a:extLst>
          </p:cNvPr>
          <p:cNvSpPr/>
          <p:nvPr/>
        </p:nvSpPr>
        <p:spPr>
          <a:xfrm>
            <a:off x="2396223" y="2609115"/>
            <a:ext cx="817703" cy="769116"/>
          </a:xfrm>
          <a:prstGeom prst="rect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25" name="直接连接符 5">
            <a:extLst>
              <a:ext uri="{FF2B5EF4-FFF2-40B4-BE49-F238E27FC236}">
                <a16:creationId xmlns:a16="http://schemas.microsoft.com/office/drawing/2014/main" id="{395583FC-424C-5068-4AC5-4E86EEAC1232}"/>
              </a:ext>
            </a:extLst>
          </p:cNvPr>
          <p:cNvCxnSpPr>
            <a:stCxn id="26" idx="2"/>
          </p:cNvCxnSpPr>
          <p:nvPr/>
        </p:nvCxnSpPr>
        <p:spPr>
          <a:xfrm>
            <a:off x="2805074" y="3462894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Text Box 7">
            <a:extLst>
              <a:ext uri="{FF2B5EF4-FFF2-40B4-BE49-F238E27FC236}">
                <a16:creationId xmlns:a16="http://schemas.microsoft.com/office/drawing/2014/main" id="{3980DB06-64BB-6560-76CE-E2E850EA1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3828975"/>
            <a:ext cx="6292749" cy="61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002060"/>
              </a:buClr>
              <a:buSzPct val="105000"/>
              <a:defRPr/>
            </a:pPr>
            <a:r>
              <a:rPr lang="zh-CN" altLang="en-US" sz="4000" b="1" dirty="0">
                <a:solidFill>
                  <a:srgbClr val="0084C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本质非线性模型</a:t>
            </a:r>
          </a:p>
        </p:txBody>
      </p:sp>
      <p:sp>
        <p:nvSpPr>
          <p:cNvPr id="21" name="矩形 29">
            <a:extLst>
              <a:ext uri="{FF2B5EF4-FFF2-40B4-BE49-F238E27FC236}">
                <a16:creationId xmlns:a16="http://schemas.microsoft.com/office/drawing/2014/main" id="{0C737DC2-4260-92DB-D5DF-E682B44E2668}"/>
              </a:ext>
            </a:extLst>
          </p:cNvPr>
          <p:cNvSpPr/>
          <p:nvPr/>
        </p:nvSpPr>
        <p:spPr>
          <a:xfrm>
            <a:off x="2306212" y="3667426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矩形 30">
            <a:extLst>
              <a:ext uri="{FF2B5EF4-FFF2-40B4-BE49-F238E27FC236}">
                <a16:creationId xmlns:a16="http://schemas.microsoft.com/office/drawing/2014/main" id="{8CC2CC53-415E-698E-8033-06F8C0456E2B}"/>
              </a:ext>
            </a:extLst>
          </p:cNvPr>
          <p:cNvSpPr/>
          <p:nvPr/>
        </p:nvSpPr>
        <p:spPr>
          <a:xfrm>
            <a:off x="2396223" y="3752089"/>
            <a:ext cx="817703" cy="769116"/>
          </a:xfrm>
          <a:prstGeom prst="rect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18" name="直接连接符 43">
            <a:extLst>
              <a:ext uri="{FF2B5EF4-FFF2-40B4-BE49-F238E27FC236}">
                <a16:creationId xmlns:a16="http://schemas.microsoft.com/office/drawing/2014/main" id="{D43328AA-FCCC-4EAA-E24A-9E059D1D6D2C}"/>
              </a:ext>
            </a:extLst>
          </p:cNvPr>
          <p:cNvCxnSpPr>
            <a:stCxn id="21" idx="2"/>
          </p:cNvCxnSpPr>
          <p:nvPr/>
        </p:nvCxnSpPr>
        <p:spPr>
          <a:xfrm>
            <a:off x="2805074" y="4605868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Text Box 7">
            <a:extLst>
              <a:ext uri="{FF2B5EF4-FFF2-40B4-BE49-F238E27FC236}">
                <a16:creationId xmlns:a16="http://schemas.microsoft.com/office/drawing/2014/main" id="{352AA692-0DB2-11D9-0C13-636EEFA75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906" y="4971830"/>
            <a:ext cx="6292749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rgbClr val="002060"/>
              </a:buClr>
              <a:buSzPct val="105000"/>
              <a:defRPr/>
            </a:pPr>
            <a:r>
              <a:rPr lang="zh-CN" altLang="en-US" sz="4000" b="1" dirty="0">
                <a:gradFill>
                  <a:gsLst>
                    <a:gs pos="417">
                      <a:srgbClr val="FFC000"/>
                    </a:gs>
                    <a:gs pos="77000">
                      <a:srgbClr val="C00000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非线性回归实践案例</a:t>
            </a:r>
          </a:p>
        </p:txBody>
      </p:sp>
      <p:sp>
        <p:nvSpPr>
          <p:cNvPr id="15" name="矩形 41">
            <a:extLst>
              <a:ext uri="{FF2B5EF4-FFF2-40B4-BE49-F238E27FC236}">
                <a16:creationId xmlns:a16="http://schemas.microsoft.com/office/drawing/2014/main" id="{DC515CF7-A1F0-1F8A-E8CE-6F44A9A96942}"/>
              </a:ext>
            </a:extLst>
          </p:cNvPr>
          <p:cNvSpPr/>
          <p:nvPr/>
        </p:nvSpPr>
        <p:spPr>
          <a:xfrm>
            <a:off x="2306212" y="4810400"/>
            <a:ext cx="997725" cy="938442"/>
          </a:xfrm>
          <a:prstGeom prst="rect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矩形 42">
            <a:extLst>
              <a:ext uri="{FF2B5EF4-FFF2-40B4-BE49-F238E27FC236}">
                <a16:creationId xmlns:a16="http://schemas.microsoft.com/office/drawing/2014/main" id="{F43A5249-4ED5-F0D7-5FB2-A4E91124A634}"/>
              </a:ext>
            </a:extLst>
          </p:cNvPr>
          <p:cNvSpPr/>
          <p:nvPr/>
        </p:nvSpPr>
        <p:spPr>
          <a:xfrm>
            <a:off x="2396223" y="4895063"/>
            <a:ext cx="817703" cy="769116"/>
          </a:xfrm>
          <a:prstGeom prst="rect">
            <a:avLst/>
          </a:prstGeom>
          <a:gradFill>
            <a:gsLst>
              <a:gs pos="417">
                <a:srgbClr val="FFC000"/>
              </a:gs>
              <a:gs pos="99000">
                <a:srgbClr val="C00000"/>
              </a:gs>
            </a:gsLst>
            <a:lin ang="2700000" scaled="0"/>
          </a:gradFill>
          <a:ln w="127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</a:rPr>
              <a:t>03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</a:endParaRPr>
          </a:p>
        </p:txBody>
      </p:sp>
      <p:cxnSp>
        <p:nvCxnSpPr>
          <p:cNvPr id="12" name="直接连接符 45">
            <a:extLst>
              <a:ext uri="{FF2B5EF4-FFF2-40B4-BE49-F238E27FC236}">
                <a16:creationId xmlns:a16="http://schemas.microsoft.com/office/drawing/2014/main" id="{F77FFC87-4252-04B7-C59B-09085CEE5835}"/>
              </a:ext>
            </a:extLst>
          </p:cNvPr>
          <p:cNvCxnSpPr>
            <a:stCxn id="15" idx="2"/>
          </p:cNvCxnSpPr>
          <p:nvPr/>
        </p:nvCxnSpPr>
        <p:spPr>
          <a:xfrm>
            <a:off x="2805074" y="5748842"/>
            <a:ext cx="7080714" cy="0"/>
          </a:xfrm>
          <a:prstGeom prst="line">
            <a:avLst/>
          </a:prstGeom>
          <a:noFill/>
          <a:ln w="12700">
            <a:solidFill>
              <a:srgbClr val="0084C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F754EA5-20C3-2C34-FB8C-583E390E240C}"/>
              </a:ext>
            </a:extLst>
          </p:cNvPr>
          <p:cNvSpPr txBox="1">
            <a:spLocks/>
          </p:cNvSpPr>
          <p:nvPr/>
        </p:nvSpPr>
        <p:spPr>
          <a:xfrm>
            <a:off x="1371600" y="565393"/>
            <a:ext cx="9448800" cy="133989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r>
              <a:rPr lang="zh-CN" altLang="en-US" b="0" dirty="0">
                <a:solidFill>
                  <a:srgbClr val="FD5C0C"/>
                </a:solidFill>
                <a:effectLst/>
                <a:latin typeface="华光综艺_CNKI" panose="02000500000000000000" pitchFamily="2" charset="-122"/>
                <a:ea typeface="华光综艺_CNKI" panose="02000500000000000000" pitchFamily="2" charset="-122"/>
              </a:rPr>
              <a:t>汇报提纲</a:t>
            </a:r>
            <a:endParaRPr lang="en-US" b="0" dirty="0">
              <a:solidFill>
                <a:schemeClr val="bg1"/>
              </a:solidFill>
              <a:effectLst/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pic>
        <p:nvPicPr>
          <p:cNvPr id="3" name="Picture 2" descr="A logo with dots and lines&#10;&#10;Description automatically generated">
            <a:extLst>
              <a:ext uri="{FF2B5EF4-FFF2-40B4-BE49-F238E27FC236}">
                <a16:creationId xmlns:a16="http://schemas.microsoft.com/office/drawing/2014/main" id="{46674E1D-5945-DB46-FD20-90BE662AD4F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/>
        </p:blipFill>
        <p:spPr>
          <a:xfrm>
            <a:off x="11471423" y="93711"/>
            <a:ext cx="588328" cy="45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8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B7484-412C-7D99-C6E0-0ABE2FC7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045CF7D4-CA28-6143-70EF-BD5E643C982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实践案例：基于工龄的月薪预测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0171E973-AC87-3C0A-FC97-A0BC69CBB14B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非线性回归实践案例：</a:t>
            </a:r>
            <a:r>
              <a:rPr lang="zh-CN" altLang="en-US" dirty="0">
                <a:solidFill>
                  <a:schemeClr val="tx1"/>
                </a:solidFill>
              </a:rPr>
              <a:t>工龄月薪数据集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E256EB38-BEB3-F233-9F96-B2DE844E9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2A3AA1BB-3C71-35FF-C225-93E058195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E15F1D3B-E2FE-40BE-BB0B-F00E263D73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B161F24D-8F52-B234-F1CA-9FF1B2EED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695FC88-E9B1-CE69-27E3-136A7A21C4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41329"/>
            <a:ext cx="12192000" cy="259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5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5B1B3-05FD-5FD4-F2EF-6519B876E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6CC33397-9C5E-D5D1-E66C-C905F8F9428F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实践案例：基于工龄的月薪预测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8CCA205-0FA3-5E26-A895-F3EAA07AB057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非线性回归实践案例：</a:t>
            </a:r>
            <a:r>
              <a:rPr lang="zh-CN" altLang="en-US" dirty="0">
                <a:solidFill>
                  <a:schemeClr val="tx1"/>
                </a:solidFill>
              </a:rPr>
              <a:t>使用二次曲线                      拟合数据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E82015F4-115F-2F9F-83F0-402EB1F41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A8ED5458-AF17-4815-FA4D-7DE5320C2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845A79BE-A6FF-0BBB-F099-FBE5AD0A3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1DC0503A-98E7-8981-19AC-0351CB264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14E56E6D-727E-470D-5397-F4EA727514BC}"/>
              </a:ext>
            </a:extLst>
          </p:cNvPr>
          <p:cNvSpPr txBox="1"/>
          <p:nvPr/>
        </p:nvSpPr>
        <p:spPr>
          <a:xfrm>
            <a:off x="509536" y="1898515"/>
            <a:ext cx="11571627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effectLst/>
              </a:rPr>
              <a:t>使用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scikit-learn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调用</a:t>
            </a:r>
            <a:r>
              <a:rPr lang="en-US" altLang="zh-CN" dirty="0" err="1">
                <a:solidFill>
                  <a:srgbClr val="0066FF"/>
                </a:solidFill>
                <a:effectLst/>
              </a:rPr>
              <a:t>PolynomialFeatures</a:t>
            </a:r>
            <a:r>
              <a:rPr lang="zh-CN" altLang="en-US" dirty="0">
                <a:solidFill>
                  <a:srgbClr val="0066FF"/>
                </a:solidFill>
                <a:effectLst/>
              </a:rPr>
              <a:t>类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生成多项式特征，并使用</a:t>
            </a:r>
            <a:r>
              <a:rPr lang="en-US" altLang="zh-CN" dirty="0" err="1">
                <a:solidFill>
                  <a:srgbClr val="0066FF"/>
                </a:solidFill>
                <a:effectLst/>
              </a:rPr>
              <a:t>fit_transform</a:t>
            </a:r>
            <a:r>
              <a:rPr lang="zh-CN" altLang="en-US" dirty="0">
                <a:solidFill>
                  <a:srgbClr val="0066FF"/>
                </a:solidFill>
                <a:effectLst/>
              </a:rPr>
              <a:t>方法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将原始的特征数据转换为包含多项式特征的数据</a:t>
            </a:r>
            <a:endParaRPr lang="zh-CN" altLang="en-US" dirty="0">
              <a:solidFill>
                <a:srgbClr val="0066FF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C6D06BC-ABCE-7A45-F425-0097A444490F}"/>
              </a:ext>
            </a:extLst>
          </p:cNvPr>
          <p:cNvGrpSpPr/>
          <p:nvPr/>
        </p:nvGrpSpPr>
        <p:grpSpPr>
          <a:xfrm>
            <a:off x="3445094" y="3221155"/>
            <a:ext cx="5073954" cy="884895"/>
            <a:chOff x="2606381" y="3470435"/>
            <a:chExt cx="5073954" cy="88489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1A5F154-96AF-299F-4987-0659DE826E67}"/>
                </a:ext>
              </a:extLst>
            </p:cNvPr>
            <p:cNvSpPr/>
            <p:nvPr/>
          </p:nvSpPr>
          <p:spPr>
            <a:xfrm>
              <a:off x="2606381" y="3470435"/>
              <a:ext cx="4875074" cy="884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A3B44AA-0765-1BB7-B859-D1BA3FF6D47F}"/>
                </a:ext>
              </a:extLst>
            </p:cNvPr>
            <p:cNvSpPr txBox="1"/>
            <p:nvPr/>
          </p:nvSpPr>
          <p:spPr>
            <a:xfrm>
              <a:off x="2652273" y="3486972"/>
              <a:ext cx="5028062" cy="8315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>
                <a:lnSpc>
                  <a:spcPct val="125000"/>
                </a:lnSpc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poly =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PolynomialFeatures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(degree)</a:t>
              </a:r>
            </a:p>
            <a:p>
              <a:pPr marL="342900" lvl="0" indent="-342900">
                <a:lnSpc>
                  <a:spcPct val="125000"/>
                </a:lnSpc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X_poly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 =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poly.fit_transform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(X)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F1F1243-3202-6CFD-FE16-DBB91D79178F}"/>
              </a:ext>
            </a:extLst>
          </p:cNvPr>
          <p:cNvGrpSpPr/>
          <p:nvPr/>
        </p:nvGrpSpPr>
        <p:grpSpPr>
          <a:xfrm>
            <a:off x="1161861" y="4489814"/>
            <a:ext cx="10124973" cy="2769968"/>
            <a:chOff x="3986372" y="5999115"/>
            <a:chExt cx="8907695" cy="3592677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FC8A338-B162-6A33-F074-85AF57D356D3}"/>
                </a:ext>
              </a:extLst>
            </p:cNvPr>
            <p:cNvSpPr/>
            <p:nvPr/>
          </p:nvSpPr>
          <p:spPr>
            <a:xfrm>
              <a:off x="3986372" y="5999115"/>
              <a:ext cx="8907695" cy="28997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AC2F94F-6FD4-5DC7-272E-CBE522716BA9}"/>
                </a:ext>
              </a:extLst>
            </p:cNvPr>
            <p:cNvSpPr txBox="1"/>
            <p:nvPr/>
          </p:nvSpPr>
          <p:spPr>
            <a:xfrm>
              <a:off x="4006922" y="5999115"/>
              <a:ext cx="8732448" cy="35926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# 2.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二次曲线拟合数据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poly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PolynomialFeatures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(degree=2)  # 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设置最高次项为二次项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X11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poly.fit_transform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(X1)  # 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将原有的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转换为一个新的二维数组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X1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，该二维数组包含新生成的二次项数据和原有的一次项数据。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model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LinearRegression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model.fit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(X11, Y)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r2 = r2_score(Y,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model.predict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(X11))</a:t>
              </a:r>
            </a:p>
          </p:txBody>
        </p: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3CE103E-1841-96BA-0C21-F55CC31690AB}"/>
              </a:ext>
            </a:extLst>
          </p:cNvPr>
          <p:cNvCxnSpPr>
            <a:cxnSpLocks/>
          </p:cNvCxnSpPr>
          <p:nvPr/>
        </p:nvCxnSpPr>
        <p:spPr>
          <a:xfrm>
            <a:off x="5982071" y="4106050"/>
            <a:ext cx="0" cy="3837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57CD522-55C6-C257-648A-50D967FCF3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301285"/>
              </p:ext>
            </p:extLst>
          </p:nvPr>
        </p:nvGraphicFramePr>
        <p:xfrm>
          <a:off x="7320835" y="1106174"/>
          <a:ext cx="2601609" cy="592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71527" imgH="266770" progId="Equation.DSMT4">
                  <p:embed/>
                </p:oleObj>
              </mc:Choice>
              <mc:Fallback>
                <p:oleObj name="Equation" r:id="rId7" imgW="1171527" imgH="2667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20835" y="1106174"/>
                        <a:ext cx="2601609" cy="5922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E5AD0CC8-A28E-C799-07A6-D1FD1CBF89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653004"/>
              </p:ext>
            </p:extLst>
          </p:nvPr>
        </p:nvGraphicFramePr>
        <p:xfrm>
          <a:off x="6830580" y="4106050"/>
          <a:ext cx="4798002" cy="607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04912" imgH="190447" progId="Equation.DSMT4">
                  <p:embed/>
                </p:oleObj>
              </mc:Choice>
              <mc:Fallback>
                <p:oleObj name="Equation" r:id="rId9" imgW="1504912" imgH="1904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830580" y="4106050"/>
                        <a:ext cx="4798002" cy="6073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11C6465-9E9F-E505-0CE6-F75A461DD54A}"/>
              </a:ext>
            </a:extLst>
          </p:cNvPr>
          <p:cNvSpPr/>
          <p:nvPr/>
        </p:nvSpPr>
        <p:spPr>
          <a:xfrm>
            <a:off x="6474691" y="4085803"/>
            <a:ext cx="5381101" cy="627589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2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74E3F-F09D-9B1E-7338-B522AEC14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47D2CA93-0049-B26C-E6BC-218047D1F78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实践案例：基于工龄的月薪预测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CF97A8AB-7871-2CC0-54EB-48125468422D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非线性回归实践案例：</a:t>
            </a:r>
            <a:r>
              <a:rPr lang="zh-CN" altLang="en-US" dirty="0">
                <a:solidFill>
                  <a:schemeClr val="tx1"/>
                </a:solidFill>
              </a:rPr>
              <a:t>使用幂函数                 拟合数据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8C6F28F9-5CD6-82A2-1BF6-D06110072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9147B6EA-80B8-109F-4BF7-BE784DB37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F06CDBC4-1418-8901-0C5E-7E0A7D46F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814C2129-3AEF-FE75-4057-F0C1914FC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21FEAED4-4A94-1DE3-FEEC-718B26DAF33E}"/>
              </a:ext>
            </a:extLst>
          </p:cNvPr>
          <p:cNvSpPr txBox="1"/>
          <p:nvPr/>
        </p:nvSpPr>
        <p:spPr>
          <a:xfrm>
            <a:off x="762177" y="2319654"/>
            <a:ext cx="1128801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  <a:effectLst/>
              </a:rPr>
              <a:t>自定义幂函数</a:t>
            </a:r>
            <a:r>
              <a:rPr lang="en-US" altLang="zh-CN" dirty="0" err="1">
                <a:solidFill>
                  <a:srgbClr val="0066FF"/>
                </a:solidFill>
                <a:effectLst/>
              </a:rPr>
              <a:t>power_func</a:t>
            </a:r>
            <a:r>
              <a:rPr lang="en-US" altLang="zh-CN" dirty="0">
                <a:solidFill>
                  <a:srgbClr val="0066FF"/>
                </a:solidFill>
                <a:effectLst/>
              </a:rPr>
              <a:t>(x, a, b)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，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x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为自变量，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a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和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b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为幂函数的参数，</a:t>
            </a:r>
            <a:r>
              <a:rPr lang="en-US" altLang="zh-CN" dirty="0" err="1">
                <a:solidFill>
                  <a:schemeClr val="tx1"/>
                </a:solidFill>
                <a:effectLst/>
              </a:rPr>
              <a:t>np.power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(x, y)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用于计算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x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的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y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次方（例如，</a:t>
            </a:r>
            <a:r>
              <a:rPr lang="en-US" altLang="zh-CN" dirty="0" err="1">
                <a:solidFill>
                  <a:schemeClr val="tx1"/>
                </a:solidFill>
                <a:effectLst/>
              </a:rPr>
              <a:t>np.power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(2, 3)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将返回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8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，即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2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的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3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次方）。然后，使用</a:t>
            </a:r>
            <a:r>
              <a:rPr lang="en-US" altLang="zh-CN" dirty="0" err="1">
                <a:solidFill>
                  <a:srgbClr val="0066FF"/>
                </a:solidFill>
                <a:effectLst/>
              </a:rPr>
              <a:t>curve_fit</a:t>
            </a:r>
            <a:r>
              <a:rPr lang="en-US" altLang="zh-CN" dirty="0">
                <a:solidFill>
                  <a:srgbClr val="0066FF"/>
                </a:solidFill>
                <a:effectLst/>
              </a:rPr>
              <a:t>()</a:t>
            </a:r>
            <a:r>
              <a:rPr lang="zh-CN" altLang="en-US" dirty="0">
                <a:solidFill>
                  <a:srgbClr val="0066FF"/>
                </a:solidFill>
                <a:effectLst/>
              </a:rPr>
              <a:t>函数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进行拟合。</a:t>
            </a:r>
            <a:endParaRPr lang="zh-CN" altLang="en-US" dirty="0">
              <a:solidFill>
                <a:srgbClr val="0066FF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ADAA7C5-D78F-D0F3-A9B1-ED826C2140D5}"/>
              </a:ext>
            </a:extLst>
          </p:cNvPr>
          <p:cNvGrpSpPr/>
          <p:nvPr/>
        </p:nvGrpSpPr>
        <p:grpSpPr>
          <a:xfrm>
            <a:off x="2528643" y="4826609"/>
            <a:ext cx="7411165" cy="1232832"/>
            <a:chOff x="2606381" y="3470435"/>
            <a:chExt cx="5073954" cy="1232832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4A3B08E-9DD5-2397-91EC-D7705A575CBD}"/>
                </a:ext>
              </a:extLst>
            </p:cNvPr>
            <p:cNvSpPr/>
            <p:nvPr/>
          </p:nvSpPr>
          <p:spPr>
            <a:xfrm>
              <a:off x="2606381" y="3470435"/>
              <a:ext cx="4875074" cy="8848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CD7D1FA-A66C-BBDD-93AF-C791C0DEC995}"/>
                </a:ext>
              </a:extLst>
            </p:cNvPr>
            <p:cNvSpPr txBox="1"/>
            <p:nvPr/>
          </p:nvSpPr>
          <p:spPr>
            <a:xfrm>
              <a:off x="2652273" y="3486972"/>
              <a:ext cx="5028062" cy="12162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lvl="0" indent="-342900">
                <a:lnSpc>
                  <a:spcPct val="125000"/>
                </a:lnSpc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curve_fit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(f,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xdata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ydata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, p0=None, sigma=None,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absolute_sigma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=False, </a:t>
              </a:r>
              <a:r>
                <a:rPr lang="en-US" altLang="zh-CN" sz="2000" kern="0" dirty="0" err="1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check_finite</a:t>
              </a:r>
              <a:r>
                <a:rPr lang="en-US" altLang="zh-CN" sz="2000" kern="0" dirty="0">
                  <a:solidFill>
                    <a:srgbClr val="5C5C5C"/>
                  </a:solidFill>
                  <a:effectLst/>
                  <a:latin typeface="Consolas" panose="020B0609020204030204" pitchFamily="49" charset="0"/>
                  <a:ea typeface="宋体" panose="02010600030101010101" pitchFamily="2" charset="-122"/>
                  <a:cs typeface="宋体" panose="02010600030101010101" pitchFamily="2" charset="-122"/>
                </a:rPr>
                <a:t>=True, **kw)</a:t>
              </a:r>
            </a:p>
          </p:txBody>
        </p:sp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A85794B-5F99-C4B3-0631-583EA14A6A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53755" y="1060348"/>
          <a:ext cx="1911955" cy="626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560" imgH="241200" progId="Equation.DSMT4">
                  <p:embed/>
                </p:oleObj>
              </mc:Choice>
              <mc:Fallback>
                <p:oleObj name="Equation" r:id="rId7" imgW="736560" imgH="241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BE94082-703B-3EB0-E04F-1BD9EBF28F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53755" y="1060348"/>
                        <a:ext cx="1911955" cy="626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293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34CB2-8BAF-3CC1-031A-AC9A5436F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D3AF88C7-3A8C-412A-C8DB-8257E651F54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实践案例：基于工龄的月薪预测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782DE54-2B63-0185-45A0-35B4B4E6785D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非线性回归实践案例：</a:t>
            </a:r>
            <a:r>
              <a:rPr lang="zh-CN" altLang="en-US" dirty="0">
                <a:solidFill>
                  <a:schemeClr val="tx1"/>
                </a:solidFill>
              </a:rPr>
              <a:t>使用幂函数                 拟合数据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EE2CB53F-F1BA-21EE-FC61-CD05D5686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45632D22-54B4-DFC1-D0A0-D5A4EF857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F76907E4-6397-D7AE-2ECB-9EE0A4574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FF0DBF2A-8257-0416-D023-19EDB55BE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E745110-6BBF-5B6A-13D9-F62542C8BD27}"/>
              </a:ext>
            </a:extLst>
          </p:cNvPr>
          <p:cNvGrpSpPr/>
          <p:nvPr/>
        </p:nvGrpSpPr>
        <p:grpSpPr>
          <a:xfrm>
            <a:off x="1143932" y="2266567"/>
            <a:ext cx="10124973" cy="2986751"/>
            <a:chOff x="3986372" y="5999115"/>
            <a:chExt cx="8907695" cy="3313271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AD719D4-E801-A141-D5B9-08774F93E4C3}"/>
                </a:ext>
              </a:extLst>
            </p:cNvPr>
            <p:cNvSpPr/>
            <p:nvPr/>
          </p:nvSpPr>
          <p:spPr>
            <a:xfrm>
              <a:off x="3986372" y="5999115"/>
              <a:ext cx="8907695" cy="289976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66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C3920BD-8E54-CBB6-D0D9-3332A58AB67B}"/>
                </a:ext>
              </a:extLst>
            </p:cNvPr>
            <p:cNvSpPr txBox="1"/>
            <p:nvPr/>
          </p:nvSpPr>
          <p:spPr>
            <a:xfrm>
              <a:off x="4006922" y="5999115"/>
              <a:ext cx="8732448" cy="3313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# 3.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幂函数拟合数据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def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power_func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(x, a, b):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   return a *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np.power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(x, b)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popt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pcov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=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curve_fit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power_func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, X2, Y)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r_squared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 = r2_score(Y, 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power_func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(X2, *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popt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print("-----------------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幂函数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-------------")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print('</a:t>
              </a:r>
              <a:r>
                <a:rPr lang="zh-CN" altLang="en-US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模型方程为：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y = {:.3f} * x^({:.3f})'.format(*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popt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))</a:t>
              </a:r>
            </a:p>
            <a:p>
              <a:pPr marL="342900" indent="-342900">
                <a:buFont typeface="+mj-lt"/>
                <a:buAutoNum type="arabicPeriod"/>
                <a:tabLst>
                  <a:tab pos="457200" algn="l"/>
                </a:tabLst>
              </a:pP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print('R2 = {:.3f}'.format(</a:t>
              </a:r>
              <a:r>
                <a:rPr lang="en-US" altLang="zh-CN" sz="2000" kern="0" dirty="0" err="1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r_squared</a:t>
              </a:r>
              <a:r>
                <a:rPr lang="en-US" altLang="zh-CN" sz="2000" kern="0" dirty="0">
                  <a:solidFill>
                    <a:srgbClr val="5C5C5C"/>
                  </a:solidFill>
                  <a:latin typeface="Consolas" panose="020B0609020204030204" pitchFamily="49" charset="0"/>
                  <a:ea typeface="宋体" panose="02010600030101010101" pitchFamily="2" charset="-122"/>
                </a:rPr>
                <a:t>))</a:t>
              </a:r>
            </a:p>
          </p:txBody>
        </p:sp>
      </p:grp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1745645-6451-F9E6-D6F2-34473B9DB331}"/>
              </a:ext>
            </a:extLst>
          </p:cNvPr>
          <p:cNvSpPr/>
          <p:nvPr/>
        </p:nvSpPr>
        <p:spPr>
          <a:xfrm>
            <a:off x="3484609" y="5253318"/>
            <a:ext cx="5381101" cy="627589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BE94082-703B-3EB0-E04F-1BD9EBF28F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055396"/>
              </p:ext>
            </p:extLst>
          </p:nvPr>
        </p:nvGraphicFramePr>
        <p:xfrm>
          <a:off x="6953755" y="1060348"/>
          <a:ext cx="1911955" cy="626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36560" imgH="241200" progId="Equation.DSMT4">
                  <p:embed/>
                </p:oleObj>
              </mc:Choice>
              <mc:Fallback>
                <p:oleObj name="Equation" r:id="rId7" imgW="7365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953755" y="1060348"/>
                        <a:ext cx="1911955" cy="626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9187C39-B946-BCED-A329-48CDC2879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385316"/>
              </p:ext>
            </p:extLst>
          </p:nvPr>
        </p:nvGraphicFramePr>
        <p:xfrm>
          <a:off x="4276582" y="5249555"/>
          <a:ext cx="3859672" cy="627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71527" imgH="190447" progId="Equation.DSMT4">
                  <p:embed/>
                </p:oleObj>
              </mc:Choice>
              <mc:Fallback>
                <p:oleObj name="Equation" r:id="rId9" imgW="1171527" imgH="1904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76582" y="5249555"/>
                        <a:ext cx="3859672" cy="627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047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F497D-68E2-DAAF-6C9D-589E48240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59B13907-535E-BAAC-1DA8-112C7AD258F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  实践案例：基于工龄的月薪预测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14F20F80-C0F3-44E5-0C79-9F99BFCD1E41}"/>
              </a:ext>
            </a:extLst>
          </p:cNvPr>
          <p:cNvSpPr txBox="1"/>
          <p:nvPr/>
        </p:nvSpPr>
        <p:spPr>
          <a:xfrm>
            <a:off x="620373" y="1103359"/>
            <a:ext cx="11571627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defPPr>
              <a:defRPr lang="zh-CN"/>
            </a:defPPr>
            <a:lvl1pPr>
              <a:defRPr sz="3200" b="1" spc="5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solidFill>
                  <a:srgbClr val="C00000"/>
                </a:solidFill>
              </a:rPr>
              <a:t>非线性回归实践案例：</a:t>
            </a:r>
            <a:r>
              <a:rPr lang="zh-CN" altLang="en-US" dirty="0">
                <a:solidFill>
                  <a:schemeClr val="tx1"/>
                </a:solidFill>
              </a:rPr>
              <a:t>二次曲线和幂函数拟合情况对比</a:t>
            </a:r>
          </a:p>
        </p:txBody>
      </p:sp>
      <p:pic>
        <p:nvPicPr>
          <p:cNvPr id="53250" name="Object 4">
            <a:extLst>
              <a:ext uri="{FF2B5EF4-FFF2-40B4-BE49-F238E27FC236}">
                <a16:creationId xmlns:a16="http://schemas.microsoft.com/office/drawing/2014/main" id="{AD18179A-2CF4-C3C0-2B10-56F0AC707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1" name="Object 3">
            <a:extLst>
              <a:ext uri="{FF2B5EF4-FFF2-40B4-BE49-F238E27FC236}">
                <a16:creationId xmlns:a16="http://schemas.microsoft.com/office/drawing/2014/main" id="{5685E16E-FFE4-E053-9F0D-50A5F69F4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2" name="Object 2">
            <a:extLst>
              <a:ext uri="{FF2B5EF4-FFF2-40B4-BE49-F238E27FC236}">
                <a16:creationId xmlns:a16="http://schemas.microsoft.com/office/drawing/2014/main" id="{E5506CCD-4B2F-3D85-38C2-1705390B4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68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53" name="Object 1">
            <a:extLst>
              <a:ext uri="{FF2B5EF4-FFF2-40B4-BE49-F238E27FC236}">
                <a16:creationId xmlns:a16="http://schemas.microsoft.com/office/drawing/2014/main" id="{E8E19FB7-1E62-6912-F075-65A18B4E4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形 2">
            <a:extLst>
              <a:ext uri="{FF2B5EF4-FFF2-40B4-BE49-F238E27FC236}">
                <a16:creationId xmlns:a16="http://schemas.microsoft.com/office/drawing/2014/main" id="{B29DCDC2-2C03-46E4-4E54-8D61BE370A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10186" y="2173685"/>
            <a:ext cx="8171628" cy="31204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79BE084-2CA0-3C2F-AF0C-528DD29A9567}"/>
                  </a:ext>
                </a:extLst>
              </p:cNvPr>
              <p:cNvSpPr txBox="1"/>
              <p:nvPr/>
            </p:nvSpPr>
            <p:spPr>
              <a:xfrm>
                <a:off x="4553335" y="5519641"/>
                <a:ext cx="4079677" cy="47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𝑹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值分别为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71%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93.1%</a:t>
                </a:r>
                <a:r>
                  <a:rPr lang="zh-CN" altLang="en-US" sz="24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79BE084-2CA0-3C2F-AF0C-528DD29A9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335" y="5519641"/>
                <a:ext cx="4079677" cy="470000"/>
              </a:xfrm>
              <a:prstGeom prst="rect">
                <a:avLst/>
              </a:prstGeom>
              <a:blipFill>
                <a:blip r:embed="rId9"/>
                <a:stretch>
                  <a:fillRect l="-448" t="-7692" b="-28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753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57fef28-e1f3-418f-8f7b-57f60670b37e"/>
  <p:tag name="COMMONDATA" val="eyJoZGlkIjoiNGZlODdkOGY2N2FkZjEzZjVmYjI5NGY1MTQ2NGRh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7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1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muant0k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默认设计模板">
  <a:themeElements>
    <a:clrScheme name="自定义 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7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9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130048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8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19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6_自定义设计方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38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3001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3E28D3-CC25-4935-9535-3CA44F295BD0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3555</TotalTime>
  <Words>1027</Words>
  <Application>Microsoft Office PowerPoint</Application>
  <PresentationFormat>宽屏</PresentationFormat>
  <Paragraphs>90</Paragraphs>
  <Slides>18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45" baseType="lpstr">
      <vt:lpstr>等线</vt:lpstr>
      <vt:lpstr>华光综艺_CNKI</vt:lpstr>
      <vt:lpstr>思源黑体</vt:lpstr>
      <vt:lpstr>思源黑体 CN Bold</vt:lpstr>
      <vt:lpstr>微软雅黑</vt:lpstr>
      <vt:lpstr>Arial</vt:lpstr>
      <vt:lpstr>Arial Rounded MT Bold</vt:lpstr>
      <vt:lpstr>Calibri</vt:lpstr>
      <vt:lpstr>Cambria Math</vt:lpstr>
      <vt:lpstr>Consolas</vt:lpstr>
      <vt:lpstr>Impact</vt:lpstr>
      <vt:lpstr>Times New Roman</vt:lpstr>
      <vt:lpstr>Wingdings</vt:lpstr>
      <vt:lpstr>Office 主题​​</vt:lpstr>
      <vt:lpstr>10_自定义设计方案</vt:lpstr>
      <vt:lpstr>17_自定义设计方案</vt:lpstr>
      <vt:lpstr>21_自定义设计方案</vt:lpstr>
      <vt:lpstr>11_自定义设计方案</vt:lpstr>
      <vt:lpstr>2_默认设计模板</vt:lpstr>
      <vt:lpstr>1_默认设计模板</vt:lpstr>
      <vt:lpstr>7_自定义设计方案</vt:lpstr>
      <vt:lpstr>18_自定义设计方案</vt:lpstr>
      <vt:lpstr>12_自定义设计方案</vt:lpstr>
      <vt:lpstr>19_自定义设计方案</vt:lpstr>
      <vt:lpstr>16_自定义设计方案</vt:lpstr>
      <vt:lpstr>Equation</vt:lpstr>
      <vt:lpstr>Photo Editor 照片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大数据分析-模版-吕欣.pptx</dc:title>
  <dc:creator>吕欣</dc:creator>
  <cp:lastModifiedBy>Star Champion</cp:lastModifiedBy>
  <cp:revision>2518</cp:revision>
  <dcterms:created xsi:type="dcterms:W3CDTF">2022-05-23T09:13:00Z</dcterms:created>
  <dcterms:modified xsi:type="dcterms:W3CDTF">2025-04-18T13:17:32Z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03DF3E81453D43789918EC1D3CAC176D_12</vt:lpwstr>
  </property>
  <property fmtid="{D5CDD505-2E9C-101B-9397-08002B2CF9AE}" pid="3" name="KSOProductBuildVer">
    <vt:lpwstr>2052-11.1.0.14309</vt:lpwstr>
  </property>
</Properties>
</file>