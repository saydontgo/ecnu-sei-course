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3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4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theme/theme5.xml" ContentType="application/vnd.openxmlformats-officedocument.theme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theme/theme6.xml" ContentType="application/vnd.openxmlformats-officedocument.theme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theme/theme7.xml" ContentType="application/vnd.openxmlformats-officedocument.theme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theme/theme8.xml" ContentType="application/vnd.openxmlformats-officedocument.theme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theme/theme9.xml" ContentType="application/vnd.openxmlformats-officedocument.theme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theme/theme10.xml" ContentType="application/vnd.openxmlformats-officedocument.theme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theme/theme11.xml" ContentType="application/vnd.openxmlformats-officedocument.theme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2">
  <p:sldMasterIdLst>
    <p:sldMasterId id="2147483648" r:id="rId1"/>
    <p:sldMasterId id="2147484409" r:id="rId2"/>
    <p:sldMasterId id="2147484466" r:id="rId3"/>
    <p:sldMasterId id="2147484493" r:id="rId4"/>
    <p:sldMasterId id="2147484519" r:id="rId5"/>
    <p:sldMasterId id="2147484635" r:id="rId6"/>
    <p:sldMasterId id="2147484651" r:id="rId7"/>
    <p:sldMasterId id="2147484950" r:id="rId8"/>
    <p:sldMasterId id="2147484968" r:id="rId9"/>
    <p:sldMasterId id="2147484995" r:id="rId10"/>
    <p:sldMasterId id="2147485044" r:id="rId11"/>
    <p:sldMasterId id="2147485105" r:id="rId12"/>
  </p:sldMasterIdLst>
  <p:notesMasterIdLst>
    <p:notesMasterId r:id="rId33"/>
  </p:notesMasterIdLst>
  <p:handoutMasterIdLst>
    <p:handoutMasterId r:id="rId34"/>
  </p:handoutMasterIdLst>
  <p:sldIdLst>
    <p:sldId id="15638" r:id="rId13"/>
    <p:sldId id="15669" r:id="rId14"/>
    <p:sldId id="15871" r:id="rId15"/>
    <p:sldId id="15870" r:id="rId16"/>
    <p:sldId id="15872" r:id="rId17"/>
    <p:sldId id="15873" r:id="rId18"/>
    <p:sldId id="15874" r:id="rId19"/>
    <p:sldId id="15875" r:id="rId20"/>
    <p:sldId id="15876" r:id="rId21"/>
    <p:sldId id="15877" r:id="rId22"/>
    <p:sldId id="15878" r:id="rId23"/>
    <p:sldId id="15879" r:id="rId24"/>
    <p:sldId id="15880" r:id="rId25"/>
    <p:sldId id="15881" r:id="rId26"/>
    <p:sldId id="15882" r:id="rId27"/>
    <p:sldId id="15850" r:id="rId28"/>
    <p:sldId id="15867" r:id="rId29"/>
    <p:sldId id="15883" r:id="rId30"/>
    <p:sldId id="15884" r:id="rId31"/>
    <p:sldId id="15502" r:id="rId32"/>
  </p:sldIdLst>
  <p:sldSz cx="12192000" cy="6858000"/>
  <p:notesSz cx="6858000" cy="9144000"/>
  <p:custDataLst>
    <p:tags r:id="rId3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2252" userDrawn="1">
          <p15:clr>
            <a:srgbClr val="A4A3A4"/>
          </p15:clr>
        </p15:guide>
        <p15:guide id="5" orient="horz" pos="245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5C0C"/>
    <a:srgbClr val="FFFFFF"/>
    <a:srgbClr val="0066FF"/>
    <a:srgbClr val="7EA4EE"/>
    <a:srgbClr val="00FF00"/>
    <a:srgbClr val="F6F9FE"/>
    <a:srgbClr val="91CF50"/>
    <a:srgbClr val="FF66FF"/>
    <a:srgbClr val="00CCFF"/>
    <a:srgbClr val="0096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32" autoAdjust="0"/>
    <p:restoredTop sz="88617" autoAdjust="0"/>
  </p:normalViewPr>
  <p:slideViewPr>
    <p:cSldViewPr snapToGrid="0">
      <p:cViewPr varScale="1">
        <p:scale>
          <a:sx n="94" d="100"/>
          <a:sy n="94" d="100"/>
        </p:scale>
        <p:origin x="726" y="78"/>
      </p:cViewPr>
      <p:guideLst>
        <p:guide pos="2252"/>
        <p:guide orient="horz" pos="24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2428" y="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39" Type="http://schemas.openxmlformats.org/officeDocument/2006/relationships/tableStyles" Target="tableStyles.xml"/><Relationship Id="rId21" Type="http://schemas.openxmlformats.org/officeDocument/2006/relationships/slide" Target="slides/slide9.xml"/><Relationship Id="rId34" Type="http://schemas.openxmlformats.org/officeDocument/2006/relationships/handoutMaster" Target="handoutMasters/handoutMaster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2.xml"/><Relationship Id="rId32" Type="http://schemas.openxmlformats.org/officeDocument/2006/relationships/slide" Target="slides/slide20.xml"/><Relationship Id="rId37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36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31" Type="http://schemas.openxmlformats.org/officeDocument/2006/relationships/slide" Target="slides/slide1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slide" Target="slides/slide18.xml"/><Relationship Id="rId35" Type="http://schemas.openxmlformats.org/officeDocument/2006/relationships/tags" Target="tags/tag1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5682E4-1D3E-4E21-8E57-F0A36E8AFBBC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C971F6-C60D-4682-BD97-627ABF3553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B80EC0-271A-47A3-B94A-5AACB63D0D64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6F833C-0931-4030-8352-AFD9186768B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6F833C-0931-4030-8352-AFD9186768B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4672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B2364-C4ED-C4F6-5139-791D90C5A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208D54-AB53-7A3D-FE9F-B742B0538D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3B1F1FB-5D20-0CC0-48E6-5024F25A69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2DC0CC-ECDA-C7C5-4E37-F0F8AC80CE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99688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E571A-AFED-AB2E-CFA3-D4D53CD24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CBD4358-EE6D-F9D5-F87E-1B6927E2B7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24A1657-FCF1-AE59-E247-B7F8D6DF21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4B1F77-D9E2-84BB-E24A-C54DB56ACD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61879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DC24A-C33D-312B-B4D0-E272D8429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FC5331E-0DB5-C269-8D8A-D326B139FB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41528B-80C7-AFE3-EA82-863740978D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E9052F-4B5C-B79D-EA5E-3F31DF97C1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03473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4379F-B612-6C2D-25EF-680A1E97B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8E4054C-D7CD-35E0-AC97-0C58A309F0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BF301FD-693F-4B90-D873-19313572C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3AD33B-E918-FBED-51A9-9673814463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72190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459BF-6758-AB02-A839-80E51E5BD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AD062C3-6881-3314-21CF-A133A52012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2FDAB44-5C0F-1F70-EEE7-2DC0B8BBD4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C878C2-98D3-3EE7-877E-2B687C71F3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13452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4931C-6F1A-3111-A74A-9E77989A2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905ADB2-C6C5-96DA-9C6B-9BD2ECE354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2F731C8-AD05-3E3A-24A7-86B72A8E79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7761E6-C808-C1EB-BE38-B1A388A954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6358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8E304-2F33-8C2C-F078-2F65012C0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9930E45-F907-4F6B-D1BC-10CB194209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B1A40BE-84C0-1FF5-42DD-17C15FAF98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A4D284-58F7-C782-9D8B-0A27CD4C12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90788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3EABB-40AF-1B90-F474-7EA85DE69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F8E6682-F595-7385-ADB9-CF6F3C4287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9AC054A-1764-ED40-0962-908CCDC6D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D38FAE-64C7-66C2-77F5-757D6A4ED8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34795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E5B23-55A6-0B4D-F9DE-745B7B23E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25111E-3325-8BEE-0263-8A3CFFD74B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86930F5-53E0-A6AF-5CDA-F5A7FF2661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ACF4F0-1F7A-8FE4-7A9B-7D80DB3567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24393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4E85F-33EE-C014-0557-7C11D8C51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68470A6-AD77-098F-78C5-AB3D6707B7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B1340B0-0468-8AAB-49C7-2EB50C8803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0E9821-6800-2C39-FE59-0B61E5D0AA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14859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2655F-64AD-6839-3311-6FE28C485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BB6DC14-C607-3911-37D7-1823D3A686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84970E2-D9FA-19D5-0475-45393DB094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BAAF9E-BB8A-C168-7D88-D6C6F3B994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8555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7994A-D4E6-58B0-EA30-9360A18B9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66DE995-982E-1A73-6F16-D7A9BF18D4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39A2590-BAB0-E407-12C4-10DBAEDC6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D5509B-17D7-0DA4-8AD1-EB45BD23A5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88702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BD993-4641-AC8B-6212-E5BACA8BA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5EC4CC5-9B1A-1994-C802-D73D95DED6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6D1E72C-6D42-EF06-FE1B-B9C1A6CA62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00EBEC-C870-1BF8-59C5-DF8B19F402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34955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E4DAD-6757-92B8-EC5A-D51E3C431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3268343-64E1-DA2F-10C9-EBD223808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56D54EE-905E-D3AB-B4B9-9601299CF8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7DF1B7-F5F6-C01E-2D6C-20DBED5A40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40391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1AC82-2BA1-260A-4749-460E71B8B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3255D39-6108-AA4F-D421-E4D793E4F8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FA45A93-6C92-CC3A-9356-EF3B65935F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DDC318-15C3-7F19-015B-0EAAFE596B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2356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A6EF7-1128-D6E2-1678-D3C3290A1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4D59989-A60A-F73B-0ED8-3B37246CB0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DA468BC-2CD6-C6F7-15DB-9ABF8AE7A0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66016B-7367-CB90-2F3E-F10353F504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77121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CB6E7-8969-AF60-41FD-007A3F455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DCCD99A-2070-DA3C-A3C8-D7966084AB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C678954-B2F9-620C-7BFF-36764295AF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C81933-4329-A17F-4330-716463F36D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62029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7511C-9584-1C3F-CB58-91FD5F765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BDFE2C2-CFA9-A5E7-AC93-151E58FC73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AC7F7C7-15A9-5091-576F-40CAE318DE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A3116E-B7FE-3554-0764-C82B9A55F0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19462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2409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6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6.xml"/><Relationship Id="rId4" Type="http://schemas.microsoft.com/office/2007/relationships/hdphoto" Target="../media/hdphoto1.wdp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6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6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6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6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7.xml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7.xml"/><Relationship Id="rId4" Type="http://schemas.microsoft.com/office/2007/relationships/hdphoto" Target="../media/hdphoto1.wdp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7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7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7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7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24.png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24.png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9.xml"/></Relationships>
</file>

<file path=ppt/slideLayouts/_rels/slideLayout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9.xml"/></Relationships>
</file>

<file path=ppt/slideLayouts/_rels/slideLayout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9.xml"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9.xml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9.xml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9.xml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9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24.png"/></Relationships>
</file>

<file path=ppt/slideLayouts/_rels/slideLayout20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24.png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1.xml"/></Relationships>
</file>

<file path=ppt/slideLayouts/_rels/slideLayout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1.xml"/></Relationships>
</file>

<file path=ppt/slideLayouts/_rels/slideLayout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1.xml"/></Relationships>
</file>

<file path=ppt/slideLayouts/_rels/slideLayout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1.xml"/></Relationships>
</file>

<file path=ppt/slideLayouts/_rels/slideLayout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1.xml"/></Relationships>
</file>

<file path=ppt/slideLayouts/_rels/slideLayout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1.xml"/></Relationships>
</file>

<file path=ppt/slideLayouts/_rels/slideLayout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1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2.xml"/></Relationships>
</file>

<file path=ppt/slideLayouts/_rels/slideLayout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2.xml"/></Relationships>
</file>

<file path=ppt/slideLayouts/_rels/slideLayout2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2.xml"/></Relationships>
</file>

<file path=ppt/slideLayouts/_rels/slideLayout2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2.xml"/></Relationships>
</file>

<file path=ppt/slideLayouts/_rels/slideLayout2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2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主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 bwMode="auto">
          <a:xfrm>
            <a:off x="0" y="1771650"/>
            <a:ext cx="12192000" cy="1261491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50000">
                <a:schemeClr val="accent5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algn="ctr">
              <a:spcBef>
                <a:spcPct val="50000"/>
              </a:spcBef>
            </a:pP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2394901"/>
            <a:ext cx="12192000" cy="3796496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928495"/>
            <a:endParaRPr lang="zh-CN" altLang="en-US" sz="1400" dirty="0"/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0" y="2291460"/>
            <a:ext cx="12192000" cy="4004169"/>
            <a:chOff x="1960583" y="2188019"/>
            <a:chExt cx="9297266" cy="4004169"/>
          </a:xfrm>
        </p:grpSpPr>
        <p:pic>
          <p:nvPicPr>
            <p:cNvPr id="23" name="图片 22"/>
            <p:cNvPicPr>
              <a:picLocks noChangeAspect="1"/>
            </p:cNvPicPr>
            <p:nvPr/>
          </p:nvPicPr>
          <p:blipFill rotWithShape="1">
            <a:blip r:embed="rId2">
              <a:grayscl/>
            </a:blip>
            <a:srcRect b="72279"/>
            <a:stretch>
              <a:fillRect/>
            </a:stretch>
          </p:blipFill>
          <p:spPr>
            <a:xfrm rot="10800000" flipH="1">
              <a:off x="1960583" y="6087956"/>
              <a:ext cx="9297266" cy="104232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 rotWithShape="1">
            <a:blip r:embed="rId2">
              <a:grayscl/>
            </a:blip>
            <a:srcRect b="72279"/>
            <a:stretch>
              <a:fillRect/>
            </a:stretch>
          </p:blipFill>
          <p:spPr>
            <a:xfrm flipH="1">
              <a:off x="1960583" y="2188019"/>
              <a:ext cx="9297266" cy="104232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508FBC-A264-6F1A-7977-DAFCBAF387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5"/>
          <a:stretch/>
        </p:blipFill>
        <p:spPr>
          <a:xfrm>
            <a:off x="916640" y="227763"/>
            <a:ext cx="11161059" cy="603504"/>
          </a:xfrm>
          <a:prstGeom prst="rect">
            <a:avLst/>
          </a:prstGeom>
        </p:spPr>
      </p:pic>
      <p:pic>
        <p:nvPicPr>
          <p:cNvPr id="3" name="Picture 2" descr="A logo with dots and lines&#10;&#10;Description automatically generated">
            <a:extLst>
              <a:ext uri="{FF2B5EF4-FFF2-40B4-BE49-F238E27FC236}">
                <a16:creationId xmlns:a16="http://schemas.microsoft.com/office/drawing/2014/main" id="{5467157C-6AAC-7C52-2017-1FE36A3D10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8" r="8389" b="36069"/>
          <a:stretch/>
        </p:blipFill>
        <p:spPr>
          <a:xfrm>
            <a:off x="11249224" y="166730"/>
            <a:ext cx="828475" cy="72557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71D0F9-5031-B629-E802-6AEAF0F1C6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53"/>
          <a:stretch/>
        </p:blipFill>
        <p:spPr>
          <a:xfrm>
            <a:off x="0" y="0"/>
            <a:ext cx="12192000" cy="101499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3F803D8-0039-D24A-E8C1-26F5161CAA45}"/>
              </a:ext>
            </a:extLst>
          </p:cNvPr>
          <p:cNvSpPr/>
          <p:nvPr userDrawn="1"/>
        </p:nvSpPr>
        <p:spPr>
          <a:xfrm>
            <a:off x="5982657" y="0"/>
            <a:ext cx="202179" cy="1014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899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7483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二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2877689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二、主要工作</a:t>
            </a:r>
          </a:p>
        </p:txBody>
      </p:sp>
      <p:sp>
        <p:nvSpPr>
          <p:cNvPr id="2" name="矩形 26">
            <a:extLst>
              <a:ext uri="{FF2B5EF4-FFF2-40B4-BE49-F238E27FC236}">
                <a16:creationId xmlns:a16="http://schemas.microsoft.com/office/drawing/2014/main" id="{09687F67-AA25-9614-8E73-69B387358195}"/>
              </a:ext>
            </a:extLst>
          </p:cNvPr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三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2877689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三、总结展望</a:t>
            </a:r>
          </a:p>
        </p:txBody>
      </p:sp>
      <p:sp>
        <p:nvSpPr>
          <p:cNvPr id="2" name="矩形 26">
            <a:extLst>
              <a:ext uri="{FF2B5EF4-FFF2-40B4-BE49-F238E27FC236}">
                <a16:creationId xmlns:a16="http://schemas.microsoft.com/office/drawing/2014/main" id="{237FF217-6AE0-9A66-FE88-108698555006}"/>
              </a:ext>
            </a:extLst>
          </p:cNvPr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1531166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结束语</a:t>
            </a:r>
          </a:p>
        </p:txBody>
      </p:sp>
      <p:sp>
        <p:nvSpPr>
          <p:cNvPr id="2" name="矩形 26">
            <a:extLst>
              <a:ext uri="{FF2B5EF4-FFF2-40B4-BE49-F238E27FC236}">
                <a16:creationId xmlns:a16="http://schemas.microsoft.com/office/drawing/2014/main" id="{E96EBE77-5145-3DED-C2A2-D3DD459293CF}"/>
              </a:ext>
            </a:extLst>
          </p:cNvPr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纯背景带校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4" y="202985"/>
            <a:ext cx="10036507" cy="422454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8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7017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9235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743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7618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3528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8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19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9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4" y="4863384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4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5812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8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19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9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4" y="4863384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4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5071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8" y="1316727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8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1840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9AAD130C-ED07-484A-9AB4-E1251588E4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58164" y="124413"/>
            <a:ext cx="322937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en-US" sz="2000" b="1" kern="120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cs typeface="Times New Roman" panose="02020603050405020304" pitchFamily="18" charset="0"/>
              </a:defRPr>
            </a:lvl1pPr>
          </a:lstStyle>
          <a:p>
            <a:pPr marL="0" lvl="0" algn="r" defTabSz="914400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7A302F4-29FB-4385-966A-B8B23A0BA4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72871" y="83597"/>
            <a:ext cx="311943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4273" tIns="32136" rIns="64273" bIns="32136">
            <a:spAutoFit/>
          </a:bodyPr>
          <a:lstStyle>
            <a:lvl1pPr marL="0" indent="0" algn="l">
              <a:buFontTx/>
              <a:buNone/>
              <a:defRPr lang="en-US" sz="2400" b="1" kern="1200" smtClean="0">
                <a:solidFill>
                  <a:srgbClr val="FFFFFF"/>
                </a:solidFill>
                <a:latin typeface="+mn-ea"/>
                <a:cs typeface="Times New Roman" panose="02020603050405020304" pitchFamily="18" charset="0"/>
              </a:defRPr>
            </a:lvl1pPr>
            <a:lvl2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>
              <a:defRPr lang="en-US" sz="2600" kern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lvl="0" defTabSz="1300480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8216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3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257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3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1" y="124413"/>
            <a:ext cx="50449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457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3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4" y="124413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807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26843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3334619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3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643333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3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3588084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3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4207485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1838632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3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3369776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4565" y="124410"/>
            <a:ext cx="45191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0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3760490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480203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3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1495772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657071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8803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CFAC3-5A54-4C24-B1C2-7ACDC1C03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3F0A2-8D54-42B6-A1EF-0C2F8892D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6CA9A-ECD6-464E-B3EA-9096A8DA1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74627-CDE5-4A8F-897B-5EFB05EA8145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DF2BC-1743-4566-BE9E-A92FD07F2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5D4BB-D5EC-458E-BA84-2D7C1FB2B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6834-A87A-4DEE-945A-772F6B935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325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5" y="202986"/>
            <a:ext cx="10036507" cy="422455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9863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1660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247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7241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31222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1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7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1608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1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7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7289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8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9220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9AAD130C-ED07-484A-9AB4-E1251588E4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58164" y="124413"/>
            <a:ext cx="322937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en-US" sz="2000" b="1" kern="120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cs typeface="Times New Roman" panose="02020603050405020304" pitchFamily="18" charset="0"/>
              </a:defRPr>
            </a:lvl1pPr>
          </a:lstStyle>
          <a:p>
            <a:pPr marL="0" lvl="0" algn="r" defTabSz="914377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7A302F4-29FB-4385-966A-B8B23A0BA4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72872" y="83597"/>
            <a:ext cx="311943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4273" tIns="32136" rIns="64273" bIns="32136">
            <a:spAutoFit/>
          </a:bodyPr>
          <a:lstStyle>
            <a:lvl1pPr marL="0" indent="0" algn="l">
              <a:buFontTx/>
              <a:buNone/>
              <a:defRPr lang="en-US" sz="2400" b="1" kern="1200" smtClean="0">
                <a:solidFill>
                  <a:srgbClr val="FFFFFF"/>
                </a:solidFill>
                <a:latin typeface="+mn-ea"/>
                <a:cs typeface="Times New Roman" panose="02020603050405020304" pitchFamily="18" charset="0"/>
              </a:defRPr>
            </a:lvl1pPr>
            <a:lvl2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>
              <a:defRPr lang="en-US" sz="2600" kern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lvl="0" defTabSz="1300447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7616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787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3" y="124413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960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6" y="124413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496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342809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167902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3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1502986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3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676059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643217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355559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2950847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7132" y="124409"/>
            <a:ext cx="4516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1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453083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354756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113326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3257550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2114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CFAC3-5A54-4C24-B1C2-7ACDC1C03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3F0A2-8D54-42B6-A1EF-0C2F8892D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6CA9A-ECD6-464E-B3EA-9096A8DA1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74627-CDE5-4A8F-897B-5EFB05EA8145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DF2BC-1743-4566-BE9E-A92FD07F2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5D4BB-D5EC-458E-BA84-2D7C1FB2B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6834-A87A-4DEE-945A-772F6B935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942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6714000"/>
            <a:ext cx="12192000" cy="144000"/>
          </a:xfrm>
          <a:prstGeom prst="rect">
            <a:avLst/>
          </a:prstGeom>
          <a:solidFill>
            <a:srgbClr val="2B5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zh-CN" altLang="en-US" sz="1351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12192000" cy="864000"/>
          </a:xfrm>
          <a:prstGeom prst="rect">
            <a:avLst/>
          </a:prstGeom>
          <a:solidFill>
            <a:srgbClr val="2B5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zh-CN" altLang="en-US" sz="1351">
              <a:solidFill>
                <a:prstClr val="white"/>
              </a:solidFill>
            </a:endParaRPr>
          </a:p>
        </p:txBody>
      </p:sp>
      <p:sp>
        <p:nvSpPr>
          <p:cNvPr id="4" name="文本框 3"/>
          <p:cNvSpPr txBox="1">
            <a:spLocks noChangeArrowheads="1"/>
          </p:cNvSpPr>
          <p:nvPr userDrawn="1"/>
        </p:nvSpPr>
        <p:spPr bwMode="auto">
          <a:xfrm>
            <a:off x="0" y="137411"/>
            <a:ext cx="12192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  研究成果与主要创新</a:t>
            </a:r>
            <a:endParaRPr lang="zh-CN" altLang="en-US" sz="3600" b="1" spc="300" dirty="0">
              <a:solidFill>
                <a:schemeClr val="accent4">
                  <a:lumMod val="40000"/>
                  <a:lumOff val="6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7"/>
          <p:cNvSpPr/>
          <p:nvPr userDrawn="1"/>
        </p:nvSpPr>
        <p:spPr>
          <a:xfrm>
            <a:off x="0" y="6713999"/>
            <a:ext cx="12192000" cy="144000"/>
          </a:xfrm>
          <a:prstGeom prst="rect">
            <a:avLst/>
          </a:prstGeom>
          <a:solidFill>
            <a:srgbClr val="2B5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zh-CN" altLang="en-US" sz="1351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9905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5" y="202986"/>
            <a:ext cx="10036507" cy="422455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5" tIns="45717" rIns="91435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2" y="87767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71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1879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17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7088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2286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9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3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297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6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9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9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4254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9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3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297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6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9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9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3595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8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5" tIns="45717" rIns="91435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440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4647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570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3" y="124415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110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7" y="124415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85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393110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2965815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5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499919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5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598476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460970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194409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1792415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7132" y="124411"/>
            <a:ext cx="4516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1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75473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2857828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3999054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2654063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775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564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4" y="202986"/>
            <a:ext cx="10036507" cy="422454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4" tIns="45717" rIns="91434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8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0" y="87766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55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4059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512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4662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27170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2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20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2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5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2353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2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20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2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5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0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7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4" tIns="45717" rIns="91434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8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7277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942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635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1" y="124414"/>
            <a:ext cx="50449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935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5" y="124414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658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731682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3997330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4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698974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4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946501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856367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2208879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1915876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4565" y="124411"/>
            <a:ext cx="45191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0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512071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4037663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3835037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108626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6696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048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1967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 bwMode="auto">
          <a:xfrm flipV="1">
            <a:off x="0" y="3648210"/>
            <a:ext cx="12192000" cy="45719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69000">
                <a:srgbClr val="FFFFFF"/>
              </a:gs>
              <a:gs pos="29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3658257"/>
          </a:xfrm>
          <a:prstGeom prst="rect">
            <a:avLst/>
          </a:prstGeom>
        </p:spPr>
      </p:pic>
      <p:sp>
        <p:nvSpPr>
          <p:cNvPr id="15" name="Rectangle: Rounded Corners 19"/>
          <p:cNvSpPr/>
          <p:nvPr userDrawn="1"/>
        </p:nvSpPr>
        <p:spPr>
          <a:xfrm>
            <a:off x="4003118" y="5517233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系统工程学院装备管理工程系</a:t>
            </a:r>
          </a:p>
        </p:txBody>
      </p:sp>
      <p:sp>
        <p:nvSpPr>
          <p:cNvPr id="16" name="TextBox 9"/>
          <p:cNvSpPr txBox="1"/>
          <p:nvPr userDrawn="1"/>
        </p:nvSpPr>
        <p:spPr>
          <a:xfrm>
            <a:off x="216536" y="546389"/>
            <a:ext cx="7172129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b="1" i="0" u="none" strike="noStrike" kern="1200" cap="none" spc="300" normalizeH="0" baseline="0" noProof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rgbClr val="1967A5">
                        <a:shade val="30000"/>
                        <a:satMod val="115000"/>
                      </a:srgbClr>
                    </a:gs>
                    <a:gs pos="50000">
                      <a:srgbClr val="1967A5">
                        <a:shade val="67500"/>
                        <a:satMod val="115000"/>
                      </a:srgbClr>
                    </a:gs>
                    <a:gs pos="100000">
                      <a:srgbClr val="1967A5">
                        <a:shade val="100000"/>
                        <a:satMod val="115000"/>
                      </a:srgbClr>
                    </a:gs>
                  </a:gsLst>
                  <a:lin ang="13500000" scaled="1"/>
                  <a:tileRect/>
                </a:gradFill>
                <a:effectLst>
                  <a:glow rad="38100">
                    <a:prstClr val="white">
                      <a:alpha val="82000"/>
                    </a:prstClr>
                  </a:glow>
                </a:effectLst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Liberation Sans" panose="020B0604020202020204" pitchFamily="34" charset="0"/>
                <a:sym typeface="Times New Roman" panose="02020603050405020304" pitchFamily="18" charset="0"/>
              </a:rPr>
              <a:t>应用统计学</a:t>
            </a:r>
            <a:endParaRPr kumimoji="0" lang="zh-CN" altLang="en-US" sz="7200" b="1" i="0" u="none" strike="noStrike" kern="1200" cap="none" spc="300" normalizeH="0" baseline="0" noProof="0" dirty="0">
              <a:ln w="3175">
                <a:noFill/>
                <a:prstDash val="solid"/>
              </a:ln>
              <a:gradFill flip="none" rotWithShape="1">
                <a:gsLst>
                  <a:gs pos="0">
                    <a:srgbClr val="1967A5">
                      <a:shade val="30000"/>
                      <a:satMod val="115000"/>
                    </a:srgbClr>
                  </a:gs>
                  <a:gs pos="50000">
                    <a:srgbClr val="1967A5">
                      <a:shade val="67500"/>
                      <a:satMod val="115000"/>
                    </a:srgbClr>
                  </a:gs>
                  <a:gs pos="100000">
                    <a:srgbClr val="1967A5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effectLst>
                <a:glow rad="38100">
                  <a:prstClr val="white">
                    <a:alpha val="82000"/>
                  </a:prstClr>
                </a:glow>
              </a:effectLst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Liberation Sans" panose="020B0604020202020204" pitchFamily="34" charset="0"/>
              <a:sym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4964919" y="4878034"/>
            <a:ext cx="2262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黄生俊   副教授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8" name="Rectangle: Rounded Corners 18"/>
          <p:cNvSpPr/>
          <p:nvPr userDrawn="1"/>
        </p:nvSpPr>
        <p:spPr>
          <a:xfrm>
            <a:off x="2509937" y="3182187"/>
            <a:ext cx="7172129" cy="9521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101600" dir="5400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30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第四讲 统计调查</a:t>
            </a:r>
          </a:p>
        </p:txBody>
      </p:sp>
    </p:spTree>
    <p:extLst>
      <p:ext uri="{BB962C8B-B14F-4D97-AF65-F5344CB8AC3E}">
        <p14:creationId xmlns:p14="http://schemas.microsoft.com/office/powerpoint/2010/main" val="823770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2598854" y="2846974"/>
            <a:ext cx="158569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Q&amp;A</a:t>
            </a:r>
            <a:endParaRPr kumimoji="0" lang="zh-CN" altLang="en-US" sz="4400" b="1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6" name="Picture 3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86" b="99414" l="10938" r="97656">
                        <a14:foregroundMark x1="41016" y1="6250" x2="41016" y2="6250"/>
                        <a14:foregroundMark x1="39063" y1="4883" x2="39063" y2="4883"/>
                        <a14:foregroundMark x1="31250" y1="5859" x2="31250" y2="5859"/>
                        <a14:foregroundMark x1="33594" y1="5859" x2="33594" y2="5859"/>
                        <a14:foregroundMark x1="29492" y1="6641" x2="29492" y2="6641"/>
                        <a14:foregroundMark x1="46289" y1="6250" x2="46289" y2="6250"/>
                        <a14:foregroundMark x1="43750" y1="4297" x2="43750" y2="4297"/>
                        <a14:foregroundMark x1="41016" y1="4297" x2="41016" y2="4297"/>
                        <a14:foregroundMark x1="37695" y1="4492" x2="37695" y2="4492"/>
                        <a14:foregroundMark x1="35547" y1="5273" x2="35547" y2="5273"/>
                      </a14:backgroundRemoval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15851" y="1357117"/>
            <a:ext cx="5103488" cy="3827617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910306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15497" y="978875"/>
            <a:ext cx="4869095" cy="447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309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8504" cy="6858001"/>
          </a:xfrm>
          <a:prstGeom prst="rect">
            <a:avLst/>
          </a:prstGeom>
        </p:spPr>
      </p:pic>
      <p:sp>
        <p:nvSpPr>
          <p:cNvPr id="29" name="矩形: 圆角 28"/>
          <p:cNvSpPr/>
          <p:nvPr userDrawn="1"/>
        </p:nvSpPr>
        <p:spPr bwMode="auto">
          <a:xfrm>
            <a:off x="336000" y="483688"/>
            <a:ext cx="11520000" cy="6149312"/>
          </a:xfrm>
          <a:prstGeom prst="roundRect">
            <a:avLst>
              <a:gd name="adj" fmla="val 4879"/>
            </a:avLst>
          </a:prstGeom>
          <a:solidFill>
            <a:schemeClr val="bg1">
              <a:alpha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19" name="椭圆 18"/>
          <p:cNvSpPr/>
          <p:nvPr userDrawn="1"/>
        </p:nvSpPr>
        <p:spPr>
          <a:xfrm>
            <a:off x="2749563" y="2348880"/>
            <a:ext cx="864000" cy="648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一</a:t>
            </a:r>
          </a:p>
        </p:txBody>
      </p:sp>
      <p:sp>
        <p:nvSpPr>
          <p:cNvPr id="20" name="矩形 19"/>
          <p:cNvSpPr/>
          <p:nvPr userDrawn="1"/>
        </p:nvSpPr>
        <p:spPr>
          <a:xfrm>
            <a:off x="3791744" y="2380494"/>
            <a:ext cx="5431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15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统计调查概述</a:t>
            </a:r>
          </a:p>
        </p:txBody>
      </p:sp>
      <p:sp>
        <p:nvSpPr>
          <p:cNvPr id="23" name="椭圆 22"/>
          <p:cNvSpPr/>
          <p:nvPr userDrawn="1"/>
        </p:nvSpPr>
        <p:spPr>
          <a:xfrm>
            <a:off x="2749563" y="3388677"/>
            <a:ext cx="864000" cy="648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二</a:t>
            </a:r>
          </a:p>
        </p:txBody>
      </p:sp>
      <p:sp>
        <p:nvSpPr>
          <p:cNvPr id="24" name="矩形 23"/>
          <p:cNvSpPr/>
          <p:nvPr userDrawn="1"/>
        </p:nvSpPr>
        <p:spPr>
          <a:xfrm>
            <a:off x="3791744" y="3420291"/>
            <a:ext cx="5431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15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统计调查的实施</a:t>
            </a:r>
          </a:p>
        </p:txBody>
      </p:sp>
      <p:sp>
        <p:nvSpPr>
          <p:cNvPr id="28" name="任意多边形: 形状 27"/>
          <p:cNvSpPr/>
          <p:nvPr userDrawn="1"/>
        </p:nvSpPr>
        <p:spPr>
          <a:xfrm rot="5400000">
            <a:off x="5222531" y="-453329"/>
            <a:ext cx="1746938" cy="2653596"/>
          </a:xfrm>
          <a:custGeom>
            <a:avLst/>
            <a:gdLst>
              <a:gd name="connsiteX0" fmla="*/ 0 w 2026508"/>
              <a:gd name="connsiteY0" fmla="*/ 2308696 h 2308696"/>
              <a:gd name="connsiteX1" fmla="*/ 0 w 2026508"/>
              <a:gd name="connsiteY1" fmla="*/ 0 h 2308696"/>
              <a:gd name="connsiteX2" fmla="*/ 872160 w 2026508"/>
              <a:gd name="connsiteY2" fmla="*/ 0 h 2308696"/>
              <a:gd name="connsiteX3" fmla="*/ 2026508 w 2026508"/>
              <a:gd name="connsiteY3" fmla="*/ 1154348 h 2308696"/>
              <a:gd name="connsiteX4" fmla="*/ 2026507 w 2026508"/>
              <a:gd name="connsiteY4" fmla="*/ 1154348 h 2308696"/>
              <a:gd name="connsiteX5" fmla="*/ 872159 w 2026508"/>
              <a:gd name="connsiteY5" fmla="*/ 2308696 h 230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26508" h="2308696">
                <a:moveTo>
                  <a:pt x="0" y="2308696"/>
                </a:moveTo>
                <a:lnTo>
                  <a:pt x="0" y="0"/>
                </a:lnTo>
                <a:lnTo>
                  <a:pt x="872160" y="0"/>
                </a:lnTo>
                <a:cubicBezTo>
                  <a:pt x="1509689" y="0"/>
                  <a:pt x="2026508" y="516819"/>
                  <a:pt x="2026508" y="1154348"/>
                </a:cubicBezTo>
                <a:lnTo>
                  <a:pt x="2026507" y="1154348"/>
                </a:lnTo>
                <a:cubicBezTo>
                  <a:pt x="2026507" y="1791877"/>
                  <a:pt x="1509688" y="2308696"/>
                  <a:pt x="872159" y="2308696"/>
                </a:cubicBezTo>
                <a:close/>
              </a:path>
            </a:pathLst>
          </a:custGeom>
          <a:solidFill>
            <a:srgbClr val="1967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6" name="文本框 41"/>
          <p:cNvSpPr txBox="1"/>
          <p:nvPr userDrawn="1"/>
        </p:nvSpPr>
        <p:spPr>
          <a:xfrm>
            <a:off x="5355252" y="146761"/>
            <a:ext cx="14814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目 录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7" name="文本框 42"/>
          <p:cNvSpPr txBox="1"/>
          <p:nvPr userDrawn="1"/>
        </p:nvSpPr>
        <p:spPr>
          <a:xfrm>
            <a:off x="4911477" y="901341"/>
            <a:ext cx="2369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CONTENTS</a:t>
            </a:r>
          </a:p>
        </p:txBody>
      </p:sp>
      <p:sp>
        <p:nvSpPr>
          <p:cNvPr id="11" name="椭圆 10"/>
          <p:cNvSpPr/>
          <p:nvPr userDrawn="1"/>
        </p:nvSpPr>
        <p:spPr>
          <a:xfrm>
            <a:off x="2735627" y="4437112"/>
            <a:ext cx="864000" cy="648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三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3777808" y="4468726"/>
            <a:ext cx="5431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15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调查问卷</a:t>
            </a:r>
          </a:p>
        </p:txBody>
      </p:sp>
    </p:spTree>
    <p:extLst>
      <p:ext uri="{BB962C8B-B14F-4D97-AF65-F5344CB8AC3E}">
        <p14:creationId xmlns:p14="http://schemas.microsoft.com/office/powerpoint/2010/main" val="2101771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1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复习回顾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370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2" y="78012"/>
            <a:ext cx="984565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引 言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75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8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第一部分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503718" y="2852936"/>
            <a:ext cx="11184565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360000" tIns="45720" rIns="360000" bIns="4572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统计调查概述</a:t>
            </a:r>
          </a:p>
        </p:txBody>
      </p:sp>
    </p:spTree>
    <p:extLst>
      <p:ext uri="{BB962C8B-B14F-4D97-AF65-F5344CB8AC3E}">
        <p14:creationId xmlns:p14="http://schemas.microsoft.com/office/powerpoint/2010/main" val="1641888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00595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一、统计调查概述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295959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第二部分 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503718" y="2852936"/>
            <a:ext cx="11184565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360000" tIns="45720" rIns="360000" bIns="4572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统计调查的实施</a:t>
            </a:r>
          </a:p>
        </p:txBody>
      </p:sp>
    </p:spTree>
    <p:extLst>
      <p:ext uri="{BB962C8B-B14F-4D97-AF65-F5344CB8AC3E}">
        <p14:creationId xmlns:p14="http://schemas.microsoft.com/office/powerpoint/2010/main" val="38381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35861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二、统计调查的实施</a:t>
            </a:r>
          </a:p>
        </p:txBody>
      </p:sp>
    </p:spTree>
    <p:extLst>
      <p:ext uri="{BB962C8B-B14F-4D97-AF65-F5344CB8AC3E}">
        <p14:creationId xmlns:p14="http://schemas.microsoft.com/office/powerpoint/2010/main" val="2968123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第三部分 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4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调查问卷</a:t>
            </a:r>
          </a:p>
        </p:txBody>
      </p:sp>
    </p:spTree>
    <p:extLst>
      <p:ext uri="{BB962C8B-B14F-4D97-AF65-F5344CB8AC3E}">
        <p14:creationId xmlns:p14="http://schemas.microsoft.com/office/powerpoint/2010/main" val="2510669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三、调查问卷</a:t>
            </a:r>
          </a:p>
        </p:txBody>
      </p:sp>
    </p:spTree>
    <p:extLst>
      <p:ext uri="{BB962C8B-B14F-4D97-AF65-F5344CB8AC3E}">
        <p14:creationId xmlns:p14="http://schemas.microsoft.com/office/powerpoint/2010/main" val="315777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课堂总结</a:t>
            </a:r>
          </a:p>
        </p:txBody>
      </p:sp>
    </p:spTree>
    <p:extLst>
      <p:ext uri="{BB962C8B-B14F-4D97-AF65-F5344CB8AC3E}">
        <p14:creationId xmlns:p14="http://schemas.microsoft.com/office/powerpoint/2010/main" val="1118251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课后作业</a:t>
            </a:r>
          </a:p>
        </p:txBody>
      </p:sp>
    </p:spTree>
    <p:extLst>
      <p:ext uri="{BB962C8B-B14F-4D97-AF65-F5344CB8AC3E}">
        <p14:creationId xmlns:p14="http://schemas.microsoft.com/office/powerpoint/2010/main" val="2574505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5083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1967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 bwMode="auto">
          <a:xfrm flipV="1">
            <a:off x="0" y="3648210"/>
            <a:ext cx="12192000" cy="45719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69000">
                <a:srgbClr val="FFFFFF"/>
              </a:gs>
              <a:gs pos="29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3658257"/>
          </a:xfrm>
          <a:prstGeom prst="rect">
            <a:avLst/>
          </a:prstGeom>
        </p:spPr>
      </p:pic>
      <p:sp>
        <p:nvSpPr>
          <p:cNvPr id="15" name="Rectangle: Rounded Corners 19"/>
          <p:cNvSpPr/>
          <p:nvPr userDrawn="1"/>
        </p:nvSpPr>
        <p:spPr>
          <a:xfrm>
            <a:off x="4003118" y="5517233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系统工程学院装备管理工程系</a:t>
            </a:r>
          </a:p>
        </p:txBody>
      </p:sp>
      <p:sp>
        <p:nvSpPr>
          <p:cNvPr id="16" name="TextBox 9"/>
          <p:cNvSpPr txBox="1"/>
          <p:nvPr userDrawn="1"/>
        </p:nvSpPr>
        <p:spPr>
          <a:xfrm>
            <a:off x="216536" y="546389"/>
            <a:ext cx="7172129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b="1" i="0" u="none" strike="noStrike" kern="1200" cap="none" spc="300" normalizeH="0" baseline="0" noProof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rgbClr val="1967A5">
                        <a:shade val="30000"/>
                        <a:satMod val="115000"/>
                      </a:srgbClr>
                    </a:gs>
                    <a:gs pos="50000">
                      <a:srgbClr val="1967A5">
                        <a:shade val="67500"/>
                        <a:satMod val="115000"/>
                      </a:srgbClr>
                    </a:gs>
                    <a:gs pos="100000">
                      <a:srgbClr val="1967A5">
                        <a:shade val="100000"/>
                        <a:satMod val="115000"/>
                      </a:srgbClr>
                    </a:gs>
                  </a:gsLst>
                  <a:lin ang="13500000" scaled="1"/>
                  <a:tileRect/>
                </a:gradFill>
                <a:effectLst>
                  <a:glow rad="38100">
                    <a:prstClr val="white">
                      <a:alpha val="82000"/>
                    </a:prstClr>
                  </a:glow>
                </a:effectLst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Liberation Sans" panose="020B0604020202020204" pitchFamily="34" charset="0"/>
                <a:sym typeface="Times New Roman" panose="02020603050405020304" pitchFamily="18" charset="0"/>
              </a:rPr>
              <a:t>应用统计学</a:t>
            </a:r>
            <a:endParaRPr kumimoji="0" lang="zh-CN" altLang="en-US" sz="7200" b="1" i="0" u="none" strike="noStrike" kern="1200" cap="none" spc="300" normalizeH="0" baseline="0" noProof="0" dirty="0">
              <a:ln w="3175">
                <a:noFill/>
                <a:prstDash val="solid"/>
              </a:ln>
              <a:gradFill flip="none" rotWithShape="1">
                <a:gsLst>
                  <a:gs pos="0">
                    <a:srgbClr val="1967A5">
                      <a:shade val="30000"/>
                      <a:satMod val="115000"/>
                    </a:srgbClr>
                  </a:gs>
                  <a:gs pos="50000">
                    <a:srgbClr val="1967A5">
                      <a:shade val="67500"/>
                      <a:satMod val="115000"/>
                    </a:srgbClr>
                  </a:gs>
                  <a:gs pos="100000">
                    <a:srgbClr val="1967A5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effectLst>
                <a:glow rad="38100">
                  <a:prstClr val="white">
                    <a:alpha val="82000"/>
                  </a:prstClr>
                </a:glow>
              </a:effectLst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Liberation Sans" panose="020B0604020202020204" pitchFamily="34" charset="0"/>
              <a:sym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4964918" y="4878034"/>
            <a:ext cx="2262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刘亚杰   研究员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8" name="Rectangle: Rounded Corners 18"/>
          <p:cNvSpPr/>
          <p:nvPr userDrawn="1"/>
        </p:nvSpPr>
        <p:spPr>
          <a:xfrm>
            <a:off x="1902991" y="3182187"/>
            <a:ext cx="8386019" cy="9521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101600" dir="5400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30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第四讲  抽样与估计</a:t>
            </a:r>
            <a:r>
              <a:rPr kumimoji="0" lang="en-US" altLang="zh-CN" sz="4400" b="1" i="0" u="none" strike="noStrike" kern="1200" cap="none" spc="30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1</a:t>
            </a:r>
            <a:endParaRPr kumimoji="0" lang="zh-CN" altLang="en-US" sz="4400" b="1" i="0" u="none" strike="noStrike" kern="1200" cap="none" spc="300" normalizeH="0" baseline="0" noProof="0" dirty="0">
              <a:ln>
                <a:noFill/>
              </a:ln>
              <a:solidFill>
                <a:srgbClr val="1967A5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48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2598854" y="2846974"/>
            <a:ext cx="158569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Q&amp;A</a:t>
            </a:r>
            <a:endParaRPr kumimoji="0" lang="zh-CN" altLang="en-US" sz="4400" b="1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6" name="Picture 3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86" b="99414" l="10938" r="97656">
                        <a14:foregroundMark x1="41016" y1="6250" x2="41016" y2="6250"/>
                        <a14:foregroundMark x1="39063" y1="4883" x2="39063" y2="4883"/>
                        <a14:foregroundMark x1="31250" y1="5859" x2="31250" y2="5859"/>
                        <a14:foregroundMark x1="33594" y1="5859" x2="33594" y2="5859"/>
                        <a14:foregroundMark x1="29492" y1="6641" x2="29492" y2="6641"/>
                        <a14:foregroundMark x1="46289" y1="6250" x2="46289" y2="6250"/>
                        <a14:foregroundMark x1="43750" y1="4297" x2="43750" y2="4297"/>
                        <a14:foregroundMark x1="41016" y1="4297" x2="41016" y2="4297"/>
                        <a14:foregroundMark x1="37695" y1="4492" x2="37695" y2="4492"/>
                        <a14:foregroundMark x1="35547" y1="5273" x2="35547" y2="5273"/>
                      </a14:backgroundRemoval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15851" y="1357117"/>
            <a:ext cx="5103488" cy="3827617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515268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15497" y="978875"/>
            <a:ext cx="4869095" cy="447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36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8504" cy="6858001"/>
          </a:xfrm>
          <a:prstGeom prst="rect">
            <a:avLst/>
          </a:prstGeom>
        </p:spPr>
      </p:pic>
      <p:sp>
        <p:nvSpPr>
          <p:cNvPr id="29" name="矩形: 圆角 28"/>
          <p:cNvSpPr/>
          <p:nvPr userDrawn="1"/>
        </p:nvSpPr>
        <p:spPr bwMode="auto">
          <a:xfrm>
            <a:off x="336000" y="483688"/>
            <a:ext cx="11520000" cy="6149312"/>
          </a:xfrm>
          <a:prstGeom prst="roundRect">
            <a:avLst>
              <a:gd name="adj" fmla="val 4879"/>
            </a:avLst>
          </a:prstGeom>
          <a:solidFill>
            <a:schemeClr val="bg1">
              <a:alpha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19" name="椭圆 18"/>
          <p:cNvSpPr/>
          <p:nvPr userDrawn="1"/>
        </p:nvSpPr>
        <p:spPr>
          <a:xfrm>
            <a:off x="3387976" y="2204864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一</a:t>
            </a:r>
          </a:p>
        </p:txBody>
      </p:sp>
      <p:sp>
        <p:nvSpPr>
          <p:cNvPr id="20" name="矩形 19"/>
          <p:cNvSpPr/>
          <p:nvPr userDrawn="1"/>
        </p:nvSpPr>
        <p:spPr>
          <a:xfrm>
            <a:off x="4430158" y="2231254"/>
            <a:ext cx="427973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抽样的基本概念</a:t>
            </a:r>
          </a:p>
        </p:txBody>
      </p:sp>
      <p:sp>
        <p:nvSpPr>
          <p:cNvPr id="21" name="椭圆 20"/>
          <p:cNvSpPr/>
          <p:nvPr userDrawn="1"/>
        </p:nvSpPr>
        <p:spPr>
          <a:xfrm>
            <a:off x="3387976" y="3902552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三</a:t>
            </a:r>
          </a:p>
        </p:txBody>
      </p:sp>
      <p:sp>
        <p:nvSpPr>
          <p:cNvPr id="22" name="矩形 21"/>
          <p:cNvSpPr/>
          <p:nvPr userDrawn="1"/>
        </p:nvSpPr>
        <p:spPr>
          <a:xfrm>
            <a:off x="4430157" y="3931554"/>
            <a:ext cx="42797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分层抽样</a:t>
            </a:r>
          </a:p>
        </p:txBody>
      </p:sp>
      <p:sp>
        <p:nvSpPr>
          <p:cNvPr id="23" name="椭圆 22"/>
          <p:cNvSpPr/>
          <p:nvPr userDrawn="1"/>
        </p:nvSpPr>
        <p:spPr>
          <a:xfrm>
            <a:off x="3387976" y="3053708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二</a:t>
            </a:r>
          </a:p>
        </p:txBody>
      </p:sp>
      <p:sp>
        <p:nvSpPr>
          <p:cNvPr id="24" name="矩形 23"/>
          <p:cNvSpPr/>
          <p:nvPr userDrawn="1"/>
        </p:nvSpPr>
        <p:spPr>
          <a:xfrm>
            <a:off x="4430158" y="3081404"/>
            <a:ext cx="427973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简单随机抽样</a:t>
            </a:r>
          </a:p>
        </p:txBody>
      </p:sp>
      <p:sp>
        <p:nvSpPr>
          <p:cNvPr id="28" name="任意多边形: 形状 27"/>
          <p:cNvSpPr/>
          <p:nvPr userDrawn="1"/>
        </p:nvSpPr>
        <p:spPr>
          <a:xfrm rot="5400000">
            <a:off x="5222531" y="-453329"/>
            <a:ext cx="1746938" cy="2653596"/>
          </a:xfrm>
          <a:custGeom>
            <a:avLst/>
            <a:gdLst>
              <a:gd name="connsiteX0" fmla="*/ 0 w 2026508"/>
              <a:gd name="connsiteY0" fmla="*/ 2308696 h 2308696"/>
              <a:gd name="connsiteX1" fmla="*/ 0 w 2026508"/>
              <a:gd name="connsiteY1" fmla="*/ 0 h 2308696"/>
              <a:gd name="connsiteX2" fmla="*/ 872160 w 2026508"/>
              <a:gd name="connsiteY2" fmla="*/ 0 h 2308696"/>
              <a:gd name="connsiteX3" fmla="*/ 2026508 w 2026508"/>
              <a:gd name="connsiteY3" fmla="*/ 1154348 h 2308696"/>
              <a:gd name="connsiteX4" fmla="*/ 2026507 w 2026508"/>
              <a:gd name="connsiteY4" fmla="*/ 1154348 h 2308696"/>
              <a:gd name="connsiteX5" fmla="*/ 872159 w 2026508"/>
              <a:gd name="connsiteY5" fmla="*/ 2308696 h 230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26508" h="2308696">
                <a:moveTo>
                  <a:pt x="0" y="2308696"/>
                </a:moveTo>
                <a:lnTo>
                  <a:pt x="0" y="0"/>
                </a:lnTo>
                <a:lnTo>
                  <a:pt x="872160" y="0"/>
                </a:lnTo>
                <a:cubicBezTo>
                  <a:pt x="1509689" y="0"/>
                  <a:pt x="2026508" y="516819"/>
                  <a:pt x="2026508" y="1154348"/>
                </a:cubicBezTo>
                <a:lnTo>
                  <a:pt x="2026507" y="1154348"/>
                </a:lnTo>
                <a:cubicBezTo>
                  <a:pt x="2026507" y="1791877"/>
                  <a:pt x="1509688" y="2308696"/>
                  <a:pt x="872159" y="2308696"/>
                </a:cubicBezTo>
                <a:close/>
              </a:path>
            </a:pathLst>
          </a:custGeom>
          <a:solidFill>
            <a:srgbClr val="1967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6" name="文本框 41"/>
          <p:cNvSpPr txBox="1"/>
          <p:nvPr userDrawn="1"/>
        </p:nvSpPr>
        <p:spPr>
          <a:xfrm>
            <a:off x="5355252" y="146761"/>
            <a:ext cx="14814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目 录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7" name="文本框 42"/>
          <p:cNvSpPr txBox="1"/>
          <p:nvPr userDrawn="1"/>
        </p:nvSpPr>
        <p:spPr>
          <a:xfrm>
            <a:off x="4911477" y="901341"/>
            <a:ext cx="2369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CONTENTS</a:t>
            </a:r>
          </a:p>
        </p:txBody>
      </p:sp>
      <p:sp>
        <p:nvSpPr>
          <p:cNvPr id="13" name="椭圆 12"/>
          <p:cNvSpPr/>
          <p:nvPr userDrawn="1"/>
        </p:nvSpPr>
        <p:spPr>
          <a:xfrm>
            <a:off x="3387976" y="4751396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四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4430157" y="4781704"/>
            <a:ext cx="42797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整群抽样</a:t>
            </a:r>
          </a:p>
        </p:txBody>
      </p:sp>
      <p:sp>
        <p:nvSpPr>
          <p:cNvPr id="15" name="椭圆 14"/>
          <p:cNvSpPr/>
          <p:nvPr userDrawn="1"/>
        </p:nvSpPr>
        <p:spPr>
          <a:xfrm>
            <a:off x="3387976" y="5600241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五</a:t>
            </a:r>
          </a:p>
        </p:txBody>
      </p:sp>
      <p:sp>
        <p:nvSpPr>
          <p:cNvPr id="16" name="矩形 15"/>
          <p:cNvSpPr/>
          <p:nvPr userDrawn="1"/>
        </p:nvSpPr>
        <p:spPr>
          <a:xfrm>
            <a:off x="4430157" y="5631854"/>
            <a:ext cx="42797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系统抽样</a:t>
            </a:r>
          </a:p>
        </p:txBody>
      </p:sp>
    </p:spTree>
    <p:extLst>
      <p:ext uri="{BB962C8B-B14F-4D97-AF65-F5344CB8AC3E}">
        <p14:creationId xmlns:p14="http://schemas.microsoft.com/office/powerpoint/2010/main" val="3781325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1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复习回顾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247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2" y="78012"/>
            <a:ext cx="984565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引 言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0881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8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第一部分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1272000" y="2852936"/>
            <a:ext cx="9648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432000" rIns="432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抽样的基本概念</a:t>
            </a:r>
          </a:p>
        </p:txBody>
      </p:sp>
    </p:spTree>
    <p:extLst>
      <p:ext uri="{BB962C8B-B14F-4D97-AF65-F5344CB8AC3E}">
        <p14:creationId xmlns:p14="http://schemas.microsoft.com/office/powerpoint/2010/main" val="2495539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35861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一、抽样的基本概念</a:t>
            </a:r>
          </a:p>
        </p:txBody>
      </p:sp>
    </p:spTree>
    <p:extLst>
      <p:ext uri="{BB962C8B-B14F-4D97-AF65-F5344CB8AC3E}">
        <p14:creationId xmlns:p14="http://schemas.microsoft.com/office/powerpoint/2010/main" val="2723002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第二部分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4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504000" rIns="504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简单随机抽样</a:t>
            </a:r>
          </a:p>
        </p:txBody>
      </p:sp>
    </p:spTree>
    <p:extLst>
      <p:ext uri="{BB962C8B-B14F-4D97-AF65-F5344CB8AC3E}">
        <p14:creationId xmlns:p14="http://schemas.microsoft.com/office/powerpoint/2010/main" val="3524559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00595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二、简单随机抽样</a:t>
            </a:r>
          </a:p>
        </p:txBody>
      </p:sp>
    </p:spTree>
    <p:extLst>
      <p:ext uri="{BB962C8B-B14F-4D97-AF65-F5344CB8AC3E}">
        <p14:creationId xmlns:p14="http://schemas.microsoft.com/office/powerpoint/2010/main" val="3964333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第三部分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4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分层抽样</a:t>
            </a:r>
          </a:p>
        </p:txBody>
      </p:sp>
    </p:spTree>
    <p:extLst>
      <p:ext uri="{BB962C8B-B14F-4D97-AF65-F5344CB8AC3E}">
        <p14:creationId xmlns:p14="http://schemas.microsoft.com/office/powerpoint/2010/main" val="3379862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三、分层抽样</a:t>
            </a:r>
          </a:p>
        </p:txBody>
      </p:sp>
    </p:spTree>
    <p:extLst>
      <p:ext uri="{BB962C8B-B14F-4D97-AF65-F5344CB8AC3E}">
        <p14:creationId xmlns:p14="http://schemas.microsoft.com/office/powerpoint/2010/main" val="2527844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第四部分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整群抽样</a:t>
            </a:r>
          </a:p>
        </p:txBody>
      </p:sp>
    </p:spTree>
    <p:extLst>
      <p:ext uri="{BB962C8B-B14F-4D97-AF65-F5344CB8AC3E}">
        <p14:creationId xmlns:p14="http://schemas.microsoft.com/office/powerpoint/2010/main" val="3362027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四、整群抽样</a:t>
            </a:r>
          </a:p>
        </p:txBody>
      </p:sp>
    </p:spTree>
    <p:extLst>
      <p:ext uri="{BB962C8B-B14F-4D97-AF65-F5344CB8AC3E}">
        <p14:creationId xmlns:p14="http://schemas.microsoft.com/office/powerpoint/2010/main" val="2150209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第五部分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系统抽样</a:t>
            </a:r>
          </a:p>
        </p:txBody>
      </p:sp>
    </p:spTree>
    <p:extLst>
      <p:ext uri="{BB962C8B-B14F-4D97-AF65-F5344CB8AC3E}">
        <p14:creationId xmlns:p14="http://schemas.microsoft.com/office/powerpoint/2010/main" val="403943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五、系统抽样</a:t>
            </a:r>
          </a:p>
        </p:txBody>
      </p:sp>
    </p:spTree>
    <p:extLst>
      <p:ext uri="{BB962C8B-B14F-4D97-AF65-F5344CB8AC3E}">
        <p14:creationId xmlns:p14="http://schemas.microsoft.com/office/powerpoint/2010/main" val="4087879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课堂总结</a:t>
            </a:r>
          </a:p>
        </p:txBody>
      </p:sp>
    </p:spTree>
    <p:extLst>
      <p:ext uri="{BB962C8B-B14F-4D97-AF65-F5344CB8AC3E}">
        <p14:creationId xmlns:p14="http://schemas.microsoft.com/office/powerpoint/2010/main" val="3847791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课后作业</a:t>
            </a:r>
          </a:p>
        </p:txBody>
      </p:sp>
    </p:spTree>
    <p:extLst>
      <p:ext uri="{BB962C8B-B14F-4D97-AF65-F5344CB8AC3E}">
        <p14:creationId xmlns:p14="http://schemas.microsoft.com/office/powerpoint/2010/main" val="1665477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6252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064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533" y="2130441"/>
            <a:ext cx="10362961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9055" y="3886200"/>
            <a:ext cx="8533924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5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1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6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9073367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97" y="1600205"/>
            <a:ext cx="10972641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91747" y="6356356"/>
            <a:ext cx="4234125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国家重点研发计划项目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306138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744" y="4406905"/>
            <a:ext cx="10362961" cy="1362075"/>
          </a:xfrm>
          <a:prstGeom prst="rect">
            <a:avLst/>
          </a:prstGeo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744" y="2906713"/>
            <a:ext cx="1036296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21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042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56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0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60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12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64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16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132400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83" y="1600205"/>
            <a:ext cx="5409317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1416" y="1600205"/>
            <a:ext cx="5410904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540086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89" y="1535113"/>
            <a:ext cx="5387089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21" indent="0">
              <a:buNone/>
              <a:defRPr sz="2667" b="1"/>
            </a:lvl2pPr>
            <a:lvl3pPr marL="1219042" indent="0">
              <a:buNone/>
              <a:defRPr sz="2400" b="1"/>
            </a:lvl3pPr>
            <a:lvl4pPr marL="1828561" indent="0">
              <a:buNone/>
              <a:defRPr sz="2133" b="1"/>
            </a:lvl4pPr>
            <a:lvl5pPr marL="2438080" indent="0">
              <a:buNone/>
              <a:defRPr sz="2133" b="1"/>
            </a:lvl5pPr>
            <a:lvl6pPr marL="3047601" indent="0">
              <a:buNone/>
              <a:defRPr sz="2133" b="1"/>
            </a:lvl6pPr>
            <a:lvl7pPr marL="3657122" indent="0">
              <a:buNone/>
              <a:defRPr sz="2133" b="1"/>
            </a:lvl7pPr>
            <a:lvl8pPr marL="4266641" indent="0">
              <a:buNone/>
              <a:defRPr sz="2133" b="1"/>
            </a:lvl8pPr>
            <a:lvl9pPr marL="4876162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89" y="2174875"/>
            <a:ext cx="5387089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665" y="1535113"/>
            <a:ext cx="5388676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21" indent="0">
              <a:buNone/>
              <a:defRPr sz="2667" b="1"/>
            </a:lvl2pPr>
            <a:lvl3pPr marL="1219042" indent="0">
              <a:buNone/>
              <a:defRPr sz="2400" b="1"/>
            </a:lvl3pPr>
            <a:lvl4pPr marL="1828561" indent="0">
              <a:buNone/>
              <a:defRPr sz="2133" b="1"/>
            </a:lvl4pPr>
            <a:lvl5pPr marL="2438080" indent="0">
              <a:buNone/>
              <a:defRPr sz="2133" b="1"/>
            </a:lvl5pPr>
            <a:lvl6pPr marL="3047601" indent="0">
              <a:buNone/>
              <a:defRPr sz="2133" b="1"/>
            </a:lvl6pPr>
            <a:lvl7pPr marL="3657122" indent="0">
              <a:buNone/>
              <a:defRPr sz="2133" b="1"/>
            </a:lvl7pPr>
            <a:lvl8pPr marL="4266641" indent="0">
              <a:buNone/>
              <a:defRPr sz="2133" b="1"/>
            </a:lvl8pPr>
            <a:lvl9pPr marL="4876162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665" y="2174875"/>
            <a:ext cx="5388676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558282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801042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965820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81" y="273049"/>
            <a:ext cx="4010547" cy="1162051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304" y="273066"/>
            <a:ext cx="6816025" cy="5853113"/>
          </a:xfrm>
          <a:prstGeom prst="rect">
            <a:avLst/>
          </a:prstGeo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81" y="1435106"/>
            <a:ext cx="4010547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21" indent="0">
              <a:buNone/>
              <a:defRPr sz="1600"/>
            </a:lvl2pPr>
            <a:lvl3pPr marL="1219042" indent="0">
              <a:buNone/>
              <a:defRPr sz="1333"/>
            </a:lvl3pPr>
            <a:lvl4pPr marL="1828561" indent="0">
              <a:buNone/>
              <a:defRPr sz="1200"/>
            </a:lvl4pPr>
            <a:lvl5pPr marL="2438080" indent="0">
              <a:buNone/>
              <a:defRPr sz="1200"/>
            </a:lvl5pPr>
            <a:lvl6pPr marL="3047601" indent="0">
              <a:buNone/>
              <a:defRPr sz="1200"/>
            </a:lvl6pPr>
            <a:lvl7pPr marL="3657122" indent="0">
              <a:buNone/>
              <a:defRPr sz="1200"/>
            </a:lvl7pPr>
            <a:lvl8pPr marL="4266641" indent="0">
              <a:buNone/>
              <a:defRPr sz="1200"/>
            </a:lvl8pPr>
            <a:lvl9pPr marL="4876162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1105580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499" y="4800601"/>
            <a:ext cx="7316152" cy="566739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499" y="612775"/>
            <a:ext cx="7316152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7"/>
            </a:lvl1pPr>
            <a:lvl2pPr marL="609521" indent="0">
              <a:buNone/>
              <a:defRPr sz="3733"/>
            </a:lvl2pPr>
            <a:lvl3pPr marL="1219042" indent="0">
              <a:buNone/>
              <a:defRPr sz="3200"/>
            </a:lvl3pPr>
            <a:lvl4pPr marL="1828561" indent="0">
              <a:buNone/>
              <a:defRPr sz="2667"/>
            </a:lvl4pPr>
            <a:lvl5pPr marL="2438080" indent="0">
              <a:buNone/>
              <a:defRPr sz="2667"/>
            </a:lvl5pPr>
            <a:lvl6pPr marL="3047601" indent="0">
              <a:buNone/>
              <a:defRPr sz="2667"/>
            </a:lvl6pPr>
            <a:lvl7pPr marL="3657122" indent="0">
              <a:buNone/>
              <a:defRPr sz="2667"/>
            </a:lvl7pPr>
            <a:lvl8pPr marL="4266641" indent="0">
              <a:buNone/>
              <a:defRPr sz="2667"/>
            </a:lvl8pPr>
            <a:lvl9pPr marL="4876162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499" y="5367347"/>
            <a:ext cx="7316152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21" indent="0">
              <a:buNone/>
              <a:defRPr sz="1600"/>
            </a:lvl2pPr>
            <a:lvl3pPr marL="1219042" indent="0">
              <a:buNone/>
              <a:defRPr sz="1333"/>
            </a:lvl3pPr>
            <a:lvl4pPr marL="1828561" indent="0">
              <a:buNone/>
              <a:defRPr sz="1200"/>
            </a:lvl4pPr>
            <a:lvl5pPr marL="2438080" indent="0">
              <a:buNone/>
              <a:defRPr sz="1200"/>
            </a:lvl5pPr>
            <a:lvl6pPr marL="3047601" indent="0">
              <a:buNone/>
              <a:defRPr sz="1200"/>
            </a:lvl6pPr>
            <a:lvl7pPr marL="3657122" indent="0">
              <a:buNone/>
              <a:defRPr sz="1200"/>
            </a:lvl7pPr>
            <a:lvl8pPr marL="4266641" indent="0">
              <a:buNone/>
              <a:defRPr sz="1200"/>
            </a:lvl8pPr>
            <a:lvl9pPr marL="4876162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6231279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7" y="1600205"/>
            <a:ext cx="10972641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065718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364" y="274644"/>
            <a:ext cx="2741969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4" y="274644"/>
            <a:ext cx="8078252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8765625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6" y="304810"/>
            <a:ext cx="9076267" cy="3424239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0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6" name="Rectangle 127"/>
          <p:cNvSpPr>
            <a:spLocks noChangeArrowheads="1"/>
          </p:cNvSpPr>
          <p:nvPr userDrawn="1"/>
        </p:nvSpPr>
        <p:spPr bwMode="invGray">
          <a:xfrm>
            <a:off x="0" y="2470793"/>
            <a:ext cx="12192000" cy="191229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 w="0" algn="ctr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spcBef>
                <a:spcPct val="20000"/>
              </a:spcBef>
              <a:buClr>
                <a:srgbClr val="0066CC"/>
              </a:buClr>
              <a:buFont typeface="Wingdings" pitchFamily="2" charset="2"/>
              <a:buChar char="v"/>
              <a:defRPr/>
            </a:pPr>
            <a:endParaRPr lang="zh-CN" altLang="en-US" sz="1867" b="1">
              <a:solidFill>
                <a:srgbClr val="093575"/>
              </a:solidFill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3">
              <a:solidFill>
                <a:prstClr val="black"/>
              </a:solidFill>
            </a:endParaRPr>
          </a:p>
        </p:txBody>
      </p:sp>
      <p:graphicFrame>
        <p:nvGraphicFramePr>
          <p:cNvPr id="118" name="Object 15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4174451897"/>
              </p:ext>
            </p:extLst>
          </p:nvPr>
        </p:nvGraphicFramePr>
        <p:xfrm>
          <a:off x="2370668" y="1646193"/>
          <a:ext cx="3115733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118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668" y="1646193"/>
                        <a:ext cx="3115733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568592"/>
            <a:ext cx="12192000" cy="1317625"/>
          </a:xfrm>
          <a:prstGeom prst="rect">
            <a:avLst/>
          </a:prstGeom>
        </p:spPr>
        <p:txBody>
          <a:bodyPr/>
          <a:lstStyle>
            <a:lvl1pPr algn="r">
              <a:defRPr sz="6399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17183462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6" y="304810"/>
            <a:ext cx="9076267" cy="3424239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0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3">
              <a:solidFill>
                <a:prstClr val="black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4124130156"/>
              </p:ext>
            </p:extLst>
          </p:nvPr>
        </p:nvGraphicFramePr>
        <p:xfrm>
          <a:off x="8974469" y="103199"/>
          <a:ext cx="3116668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74469" y="103199"/>
                        <a:ext cx="3116668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37960715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4966576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1628801"/>
            <a:ext cx="10992544" cy="266429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7492560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 txBox="1">
            <a:spLocks/>
          </p:cNvSpPr>
          <p:nvPr userDrawn="1"/>
        </p:nvSpPr>
        <p:spPr>
          <a:xfrm>
            <a:off x="9168341" y="6381336"/>
            <a:ext cx="2844800" cy="365125"/>
          </a:xfrm>
          <a:prstGeom prst="rect">
            <a:avLst/>
          </a:prstGeom>
        </p:spPr>
        <p:txBody>
          <a:bodyPr vert="horz" lIns="121916" tIns="60959" rIns="121916" bIns="60959" rtlCol="0" anchor="ctr"/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华文隶书" pitchFamily="2" charset="-122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endParaRPr lang="zh-CN" altLang="en-US" sz="1867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245552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4072092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5" y="202987"/>
            <a:ext cx="10036507" cy="422453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3" y="87768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473426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0573167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561138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2055062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5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8175703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70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7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8" tIns="45704" rIns="91408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1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7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70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9" y="5832602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70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4763363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70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7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8" tIns="45704" rIns="91408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1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7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70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9" y="5832602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70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0252322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81" y="1316728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31346797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637126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575122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6" y="124416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001943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8" y="124416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886211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356594338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1180185388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2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678604256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2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1223116158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688470857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779513701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1649633970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2004" y="124412"/>
            <a:ext cx="4521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09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67770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4" y="77015"/>
            <a:ext cx="3207555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4027927788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4" y="77015"/>
            <a:ext cx="3207555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2619967837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4" y="77015"/>
            <a:ext cx="3207555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1861590437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2237137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248556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1628801"/>
            <a:ext cx="10992544" cy="266429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56481458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533" y="2130437"/>
            <a:ext cx="10362961" cy="1470027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9054" y="3886200"/>
            <a:ext cx="8533924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0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0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9535992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97" y="1600206"/>
            <a:ext cx="10972641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91747" y="6356358"/>
            <a:ext cx="4234125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国家重点研发计划项目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908976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744" y="4406908"/>
            <a:ext cx="10362961" cy="1362075"/>
          </a:xfrm>
          <a:prstGeom prst="rect">
            <a:avLst/>
          </a:prstGeo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744" y="2906715"/>
            <a:ext cx="1036296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0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00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5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016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52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02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52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03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1406441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83" y="1600206"/>
            <a:ext cx="5409317" cy="4525963"/>
          </a:xfrm>
          <a:prstGeom prst="rect">
            <a:avLst/>
          </a:prstGeom>
        </p:spPr>
        <p:txBody>
          <a:bodyPr/>
          <a:lstStyle>
            <a:lvl1pPr>
              <a:defRPr sz="3732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1416" y="1600206"/>
            <a:ext cx="5410904" cy="4525963"/>
          </a:xfrm>
          <a:prstGeom prst="rect">
            <a:avLst/>
          </a:prstGeom>
        </p:spPr>
        <p:txBody>
          <a:bodyPr/>
          <a:lstStyle>
            <a:lvl1pPr>
              <a:defRPr sz="3732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9081048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88" y="1535115"/>
            <a:ext cx="5387089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03" indent="0">
              <a:buNone/>
              <a:defRPr sz="2667" b="1"/>
            </a:lvl2pPr>
            <a:lvl3pPr marL="1219008" indent="0">
              <a:buNone/>
              <a:defRPr sz="2400" b="1"/>
            </a:lvl3pPr>
            <a:lvl4pPr marL="1828512" indent="0">
              <a:buNone/>
              <a:defRPr sz="2133" b="1"/>
            </a:lvl4pPr>
            <a:lvl5pPr marL="2438016" indent="0">
              <a:buNone/>
              <a:defRPr sz="2133" b="1"/>
            </a:lvl5pPr>
            <a:lvl6pPr marL="3047521" indent="0">
              <a:buNone/>
              <a:defRPr sz="2133" b="1"/>
            </a:lvl6pPr>
            <a:lvl7pPr marL="3657025" indent="0">
              <a:buNone/>
              <a:defRPr sz="2133" b="1"/>
            </a:lvl7pPr>
            <a:lvl8pPr marL="4266529" indent="0">
              <a:buNone/>
              <a:defRPr sz="2133" b="1"/>
            </a:lvl8pPr>
            <a:lvl9pPr marL="4876034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88" y="2174875"/>
            <a:ext cx="5387089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665" y="1535115"/>
            <a:ext cx="5388676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03" indent="0">
              <a:buNone/>
              <a:defRPr sz="2667" b="1"/>
            </a:lvl2pPr>
            <a:lvl3pPr marL="1219008" indent="0">
              <a:buNone/>
              <a:defRPr sz="2400" b="1"/>
            </a:lvl3pPr>
            <a:lvl4pPr marL="1828512" indent="0">
              <a:buNone/>
              <a:defRPr sz="2133" b="1"/>
            </a:lvl4pPr>
            <a:lvl5pPr marL="2438016" indent="0">
              <a:buNone/>
              <a:defRPr sz="2133" b="1"/>
            </a:lvl5pPr>
            <a:lvl6pPr marL="3047521" indent="0">
              <a:buNone/>
              <a:defRPr sz="2133" b="1"/>
            </a:lvl6pPr>
            <a:lvl7pPr marL="3657025" indent="0">
              <a:buNone/>
              <a:defRPr sz="2133" b="1"/>
            </a:lvl7pPr>
            <a:lvl8pPr marL="4266529" indent="0">
              <a:buNone/>
              <a:defRPr sz="2133" b="1"/>
            </a:lvl8pPr>
            <a:lvl9pPr marL="4876034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665" y="2174875"/>
            <a:ext cx="5388676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558549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400213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9481677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81" y="273052"/>
            <a:ext cx="4010547" cy="1162049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302" y="273066"/>
            <a:ext cx="6816025" cy="5853113"/>
          </a:xfrm>
          <a:prstGeom prst="rect">
            <a:avLst/>
          </a:prstGeom>
        </p:spPr>
        <p:txBody>
          <a:bodyPr/>
          <a:lstStyle>
            <a:lvl1pPr>
              <a:defRPr sz="4265"/>
            </a:lvl1pPr>
            <a:lvl2pPr>
              <a:defRPr sz="3732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81" y="1435106"/>
            <a:ext cx="4010547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03" indent="0">
              <a:buNone/>
              <a:defRPr sz="1600"/>
            </a:lvl2pPr>
            <a:lvl3pPr marL="1219008" indent="0">
              <a:buNone/>
              <a:defRPr sz="1333"/>
            </a:lvl3pPr>
            <a:lvl4pPr marL="1828512" indent="0">
              <a:buNone/>
              <a:defRPr sz="1200"/>
            </a:lvl4pPr>
            <a:lvl5pPr marL="2438016" indent="0">
              <a:buNone/>
              <a:defRPr sz="1200"/>
            </a:lvl5pPr>
            <a:lvl6pPr marL="3047521" indent="0">
              <a:buNone/>
              <a:defRPr sz="1200"/>
            </a:lvl6pPr>
            <a:lvl7pPr marL="3657025" indent="0">
              <a:buNone/>
              <a:defRPr sz="1200"/>
            </a:lvl7pPr>
            <a:lvl8pPr marL="4266529" indent="0">
              <a:buNone/>
              <a:defRPr sz="1200"/>
            </a:lvl8pPr>
            <a:lvl9pPr marL="4876034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7715691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499" y="4800604"/>
            <a:ext cx="7316152" cy="566737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499" y="612775"/>
            <a:ext cx="7316152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5"/>
            </a:lvl1pPr>
            <a:lvl2pPr marL="609503" indent="0">
              <a:buNone/>
              <a:defRPr sz="3732"/>
            </a:lvl2pPr>
            <a:lvl3pPr marL="1219008" indent="0">
              <a:buNone/>
              <a:defRPr sz="3200"/>
            </a:lvl3pPr>
            <a:lvl4pPr marL="1828512" indent="0">
              <a:buNone/>
              <a:defRPr sz="2667"/>
            </a:lvl4pPr>
            <a:lvl5pPr marL="2438016" indent="0">
              <a:buNone/>
              <a:defRPr sz="2667"/>
            </a:lvl5pPr>
            <a:lvl6pPr marL="3047521" indent="0">
              <a:buNone/>
              <a:defRPr sz="2667"/>
            </a:lvl6pPr>
            <a:lvl7pPr marL="3657025" indent="0">
              <a:buNone/>
              <a:defRPr sz="2667"/>
            </a:lvl7pPr>
            <a:lvl8pPr marL="4266529" indent="0">
              <a:buNone/>
              <a:defRPr sz="2667"/>
            </a:lvl8pPr>
            <a:lvl9pPr marL="4876034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499" y="5367346"/>
            <a:ext cx="7316152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03" indent="0">
              <a:buNone/>
              <a:defRPr sz="1600"/>
            </a:lvl2pPr>
            <a:lvl3pPr marL="1219008" indent="0">
              <a:buNone/>
              <a:defRPr sz="1333"/>
            </a:lvl3pPr>
            <a:lvl4pPr marL="1828512" indent="0">
              <a:buNone/>
              <a:defRPr sz="1200"/>
            </a:lvl4pPr>
            <a:lvl5pPr marL="2438016" indent="0">
              <a:buNone/>
              <a:defRPr sz="1200"/>
            </a:lvl5pPr>
            <a:lvl6pPr marL="3047521" indent="0">
              <a:buNone/>
              <a:defRPr sz="1200"/>
            </a:lvl6pPr>
            <a:lvl7pPr marL="3657025" indent="0">
              <a:buNone/>
              <a:defRPr sz="1200"/>
            </a:lvl7pPr>
            <a:lvl8pPr marL="4266529" indent="0">
              <a:buNone/>
              <a:defRPr sz="1200"/>
            </a:lvl8pPr>
            <a:lvl9pPr marL="4876034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251516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7" y="1600206"/>
            <a:ext cx="10972641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9767217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362" y="274646"/>
            <a:ext cx="2741969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4" y="274646"/>
            <a:ext cx="8078252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454049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5" y="304810"/>
            <a:ext cx="9076267" cy="3424237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1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6" name="Rectangle 127"/>
          <p:cNvSpPr>
            <a:spLocks noChangeArrowheads="1"/>
          </p:cNvSpPr>
          <p:nvPr userDrawn="1"/>
        </p:nvSpPr>
        <p:spPr bwMode="invGray">
          <a:xfrm>
            <a:off x="0" y="2470793"/>
            <a:ext cx="12192000" cy="191229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 w="0" algn="ctr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spcBef>
                <a:spcPct val="20000"/>
              </a:spcBef>
              <a:buClr>
                <a:srgbClr val="0066CC"/>
              </a:buClr>
              <a:buFont typeface="Wingdings" pitchFamily="2" charset="2"/>
              <a:buChar char="v"/>
              <a:defRPr/>
            </a:pPr>
            <a:endParaRPr lang="zh-CN" altLang="en-US" sz="1867" b="1">
              <a:solidFill>
                <a:srgbClr val="093575"/>
              </a:solidFill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2">
              <a:solidFill>
                <a:prstClr val="black"/>
              </a:solidFill>
            </a:endParaRPr>
          </a:p>
        </p:txBody>
      </p:sp>
      <p:graphicFrame>
        <p:nvGraphicFramePr>
          <p:cNvPr id="118" name="Object 15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675348321"/>
              </p:ext>
            </p:extLst>
          </p:nvPr>
        </p:nvGraphicFramePr>
        <p:xfrm>
          <a:off x="2370668" y="1646193"/>
          <a:ext cx="3115733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118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668" y="1646193"/>
                        <a:ext cx="3115733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568590"/>
            <a:ext cx="12192000" cy="1317625"/>
          </a:xfrm>
          <a:prstGeom prst="rect">
            <a:avLst/>
          </a:prstGeom>
        </p:spPr>
        <p:txBody>
          <a:bodyPr/>
          <a:lstStyle>
            <a:lvl1pPr algn="r">
              <a:defRPr sz="6399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10005484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5" y="304810"/>
            <a:ext cx="9076267" cy="3424237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1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2">
              <a:solidFill>
                <a:prstClr val="black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718987335"/>
              </p:ext>
            </p:extLst>
          </p:nvPr>
        </p:nvGraphicFramePr>
        <p:xfrm>
          <a:off x="8974469" y="103199"/>
          <a:ext cx="3116668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74469" y="103199"/>
                        <a:ext cx="3116668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30065691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5225702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1628801"/>
            <a:ext cx="10992544" cy="266429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9259243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 txBox="1">
            <a:spLocks/>
          </p:cNvSpPr>
          <p:nvPr userDrawn="1"/>
        </p:nvSpPr>
        <p:spPr>
          <a:xfrm>
            <a:off x="9168341" y="6381338"/>
            <a:ext cx="2844800" cy="365125"/>
          </a:xfrm>
          <a:prstGeom prst="rect">
            <a:avLst/>
          </a:prstGeom>
        </p:spPr>
        <p:txBody>
          <a:bodyPr vert="horz" lIns="121912" tIns="60956" rIns="121912" bIns="60956" rtlCol="0" anchor="ctr"/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华文隶书" pitchFamily="2" charset="-122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endParaRPr lang="zh-CN" altLang="en-US" sz="1867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1227162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3763641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7" y="202986"/>
            <a:ext cx="10036507" cy="422453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9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2" y="87767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809434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1117324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000382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4106546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76178270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7" tIns="45704" rIns="91407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8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7" y="5832601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1288357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7" tIns="45704" rIns="91407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8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7" y="5832601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8046193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9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9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5921409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2922690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7522471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6" y="124416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015495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8" y="124416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921563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473182540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2088016884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1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708961625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1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3867872023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450110946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2867925218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990947103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2003" y="124411"/>
            <a:ext cx="4521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09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654656536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3207555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3713739972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3207555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309380426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3207555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1923270866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9320787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580919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250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8094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5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3" y="3807209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49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7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3" y="4430617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3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1" y="4863381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3" y="4776427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2" y="5832595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3" y="5745641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1003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5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3" y="3807209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49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7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3" y="4430617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3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1" y="4863381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3" y="4776427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2" y="5832595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3" y="5745641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3847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5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3" y="3807209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49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7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3" y="4430617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3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1" y="4863381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3" y="4776427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2" y="5832595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3" y="5745641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8640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（一）个人简历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753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0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198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17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59" y="124411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254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0" y="124411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117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2533514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3963261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6" y="124411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1561384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6" y="124411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696489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1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67273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729280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1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2462630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1999" y="124411"/>
            <a:ext cx="4521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09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992497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0"/>
            <a:ext cx="3207565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1398044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0"/>
            <a:ext cx="3207565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0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716374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0"/>
            <a:ext cx="3207565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3286216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8128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6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21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33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8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31.xml"/><Relationship Id="rId28" Type="http://schemas.openxmlformats.org/officeDocument/2006/relationships/image" Target="../media/image9.gif"/><Relationship Id="rId10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27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30.xml"/><Relationship Id="rId27" Type="http://schemas.openxmlformats.org/officeDocument/2006/relationships/image" Target="../media/image8.jp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51.xml"/><Relationship Id="rId26" Type="http://schemas.openxmlformats.org/officeDocument/2006/relationships/slideLayout" Target="../slideLayouts/slideLayout59.xml"/><Relationship Id="rId3" Type="http://schemas.openxmlformats.org/officeDocument/2006/relationships/slideLayout" Target="../slideLayouts/slideLayout36.xml"/><Relationship Id="rId21" Type="http://schemas.openxmlformats.org/officeDocument/2006/relationships/slideLayout" Target="../slideLayouts/slideLayout54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5" Type="http://schemas.openxmlformats.org/officeDocument/2006/relationships/slideLayout" Target="../slideLayouts/slideLayout58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53.xml"/><Relationship Id="rId29" Type="http://schemas.openxmlformats.org/officeDocument/2006/relationships/image" Target="../media/image13.gif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24" Type="http://schemas.openxmlformats.org/officeDocument/2006/relationships/slideLayout" Target="../slideLayouts/slideLayout57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56.xml"/><Relationship Id="rId28" Type="http://schemas.openxmlformats.org/officeDocument/2006/relationships/image" Target="../media/image8.jpg"/><Relationship Id="rId10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52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55.xml"/><Relationship Id="rId27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13" Type="http://schemas.openxmlformats.org/officeDocument/2006/relationships/slideLayout" Target="../slideLayouts/slideLayout72.xml"/><Relationship Id="rId18" Type="http://schemas.openxmlformats.org/officeDocument/2006/relationships/slideLayout" Target="../slideLayouts/slideLayout77.xml"/><Relationship Id="rId26" Type="http://schemas.openxmlformats.org/officeDocument/2006/relationships/theme" Target="../theme/theme4.xml"/><Relationship Id="rId3" Type="http://schemas.openxmlformats.org/officeDocument/2006/relationships/slideLayout" Target="../slideLayouts/slideLayout62.xml"/><Relationship Id="rId21" Type="http://schemas.openxmlformats.org/officeDocument/2006/relationships/slideLayout" Target="../slideLayouts/slideLayout80.xml"/><Relationship Id="rId7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71.xml"/><Relationship Id="rId17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84.xml"/><Relationship Id="rId2" Type="http://schemas.openxmlformats.org/officeDocument/2006/relationships/slideLayout" Target="../slideLayouts/slideLayout61.xml"/><Relationship Id="rId16" Type="http://schemas.openxmlformats.org/officeDocument/2006/relationships/slideLayout" Target="../slideLayouts/slideLayout75.xml"/><Relationship Id="rId20" Type="http://schemas.openxmlformats.org/officeDocument/2006/relationships/slideLayout" Target="../slideLayouts/slideLayout79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24" Type="http://schemas.openxmlformats.org/officeDocument/2006/relationships/slideLayout" Target="../slideLayouts/slideLayout83.xml"/><Relationship Id="rId5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82.xml"/><Relationship Id="rId28" Type="http://schemas.openxmlformats.org/officeDocument/2006/relationships/image" Target="../media/image14.png"/><Relationship Id="rId10" Type="http://schemas.openxmlformats.org/officeDocument/2006/relationships/slideLayout" Target="../slideLayouts/slideLayout69.xml"/><Relationship Id="rId19" Type="http://schemas.openxmlformats.org/officeDocument/2006/relationships/slideLayout" Target="../slideLayouts/slideLayout78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14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81.xml"/><Relationship Id="rId27" Type="http://schemas.openxmlformats.org/officeDocument/2006/relationships/image" Target="../media/image8.jp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slideLayout" Target="../slideLayouts/slideLayout97.xml"/><Relationship Id="rId18" Type="http://schemas.openxmlformats.org/officeDocument/2006/relationships/slideLayout" Target="../slideLayouts/slideLayout102.xml"/><Relationship Id="rId26" Type="http://schemas.openxmlformats.org/officeDocument/2006/relationships/theme" Target="../theme/theme5.xml"/><Relationship Id="rId3" Type="http://schemas.openxmlformats.org/officeDocument/2006/relationships/slideLayout" Target="../slideLayouts/slideLayout87.xml"/><Relationship Id="rId21" Type="http://schemas.openxmlformats.org/officeDocument/2006/relationships/slideLayout" Target="../slideLayouts/slideLayout105.xml"/><Relationship Id="rId7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6.xml"/><Relationship Id="rId17" Type="http://schemas.openxmlformats.org/officeDocument/2006/relationships/slideLayout" Target="../slideLayouts/slideLayout101.xml"/><Relationship Id="rId25" Type="http://schemas.openxmlformats.org/officeDocument/2006/relationships/slideLayout" Target="../slideLayouts/slideLayout109.xml"/><Relationship Id="rId2" Type="http://schemas.openxmlformats.org/officeDocument/2006/relationships/slideLayout" Target="../slideLayouts/slideLayout86.xml"/><Relationship Id="rId16" Type="http://schemas.openxmlformats.org/officeDocument/2006/relationships/slideLayout" Target="../slideLayouts/slideLayout100.xml"/><Relationship Id="rId20" Type="http://schemas.openxmlformats.org/officeDocument/2006/relationships/slideLayout" Target="../slideLayouts/slideLayout104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24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89.xml"/><Relationship Id="rId15" Type="http://schemas.openxmlformats.org/officeDocument/2006/relationships/slideLayout" Target="../slideLayouts/slideLayout99.xml"/><Relationship Id="rId23" Type="http://schemas.openxmlformats.org/officeDocument/2006/relationships/slideLayout" Target="../slideLayouts/slideLayout107.xml"/><Relationship Id="rId28" Type="http://schemas.openxmlformats.org/officeDocument/2006/relationships/image" Target="../media/image14.png"/><Relationship Id="rId10" Type="http://schemas.openxmlformats.org/officeDocument/2006/relationships/slideLayout" Target="../slideLayouts/slideLayout94.xml"/><Relationship Id="rId19" Type="http://schemas.openxmlformats.org/officeDocument/2006/relationships/slideLayout" Target="../slideLayouts/slideLayout103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14" Type="http://schemas.openxmlformats.org/officeDocument/2006/relationships/slideLayout" Target="../slideLayouts/slideLayout98.xml"/><Relationship Id="rId22" Type="http://schemas.openxmlformats.org/officeDocument/2006/relationships/slideLayout" Target="../slideLayouts/slideLayout106.xml"/><Relationship Id="rId27" Type="http://schemas.openxmlformats.org/officeDocument/2006/relationships/image" Target="../media/image8.jp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7.xml"/><Relationship Id="rId13" Type="http://schemas.openxmlformats.org/officeDocument/2006/relationships/slideLayout" Target="../slideLayouts/slideLayout122.xml"/><Relationship Id="rId3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121.xml"/><Relationship Id="rId17" Type="http://schemas.openxmlformats.org/officeDocument/2006/relationships/image" Target="../media/image15.png"/><Relationship Id="rId2" Type="http://schemas.openxmlformats.org/officeDocument/2006/relationships/slideLayout" Target="../slideLayouts/slideLayout111.xml"/><Relationship Id="rId16" Type="http://schemas.openxmlformats.org/officeDocument/2006/relationships/theme" Target="../theme/theme6.xml"/><Relationship Id="rId1" Type="http://schemas.openxmlformats.org/officeDocument/2006/relationships/slideLayout" Target="../slideLayouts/slideLayout110.xml"/><Relationship Id="rId6" Type="http://schemas.openxmlformats.org/officeDocument/2006/relationships/slideLayout" Target="../slideLayouts/slideLayout115.xml"/><Relationship Id="rId11" Type="http://schemas.openxmlformats.org/officeDocument/2006/relationships/slideLayout" Target="../slideLayouts/slideLayout120.xml"/><Relationship Id="rId5" Type="http://schemas.openxmlformats.org/officeDocument/2006/relationships/slideLayout" Target="../slideLayouts/slideLayout114.xml"/><Relationship Id="rId15" Type="http://schemas.openxmlformats.org/officeDocument/2006/relationships/slideLayout" Target="../slideLayouts/slideLayout124.xml"/><Relationship Id="rId10" Type="http://schemas.openxmlformats.org/officeDocument/2006/relationships/slideLayout" Target="../slideLayouts/slideLayout119.xml"/><Relationship Id="rId4" Type="http://schemas.openxmlformats.org/officeDocument/2006/relationships/slideLayout" Target="../slideLayouts/slideLayout113.xml"/><Relationship Id="rId9" Type="http://schemas.openxmlformats.org/officeDocument/2006/relationships/slideLayout" Target="../slideLayouts/slideLayout118.xml"/><Relationship Id="rId14" Type="http://schemas.openxmlformats.org/officeDocument/2006/relationships/slideLayout" Target="../slideLayouts/slideLayout123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2.xml"/><Relationship Id="rId13" Type="http://schemas.openxmlformats.org/officeDocument/2006/relationships/slideLayout" Target="../slideLayouts/slideLayout137.xml"/><Relationship Id="rId18" Type="http://schemas.openxmlformats.org/officeDocument/2006/relationships/slideLayout" Target="../slideLayouts/slideLayout142.xml"/><Relationship Id="rId3" Type="http://schemas.openxmlformats.org/officeDocument/2006/relationships/slideLayout" Target="../slideLayouts/slideLayout127.xml"/><Relationship Id="rId21" Type="http://schemas.openxmlformats.org/officeDocument/2006/relationships/theme" Target="../theme/theme7.xml"/><Relationship Id="rId7" Type="http://schemas.openxmlformats.org/officeDocument/2006/relationships/slideLayout" Target="../slideLayouts/slideLayout131.xml"/><Relationship Id="rId12" Type="http://schemas.openxmlformats.org/officeDocument/2006/relationships/slideLayout" Target="../slideLayouts/slideLayout136.xml"/><Relationship Id="rId17" Type="http://schemas.openxmlformats.org/officeDocument/2006/relationships/slideLayout" Target="../slideLayouts/slideLayout141.xml"/><Relationship Id="rId2" Type="http://schemas.openxmlformats.org/officeDocument/2006/relationships/slideLayout" Target="../slideLayouts/slideLayout126.xml"/><Relationship Id="rId16" Type="http://schemas.openxmlformats.org/officeDocument/2006/relationships/slideLayout" Target="../slideLayouts/slideLayout140.xml"/><Relationship Id="rId20" Type="http://schemas.openxmlformats.org/officeDocument/2006/relationships/slideLayout" Target="../slideLayouts/slideLayout144.xml"/><Relationship Id="rId1" Type="http://schemas.openxmlformats.org/officeDocument/2006/relationships/slideLayout" Target="../slideLayouts/slideLayout125.xml"/><Relationship Id="rId6" Type="http://schemas.openxmlformats.org/officeDocument/2006/relationships/slideLayout" Target="../slideLayouts/slideLayout130.xml"/><Relationship Id="rId11" Type="http://schemas.openxmlformats.org/officeDocument/2006/relationships/slideLayout" Target="../slideLayouts/slideLayout135.xml"/><Relationship Id="rId5" Type="http://schemas.openxmlformats.org/officeDocument/2006/relationships/slideLayout" Target="../slideLayouts/slideLayout129.xml"/><Relationship Id="rId15" Type="http://schemas.openxmlformats.org/officeDocument/2006/relationships/slideLayout" Target="../slideLayouts/slideLayout139.xml"/><Relationship Id="rId10" Type="http://schemas.openxmlformats.org/officeDocument/2006/relationships/slideLayout" Target="../slideLayouts/slideLayout134.xml"/><Relationship Id="rId19" Type="http://schemas.openxmlformats.org/officeDocument/2006/relationships/slideLayout" Target="../slideLayouts/slideLayout143.xml"/><Relationship Id="rId4" Type="http://schemas.openxmlformats.org/officeDocument/2006/relationships/slideLayout" Target="../slideLayouts/slideLayout128.xml"/><Relationship Id="rId9" Type="http://schemas.openxmlformats.org/officeDocument/2006/relationships/slideLayout" Target="../slideLayouts/slideLayout133.xml"/><Relationship Id="rId14" Type="http://schemas.openxmlformats.org/officeDocument/2006/relationships/slideLayout" Target="../slideLayouts/slideLayout138.xml"/><Relationship Id="rId22" Type="http://schemas.openxmlformats.org/officeDocument/2006/relationships/image" Target="../media/image15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2.xml"/><Relationship Id="rId13" Type="http://schemas.openxmlformats.org/officeDocument/2006/relationships/slideLayout" Target="../slideLayouts/slideLayout157.xml"/><Relationship Id="rId18" Type="http://schemas.openxmlformats.org/officeDocument/2006/relationships/theme" Target="../theme/theme8.xml"/><Relationship Id="rId3" Type="http://schemas.openxmlformats.org/officeDocument/2006/relationships/slideLayout" Target="../slideLayouts/slideLayout147.xml"/><Relationship Id="rId7" Type="http://schemas.openxmlformats.org/officeDocument/2006/relationships/slideLayout" Target="../slideLayouts/slideLayout151.xml"/><Relationship Id="rId12" Type="http://schemas.openxmlformats.org/officeDocument/2006/relationships/slideLayout" Target="../slideLayouts/slideLayout156.xml"/><Relationship Id="rId17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46.xml"/><Relationship Id="rId16" Type="http://schemas.openxmlformats.org/officeDocument/2006/relationships/slideLayout" Target="../slideLayouts/slideLayout160.xml"/><Relationship Id="rId1" Type="http://schemas.openxmlformats.org/officeDocument/2006/relationships/slideLayout" Target="../slideLayouts/slideLayout145.xml"/><Relationship Id="rId6" Type="http://schemas.openxmlformats.org/officeDocument/2006/relationships/slideLayout" Target="../slideLayouts/slideLayout150.xml"/><Relationship Id="rId11" Type="http://schemas.openxmlformats.org/officeDocument/2006/relationships/slideLayout" Target="../slideLayouts/slideLayout155.xml"/><Relationship Id="rId5" Type="http://schemas.openxmlformats.org/officeDocument/2006/relationships/slideLayout" Target="../slideLayouts/slideLayout149.xml"/><Relationship Id="rId15" Type="http://schemas.openxmlformats.org/officeDocument/2006/relationships/slideLayout" Target="../slideLayouts/slideLayout159.xml"/><Relationship Id="rId10" Type="http://schemas.openxmlformats.org/officeDocument/2006/relationships/slideLayout" Target="../slideLayouts/slideLayout154.xml"/><Relationship Id="rId4" Type="http://schemas.openxmlformats.org/officeDocument/2006/relationships/slideLayout" Target="../slideLayouts/slideLayout148.xml"/><Relationship Id="rId9" Type="http://schemas.openxmlformats.org/officeDocument/2006/relationships/slideLayout" Target="../slideLayouts/slideLayout153.xml"/><Relationship Id="rId14" Type="http://schemas.openxmlformats.org/officeDocument/2006/relationships/slideLayout" Target="../slideLayouts/slideLayout15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9.xml"/><Relationship Id="rId13" Type="http://schemas.openxmlformats.org/officeDocument/2006/relationships/slideLayout" Target="../slideLayouts/slideLayout174.xml"/><Relationship Id="rId18" Type="http://schemas.openxmlformats.org/officeDocument/2006/relationships/slideLayout" Target="../slideLayouts/slideLayout179.xml"/><Relationship Id="rId26" Type="http://schemas.openxmlformats.org/officeDocument/2006/relationships/slideLayout" Target="../slideLayouts/slideLayout187.xml"/><Relationship Id="rId3" Type="http://schemas.openxmlformats.org/officeDocument/2006/relationships/slideLayout" Target="../slideLayouts/slideLayout164.xml"/><Relationship Id="rId21" Type="http://schemas.openxmlformats.org/officeDocument/2006/relationships/slideLayout" Target="../slideLayouts/slideLayout182.xml"/><Relationship Id="rId7" Type="http://schemas.openxmlformats.org/officeDocument/2006/relationships/slideLayout" Target="../slideLayouts/slideLayout168.xml"/><Relationship Id="rId12" Type="http://schemas.openxmlformats.org/officeDocument/2006/relationships/slideLayout" Target="../slideLayouts/slideLayout173.xml"/><Relationship Id="rId17" Type="http://schemas.openxmlformats.org/officeDocument/2006/relationships/slideLayout" Target="../slideLayouts/slideLayout178.xml"/><Relationship Id="rId25" Type="http://schemas.openxmlformats.org/officeDocument/2006/relationships/slideLayout" Target="../slideLayouts/slideLayout186.xml"/><Relationship Id="rId2" Type="http://schemas.openxmlformats.org/officeDocument/2006/relationships/slideLayout" Target="../slideLayouts/slideLayout163.xml"/><Relationship Id="rId16" Type="http://schemas.openxmlformats.org/officeDocument/2006/relationships/slideLayout" Target="../slideLayouts/slideLayout177.xml"/><Relationship Id="rId20" Type="http://schemas.openxmlformats.org/officeDocument/2006/relationships/slideLayout" Target="../slideLayouts/slideLayout181.xml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162.xml"/><Relationship Id="rId6" Type="http://schemas.openxmlformats.org/officeDocument/2006/relationships/slideLayout" Target="../slideLayouts/slideLayout167.xml"/><Relationship Id="rId11" Type="http://schemas.openxmlformats.org/officeDocument/2006/relationships/slideLayout" Target="../slideLayouts/slideLayout172.xml"/><Relationship Id="rId24" Type="http://schemas.openxmlformats.org/officeDocument/2006/relationships/slideLayout" Target="../slideLayouts/slideLayout185.xml"/><Relationship Id="rId5" Type="http://schemas.openxmlformats.org/officeDocument/2006/relationships/slideLayout" Target="../slideLayouts/slideLayout166.xml"/><Relationship Id="rId15" Type="http://schemas.openxmlformats.org/officeDocument/2006/relationships/slideLayout" Target="../slideLayouts/slideLayout176.xml"/><Relationship Id="rId23" Type="http://schemas.openxmlformats.org/officeDocument/2006/relationships/slideLayout" Target="../slideLayouts/slideLayout184.xml"/><Relationship Id="rId28" Type="http://schemas.openxmlformats.org/officeDocument/2006/relationships/image" Target="../media/image8.jpg"/><Relationship Id="rId10" Type="http://schemas.openxmlformats.org/officeDocument/2006/relationships/slideLayout" Target="../slideLayouts/slideLayout171.xml"/><Relationship Id="rId19" Type="http://schemas.openxmlformats.org/officeDocument/2006/relationships/slideLayout" Target="../slideLayouts/slideLayout180.xml"/><Relationship Id="rId4" Type="http://schemas.openxmlformats.org/officeDocument/2006/relationships/slideLayout" Target="../slideLayouts/slideLayout165.xml"/><Relationship Id="rId9" Type="http://schemas.openxmlformats.org/officeDocument/2006/relationships/slideLayout" Target="../slideLayouts/slideLayout170.xml"/><Relationship Id="rId14" Type="http://schemas.openxmlformats.org/officeDocument/2006/relationships/slideLayout" Target="../slideLayouts/slideLayout175.xml"/><Relationship Id="rId22" Type="http://schemas.openxmlformats.org/officeDocument/2006/relationships/slideLayout" Target="../slideLayouts/slideLayout183.xml"/><Relationship Id="rId27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5.xml"/><Relationship Id="rId13" Type="http://schemas.openxmlformats.org/officeDocument/2006/relationships/slideLayout" Target="../slideLayouts/slideLayout200.xml"/><Relationship Id="rId18" Type="http://schemas.openxmlformats.org/officeDocument/2006/relationships/theme" Target="../theme/theme10.xml"/><Relationship Id="rId3" Type="http://schemas.openxmlformats.org/officeDocument/2006/relationships/slideLayout" Target="../slideLayouts/slideLayout190.xml"/><Relationship Id="rId7" Type="http://schemas.openxmlformats.org/officeDocument/2006/relationships/slideLayout" Target="../slideLayouts/slideLayout194.xml"/><Relationship Id="rId12" Type="http://schemas.openxmlformats.org/officeDocument/2006/relationships/slideLayout" Target="../slideLayouts/slideLayout199.xml"/><Relationship Id="rId17" Type="http://schemas.openxmlformats.org/officeDocument/2006/relationships/slideLayout" Target="../slideLayouts/slideLayout204.xml"/><Relationship Id="rId2" Type="http://schemas.openxmlformats.org/officeDocument/2006/relationships/slideLayout" Target="../slideLayouts/slideLayout189.xml"/><Relationship Id="rId16" Type="http://schemas.openxmlformats.org/officeDocument/2006/relationships/slideLayout" Target="../slideLayouts/slideLayout203.xml"/><Relationship Id="rId1" Type="http://schemas.openxmlformats.org/officeDocument/2006/relationships/slideLayout" Target="../slideLayouts/slideLayout188.xml"/><Relationship Id="rId6" Type="http://schemas.openxmlformats.org/officeDocument/2006/relationships/slideLayout" Target="../slideLayouts/slideLayout193.xml"/><Relationship Id="rId11" Type="http://schemas.openxmlformats.org/officeDocument/2006/relationships/slideLayout" Target="../slideLayouts/slideLayout198.xml"/><Relationship Id="rId5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202.xml"/><Relationship Id="rId10" Type="http://schemas.openxmlformats.org/officeDocument/2006/relationships/slideLayout" Target="../slideLayouts/slideLayout197.xml"/><Relationship Id="rId4" Type="http://schemas.openxmlformats.org/officeDocument/2006/relationships/slideLayout" Target="../slideLayouts/slideLayout191.xml"/><Relationship Id="rId9" Type="http://schemas.openxmlformats.org/officeDocument/2006/relationships/slideLayout" Target="../slideLayouts/slideLayout196.xml"/><Relationship Id="rId14" Type="http://schemas.openxmlformats.org/officeDocument/2006/relationships/slideLayout" Target="../slideLayouts/slideLayout201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2.xml"/><Relationship Id="rId13" Type="http://schemas.openxmlformats.org/officeDocument/2006/relationships/slideLayout" Target="../slideLayouts/slideLayout217.xml"/><Relationship Id="rId18" Type="http://schemas.openxmlformats.org/officeDocument/2006/relationships/slideLayout" Target="../slideLayouts/slideLayout222.xml"/><Relationship Id="rId26" Type="http://schemas.openxmlformats.org/officeDocument/2006/relationships/theme" Target="../theme/theme11.xml"/><Relationship Id="rId3" Type="http://schemas.openxmlformats.org/officeDocument/2006/relationships/slideLayout" Target="../slideLayouts/slideLayout207.xml"/><Relationship Id="rId21" Type="http://schemas.openxmlformats.org/officeDocument/2006/relationships/slideLayout" Target="../slideLayouts/slideLayout225.xml"/><Relationship Id="rId7" Type="http://schemas.openxmlformats.org/officeDocument/2006/relationships/slideLayout" Target="../slideLayouts/slideLayout211.xml"/><Relationship Id="rId12" Type="http://schemas.openxmlformats.org/officeDocument/2006/relationships/slideLayout" Target="../slideLayouts/slideLayout216.xml"/><Relationship Id="rId17" Type="http://schemas.openxmlformats.org/officeDocument/2006/relationships/slideLayout" Target="../slideLayouts/slideLayout221.xml"/><Relationship Id="rId25" Type="http://schemas.openxmlformats.org/officeDocument/2006/relationships/slideLayout" Target="../slideLayouts/slideLayout229.xml"/><Relationship Id="rId2" Type="http://schemas.openxmlformats.org/officeDocument/2006/relationships/slideLayout" Target="../slideLayouts/slideLayout206.xml"/><Relationship Id="rId16" Type="http://schemas.openxmlformats.org/officeDocument/2006/relationships/slideLayout" Target="../slideLayouts/slideLayout220.xml"/><Relationship Id="rId20" Type="http://schemas.openxmlformats.org/officeDocument/2006/relationships/slideLayout" Target="../slideLayouts/slideLayout224.xml"/><Relationship Id="rId1" Type="http://schemas.openxmlformats.org/officeDocument/2006/relationships/slideLayout" Target="../slideLayouts/slideLayout205.xml"/><Relationship Id="rId6" Type="http://schemas.openxmlformats.org/officeDocument/2006/relationships/slideLayout" Target="../slideLayouts/slideLayout210.xml"/><Relationship Id="rId11" Type="http://schemas.openxmlformats.org/officeDocument/2006/relationships/slideLayout" Target="../slideLayouts/slideLayout215.xml"/><Relationship Id="rId24" Type="http://schemas.openxmlformats.org/officeDocument/2006/relationships/slideLayout" Target="../slideLayouts/slideLayout228.xml"/><Relationship Id="rId5" Type="http://schemas.openxmlformats.org/officeDocument/2006/relationships/slideLayout" Target="../slideLayouts/slideLayout209.xml"/><Relationship Id="rId15" Type="http://schemas.openxmlformats.org/officeDocument/2006/relationships/slideLayout" Target="../slideLayouts/slideLayout219.xml"/><Relationship Id="rId23" Type="http://schemas.openxmlformats.org/officeDocument/2006/relationships/slideLayout" Target="../slideLayouts/slideLayout227.xml"/><Relationship Id="rId28" Type="http://schemas.openxmlformats.org/officeDocument/2006/relationships/image" Target="../media/image14.png"/><Relationship Id="rId10" Type="http://schemas.openxmlformats.org/officeDocument/2006/relationships/slideLayout" Target="../slideLayouts/slideLayout214.xml"/><Relationship Id="rId19" Type="http://schemas.openxmlformats.org/officeDocument/2006/relationships/slideLayout" Target="../slideLayouts/slideLayout223.xml"/><Relationship Id="rId4" Type="http://schemas.openxmlformats.org/officeDocument/2006/relationships/slideLayout" Target="../slideLayouts/slideLayout208.xml"/><Relationship Id="rId9" Type="http://schemas.openxmlformats.org/officeDocument/2006/relationships/slideLayout" Target="../slideLayouts/slideLayout213.xml"/><Relationship Id="rId14" Type="http://schemas.openxmlformats.org/officeDocument/2006/relationships/slideLayout" Target="../slideLayouts/slideLayout218.xml"/><Relationship Id="rId22" Type="http://schemas.openxmlformats.org/officeDocument/2006/relationships/slideLayout" Target="../slideLayouts/slideLayout226.xml"/><Relationship Id="rId27" Type="http://schemas.openxmlformats.org/officeDocument/2006/relationships/image" Target="../media/image8.jpg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7.xml"/><Relationship Id="rId13" Type="http://schemas.openxmlformats.org/officeDocument/2006/relationships/slideLayout" Target="../slideLayouts/slideLayout242.xml"/><Relationship Id="rId18" Type="http://schemas.openxmlformats.org/officeDocument/2006/relationships/slideLayout" Target="../slideLayouts/slideLayout247.xml"/><Relationship Id="rId3" Type="http://schemas.openxmlformats.org/officeDocument/2006/relationships/slideLayout" Target="../slideLayouts/slideLayout232.xml"/><Relationship Id="rId21" Type="http://schemas.openxmlformats.org/officeDocument/2006/relationships/slideLayout" Target="../slideLayouts/slideLayout250.xml"/><Relationship Id="rId7" Type="http://schemas.openxmlformats.org/officeDocument/2006/relationships/slideLayout" Target="../slideLayouts/slideLayout236.xml"/><Relationship Id="rId12" Type="http://schemas.openxmlformats.org/officeDocument/2006/relationships/slideLayout" Target="../slideLayouts/slideLayout241.xml"/><Relationship Id="rId17" Type="http://schemas.openxmlformats.org/officeDocument/2006/relationships/slideLayout" Target="../slideLayouts/slideLayout246.xml"/><Relationship Id="rId25" Type="http://schemas.openxmlformats.org/officeDocument/2006/relationships/image" Target="../media/image14.png"/><Relationship Id="rId2" Type="http://schemas.openxmlformats.org/officeDocument/2006/relationships/slideLayout" Target="../slideLayouts/slideLayout231.xml"/><Relationship Id="rId16" Type="http://schemas.openxmlformats.org/officeDocument/2006/relationships/slideLayout" Target="../slideLayouts/slideLayout245.xml"/><Relationship Id="rId20" Type="http://schemas.openxmlformats.org/officeDocument/2006/relationships/slideLayout" Target="../slideLayouts/slideLayout249.xml"/><Relationship Id="rId1" Type="http://schemas.openxmlformats.org/officeDocument/2006/relationships/slideLayout" Target="../slideLayouts/slideLayout230.xml"/><Relationship Id="rId6" Type="http://schemas.openxmlformats.org/officeDocument/2006/relationships/slideLayout" Target="../slideLayouts/slideLayout235.xml"/><Relationship Id="rId11" Type="http://schemas.openxmlformats.org/officeDocument/2006/relationships/slideLayout" Target="../slideLayouts/slideLayout240.xml"/><Relationship Id="rId24" Type="http://schemas.openxmlformats.org/officeDocument/2006/relationships/image" Target="../media/image8.jpg"/><Relationship Id="rId5" Type="http://schemas.openxmlformats.org/officeDocument/2006/relationships/slideLayout" Target="../slideLayouts/slideLayout234.xml"/><Relationship Id="rId15" Type="http://schemas.openxmlformats.org/officeDocument/2006/relationships/slideLayout" Target="../slideLayouts/slideLayout244.xml"/><Relationship Id="rId23" Type="http://schemas.openxmlformats.org/officeDocument/2006/relationships/theme" Target="../theme/theme12.xml"/><Relationship Id="rId10" Type="http://schemas.openxmlformats.org/officeDocument/2006/relationships/slideLayout" Target="../slideLayouts/slideLayout239.xml"/><Relationship Id="rId19" Type="http://schemas.openxmlformats.org/officeDocument/2006/relationships/slideLayout" Target="../slideLayouts/slideLayout248.xml"/><Relationship Id="rId4" Type="http://schemas.openxmlformats.org/officeDocument/2006/relationships/slideLayout" Target="../slideLayouts/slideLayout233.xml"/><Relationship Id="rId9" Type="http://schemas.openxmlformats.org/officeDocument/2006/relationships/slideLayout" Target="../slideLayouts/slideLayout238.xml"/><Relationship Id="rId14" Type="http://schemas.openxmlformats.org/officeDocument/2006/relationships/slideLayout" Target="../slideLayouts/slideLayout243.xml"/><Relationship Id="rId22" Type="http://schemas.openxmlformats.org/officeDocument/2006/relationships/slideLayout" Target="../slideLayouts/slideLayout2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11803774" y="6581013"/>
            <a:ext cx="372196" cy="276987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fld id="{5E083074-D3FF-49A6-8E12-2ECAA15AAAA1}" type="slidenum">
              <a:rPr lang="zh-CN" altLang="en-US" sz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‹#›</a:t>
            </a:fld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4634" r:id="rId3"/>
    <p:sldLayoutId id="2147484633" r:id="rId4"/>
    <p:sldLayoutId id="2147483651" r:id="rId5"/>
    <p:sldLayoutId id="2147483652" r:id="rId6"/>
    <p:sldLayoutId id="2147483653" r:id="rId7"/>
    <p:sldLayoutId id="2147483654" r:id="rId8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1">
            <a:extLst>
              <a:ext uri="{FF2B5EF4-FFF2-40B4-BE49-F238E27FC236}">
                <a16:creationId xmlns:a16="http://schemas.microsoft.com/office/drawing/2014/main" id="{BF0A28E6-27C8-F660-D593-EFD6DA2267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5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3" name="Picture 2" descr="A blue and white logo&#10;&#10;Description automatically generated">
            <a:extLst>
              <a:ext uri="{FF2B5EF4-FFF2-40B4-BE49-F238E27FC236}">
                <a16:creationId xmlns:a16="http://schemas.microsoft.com/office/drawing/2014/main" id="{C2F7084D-7EAE-2DD4-8488-B494D6C147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09" t="23955" r="40919" b="37048"/>
          <a:stretch/>
        </p:blipFill>
        <p:spPr>
          <a:xfrm>
            <a:off x="152401" y="50489"/>
            <a:ext cx="461681" cy="51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50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0" r:id="rId1"/>
    <p:sldLayoutId id="2147484411" r:id="rId2"/>
    <p:sldLayoutId id="2147484412" r:id="rId3"/>
    <p:sldLayoutId id="2147484413" r:id="rId4"/>
    <p:sldLayoutId id="2147484414" r:id="rId5"/>
    <p:sldLayoutId id="2147484415" r:id="rId6"/>
    <p:sldLayoutId id="2147484416" r:id="rId7"/>
    <p:sldLayoutId id="2147484417" r:id="rId8"/>
    <p:sldLayoutId id="2147484418" r:id="rId9"/>
    <p:sldLayoutId id="2147484419" r:id="rId10"/>
    <p:sldLayoutId id="2147484420" r:id="rId11"/>
    <p:sldLayoutId id="2147484421" r:id="rId12"/>
    <p:sldLayoutId id="2147484422" r:id="rId13"/>
    <p:sldLayoutId id="2147484423" r:id="rId14"/>
    <p:sldLayoutId id="2147484424" r:id="rId15"/>
    <p:sldLayoutId id="2147484425" r:id="rId16"/>
    <p:sldLayoutId id="2147484426" r:id="rId17"/>
    <p:sldLayoutId id="2147484427" r:id="rId18"/>
    <p:sldLayoutId id="2147484428" r:id="rId19"/>
    <p:sldLayoutId id="2147484429" r:id="rId20"/>
    <p:sldLayoutId id="2147484430" r:id="rId21"/>
    <p:sldLayoutId id="2147484431" r:id="rId22"/>
    <p:sldLayoutId id="2147484432" r:id="rId23"/>
    <p:sldLayoutId id="2147484433" r:id="rId24"/>
    <p:sldLayoutId id="2147484435" r:id="rId2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421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84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266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687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66" indent="-241066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310" indent="-202006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555" indent="-160712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978" indent="-161828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400" indent="-160712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822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245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666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2087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421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845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266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687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12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532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955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376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5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B61907-CE38-43EF-ABC9-71DF18B992B9}"/>
              </a:ext>
            </a:extLst>
          </p:cNvPr>
          <p:cNvPicPr>
            <a:picLocks noChangeAspect="1"/>
          </p:cNvPicPr>
          <p:nvPr userDrawn="1"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35" y="0"/>
            <a:ext cx="612000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582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67" r:id="rId1"/>
    <p:sldLayoutId id="2147484468" r:id="rId2"/>
    <p:sldLayoutId id="2147484469" r:id="rId3"/>
    <p:sldLayoutId id="2147484470" r:id="rId4"/>
    <p:sldLayoutId id="2147484471" r:id="rId5"/>
    <p:sldLayoutId id="2147484472" r:id="rId6"/>
    <p:sldLayoutId id="2147484473" r:id="rId7"/>
    <p:sldLayoutId id="2147484474" r:id="rId8"/>
    <p:sldLayoutId id="2147484475" r:id="rId9"/>
    <p:sldLayoutId id="2147484476" r:id="rId10"/>
    <p:sldLayoutId id="2147484477" r:id="rId11"/>
    <p:sldLayoutId id="2147484478" r:id="rId12"/>
    <p:sldLayoutId id="2147484479" r:id="rId13"/>
    <p:sldLayoutId id="2147484480" r:id="rId14"/>
    <p:sldLayoutId id="2147484481" r:id="rId15"/>
    <p:sldLayoutId id="2147484482" r:id="rId16"/>
    <p:sldLayoutId id="2147484483" r:id="rId17"/>
    <p:sldLayoutId id="2147484484" r:id="rId18"/>
    <p:sldLayoutId id="2147484485" r:id="rId19"/>
    <p:sldLayoutId id="2147484486" r:id="rId20"/>
    <p:sldLayoutId id="2147484487" r:id="rId21"/>
    <p:sldLayoutId id="2147484488" r:id="rId22"/>
    <p:sldLayoutId id="2147484489" r:id="rId23"/>
    <p:sldLayoutId id="2147484490" r:id="rId24"/>
    <p:sldLayoutId id="2147484491" r:id="rId25"/>
    <p:sldLayoutId id="2147484492" r:id="rId26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41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829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24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65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61" indent="-241061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98" indent="-202002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535" indent="-160708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951" indent="-161824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364" indent="-160708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778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193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606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2018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413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829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243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655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072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84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898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312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6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4823" y="9965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36"/>
            <a:ext cx="7879080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9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9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1155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94" r:id="rId1"/>
    <p:sldLayoutId id="2147484495" r:id="rId2"/>
    <p:sldLayoutId id="2147484496" r:id="rId3"/>
    <p:sldLayoutId id="2147484497" r:id="rId4"/>
    <p:sldLayoutId id="2147484498" r:id="rId5"/>
    <p:sldLayoutId id="2147484499" r:id="rId6"/>
    <p:sldLayoutId id="2147484500" r:id="rId7"/>
    <p:sldLayoutId id="2147484501" r:id="rId8"/>
    <p:sldLayoutId id="2147484502" r:id="rId9"/>
    <p:sldLayoutId id="2147484503" r:id="rId10"/>
    <p:sldLayoutId id="2147484504" r:id="rId11"/>
    <p:sldLayoutId id="2147484505" r:id="rId12"/>
    <p:sldLayoutId id="2147484506" r:id="rId13"/>
    <p:sldLayoutId id="2147484507" r:id="rId14"/>
    <p:sldLayoutId id="2147484508" r:id="rId15"/>
    <p:sldLayoutId id="2147484509" r:id="rId16"/>
    <p:sldLayoutId id="2147484510" r:id="rId17"/>
    <p:sldLayoutId id="2147484511" r:id="rId18"/>
    <p:sldLayoutId id="2147484512" r:id="rId19"/>
    <p:sldLayoutId id="2147484513" r:id="rId20"/>
    <p:sldLayoutId id="2147484514" r:id="rId21"/>
    <p:sldLayoutId id="2147484515" r:id="rId22"/>
    <p:sldLayoutId id="2147484516" r:id="rId23"/>
    <p:sldLayoutId id="2147484517" r:id="rId24"/>
    <p:sldLayoutId id="2147484518" r:id="rId2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88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777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16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551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41" indent="-241041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55" indent="-201984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471" indent="-160695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860" indent="-161811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247" indent="-160695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634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022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409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798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88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777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165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551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942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328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716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104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5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4822" y="9963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36"/>
            <a:ext cx="7879080" cy="101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8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8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1306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20" r:id="rId1"/>
    <p:sldLayoutId id="2147484521" r:id="rId2"/>
    <p:sldLayoutId id="2147484522" r:id="rId3"/>
    <p:sldLayoutId id="2147484523" r:id="rId4"/>
    <p:sldLayoutId id="2147484524" r:id="rId5"/>
    <p:sldLayoutId id="2147484525" r:id="rId6"/>
    <p:sldLayoutId id="2147484526" r:id="rId7"/>
    <p:sldLayoutId id="2147484527" r:id="rId8"/>
    <p:sldLayoutId id="2147484528" r:id="rId9"/>
    <p:sldLayoutId id="2147484529" r:id="rId10"/>
    <p:sldLayoutId id="2147484530" r:id="rId11"/>
    <p:sldLayoutId id="2147484531" r:id="rId12"/>
    <p:sldLayoutId id="2147484532" r:id="rId13"/>
    <p:sldLayoutId id="2147484533" r:id="rId14"/>
    <p:sldLayoutId id="2147484534" r:id="rId15"/>
    <p:sldLayoutId id="2147484535" r:id="rId16"/>
    <p:sldLayoutId id="2147484536" r:id="rId17"/>
    <p:sldLayoutId id="2147484537" r:id="rId18"/>
    <p:sldLayoutId id="2147484538" r:id="rId19"/>
    <p:sldLayoutId id="2147484539" r:id="rId20"/>
    <p:sldLayoutId id="2147484540" r:id="rId21"/>
    <p:sldLayoutId id="2147484541" r:id="rId22"/>
    <p:sldLayoutId id="2147484542" r:id="rId23"/>
    <p:sldLayoutId id="2147484543" r:id="rId24"/>
    <p:sldLayoutId id="2147484544" r:id="rId2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96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79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189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58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47" indent="-241047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68" indent="-201989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490" indent="-160698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888" indent="-161814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282" indent="-160698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679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075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469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866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96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793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189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583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982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376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772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168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11648046" y="281227"/>
            <a:ext cx="457176" cy="246221"/>
          </a:xfrm>
          <a:prstGeom prst="rect">
            <a:avLst/>
          </a:prstGeom>
          <a:noFill/>
        </p:spPr>
        <p:txBody>
          <a:bodyPr wrap="none" tIns="0" bIns="0" rtlCol="0" anchor="ctr" anchorCtr="1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C65BA3-EF8F-408F-A22D-18BBE8C1E8E8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442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36" r:id="rId1"/>
    <p:sldLayoutId id="2147484637" r:id="rId2"/>
    <p:sldLayoutId id="2147484638" r:id="rId3"/>
    <p:sldLayoutId id="2147484639" r:id="rId4"/>
    <p:sldLayoutId id="2147484640" r:id="rId5"/>
    <p:sldLayoutId id="2147484641" r:id="rId6"/>
    <p:sldLayoutId id="2147484642" r:id="rId7"/>
    <p:sldLayoutId id="2147484643" r:id="rId8"/>
    <p:sldLayoutId id="2147484644" r:id="rId9"/>
    <p:sldLayoutId id="2147484645" r:id="rId10"/>
    <p:sldLayoutId id="2147484646" r:id="rId11"/>
    <p:sldLayoutId id="2147484647" r:id="rId12"/>
    <p:sldLayoutId id="2147484648" r:id="rId13"/>
    <p:sldLayoutId id="2147484649" r:id="rId14"/>
    <p:sldLayoutId id="2147484650" r:id="rId1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2131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4262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96456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28587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3585" indent="-28575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835" indent="-22860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defTabSz="9144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37871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70002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02133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34264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1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2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56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87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8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9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5044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75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2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11648046" y="281227"/>
            <a:ext cx="457176" cy="246221"/>
          </a:xfrm>
          <a:prstGeom prst="rect">
            <a:avLst/>
          </a:prstGeom>
          <a:noFill/>
        </p:spPr>
        <p:txBody>
          <a:bodyPr wrap="none" tIns="0" bIns="0" rtlCol="0" anchor="ctr" anchorCtr="1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03FF89-D6BC-427F-AEEF-1C1BC6695141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214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52" r:id="rId1"/>
    <p:sldLayoutId id="2147484653" r:id="rId2"/>
    <p:sldLayoutId id="2147484654" r:id="rId3"/>
    <p:sldLayoutId id="2147484655" r:id="rId4"/>
    <p:sldLayoutId id="2147484656" r:id="rId5"/>
    <p:sldLayoutId id="2147484657" r:id="rId6"/>
    <p:sldLayoutId id="2147484658" r:id="rId7"/>
    <p:sldLayoutId id="2147484659" r:id="rId8"/>
    <p:sldLayoutId id="2147484660" r:id="rId9"/>
    <p:sldLayoutId id="2147484661" r:id="rId10"/>
    <p:sldLayoutId id="2147484662" r:id="rId11"/>
    <p:sldLayoutId id="2147484663" r:id="rId12"/>
    <p:sldLayoutId id="2147484664" r:id="rId13"/>
    <p:sldLayoutId id="2147484665" r:id="rId14"/>
    <p:sldLayoutId id="2147484666" r:id="rId15"/>
    <p:sldLayoutId id="2147484667" r:id="rId16"/>
    <p:sldLayoutId id="2147484668" r:id="rId17"/>
    <p:sldLayoutId id="2147484669" r:id="rId18"/>
    <p:sldLayoutId id="2147484670" r:id="rId19"/>
    <p:sldLayoutId id="2147484671" r:id="rId20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2131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4262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96456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28587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3585" indent="-28575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835" indent="-22860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defTabSz="9144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37871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70002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02133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34264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1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2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56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87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8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9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5044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75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7"/>
          <p:cNvSpPr>
            <a:spLocks noChangeArrowheads="1"/>
          </p:cNvSpPr>
          <p:nvPr/>
        </p:nvSpPr>
        <p:spPr bwMode="gray">
          <a:xfrm>
            <a:off x="1595" y="10"/>
            <a:ext cx="12190412" cy="2557463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2400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grpSp>
        <p:nvGrpSpPr>
          <p:cNvPr id="8" name="Group 18"/>
          <p:cNvGrpSpPr>
            <a:grpSpLocks/>
          </p:cNvGrpSpPr>
          <p:nvPr/>
        </p:nvGrpSpPr>
        <p:grpSpPr bwMode="auto">
          <a:xfrm>
            <a:off x="827198" y="317504"/>
            <a:ext cx="10742124" cy="2600325"/>
            <a:chOff x="664" y="1951"/>
            <a:chExt cx="4308" cy="2120"/>
          </a:xfrm>
        </p:grpSpPr>
        <p:sp>
          <p:nvSpPr>
            <p:cNvPr id="9" name="Freeform 19"/>
            <p:cNvSpPr>
              <a:spLocks/>
            </p:cNvSpPr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/>
              <a:ahLst/>
              <a:cxnLst>
                <a:cxn ang="0">
                  <a:pos x="116" y="258"/>
                </a:cxn>
                <a:cxn ang="0">
                  <a:pos x="320" y="210"/>
                </a:cxn>
                <a:cxn ang="0">
                  <a:pos x="434" y="240"/>
                </a:cxn>
                <a:cxn ang="0">
                  <a:pos x="416" y="444"/>
                </a:cxn>
                <a:cxn ang="0">
                  <a:pos x="272" y="582"/>
                </a:cxn>
                <a:cxn ang="0">
                  <a:pos x="218" y="714"/>
                </a:cxn>
                <a:cxn ang="0">
                  <a:pos x="284" y="964"/>
                </a:cxn>
                <a:cxn ang="0">
                  <a:pos x="316" y="960"/>
                </a:cxn>
                <a:cxn ang="0">
                  <a:pos x="328" y="906"/>
                </a:cxn>
                <a:cxn ang="0">
                  <a:pos x="478" y="1154"/>
                </a:cxn>
                <a:cxn ang="0">
                  <a:pos x="650" y="1200"/>
                </a:cxn>
                <a:cxn ang="0">
                  <a:pos x="794" y="1350"/>
                </a:cxn>
                <a:cxn ang="0">
                  <a:pos x="854" y="1422"/>
                </a:cxn>
                <a:cxn ang="0">
                  <a:pos x="770" y="1608"/>
                </a:cxn>
                <a:cxn ang="0">
                  <a:pos x="916" y="1782"/>
                </a:cxn>
                <a:cxn ang="0">
                  <a:pos x="1034" y="2022"/>
                </a:cxn>
                <a:cxn ang="0">
                  <a:pos x="1094" y="2310"/>
                </a:cxn>
                <a:cxn ang="0">
                  <a:pos x="1194" y="2540"/>
                </a:cxn>
                <a:cxn ang="0">
                  <a:pos x="1280" y="2520"/>
                </a:cxn>
                <a:cxn ang="0">
                  <a:pos x="1244" y="2394"/>
                </a:cxn>
                <a:cxn ang="0">
                  <a:pos x="1288" y="2306"/>
                </a:cxn>
                <a:cxn ang="0">
                  <a:pos x="1368" y="2228"/>
                </a:cxn>
                <a:cxn ang="0">
                  <a:pos x="1448" y="2076"/>
                </a:cxn>
                <a:cxn ang="0">
                  <a:pos x="1568" y="1950"/>
                </a:cxn>
                <a:cxn ang="0">
                  <a:pos x="1622" y="1746"/>
                </a:cxn>
                <a:cxn ang="0">
                  <a:pos x="1552" y="1538"/>
                </a:cxn>
                <a:cxn ang="0">
                  <a:pos x="1376" y="1410"/>
                </a:cxn>
                <a:cxn ang="0">
                  <a:pos x="1104" y="1280"/>
                </a:cxn>
                <a:cxn ang="0">
                  <a:pos x="974" y="1260"/>
                </a:cxn>
                <a:cxn ang="0">
                  <a:pos x="904" y="1268"/>
                </a:cxn>
                <a:cxn ang="0">
                  <a:pos x="794" y="1308"/>
                </a:cxn>
                <a:cxn ang="0">
                  <a:pos x="758" y="1174"/>
                </a:cxn>
                <a:cxn ang="0">
                  <a:pos x="736" y="1062"/>
                </a:cxn>
                <a:cxn ang="0">
                  <a:pos x="632" y="1104"/>
                </a:cxn>
                <a:cxn ang="0">
                  <a:pos x="568" y="950"/>
                </a:cxn>
                <a:cxn ang="0">
                  <a:pos x="740" y="912"/>
                </a:cxn>
                <a:cxn ang="0">
                  <a:pos x="842" y="906"/>
                </a:cxn>
                <a:cxn ang="0">
                  <a:pos x="896" y="900"/>
                </a:cxn>
                <a:cxn ang="0">
                  <a:pos x="1058" y="750"/>
                </a:cxn>
                <a:cxn ang="0">
                  <a:pos x="1184" y="678"/>
                </a:cxn>
                <a:cxn ang="0">
                  <a:pos x="1278" y="636"/>
                </a:cxn>
                <a:cxn ang="0">
                  <a:pos x="1340" y="538"/>
                </a:cxn>
                <a:cxn ang="0">
                  <a:pos x="1288" y="512"/>
                </a:cxn>
                <a:cxn ang="0">
                  <a:pos x="1526" y="456"/>
                </a:cxn>
                <a:cxn ang="0">
                  <a:pos x="1406" y="342"/>
                </a:cxn>
                <a:cxn ang="0">
                  <a:pos x="1328" y="264"/>
                </a:cxn>
                <a:cxn ang="0">
                  <a:pos x="1222" y="364"/>
                </a:cxn>
                <a:cxn ang="0">
                  <a:pos x="1110" y="444"/>
                </a:cxn>
                <a:cxn ang="0">
                  <a:pos x="1022" y="304"/>
                </a:cxn>
                <a:cxn ang="0">
                  <a:pos x="1212" y="240"/>
                </a:cxn>
                <a:cxn ang="0">
                  <a:pos x="1266" y="198"/>
                </a:cxn>
                <a:cxn ang="0">
                  <a:pos x="1328" y="172"/>
                </a:cxn>
                <a:cxn ang="0">
                  <a:pos x="1286" y="144"/>
                </a:cxn>
                <a:cxn ang="0">
                  <a:pos x="1262" y="120"/>
                </a:cxn>
                <a:cxn ang="0">
                  <a:pos x="1202" y="102"/>
                </a:cxn>
                <a:cxn ang="0">
                  <a:pos x="1106" y="136"/>
                </a:cxn>
                <a:cxn ang="0">
                  <a:pos x="950" y="120"/>
                </a:cxn>
                <a:cxn ang="0">
                  <a:pos x="550" y="0"/>
                </a:cxn>
                <a:cxn ang="0">
                  <a:pos x="344" y="32"/>
                </a:cxn>
                <a:cxn ang="0">
                  <a:pos x="290" y="102"/>
                </a:cxn>
                <a:cxn ang="0">
                  <a:pos x="128" y="174"/>
                </a:cxn>
                <a:cxn ang="0">
                  <a:pos x="128" y="216"/>
                </a:cxn>
                <a:cxn ang="0">
                  <a:pos x="2" y="252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" name="Freeform 20"/>
            <p:cNvSpPr>
              <a:spLocks/>
            </p:cNvSpPr>
            <p:nvPr/>
          </p:nvSpPr>
          <p:spPr bwMode="invGray">
            <a:xfrm>
              <a:off x="703" y="2231"/>
              <a:ext cx="33" cy="27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22"/>
                </a:cxn>
                <a:cxn ang="0">
                  <a:pos x="22" y="38"/>
                </a:cxn>
                <a:cxn ang="0">
                  <a:pos x="46" y="26"/>
                </a:cxn>
                <a:cxn ang="0">
                  <a:pos x="30" y="0"/>
                </a:cxn>
                <a:cxn ang="0">
                  <a:pos x="16" y="4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" name="Freeform 21"/>
            <p:cNvSpPr>
              <a:spLocks/>
            </p:cNvSpPr>
            <p:nvPr/>
          </p:nvSpPr>
          <p:spPr bwMode="invGray">
            <a:xfrm>
              <a:off x="1010" y="2354"/>
              <a:ext cx="39" cy="31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26" y="44"/>
                </a:cxn>
                <a:cxn ang="0">
                  <a:pos x="42" y="42"/>
                </a:cxn>
                <a:cxn ang="0">
                  <a:pos x="38" y="16"/>
                </a:cxn>
                <a:cxn ang="0">
                  <a:pos x="26" y="2"/>
                </a:cxn>
                <a:cxn ang="0">
                  <a:pos x="12" y="0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invGray">
            <a:xfrm>
              <a:off x="1792" y="2410"/>
              <a:ext cx="98" cy="71"/>
            </a:xfrm>
            <a:custGeom>
              <a:avLst/>
              <a:gdLst/>
              <a:ahLst/>
              <a:cxnLst>
                <a:cxn ang="0">
                  <a:pos x="97" y="0"/>
                </a:cxn>
                <a:cxn ang="0">
                  <a:pos x="79" y="8"/>
                </a:cxn>
                <a:cxn ang="0">
                  <a:pos x="53" y="24"/>
                </a:cxn>
                <a:cxn ang="0">
                  <a:pos x="39" y="40"/>
                </a:cxn>
                <a:cxn ang="0">
                  <a:pos x="21" y="52"/>
                </a:cxn>
                <a:cxn ang="0">
                  <a:pos x="63" y="82"/>
                </a:cxn>
                <a:cxn ang="0">
                  <a:pos x="79" y="94"/>
                </a:cxn>
                <a:cxn ang="0">
                  <a:pos x="85" y="92"/>
                </a:cxn>
                <a:cxn ang="0">
                  <a:pos x="89" y="86"/>
                </a:cxn>
                <a:cxn ang="0">
                  <a:pos x="97" y="98"/>
                </a:cxn>
                <a:cxn ang="0">
                  <a:pos x="123" y="86"/>
                </a:cxn>
                <a:cxn ang="0">
                  <a:pos x="129" y="74"/>
                </a:cxn>
                <a:cxn ang="0">
                  <a:pos x="101" y="40"/>
                </a:cxn>
                <a:cxn ang="0">
                  <a:pos x="115" y="24"/>
                </a:cxn>
                <a:cxn ang="0">
                  <a:pos x="111" y="4"/>
                </a:cxn>
                <a:cxn ang="0">
                  <a:pos x="97" y="0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3" name="Freeform 23"/>
            <p:cNvSpPr>
              <a:spLocks/>
            </p:cNvSpPr>
            <p:nvPr/>
          </p:nvSpPr>
          <p:spPr bwMode="invGray">
            <a:xfrm>
              <a:off x="1318" y="2794"/>
              <a:ext cx="158" cy="83"/>
            </a:xfrm>
            <a:custGeom>
              <a:avLst/>
              <a:gdLst/>
              <a:ahLst/>
              <a:cxnLst>
                <a:cxn ang="0">
                  <a:pos x="47" y="12"/>
                </a:cxn>
                <a:cxn ang="0">
                  <a:pos x="17" y="12"/>
                </a:cxn>
                <a:cxn ang="0">
                  <a:pos x="5" y="16"/>
                </a:cxn>
                <a:cxn ang="0">
                  <a:pos x="25" y="52"/>
                </a:cxn>
                <a:cxn ang="0">
                  <a:pos x="51" y="44"/>
                </a:cxn>
                <a:cxn ang="0">
                  <a:pos x="93" y="54"/>
                </a:cxn>
                <a:cxn ang="0">
                  <a:pos x="111" y="60"/>
                </a:cxn>
                <a:cxn ang="0">
                  <a:pos x="133" y="88"/>
                </a:cxn>
                <a:cxn ang="0">
                  <a:pos x="141" y="112"/>
                </a:cxn>
                <a:cxn ang="0">
                  <a:pos x="157" y="100"/>
                </a:cxn>
                <a:cxn ang="0">
                  <a:pos x="169" y="96"/>
                </a:cxn>
                <a:cxn ang="0">
                  <a:pos x="187" y="102"/>
                </a:cxn>
                <a:cxn ang="0">
                  <a:pos x="195" y="80"/>
                </a:cxn>
                <a:cxn ang="0">
                  <a:pos x="153" y="54"/>
                </a:cxn>
                <a:cxn ang="0">
                  <a:pos x="105" y="20"/>
                </a:cxn>
                <a:cxn ang="0">
                  <a:pos x="53" y="26"/>
                </a:cxn>
                <a:cxn ang="0">
                  <a:pos x="47" y="12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4" name="Freeform 24"/>
            <p:cNvSpPr>
              <a:spLocks/>
            </p:cNvSpPr>
            <p:nvPr/>
          </p:nvSpPr>
          <p:spPr bwMode="invGray">
            <a:xfrm>
              <a:off x="1448" y="2857"/>
              <a:ext cx="99" cy="41"/>
            </a:xfrm>
            <a:custGeom>
              <a:avLst/>
              <a:gdLst/>
              <a:ahLst/>
              <a:cxnLst>
                <a:cxn ang="0">
                  <a:pos x="57" y="0"/>
                </a:cxn>
                <a:cxn ang="0">
                  <a:pos x="43" y="6"/>
                </a:cxn>
                <a:cxn ang="0">
                  <a:pos x="31" y="30"/>
                </a:cxn>
                <a:cxn ang="0">
                  <a:pos x="15" y="34"/>
                </a:cxn>
                <a:cxn ang="0">
                  <a:pos x="3" y="42"/>
                </a:cxn>
                <a:cxn ang="0">
                  <a:pos x="13" y="54"/>
                </a:cxn>
                <a:cxn ang="0">
                  <a:pos x="133" y="34"/>
                </a:cxn>
                <a:cxn ang="0">
                  <a:pos x="123" y="16"/>
                </a:cxn>
                <a:cxn ang="0">
                  <a:pos x="105" y="8"/>
                </a:cxn>
                <a:cxn ang="0">
                  <a:pos x="101" y="24"/>
                </a:cxn>
                <a:cxn ang="0">
                  <a:pos x="89" y="18"/>
                </a:cxn>
                <a:cxn ang="0">
                  <a:pos x="67" y="14"/>
                </a:cxn>
                <a:cxn ang="0">
                  <a:pos x="57" y="0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5" name="Freeform 25"/>
            <p:cNvSpPr>
              <a:spLocks/>
            </p:cNvSpPr>
            <p:nvPr/>
          </p:nvSpPr>
          <p:spPr bwMode="invGray">
            <a:xfrm>
              <a:off x="1553" y="2883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6" name="Freeform 26"/>
            <p:cNvSpPr>
              <a:spLocks/>
            </p:cNvSpPr>
            <p:nvPr/>
          </p:nvSpPr>
          <p:spPr bwMode="invGray">
            <a:xfrm>
              <a:off x="1609" y="2885"/>
              <a:ext cx="12" cy="26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4"/>
                </a:cxn>
                <a:cxn ang="0">
                  <a:pos x="16" y="34"/>
                </a:cxn>
                <a:cxn ang="0">
                  <a:pos x="12" y="18"/>
                </a:cxn>
                <a:cxn ang="0">
                  <a:pos x="16" y="6"/>
                </a:cxn>
                <a:cxn ang="0">
                  <a:pos x="14" y="0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7" name="Freeform 27"/>
            <p:cNvSpPr>
              <a:spLocks/>
            </p:cNvSpPr>
            <p:nvPr/>
          </p:nvSpPr>
          <p:spPr bwMode="invGray">
            <a:xfrm>
              <a:off x="1426" y="2039"/>
              <a:ext cx="180" cy="87"/>
            </a:xfrm>
            <a:custGeom>
              <a:avLst/>
              <a:gdLst/>
              <a:ahLst/>
              <a:cxnLst>
                <a:cxn ang="0">
                  <a:pos x="64" y="1"/>
                </a:cxn>
                <a:cxn ang="0">
                  <a:pos x="24" y="31"/>
                </a:cxn>
                <a:cxn ang="0">
                  <a:pos x="6" y="37"/>
                </a:cxn>
                <a:cxn ang="0">
                  <a:pos x="0" y="39"/>
                </a:cxn>
                <a:cxn ang="0">
                  <a:pos x="26" y="59"/>
                </a:cxn>
                <a:cxn ang="0">
                  <a:pos x="38" y="63"/>
                </a:cxn>
                <a:cxn ang="0">
                  <a:pos x="68" y="47"/>
                </a:cxn>
                <a:cxn ang="0">
                  <a:pos x="80" y="43"/>
                </a:cxn>
                <a:cxn ang="0">
                  <a:pos x="82" y="55"/>
                </a:cxn>
                <a:cxn ang="0">
                  <a:pos x="64" y="61"/>
                </a:cxn>
                <a:cxn ang="0">
                  <a:pos x="72" y="73"/>
                </a:cxn>
                <a:cxn ang="0">
                  <a:pos x="40" y="87"/>
                </a:cxn>
                <a:cxn ang="0">
                  <a:pos x="70" y="109"/>
                </a:cxn>
                <a:cxn ang="0">
                  <a:pos x="82" y="113"/>
                </a:cxn>
                <a:cxn ang="0">
                  <a:pos x="118" y="103"/>
                </a:cxn>
                <a:cxn ang="0">
                  <a:pos x="150" y="105"/>
                </a:cxn>
                <a:cxn ang="0">
                  <a:pos x="168" y="117"/>
                </a:cxn>
                <a:cxn ang="0">
                  <a:pos x="204" y="109"/>
                </a:cxn>
                <a:cxn ang="0">
                  <a:pos x="224" y="103"/>
                </a:cxn>
                <a:cxn ang="0">
                  <a:pos x="222" y="77"/>
                </a:cxn>
                <a:cxn ang="0">
                  <a:pos x="234" y="69"/>
                </a:cxn>
                <a:cxn ang="0">
                  <a:pos x="238" y="47"/>
                </a:cxn>
                <a:cxn ang="0">
                  <a:pos x="210" y="57"/>
                </a:cxn>
                <a:cxn ang="0">
                  <a:pos x="200" y="43"/>
                </a:cxn>
                <a:cxn ang="0">
                  <a:pos x="172" y="45"/>
                </a:cxn>
                <a:cxn ang="0">
                  <a:pos x="134" y="9"/>
                </a:cxn>
                <a:cxn ang="0">
                  <a:pos x="94" y="11"/>
                </a:cxn>
                <a:cxn ang="0">
                  <a:pos x="82" y="1"/>
                </a:cxn>
                <a:cxn ang="0">
                  <a:pos x="64" y="1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8" name="Freeform 28"/>
            <p:cNvSpPr>
              <a:spLocks/>
            </p:cNvSpPr>
            <p:nvPr/>
          </p:nvSpPr>
          <p:spPr bwMode="invGray">
            <a:xfrm>
              <a:off x="1506" y="1998"/>
              <a:ext cx="146" cy="61"/>
            </a:xfrm>
            <a:custGeom>
              <a:avLst/>
              <a:gdLst/>
              <a:ahLst/>
              <a:cxnLst>
                <a:cxn ang="0">
                  <a:pos x="97" y="10"/>
                </a:cxn>
                <a:cxn ang="0">
                  <a:pos x="13" y="24"/>
                </a:cxn>
                <a:cxn ang="0">
                  <a:pos x="9" y="34"/>
                </a:cxn>
                <a:cxn ang="0">
                  <a:pos x="57" y="52"/>
                </a:cxn>
                <a:cxn ang="0">
                  <a:pos x="135" y="74"/>
                </a:cxn>
                <a:cxn ang="0">
                  <a:pos x="175" y="68"/>
                </a:cxn>
                <a:cxn ang="0">
                  <a:pos x="187" y="64"/>
                </a:cxn>
                <a:cxn ang="0">
                  <a:pos x="175" y="44"/>
                </a:cxn>
                <a:cxn ang="0">
                  <a:pos x="163" y="36"/>
                </a:cxn>
                <a:cxn ang="0">
                  <a:pos x="129" y="26"/>
                </a:cxn>
                <a:cxn ang="0">
                  <a:pos x="97" y="10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9" name="Freeform 29"/>
            <p:cNvSpPr>
              <a:spLocks/>
            </p:cNvSpPr>
            <p:nvPr/>
          </p:nvSpPr>
          <p:spPr bwMode="invGray">
            <a:xfrm>
              <a:off x="1711" y="2069"/>
              <a:ext cx="233" cy="190"/>
            </a:xfrm>
            <a:custGeom>
              <a:avLst/>
              <a:gdLst/>
              <a:ahLst/>
              <a:cxnLst>
                <a:cxn ang="0">
                  <a:pos x="67" y="9"/>
                </a:cxn>
                <a:cxn ang="0">
                  <a:pos x="51" y="23"/>
                </a:cxn>
                <a:cxn ang="0">
                  <a:pos x="21" y="39"/>
                </a:cxn>
                <a:cxn ang="0">
                  <a:pos x="53" y="77"/>
                </a:cxn>
                <a:cxn ang="0">
                  <a:pos x="79" y="85"/>
                </a:cxn>
                <a:cxn ang="0">
                  <a:pos x="103" y="99"/>
                </a:cxn>
                <a:cxn ang="0">
                  <a:pos x="127" y="85"/>
                </a:cxn>
                <a:cxn ang="0">
                  <a:pos x="143" y="101"/>
                </a:cxn>
                <a:cxn ang="0">
                  <a:pos x="149" y="127"/>
                </a:cxn>
                <a:cxn ang="0">
                  <a:pos x="115" y="151"/>
                </a:cxn>
                <a:cxn ang="0">
                  <a:pos x="89" y="173"/>
                </a:cxn>
                <a:cxn ang="0">
                  <a:pos x="69" y="169"/>
                </a:cxn>
                <a:cxn ang="0">
                  <a:pos x="57" y="165"/>
                </a:cxn>
                <a:cxn ang="0">
                  <a:pos x="43" y="187"/>
                </a:cxn>
                <a:cxn ang="0">
                  <a:pos x="39" y="199"/>
                </a:cxn>
                <a:cxn ang="0">
                  <a:pos x="73" y="205"/>
                </a:cxn>
                <a:cxn ang="0">
                  <a:pos x="95" y="203"/>
                </a:cxn>
                <a:cxn ang="0">
                  <a:pos x="115" y="231"/>
                </a:cxn>
                <a:cxn ang="0">
                  <a:pos x="127" y="235"/>
                </a:cxn>
                <a:cxn ang="0">
                  <a:pos x="139" y="239"/>
                </a:cxn>
                <a:cxn ang="0">
                  <a:pos x="155" y="251"/>
                </a:cxn>
                <a:cxn ang="0">
                  <a:pos x="181" y="237"/>
                </a:cxn>
                <a:cxn ang="0">
                  <a:pos x="203" y="235"/>
                </a:cxn>
                <a:cxn ang="0">
                  <a:pos x="229" y="213"/>
                </a:cxn>
                <a:cxn ang="0">
                  <a:pos x="225" y="185"/>
                </a:cxn>
                <a:cxn ang="0">
                  <a:pos x="217" y="173"/>
                </a:cxn>
                <a:cxn ang="0">
                  <a:pos x="233" y="167"/>
                </a:cxn>
                <a:cxn ang="0">
                  <a:pos x="245" y="183"/>
                </a:cxn>
                <a:cxn ang="0">
                  <a:pos x="247" y="197"/>
                </a:cxn>
                <a:cxn ang="0">
                  <a:pos x="261" y="193"/>
                </a:cxn>
                <a:cxn ang="0">
                  <a:pos x="303" y="169"/>
                </a:cxn>
                <a:cxn ang="0">
                  <a:pos x="293" y="147"/>
                </a:cxn>
                <a:cxn ang="0">
                  <a:pos x="259" y="123"/>
                </a:cxn>
                <a:cxn ang="0">
                  <a:pos x="265" y="107"/>
                </a:cxn>
                <a:cxn ang="0">
                  <a:pos x="277" y="103"/>
                </a:cxn>
                <a:cxn ang="0">
                  <a:pos x="253" y="63"/>
                </a:cxn>
                <a:cxn ang="0">
                  <a:pos x="233" y="59"/>
                </a:cxn>
                <a:cxn ang="0">
                  <a:pos x="221" y="55"/>
                </a:cxn>
                <a:cxn ang="0">
                  <a:pos x="201" y="33"/>
                </a:cxn>
                <a:cxn ang="0">
                  <a:pos x="155" y="45"/>
                </a:cxn>
                <a:cxn ang="0">
                  <a:pos x="167" y="25"/>
                </a:cxn>
                <a:cxn ang="0">
                  <a:pos x="139" y="17"/>
                </a:cxn>
                <a:cxn ang="0">
                  <a:pos x="119" y="19"/>
                </a:cxn>
                <a:cxn ang="0">
                  <a:pos x="67" y="9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0" name="Freeform 30"/>
            <p:cNvSpPr>
              <a:spLocks/>
            </p:cNvSpPr>
            <p:nvPr/>
          </p:nvSpPr>
          <p:spPr bwMode="invGray">
            <a:xfrm>
              <a:off x="1709" y="1987"/>
              <a:ext cx="44" cy="39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0" y="10"/>
                </a:cxn>
                <a:cxn ang="0">
                  <a:pos x="30" y="40"/>
                </a:cxn>
                <a:cxn ang="0">
                  <a:pos x="48" y="50"/>
                </a:cxn>
                <a:cxn ang="0">
                  <a:pos x="58" y="28"/>
                </a:cxn>
                <a:cxn ang="0">
                  <a:pos x="44" y="8"/>
                </a:cxn>
                <a:cxn ang="0">
                  <a:pos x="26" y="0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1" name="Freeform 31"/>
            <p:cNvSpPr>
              <a:spLocks/>
            </p:cNvSpPr>
            <p:nvPr/>
          </p:nvSpPr>
          <p:spPr bwMode="invGray">
            <a:xfrm>
              <a:off x="1625" y="2057"/>
              <a:ext cx="65" cy="41"/>
            </a:xfrm>
            <a:custGeom>
              <a:avLst/>
              <a:gdLst/>
              <a:ahLst/>
              <a:cxnLst>
                <a:cxn ang="0">
                  <a:pos x="44" y="7"/>
                </a:cxn>
                <a:cxn ang="0">
                  <a:pos x="24" y="25"/>
                </a:cxn>
                <a:cxn ang="0">
                  <a:pos x="4" y="27"/>
                </a:cxn>
                <a:cxn ang="0">
                  <a:pos x="16" y="57"/>
                </a:cxn>
                <a:cxn ang="0">
                  <a:pos x="74" y="35"/>
                </a:cxn>
                <a:cxn ang="0">
                  <a:pos x="86" y="17"/>
                </a:cxn>
                <a:cxn ang="0">
                  <a:pos x="56" y="7"/>
                </a:cxn>
                <a:cxn ang="0">
                  <a:pos x="44" y="7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2" name="Freeform 32"/>
            <p:cNvSpPr>
              <a:spLocks/>
            </p:cNvSpPr>
            <p:nvPr/>
          </p:nvSpPr>
          <p:spPr bwMode="invGray">
            <a:xfrm>
              <a:off x="1693" y="2065"/>
              <a:ext cx="54" cy="25"/>
            </a:xfrm>
            <a:custGeom>
              <a:avLst/>
              <a:gdLst/>
              <a:ahLst/>
              <a:cxnLst>
                <a:cxn ang="0">
                  <a:pos x="40" y="0"/>
                </a:cxn>
                <a:cxn ang="0">
                  <a:pos x="10" y="16"/>
                </a:cxn>
                <a:cxn ang="0">
                  <a:pos x="24" y="34"/>
                </a:cxn>
                <a:cxn ang="0">
                  <a:pos x="52" y="28"/>
                </a:cxn>
                <a:cxn ang="0">
                  <a:pos x="64" y="20"/>
                </a:cxn>
                <a:cxn ang="0">
                  <a:pos x="40" y="0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3" name="Freeform 33"/>
            <p:cNvSpPr>
              <a:spLocks/>
            </p:cNvSpPr>
            <p:nvPr/>
          </p:nvSpPr>
          <p:spPr bwMode="invGray">
            <a:xfrm>
              <a:off x="1664" y="2029"/>
              <a:ext cx="64" cy="36"/>
            </a:xfrm>
            <a:custGeom>
              <a:avLst/>
              <a:gdLst/>
              <a:ahLst/>
              <a:cxnLst>
                <a:cxn ang="0">
                  <a:pos x="58" y="10"/>
                </a:cxn>
                <a:cxn ang="0">
                  <a:pos x="28" y="4"/>
                </a:cxn>
                <a:cxn ang="0">
                  <a:pos x="0" y="18"/>
                </a:cxn>
                <a:cxn ang="0">
                  <a:pos x="40" y="32"/>
                </a:cxn>
                <a:cxn ang="0">
                  <a:pos x="64" y="40"/>
                </a:cxn>
                <a:cxn ang="0">
                  <a:pos x="84" y="18"/>
                </a:cxn>
                <a:cxn ang="0">
                  <a:pos x="82" y="6"/>
                </a:cxn>
                <a:cxn ang="0">
                  <a:pos x="64" y="0"/>
                </a:cxn>
                <a:cxn ang="0">
                  <a:pos x="58" y="10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4" name="Freeform 34"/>
            <p:cNvSpPr>
              <a:spLocks/>
            </p:cNvSpPr>
            <p:nvPr/>
          </p:nvSpPr>
          <p:spPr bwMode="invGray">
            <a:xfrm>
              <a:off x="1637" y="1998"/>
              <a:ext cx="44" cy="23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18"/>
                </a:cxn>
                <a:cxn ang="0">
                  <a:pos x="20" y="28"/>
                </a:cxn>
                <a:cxn ang="0">
                  <a:pos x="28" y="20"/>
                </a:cxn>
                <a:cxn ang="0">
                  <a:pos x="52" y="12"/>
                </a:cxn>
                <a:cxn ang="0">
                  <a:pos x="44" y="0"/>
                </a:cxn>
                <a:cxn ang="0">
                  <a:pos x="16" y="4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5" name="Freeform 35"/>
            <p:cNvSpPr>
              <a:spLocks/>
            </p:cNvSpPr>
            <p:nvPr/>
          </p:nvSpPr>
          <p:spPr bwMode="invGray">
            <a:xfrm>
              <a:off x="1751" y="2000"/>
              <a:ext cx="116" cy="79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14" y="6"/>
                </a:cxn>
                <a:cxn ang="0">
                  <a:pos x="4" y="38"/>
                </a:cxn>
                <a:cxn ang="0">
                  <a:pos x="12" y="56"/>
                </a:cxn>
                <a:cxn ang="0">
                  <a:pos x="0" y="72"/>
                </a:cxn>
                <a:cxn ang="0">
                  <a:pos x="56" y="86"/>
                </a:cxn>
                <a:cxn ang="0">
                  <a:pos x="82" y="92"/>
                </a:cxn>
                <a:cxn ang="0">
                  <a:pos x="152" y="86"/>
                </a:cxn>
                <a:cxn ang="0">
                  <a:pos x="76" y="70"/>
                </a:cxn>
                <a:cxn ang="0">
                  <a:pos x="54" y="62"/>
                </a:cxn>
                <a:cxn ang="0">
                  <a:pos x="44" y="52"/>
                </a:cxn>
                <a:cxn ang="0">
                  <a:pos x="50" y="34"/>
                </a:cxn>
                <a:cxn ang="0">
                  <a:pos x="38" y="0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6" name="Freeform 36"/>
            <p:cNvSpPr>
              <a:spLocks/>
            </p:cNvSpPr>
            <p:nvPr/>
          </p:nvSpPr>
          <p:spPr bwMode="invGray">
            <a:xfrm>
              <a:off x="664" y="2246"/>
              <a:ext cx="25" cy="14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24" y="20"/>
                </a:cxn>
                <a:cxn ang="0">
                  <a:pos x="4" y="18"/>
                </a:cxn>
                <a:cxn ang="0">
                  <a:pos x="4" y="6"/>
                </a:cxn>
                <a:cxn ang="0">
                  <a:pos x="34" y="0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7" name="Freeform 37"/>
            <p:cNvSpPr>
              <a:spLocks/>
            </p:cNvSpPr>
            <p:nvPr/>
          </p:nvSpPr>
          <p:spPr bwMode="invGray">
            <a:xfrm>
              <a:off x="1421" y="2756"/>
              <a:ext cx="15" cy="1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8" name="Freeform 38"/>
            <p:cNvSpPr>
              <a:spLocks/>
            </p:cNvSpPr>
            <p:nvPr/>
          </p:nvSpPr>
          <p:spPr bwMode="invGray">
            <a:xfrm>
              <a:off x="1424" y="2781"/>
              <a:ext cx="16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9" name="Freeform 39"/>
            <p:cNvSpPr>
              <a:spLocks/>
            </p:cNvSpPr>
            <p:nvPr/>
          </p:nvSpPr>
          <p:spPr bwMode="invGray">
            <a:xfrm>
              <a:off x="1628" y="2913"/>
              <a:ext cx="15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0" name="Freeform 40"/>
            <p:cNvSpPr>
              <a:spLocks/>
            </p:cNvSpPr>
            <p:nvPr/>
          </p:nvSpPr>
          <p:spPr bwMode="invGray">
            <a:xfrm>
              <a:off x="1752" y="2429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1" name="Freeform 41"/>
            <p:cNvSpPr>
              <a:spLocks/>
            </p:cNvSpPr>
            <p:nvPr/>
          </p:nvSpPr>
          <p:spPr bwMode="invGray">
            <a:xfrm>
              <a:off x="1652" y="2224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2" name="Freeform 42"/>
            <p:cNvSpPr>
              <a:spLocks/>
            </p:cNvSpPr>
            <p:nvPr/>
          </p:nvSpPr>
          <p:spPr bwMode="invGray">
            <a:xfrm>
              <a:off x="1717" y="2045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3" name="Freeform 43"/>
            <p:cNvSpPr>
              <a:spLocks/>
            </p:cNvSpPr>
            <p:nvPr/>
          </p:nvSpPr>
          <p:spPr bwMode="invGray">
            <a:xfrm>
              <a:off x="1780" y="2153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4" name="Freeform 44"/>
            <p:cNvSpPr>
              <a:spLocks/>
            </p:cNvSpPr>
            <p:nvPr/>
          </p:nvSpPr>
          <p:spPr bwMode="invGray">
            <a:xfrm>
              <a:off x="1796" y="1951"/>
              <a:ext cx="696" cy="346"/>
            </a:xfrm>
            <a:custGeom>
              <a:avLst/>
              <a:gdLst/>
              <a:ahLst/>
              <a:cxnLst>
                <a:cxn ang="0">
                  <a:pos x="28" y="56"/>
                </a:cxn>
                <a:cxn ang="0">
                  <a:pos x="6" y="92"/>
                </a:cxn>
                <a:cxn ang="0">
                  <a:pos x="36" y="100"/>
                </a:cxn>
                <a:cxn ang="0">
                  <a:pos x="16" y="116"/>
                </a:cxn>
                <a:cxn ang="0">
                  <a:pos x="104" y="136"/>
                </a:cxn>
                <a:cxn ang="0">
                  <a:pos x="142" y="130"/>
                </a:cxn>
                <a:cxn ang="0">
                  <a:pos x="250" y="78"/>
                </a:cxn>
                <a:cxn ang="0">
                  <a:pos x="300" y="66"/>
                </a:cxn>
                <a:cxn ang="0">
                  <a:pos x="324" y="80"/>
                </a:cxn>
                <a:cxn ang="0">
                  <a:pos x="272" y="88"/>
                </a:cxn>
                <a:cxn ang="0">
                  <a:pos x="242" y="112"/>
                </a:cxn>
                <a:cxn ang="0">
                  <a:pos x="254" y="120"/>
                </a:cxn>
                <a:cxn ang="0">
                  <a:pos x="260" y="158"/>
                </a:cxn>
                <a:cxn ang="0">
                  <a:pos x="350" y="192"/>
                </a:cxn>
                <a:cxn ang="0">
                  <a:pos x="336" y="210"/>
                </a:cxn>
                <a:cxn ang="0">
                  <a:pos x="368" y="246"/>
                </a:cxn>
                <a:cxn ang="0">
                  <a:pos x="348" y="266"/>
                </a:cxn>
                <a:cxn ang="0">
                  <a:pos x="324" y="294"/>
                </a:cxn>
                <a:cxn ang="0">
                  <a:pos x="294" y="324"/>
                </a:cxn>
                <a:cxn ang="0">
                  <a:pos x="292" y="420"/>
                </a:cxn>
                <a:cxn ang="0">
                  <a:pos x="332" y="446"/>
                </a:cxn>
                <a:cxn ang="0">
                  <a:pos x="388" y="448"/>
                </a:cxn>
                <a:cxn ang="0">
                  <a:pos x="412" y="422"/>
                </a:cxn>
                <a:cxn ang="0">
                  <a:pos x="506" y="356"/>
                </a:cxn>
                <a:cxn ang="0">
                  <a:pos x="572" y="334"/>
                </a:cxn>
                <a:cxn ang="0">
                  <a:pos x="646" y="308"/>
                </a:cxn>
                <a:cxn ang="0">
                  <a:pos x="720" y="290"/>
                </a:cxn>
                <a:cxn ang="0">
                  <a:pos x="762" y="260"/>
                </a:cxn>
                <a:cxn ang="0">
                  <a:pos x="800" y="200"/>
                </a:cxn>
                <a:cxn ang="0">
                  <a:pos x="802" y="154"/>
                </a:cxn>
                <a:cxn ang="0">
                  <a:pos x="802" y="124"/>
                </a:cxn>
                <a:cxn ang="0">
                  <a:pos x="832" y="90"/>
                </a:cxn>
                <a:cxn ang="0">
                  <a:pos x="876" y="94"/>
                </a:cxn>
                <a:cxn ang="0">
                  <a:pos x="922" y="52"/>
                </a:cxn>
                <a:cxn ang="0">
                  <a:pos x="888" y="56"/>
                </a:cxn>
                <a:cxn ang="0">
                  <a:pos x="848" y="46"/>
                </a:cxn>
                <a:cxn ang="0">
                  <a:pos x="794" y="22"/>
                </a:cxn>
                <a:cxn ang="0">
                  <a:pos x="642" y="26"/>
                </a:cxn>
                <a:cxn ang="0">
                  <a:pos x="584" y="38"/>
                </a:cxn>
                <a:cxn ang="0">
                  <a:pos x="556" y="38"/>
                </a:cxn>
                <a:cxn ang="0">
                  <a:pos x="516" y="54"/>
                </a:cxn>
                <a:cxn ang="0">
                  <a:pos x="478" y="30"/>
                </a:cxn>
                <a:cxn ang="0">
                  <a:pos x="432" y="40"/>
                </a:cxn>
                <a:cxn ang="0">
                  <a:pos x="366" y="52"/>
                </a:cxn>
                <a:cxn ang="0">
                  <a:pos x="410" y="38"/>
                </a:cxn>
                <a:cxn ang="0">
                  <a:pos x="352" y="8"/>
                </a:cxn>
                <a:cxn ang="0">
                  <a:pos x="334" y="2"/>
                </a:cxn>
                <a:cxn ang="0">
                  <a:pos x="314" y="8"/>
                </a:cxn>
                <a:cxn ang="0">
                  <a:pos x="240" y="16"/>
                </a:cxn>
                <a:cxn ang="0">
                  <a:pos x="160" y="28"/>
                </a:cxn>
                <a:cxn ang="0">
                  <a:pos x="108" y="26"/>
                </a:cxn>
                <a:cxn ang="0">
                  <a:pos x="114" y="68"/>
                </a:cxn>
                <a:cxn ang="0">
                  <a:pos x="104" y="52"/>
                </a:cxn>
                <a:cxn ang="0">
                  <a:pos x="60" y="42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5" name="Freeform 45"/>
            <p:cNvSpPr>
              <a:spLocks/>
            </p:cNvSpPr>
            <p:nvPr/>
          </p:nvSpPr>
          <p:spPr bwMode="invGray">
            <a:xfrm>
              <a:off x="2009" y="2135"/>
              <a:ext cx="39" cy="25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6" name="Freeform 46"/>
            <p:cNvSpPr>
              <a:spLocks/>
            </p:cNvSpPr>
            <p:nvPr/>
          </p:nvSpPr>
          <p:spPr bwMode="invGray">
            <a:xfrm>
              <a:off x="2292" y="2201"/>
              <a:ext cx="127" cy="54"/>
            </a:xfrm>
            <a:custGeom>
              <a:avLst/>
              <a:gdLst/>
              <a:ahLst/>
              <a:cxnLst>
                <a:cxn ang="0">
                  <a:pos x="102" y="8"/>
                </a:cxn>
                <a:cxn ang="0">
                  <a:pos x="66" y="4"/>
                </a:cxn>
                <a:cxn ang="0">
                  <a:pos x="54" y="0"/>
                </a:cxn>
                <a:cxn ang="0">
                  <a:pos x="0" y="28"/>
                </a:cxn>
                <a:cxn ang="0">
                  <a:pos x="28" y="40"/>
                </a:cxn>
                <a:cxn ang="0">
                  <a:pos x="42" y="60"/>
                </a:cxn>
                <a:cxn ang="0">
                  <a:pos x="66" y="68"/>
                </a:cxn>
                <a:cxn ang="0">
                  <a:pos x="78" y="72"/>
                </a:cxn>
                <a:cxn ang="0">
                  <a:pos x="130" y="60"/>
                </a:cxn>
                <a:cxn ang="0">
                  <a:pos x="172" y="44"/>
                </a:cxn>
                <a:cxn ang="0">
                  <a:pos x="148" y="18"/>
                </a:cxn>
                <a:cxn ang="0">
                  <a:pos x="136" y="4"/>
                </a:cxn>
                <a:cxn ang="0">
                  <a:pos x="102" y="8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7" name="Freeform 47"/>
            <p:cNvSpPr>
              <a:spLocks/>
            </p:cNvSpPr>
            <p:nvPr/>
          </p:nvSpPr>
          <p:spPr bwMode="invGray">
            <a:xfrm>
              <a:off x="2393" y="2038"/>
              <a:ext cx="39" cy="26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8" name="Freeform 48"/>
            <p:cNvSpPr>
              <a:spLocks/>
            </p:cNvSpPr>
            <p:nvPr/>
          </p:nvSpPr>
          <p:spPr bwMode="invGray">
            <a:xfrm>
              <a:off x="2662" y="2005"/>
              <a:ext cx="155" cy="62"/>
            </a:xfrm>
            <a:custGeom>
              <a:avLst/>
              <a:gdLst/>
              <a:ahLst/>
              <a:cxnLst>
                <a:cxn ang="0">
                  <a:pos x="191" y="7"/>
                </a:cxn>
                <a:cxn ang="0">
                  <a:pos x="103" y="9"/>
                </a:cxn>
                <a:cxn ang="0">
                  <a:pos x="109" y="25"/>
                </a:cxn>
                <a:cxn ang="0">
                  <a:pos x="107" y="33"/>
                </a:cxn>
                <a:cxn ang="0">
                  <a:pos x="89" y="27"/>
                </a:cxn>
                <a:cxn ang="0">
                  <a:pos x="77" y="19"/>
                </a:cxn>
                <a:cxn ang="0">
                  <a:pos x="23" y="27"/>
                </a:cxn>
                <a:cxn ang="0">
                  <a:pos x="31" y="49"/>
                </a:cxn>
                <a:cxn ang="0">
                  <a:pos x="55" y="53"/>
                </a:cxn>
                <a:cxn ang="0">
                  <a:pos x="75" y="73"/>
                </a:cxn>
                <a:cxn ang="0">
                  <a:pos x="89" y="85"/>
                </a:cxn>
                <a:cxn ang="0">
                  <a:pos x="109" y="67"/>
                </a:cxn>
                <a:cxn ang="0">
                  <a:pos x="121" y="59"/>
                </a:cxn>
                <a:cxn ang="0">
                  <a:pos x="127" y="47"/>
                </a:cxn>
                <a:cxn ang="0">
                  <a:pos x="167" y="35"/>
                </a:cxn>
                <a:cxn ang="0">
                  <a:pos x="187" y="31"/>
                </a:cxn>
                <a:cxn ang="0">
                  <a:pos x="199" y="27"/>
                </a:cxn>
                <a:cxn ang="0">
                  <a:pos x="191" y="7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9" name="Freeform 49"/>
            <p:cNvSpPr>
              <a:spLocks/>
            </p:cNvSpPr>
            <p:nvPr/>
          </p:nvSpPr>
          <p:spPr bwMode="invGray">
            <a:xfrm>
              <a:off x="2759" y="2039"/>
              <a:ext cx="48" cy="19"/>
            </a:xfrm>
            <a:custGeom>
              <a:avLst/>
              <a:gdLst/>
              <a:ahLst/>
              <a:cxnLst>
                <a:cxn ang="0">
                  <a:pos x="36" y="6"/>
                </a:cxn>
                <a:cxn ang="0">
                  <a:pos x="8" y="4"/>
                </a:cxn>
                <a:cxn ang="0">
                  <a:pos x="24" y="28"/>
                </a:cxn>
                <a:cxn ang="0">
                  <a:pos x="54" y="14"/>
                </a:cxn>
                <a:cxn ang="0">
                  <a:pos x="36" y="6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0" name="Freeform 50"/>
            <p:cNvSpPr>
              <a:spLocks/>
            </p:cNvSpPr>
            <p:nvPr/>
          </p:nvSpPr>
          <p:spPr bwMode="invGray">
            <a:xfrm>
              <a:off x="2467" y="2311"/>
              <a:ext cx="110" cy="132"/>
            </a:xfrm>
            <a:custGeom>
              <a:avLst/>
              <a:gdLst/>
              <a:ahLst/>
              <a:cxnLst>
                <a:cxn ang="0">
                  <a:pos x="24" y="19"/>
                </a:cxn>
                <a:cxn ang="0">
                  <a:pos x="0" y="25"/>
                </a:cxn>
                <a:cxn ang="0">
                  <a:pos x="14" y="43"/>
                </a:cxn>
                <a:cxn ang="0">
                  <a:pos x="34" y="87"/>
                </a:cxn>
                <a:cxn ang="0">
                  <a:pos x="52" y="91"/>
                </a:cxn>
                <a:cxn ang="0">
                  <a:pos x="50" y="107"/>
                </a:cxn>
                <a:cxn ang="0">
                  <a:pos x="28" y="113"/>
                </a:cxn>
                <a:cxn ang="0">
                  <a:pos x="16" y="131"/>
                </a:cxn>
                <a:cxn ang="0">
                  <a:pos x="18" y="137"/>
                </a:cxn>
                <a:cxn ang="0">
                  <a:pos x="30" y="141"/>
                </a:cxn>
                <a:cxn ang="0">
                  <a:pos x="18" y="169"/>
                </a:cxn>
                <a:cxn ang="0">
                  <a:pos x="20" y="175"/>
                </a:cxn>
                <a:cxn ang="0">
                  <a:pos x="34" y="171"/>
                </a:cxn>
                <a:cxn ang="0">
                  <a:pos x="58" y="169"/>
                </a:cxn>
                <a:cxn ang="0">
                  <a:pos x="92" y="171"/>
                </a:cxn>
                <a:cxn ang="0">
                  <a:pos x="110" y="169"/>
                </a:cxn>
                <a:cxn ang="0">
                  <a:pos x="122" y="165"/>
                </a:cxn>
                <a:cxn ang="0">
                  <a:pos x="128" y="141"/>
                </a:cxn>
                <a:cxn ang="0">
                  <a:pos x="146" y="133"/>
                </a:cxn>
                <a:cxn ang="0">
                  <a:pos x="110" y="109"/>
                </a:cxn>
                <a:cxn ang="0">
                  <a:pos x="88" y="83"/>
                </a:cxn>
                <a:cxn ang="0">
                  <a:pos x="82" y="69"/>
                </a:cxn>
                <a:cxn ang="0">
                  <a:pos x="64" y="61"/>
                </a:cxn>
                <a:cxn ang="0">
                  <a:pos x="86" y="45"/>
                </a:cxn>
                <a:cxn ang="0">
                  <a:pos x="64" y="31"/>
                </a:cxn>
                <a:cxn ang="0">
                  <a:pos x="70" y="13"/>
                </a:cxn>
                <a:cxn ang="0">
                  <a:pos x="46" y="1"/>
                </a:cxn>
                <a:cxn ang="0">
                  <a:pos x="30" y="9"/>
                </a:cxn>
                <a:cxn ang="0">
                  <a:pos x="24" y="19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1" name="Freeform 51"/>
            <p:cNvSpPr>
              <a:spLocks/>
            </p:cNvSpPr>
            <p:nvPr/>
          </p:nvSpPr>
          <p:spPr bwMode="invGray">
            <a:xfrm>
              <a:off x="2413" y="2359"/>
              <a:ext cx="69" cy="70"/>
            </a:xfrm>
            <a:custGeom>
              <a:avLst/>
              <a:gdLst/>
              <a:ahLst/>
              <a:cxnLst>
                <a:cxn ang="0">
                  <a:pos x="58" y="6"/>
                </a:cxn>
                <a:cxn ang="0">
                  <a:pos x="82" y="8"/>
                </a:cxn>
                <a:cxn ang="0">
                  <a:pos x="92" y="26"/>
                </a:cxn>
                <a:cxn ang="0">
                  <a:pos x="78" y="48"/>
                </a:cxn>
                <a:cxn ang="0">
                  <a:pos x="46" y="76"/>
                </a:cxn>
                <a:cxn ang="0">
                  <a:pos x="18" y="92"/>
                </a:cxn>
                <a:cxn ang="0">
                  <a:pos x="8" y="72"/>
                </a:cxn>
                <a:cxn ang="0">
                  <a:pos x="20" y="64"/>
                </a:cxn>
                <a:cxn ang="0">
                  <a:pos x="14" y="46"/>
                </a:cxn>
                <a:cxn ang="0">
                  <a:pos x="40" y="28"/>
                </a:cxn>
                <a:cxn ang="0">
                  <a:pos x="58" y="6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2" name="Freeform 52"/>
            <p:cNvSpPr>
              <a:spLocks/>
            </p:cNvSpPr>
            <p:nvPr/>
          </p:nvSpPr>
          <p:spPr bwMode="invGray">
            <a:xfrm>
              <a:off x="4099" y="3502"/>
              <a:ext cx="474" cy="493"/>
            </a:xfrm>
            <a:custGeom>
              <a:avLst/>
              <a:gdLst/>
              <a:ahLst/>
              <a:cxnLst>
                <a:cxn ang="0">
                  <a:pos x="212" y="11"/>
                </a:cxn>
                <a:cxn ang="0">
                  <a:pos x="176" y="19"/>
                </a:cxn>
                <a:cxn ang="0">
                  <a:pos x="144" y="51"/>
                </a:cxn>
                <a:cxn ang="0">
                  <a:pos x="104" y="59"/>
                </a:cxn>
                <a:cxn ang="0">
                  <a:pos x="84" y="75"/>
                </a:cxn>
                <a:cxn ang="0">
                  <a:pos x="68" y="115"/>
                </a:cxn>
                <a:cxn ang="0">
                  <a:pos x="36" y="167"/>
                </a:cxn>
                <a:cxn ang="0">
                  <a:pos x="0" y="179"/>
                </a:cxn>
                <a:cxn ang="0">
                  <a:pos x="72" y="323"/>
                </a:cxn>
                <a:cxn ang="0">
                  <a:pos x="120" y="427"/>
                </a:cxn>
                <a:cxn ang="0">
                  <a:pos x="144" y="443"/>
                </a:cxn>
                <a:cxn ang="0">
                  <a:pos x="168" y="451"/>
                </a:cxn>
                <a:cxn ang="0">
                  <a:pos x="228" y="431"/>
                </a:cxn>
                <a:cxn ang="0">
                  <a:pos x="252" y="423"/>
                </a:cxn>
                <a:cxn ang="0">
                  <a:pos x="300" y="451"/>
                </a:cxn>
                <a:cxn ang="0">
                  <a:pos x="324" y="527"/>
                </a:cxn>
                <a:cxn ang="0">
                  <a:pos x="336" y="523"/>
                </a:cxn>
                <a:cxn ang="0">
                  <a:pos x="344" y="511"/>
                </a:cxn>
                <a:cxn ang="0">
                  <a:pos x="368" y="547"/>
                </a:cxn>
                <a:cxn ang="0">
                  <a:pos x="404" y="571"/>
                </a:cxn>
                <a:cxn ang="0">
                  <a:pos x="436" y="603"/>
                </a:cxn>
                <a:cxn ang="0">
                  <a:pos x="444" y="615"/>
                </a:cxn>
                <a:cxn ang="0">
                  <a:pos x="456" y="623"/>
                </a:cxn>
                <a:cxn ang="0">
                  <a:pos x="484" y="655"/>
                </a:cxn>
                <a:cxn ang="0">
                  <a:pos x="492" y="631"/>
                </a:cxn>
                <a:cxn ang="0">
                  <a:pos x="540" y="659"/>
                </a:cxn>
                <a:cxn ang="0">
                  <a:pos x="588" y="655"/>
                </a:cxn>
                <a:cxn ang="0">
                  <a:pos x="616" y="531"/>
                </a:cxn>
                <a:cxn ang="0">
                  <a:pos x="632" y="463"/>
                </a:cxn>
                <a:cxn ang="0">
                  <a:pos x="620" y="367"/>
                </a:cxn>
                <a:cxn ang="0">
                  <a:pos x="536" y="271"/>
                </a:cxn>
                <a:cxn ang="0">
                  <a:pos x="528" y="235"/>
                </a:cxn>
                <a:cxn ang="0">
                  <a:pos x="460" y="179"/>
                </a:cxn>
                <a:cxn ang="0">
                  <a:pos x="472" y="155"/>
                </a:cxn>
                <a:cxn ang="0">
                  <a:pos x="456" y="131"/>
                </a:cxn>
                <a:cxn ang="0">
                  <a:pos x="416" y="79"/>
                </a:cxn>
                <a:cxn ang="0">
                  <a:pos x="392" y="31"/>
                </a:cxn>
                <a:cxn ang="0">
                  <a:pos x="388" y="19"/>
                </a:cxn>
                <a:cxn ang="0">
                  <a:pos x="364" y="151"/>
                </a:cxn>
                <a:cxn ang="0">
                  <a:pos x="324" y="115"/>
                </a:cxn>
                <a:cxn ang="0">
                  <a:pos x="292" y="111"/>
                </a:cxn>
                <a:cxn ang="0">
                  <a:pos x="272" y="87"/>
                </a:cxn>
                <a:cxn ang="0">
                  <a:pos x="264" y="63"/>
                </a:cxn>
                <a:cxn ang="0">
                  <a:pos x="276" y="55"/>
                </a:cxn>
                <a:cxn ang="0">
                  <a:pos x="240" y="19"/>
                </a:cxn>
                <a:cxn ang="0">
                  <a:pos x="216" y="11"/>
                </a:cxn>
                <a:cxn ang="0">
                  <a:pos x="204" y="7"/>
                </a:cxn>
                <a:cxn ang="0">
                  <a:pos x="212" y="11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3" name="Freeform 53"/>
            <p:cNvSpPr>
              <a:spLocks/>
            </p:cNvSpPr>
            <p:nvPr/>
          </p:nvSpPr>
          <p:spPr bwMode="invGray">
            <a:xfrm>
              <a:off x="4246" y="3241"/>
              <a:ext cx="319" cy="207"/>
            </a:xfrm>
            <a:custGeom>
              <a:avLst/>
              <a:gdLst/>
              <a:ahLst/>
              <a:cxnLst>
                <a:cxn ang="0">
                  <a:pos x="84" y="60"/>
                </a:cxn>
                <a:cxn ang="0">
                  <a:pos x="68" y="36"/>
                </a:cxn>
                <a:cxn ang="0">
                  <a:pos x="64" y="16"/>
                </a:cxn>
                <a:cxn ang="0">
                  <a:pos x="52" y="12"/>
                </a:cxn>
                <a:cxn ang="0">
                  <a:pos x="16" y="16"/>
                </a:cxn>
                <a:cxn ang="0">
                  <a:pos x="44" y="40"/>
                </a:cxn>
                <a:cxn ang="0">
                  <a:pos x="48" y="52"/>
                </a:cxn>
                <a:cxn ang="0">
                  <a:pos x="24" y="68"/>
                </a:cxn>
                <a:cxn ang="0">
                  <a:pos x="88" y="92"/>
                </a:cxn>
                <a:cxn ang="0">
                  <a:pos x="124" y="112"/>
                </a:cxn>
                <a:cxn ang="0">
                  <a:pos x="128" y="124"/>
                </a:cxn>
                <a:cxn ang="0">
                  <a:pos x="140" y="132"/>
                </a:cxn>
                <a:cxn ang="0">
                  <a:pos x="148" y="156"/>
                </a:cxn>
                <a:cxn ang="0">
                  <a:pos x="132" y="196"/>
                </a:cxn>
                <a:cxn ang="0">
                  <a:pos x="180" y="188"/>
                </a:cxn>
                <a:cxn ang="0">
                  <a:pos x="192" y="216"/>
                </a:cxn>
                <a:cxn ang="0">
                  <a:pos x="216" y="224"/>
                </a:cxn>
                <a:cxn ang="0">
                  <a:pos x="228" y="228"/>
                </a:cxn>
                <a:cxn ang="0">
                  <a:pos x="252" y="224"/>
                </a:cxn>
                <a:cxn ang="0">
                  <a:pos x="276" y="196"/>
                </a:cxn>
                <a:cxn ang="0">
                  <a:pos x="336" y="252"/>
                </a:cxn>
                <a:cxn ang="0">
                  <a:pos x="364" y="280"/>
                </a:cxn>
                <a:cxn ang="0">
                  <a:pos x="360" y="224"/>
                </a:cxn>
                <a:cxn ang="0">
                  <a:pos x="336" y="200"/>
                </a:cxn>
                <a:cxn ang="0">
                  <a:pos x="372" y="168"/>
                </a:cxn>
                <a:cxn ang="0">
                  <a:pos x="408" y="156"/>
                </a:cxn>
                <a:cxn ang="0">
                  <a:pos x="420" y="152"/>
                </a:cxn>
                <a:cxn ang="0">
                  <a:pos x="424" y="140"/>
                </a:cxn>
                <a:cxn ang="0">
                  <a:pos x="356" y="148"/>
                </a:cxn>
                <a:cxn ang="0">
                  <a:pos x="304" y="140"/>
                </a:cxn>
                <a:cxn ang="0">
                  <a:pos x="300" y="128"/>
                </a:cxn>
                <a:cxn ang="0">
                  <a:pos x="292" y="116"/>
                </a:cxn>
                <a:cxn ang="0">
                  <a:pos x="220" y="80"/>
                </a:cxn>
                <a:cxn ang="0">
                  <a:pos x="160" y="60"/>
                </a:cxn>
                <a:cxn ang="0">
                  <a:pos x="136" y="52"/>
                </a:cxn>
                <a:cxn ang="0">
                  <a:pos x="80" y="52"/>
                </a:cxn>
                <a:cxn ang="0">
                  <a:pos x="68" y="32"/>
                </a:cxn>
                <a:cxn ang="0">
                  <a:pos x="68" y="0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4" name="Freeform 54"/>
            <p:cNvSpPr>
              <a:spLocks/>
            </p:cNvSpPr>
            <p:nvPr/>
          </p:nvSpPr>
          <p:spPr bwMode="invGray">
            <a:xfrm>
              <a:off x="4255" y="3243"/>
              <a:ext cx="311" cy="21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0" y="37"/>
                </a:cxn>
                <a:cxn ang="0">
                  <a:pos x="28" y="49"/>
                </a:cxn>
                <a:cxn ang="0">
                  <a:pos x="84" y="89"/>
                </a:cxn>
                <a:cxn ang="0">
                  <a:pos x="120" y="113"/>
                </a:cxn>
                <a:cxn ang="0">
                  <a:pos x="132" y="121"/>
                </a:cxn>
                <a:cxn ang="0">
                  <a:pos x="136" y="169"/>
                </a:cxn>
                <a:cxn ang="0">
                  <a:pos x="116" y="201"/>
                </a:cxn>
                <a:cxn ang="0">
                  <a:pos x="136" y="197"/>
                </a:cxn>
                <a:cxn ang="0">
                  <a:pos x="148" y="189"/>
                </a:cxn>
                <a:cxn ang="0">
                  <a:pos x="160" y="201"/>
                </a:cxn>
                <a:cxn ang="0">
                  <a:pos x="184" y="217"/>
                </a:cxn>
                <a:cxn ang="0">
                  <a:pos x="208" y="233"/>
                </a:cxn>
                <a:cxn ang="0">
                  <a:pos x="240" y="221"/>
                </a:cxn>
                <a:cxn ang="0">
                  <a:pos x="248" y="197"/>
                </a:cxn>
                <a:cxn ang="0">
                  <a:pos x="268" y="201"/>
                </a:cxn>
                <a:cxn ang="0">
                  <a:pos x="292" y="209"/>
                </a:cxn>
                <a:cxn ang="0">
                  <a:pos x="340" y="281"/>
                </a:cxn>
                <a:cxn ang="0">
                  <a:pos x="356" y="277"/>
                </a:cxn>
                <a:cxn ang="0">
                  <a:pos x="352" y="253"/>
                </a:cxn>
                <a:cxn ang="0">
                  <a:pos x="316" y="197"/>
                </a:cxn>
                <a:cxn ang="0">
                  <a:pos x="360" y="173"/>
                </a:cxn>
                <a:cxn ang="0">
                  <a:pos x="408" y="145"/>
                </a:cxn>
                <a:cxn ang="0">
                  <a:pos x="409" y="120"/>
                </a:cxn>
                <a:cxn ang="0">
                  <a:pos x="367" y="138"/>
                </a:cxn>
                <a:cxn ang="0">
                  <a:pos x="308" y="137"/>
                </a:cxn>
                <a:cxn ang="0">
                  <a:pos x="264" y="97"/>
                </a:cxn>
                <a:cxn ang="0">
                  <a:pos x="180" y="61"/>
                </a:cxn>
                <a:cxn ang="0">
                  <a:pos x="132" y="33"/>
                </a:cxn>
                <a:cxn ang="0">
                  <a:pos x="92" y="41"/>
                </a:cxn>
                <a:cxn ang="0">
                  <a:pos x="76" y="57"/>
                </a:cxn>
                <a:cxn ang="0">
                  <a:pos x="56" y="17"/>
                </a:cxn>
                <a:cxn ang="0">
                  <a:pos x="0" y="1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5" name="Freeform 55"/>
            <p:cNvSpPr>
              <a:spLocks/>
            </p:cNvSpPr>
            <p:nvPr/>
          </p:nvSpPr>
          <p:spPr bwMode="invGray">
            <a:xfrm>
              <a:off x="4485" y="4013"/>
              <a:ext cx="44" cy="58"/>
            </a:xfrm>
            <a:custGeom>
              <a:avLst/>
              <a:gdLst/>
              <a:ahLst/>
              <a:cxnLst>
                <a:cxn ang="0">
                  <a:pos x="32" y="18"/>
                </a:cxn>
                <a:cxn ang="0">
                  <a:pos x="0" y="18"/>
                </a:cxn>
                <a:cxn ang="0">
                  <a:pos x="20" y="42"/>
                </a:cxn>
                <a:cxn ang="0">
                  <a:pos x="28" y="66"/>
                </a:cxn>
                <a:cxn ang="0">
                  <a:pos x="32" y="78"/>
                </a:cxn>
                <a:cxn ang="0">
                  <a:pos x="60" y="50"/>
                </a:cxn>
                <a:cxn ang="0">
                  <a:pos x="32" y="18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6" name="Freeform 56"/>
            <p:cNvSpPr>
              <a:spLocks/>
            </p:cNvSpPr>
            <p:nvPr/>
          </p:nvSpPr>
          <p:spPr bwMode="invGray">
            <a:xfrm>
              <a:off x="4621" y="3923"/>
              <a:ext cx="163" cy="84"/>
            </a:xfrm>
            <a:custGeom>
              <a:avLst/>
              <a:gdLst/>
              <a:ahLst/>
              <a:cxnLst>
                <a:cxn ang="0">
                  <a:pos x="47" y="73"/>
                </a:cxn>
                <a:cxn ang="0">
                  <a:pos x="39" y="61"/>
                </a:cxn>
                <a:cxn ang="0">
                  <a:pos x="15" y="69"/>
                </a:cxn>
                <a:cxn ang="0">
                  <a:pos x="39" y="113"/>
                </a:cxn>
                <a:cxn ang="0">
                  <a:pos x="123" y="89"/>
                </a:cxn>
                <a:cxn ang="0">
                  <a:pos x="147" y="73"/>
                </a:cxn>
                <a:cxn ang="0">
                  <a:pos x="171" y="65"/>
                </a:cxn>
                <a:cxn ang="0">
                  <a:pos x="219" y="19"/>
                </a:cxn>
                <a:cxn ang="0">
                  <a:pos x="210" y="0"/>
                </a:cxn>
                <a:cxn ang="0">
                  <a:pos x="179" y="17"/>
                </a:cxn>
                <a:cxn ang="0">
                  <a:pos x="107" y="41"/>
                </a:cxn>
                <a:cxn ang="0">
                  <a:pos x="83" y="45"/>
                </a:cxn>
                <a:cxn ang="0">
                  <a:pos x="59" y="53"/>
                </a:cxn>
                <a:cxn ang="0">
                  <a:pos x="47" y="73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7" name="Freeform 57"/>
            <p:cNvSpPr>
              <a:spLocks/>
            </p:cNvSpPr>
            <p:nvPr/>
          </p:nvSpPr>
          <p:spPr bwMode="invGray">
            <a:xfrm>
              <a:off x="4791" y="3872"/>
              <a:ext cx="104" cy="93"/>
            </a:xfrm>
            <a:custGeom>
              <a:avLst/>
              <a:gdLst/>
              <a:ahLst/>
              <a:cxnLst>
                <a:cxn ang="0">
                  <a:pos x="12" y="60"/>
                </a:cxn>
                <a:cxn ang="0">
                  <a:pos x="8" y="84"/>
                </a:cxn>
                <a:cxn ang="0">
                  <a:pos x="0" y="108"/>
                </a:cxn>
                <a:cxn ang="0">
                  <a:pos x="36" y="116"/>
                </a:cxn>
                <a:cxn ang="0">
                  <a:pos x="52" y="96"/>
                </a:cxn>
                <a:cxn ang="0">
                  <a:pos x="124" y="68"/>
                </a:cxn>
                <a:cxn ang="0">
                  <a:pos x="136" y="44"/>
                </a:cxn>
                <a:cxn ang="0">
                  <a:pos x="112" y="28"/>
                </a:cxn>
                <a:cxn ang="0">
                  <a:pos x="100" y="20"/>
                </a:cxn>
                <a:cxn ang="0">
                  <a:pos x="64" y="12"/>
                </a:cxn>
                <a:cxn ang="0">
                  <a:pos x="52" y="36"/>
                </a:cxn>
                <a:cxn ang="0">
                  <a:pos x="12" y="60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8" name="Freeform 58"/>
            <p:cNvSpPr>
              <a:spLocks/>
            </p:cNvSpPr>
            <p:nvPr/>
          </p:nvSpPr>
          <p:spPr bwMode="invGray">
            <a:xfrm>
              <a:off x="4846" y="3832"/>
              <a:ext cx="37" cy="26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8" y="11"/>
                </a:cxn>
                <a:cxn ang="0">
                  <a:pos x="24" y="35"/>
                </a:cxn>
                <a:cxn ang="0">
                  <a:pos x="39" y="26"/>
                </a:cxn>
                <a:cxn ang="0">
                  <a:pos x="29" y="0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9" name="Freeform 59"/>
            <p:cNvSpPr>
              <a:spLocks/>
            </p:cNvSpPr>
            <p:nvPr/>
          </p:nvSpPr>
          <p:spPr bwMode="invGray">
            <a:xfrm>
              <a:off x="3123" y="3346"/>
              <a:ext cx="123" cy="201"/>
            </a:xfrm>
            <a:custGeom>
              <a:avLst/>
              <a:gdLst/>
              <a:ahLst/>
              <a:cxnLst>
                <a:cxn ang="0">
                  <a:pos x="128" y="0"/>
                </a:cxn>
                <a:cxn ang="0">
                  <a:pos x="104" y="28"/>
                </a:cxn>
                <a:cxn ang="0">
                  <a:pos x="88" y="64"/>
                </a:cxn>
                <a:cxn ang="0">
                  <a:pos x="36" y="84"/>
                </a:cxn>
                <a:cxn ang="0">
                  <a:pos x="28" y="96"/>
                </a:cxn>
                <a:cxn ang="0">
                  <a:pos x="16" y="100"/>
                </a:cxn>
                <a:cxn ang="0">
                  <a:pos x="20" y="132"/>
                </a:cxn>
                <a:cxn ang="0">
                  <a:pos x="28" y="156"/>
                </a:cxn>
                <a:cxn ang="0">
                  <a:pos x="0" y="200"/>
                </a:cxn>
                <a:cxn ang="0">
                  <a:pos x="28" y="260"/>
                </a:cxn>
                <a:cxn ang="0">
                  <a:pos x="52" y="268"/>
                </a:cxn>
                <a:cxn ang="0">
                  <a:pos x="88" y="216"/>
                </a:cxn>
                <a:cxn ang="0">
                  <a:pos x="104" y="192"/>
                </a:cxn>
                <a:cxn ang="0">
                  <a:pos x="128" y="116"/>
                </a:cxn>
                <a:cxn ang="0">
                  <a:pos x="140" y="76"/>
                </a:cxn>
                <a:cxn ang="0">
                  <a:pos x="164" y="72"/>
                </a:cxn>
                <a:cxn ang="0">
                  <a:pos x="128" y="0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0" name="Freeform 60"/>
            <p:cNvSpPr>
              <a:spLocks/>
            </p:cNvSpPr>
            <p:nvPr/>
          </p:nvSpPr>
          <p:spPr bwMode="invGray">
            <a:xfrm>
              <a:off x="3655" y="3034"/>
              <a:ext cx="49" cy="5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25" y="60"/>
                </a:cxn>
                <a:cxn ang="0">
                  <a:pos x="29" y="76"/>
                </a:cxn>
                <a:cxn ang="0">
                  <a:pos x="41" y="80"/>
                </a:cxn>
                <a:cxn ang="0">
                  <a:pos x="57" y="76"/>
                </a:cxn>
                <a:cxn ang="0">
                  <a:pos x="29" y="0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1" name="Freeform 61"/>
            <p:cNvSpPr>
              <a:spLocks/>
            </p:cNvSpPr>
            <p:nvPr/>
          </p:nvSpPr>
          <p:spPr bwMode="invGray">
            <a:xfrm>
              <a:off x="3988" y="3100"/>
              <a:ext cx="111" cy="181"/>
            </a:xfrm>
            <a:custGeom>
              <a:avLst/>
              <a:gdLst/>
              <a:ahLst/>
              <a:cxnLst>
                <a:cxn ang="0">
                  <a:pos x="96" y="0"/>
                </a:cxn>
                <a:cxn ang="0">
                  <a:pos x="60" y="84"/>
                </a:cxn>
                <a:cxn ang="0">
                  <a:pos x="36" y="92"/>
                </a:cxn>
                <a:cxn ang="0">
                  <a:pos x="12" y="108"/>
                </a:cxn>
                <a:cxn ang="0">
                  <a:pos x="40" y="188"/>
                </a:cxn>
                <a:cxn ang="0">
                  <a:pos x="52" y="224"/>
                </a:cxn>
                <a:cxn ang="0">
                  <a:pos x="60" y="236"/>
                </a:cxn>
                <a:cxn ang="0">
                  <a:pos x="84" y="244"/>
                </a:cxn>
                <a:cxn ang="0">
                  <a:pos x="96" y="196"/>
                </a:cxn>
                <a:cxn ang="0">
                  <a:pos x="124" y="168"/>
                </a:cxn>
                <a:cxn ang="0">
                  <a:pos x="112" y="68"/>
                </a:cxn>
                <a:cxn ang="0">
                  <a:pos x="140" y="48"/>
                </a:cxn>
                <a:cxn ang="0">
                  <a:pos x="112" y="20"/>
                </a:cxn>
                <a:cxn ang="0">
                  <a:pos x="96" y="0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2" name="Freeform 62"/>
            <p:cNvSpPr>
              <a:spLocks/>
            </p:cNvSpPr>
            <p:nvPr/>
          </p:nvSpPr>
          <p:spPr bwMode="invGray">
            <a:xfrm>
              <a:off x="3894" y="3043"/>
              <a:ext cx="72" cy="137"/>
            </a:xfrm>
            <a:custGeom>
              <a:avLst/>
              <a:gdLst/>
              <a:ahLst/>
              <a:cxnLst>
                <a:cxn ang="0">
                  <a:pos x="48" y="2"/>
                </a:cxn>
                <a:cxn ang="0">
                  <a:pos x="51" y="35"/>
                </a:cxn>
                <a:cxn ang="0">
                  <a:pos x="60" y="62"/>
                </a:cxn>
                <a:cxn ang="0">
                  <a:pos x="62" y="92"/>
                </a:cxn>
                <a:cxn ang="0">
                  <a:pos x="68" y="105"/>
                </a:cxn>
                <a:cxn ang="0">
                  <a:pos x="71" y="126"/>
                </a:cxn>
                <a:cxn ang="0">
                  <a:pos x="57" y="93"/>
                </a:cxn>
                <a:cxn ang="0">
                  <a:pos x="35" y="78"/>
                </a:cxn>
                <a:cxn ang="0">
                  <a:pos x="5" y="83"/>
                </a:cxn>
                <a:cxn ang="0">
                  <a:pos x="8" y="102"/>
                </a:cxn>
                <a:cxn ang="0">
                  <a:pos x="41" y="114"/>
                </a:cxn>
                <a:cxn ang="0">
                  <a:pos x="57" y="135"/>
                </a:cxn>
                <a:cxn ang="0">
                  <a:pos x="71" y="135"/>
                </a:cxn>
                <a:cxn ang="0">
                  <a:pos x="78" y="150"/>
                </a:cxn>
                <a:cxn ang="0">
                  <a:pos x="96" y="179"/>
                </a:cxn>
                <a:cxn ang="0">
                  <a:pos x="81" y="126"/>
                </a:cxn>
                <a:cxn ang="0">
                  <a:pos x="80" y="93"/>
                </a:cxn>
                <a:cxn ang="0">
                  <a:pos x="71" y="63"/>
                </a:cxn>
                <a:cxn ang="0">
                  <a:pos x="63" y="41"/>
                </a:cxn>
                <a:cxn ang="0">
                  <a:pos x="57" y="20"/>
                </a:cxn>
                <a:cxn ang="0">
                  <a:pos x="48" y="2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3" name="Freeform 63"/>
            <p:cNvSpPr>
              <a:spLocks/>
            </p:cNvSpPr>
            <p:nvPr/>
          </p:nvSpPr>
          <p:spPr bwMode="invGray">
            <a:xfrm>
              <a:off x="3943" y="3153"/>
              <a:ext cx="40" cy="132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25"/>
                </a:cxn>
                <a:cxn ang="0">
                  <a:pos x="9" y="54"/>
                </a:cxn>
                <a:cxn ang="0">
                  <a:pos x="18" y="94"/>
                </a:cxn>
                <a:cxn ang="0">
                  <a:pos x="34" y="129"/>
                </a:cxn>
                <a:cxn ang="0">
                  <a:pos x="54" y="175"/>
                </a:cxn>
                <a:cxn ang="0">
                  <a:pos x="40" y="115"/>
                </a:cxn>
                <a:cxn ang="0">
                  <a:pos x="34" y="93"/>
                </a:cxn>
                <a:cxn ang="0">
                  <a:pos x="28" y="61"/>
                </a:cxn>
                <a:cxn ang="0">
                  <a:pos x="25" y="46"/>
                </a:cxn>
                <a:cxn ang="0">
                  <a:pos x="16" y="37"/>
                </a:cxn>
                <a:cxn ang="0">
                  <a:pos x="6" y="0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4" name="Freeform 64"/>
            <p:cNvSpPr>
              <a:spLocks/>
            </p:cNvSpPr>
            <p:nvPr/>
          </p:nvSpPr>
          <p:spPr bwMode="invGray">
            <a:xfrm>
              <a:off x="3988" y="3291"/>
              <a:ext cx="65" cy="5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8" y="34"/>
                </a:cxn>
                <a:cxn ang="0">
                  <a:pos x="23" y="43"/>
                </a:cxn>
                <a:cxn ang="0">
                  <a:pos x="48" y="49"/>
                </a:cxn>
                <a:cxn ang="0">
                  <a:pos x="62" y="57"/>
                </a:cxn>
                <a:cxn ang="0">
                  <a:pos x="74" y="66"/>
                </a:cxn>
                <a:cxn ang="0">
                  <a:pos x="86" y="69"/>
                </a:cxn>
                <a:cxn ang="0">
                  <a:pos x="72" y="39"/>
                </a:cxn>
                <a:cxn ang="0">
                  <a:pos x="63" y="22"/>
                </a:cxn>
                <a:cxn ang="0">
                  <a:pos x="36" y="24"/>
                </a:cxn>
                <a:cxn ang="0">
                  <a:pos x="24" y="19"/>
                </a:cxn>
                <a:cxn ang="0">
                  <a:pos x="6" y="0"/>
                </a:cxn>
                <a:cxn ang="0">
                  <a:pos x="2" y="0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5" name="Freeform 65"/>
            <p:cNvSpPr>
              <a:spLocks/>
            </p:cNvSpPr>
            <p:nvPr/>
          </p:nvSpPr>
          <p:spPr bwMode="invGray">
            <a:xfrm>
              <a:off x="4092" y="3195"/>
              <a:ext cx="86" cy="118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75" y="10"/>
                </a:cxn>
                <a:cxn ang="0">
                  <a:pos x="23" y="15"/>
                </a:cxn>
                <a:cxn ang="0">
                  <a:pos x="14" y="33"/>
                </a:cxn>
                <a:cxn ang="0">
                  <a:pos x="11" y="61"/>
                </a:cxn>
                <a:cxn ang="0">
                  <a:pos x="14" y="75"/>
                </a:cxn>
                <a:cxn ang="0">
                  <a:pos x="3" y="88"/>
                </a:cxn>
                <a:cxn ang="0">
                  <a:pos x="14" y="109"/>
                </a:cxn>
                <a:cxn ang="0">
                  <a:pos x="23" y="124"/>
                </a:cxn>
                <a:cxn ang="0">
                  <a:pos x="15" y="144"/>
                </a:cxn>
                <a:cxn ang="0">
                  <a:pos x="24" y="156"/>
                </a:cxn>
                <a:cxn ang="0">
                  <a:pos x="42" y="144"/>
                </a:cxn>
                <a:cxn ang="0">
                  <a:pos x="50" y="93"/>
                </a:cxn>
                <a:cxn ang="0">
                  <a:pos x="56" y="126"/>
                </a:cxn>
                <a:cxn ang="0">
                  <a:pos x="65" y="145"/>
                </a:cxn>
                <a:cxn ang="0">
                  <a:pos x="62" y="112"/>
                </a:cxn>
                <a:cxn ang="0">
                  <a:pos x="72" y="73"/>
                </a:cxn>
                <a:cxn ang="0">
                  <a:pos x="69" y="51"/>
                </a:cxn>
                <a:cxn ang="0">
                  <a:pos x="54" y="60"/>
                </a:cxn>
                <a:cxn ang="0">
                  <a:pos x="35" y="54"/>
                </a:cxn>
                <a:cxn ang="0">
                  <a:pos x="41" y="36"/>
                </a:cxn>
                <a:cxn ang="0">
                  <a:pos x="62" y="34"/>
                </a:cxn>
                <a:cxn ang="0">
                  <a:pos x="78" y="39"/>
                </a:cxn>
                <a:cxn ang="0">
                  <a:pos x="98" y="30"/>
                </a:cxn>
                <a:cxn ang="0">
                  <a:pos x="111" y="13"/>
                </a:cxn>
                <a:cxn ang="0">
                  <a:pos x="98" y="0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6" name="Freeform 66"/>
            <p:cNvSpPr>
              <a:spLocks/>
            </p:cNvSpPr>
            <p:nvPr/>
          </p:nvSpPr>
          <p:spPr bwMode="invGray">
            <a:xfrm>
              <a:off x="4064" y="2777"/>
              <a:ext cx="21" cy="70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0" y="16"/>
                </a:cxn>
                <a:cxn ang="0">
                  <a:pos x="6" y="37"/>
                </a:cxn>
                <a:cxn ang="0">
                  <a:pos x="1" y="61"/>
                </a:cxn>
                <a:cxn ang="0">
                  <a:pos x="16" y="94"/>
                </a:cxn>
                <a:cxn ang="0">
                  <a:pos x="30" y="82"/>
                </a:cxn>
                <a:cxn ang="0">
                  <a:pos x="22" y="61"/>
                </a:cxn>
                <a:cxn ang="0">
                  <a:pos x="12" y="0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7" name="Freeform 67"/>
            <p:cNvSpPr>
              <a:spLocks/>
            </p:cNvSpPr>
            <p:nvPr/>
          </p:nvSpPr>
          <p:spPr bwMode="invGray">
            <a:xfrm>
              <a:off x="4078" y="2896"/>
              <a:ext cx="61" cy="11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0" y="20"/>
                </a:cxn>
                <a:cxn ang="0">
                  <a:pos x="8" y="49"/>
                </a:cxn>
                <a:cxn ang="0">
                  <a:pos x="6" y="107"/>
                </a:cxn>
                <a:cxn ang="0">
                  <a:pos x="17" y="103"/>
                </a:cxn>
                <a:cxn ang="0">
                  <a:pos x="20" y="115"/>
                </a:cxn>
                <a:cxn ang="0">
                  <a:pos x="29" y="122"/>
                </a:cxn>
                <a:cxn ang="0">
                  <a:pos x="38" y="140"/>
                </a:cxn>
                <a:cxn ang="0">
                  <a:pos x="48" y="128"/>
                </a:cxn>
                <a:cxn ang="0">
                  <a:pos x="65" y="134"/>
                </a:cxn>
                <a:cxn ang="0">
                  <a:pos x="63" y="109"/>
                </a:cxn>
                <a:cxn ang="0">
                  <a:pos x="48" y="104"/>
                </a:cxn>
                <a:cxn ang="0">
                  <a:pos x="39" y="91"/>
                </a:cxn>
                <a:cxn ang="0">
                  <a:pos x="33" y="73"/>
                </a:cxn>
                <a:cxn ang="0">
                  <a:pos x="41" y="53"/>
                </a:cxn>
                <a:cxn ang="0">
                  <a:pos x="35" y="35"/>
                </a:cxn>
                <a:cxn ang="0">
                  <a:pos x="42" y="20"/>
                </a:cxn>
                <a:cxn ang="0">
                  <a:pos x="29" y="4"/>
                </a:cxn>
                <a:cxn ang="0">
                  <a:pos x="18" y="7"/>
                </a:cxn>
                <a:cxn ang="0">
                  <a:pos x="12" y="2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8" name="Freeform 68"/>
            <p:cNvSpPr>
              <a:spLocks/>
            </p:cNvSpPr>
            <p:nvPr/>
          </p:nvSpPr>
          <p:spPr bwMode="invGray">
            <a:xfrm>
              <a:off x="4121" y="3052"/>
              <a:ext cx="64" cy="79"/>
            </a:xfrm>
            <a:custGeom>
              <a:avLst/>
              <a:gdLst/>
              <a:ahLst/>
              <a:cxnLst>
                <a:cxn ang="0">
                  <a:pos x="52" y="0"/>
                </a:cxn>
                <a:cxn ang="0">
                  <a:pos x="44" y="18"/>
                </a:cxn>
                <a:cxn ang="0">
                  <a:pos x="32" y="30"/>
                </a:cxn>
                <a:cxn ang="0">
                  <a:pos x="16" y="35"/>
                </a:cxn>
                <a:cxn ang="0">
                  <a:pos x="8" y="48"/>
                </a:cxn>
                <a:cxn ang="0">
                  <a:pos x="4" y="74"/>
                </a:cxn>
                <a:cxn ang="0">
                  <a:pos x="13" y="71"/>
                </a:cxn>
                <a:cxn ang="0">
                  <a:pos x="25" y="62"/>
                </a:cxn>
                <a:cxn ang="0">
                  <a:pos x="34" y="69"/>
                </a:cxn>
                <a:cxn ang="0">
                  <a:pos x="58" y="99"/>
                </a:cxn>
                <a:cxn ang="0">
                  <a:pos x="71" y="72"/>
                </a:cxn>
                <a:cxn ang="0">
                  <a:pos x="85" y="68"/>
                </a:cxn>
                <a:cxn ang="0">
                  <a:pos x="74" y="39"/>
                </a:cxn>
                <a:cxn ang="0">
                  <a:pos x="52" y="0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9" name="Freeform 69"/>
            <p:cNvSpPr>
              <a:spLocks/>
            </p:cNvSpPr>
            <p:nvPr/>
          </p:nvSpPr>
          <p:spPr bwMode="invGray">
            <a:xfrm>
              <a:off x="4197" y="3193"/>
              <a:ext cx="29" cy="48"/>
            </a:xfrm>
            <a:custGeom>
              <a:avLst/>
              <a:gdLst/>
              <a:ahLst/>
              <a:cxnLst>
                <a:cxn ang="0">
                  <a:pos x="6" y="27"/>
                </a:cxn>
                <a:cxn ang="0">
                  <a:pos x="26" y="66"/>
                </a:cxn>
                <a:cxn ang="0">
                  <a:pos x="30" y="52"/>
                </a:cxn>
                <a:cxn ang="0">
                  <a:pos x="38" y="40"/>
                </a:cxn>
                <a:cxn ang="0">
                  <a:pos x="30" y="25"/>
                </a:cxn>
                <a:cxn ang="0">
                  <a:pos x="20" y="13"/>
                </a:cxn>
                <a:cxn ang="0">
                  <a:pos x="11" y="1"/>
                </a:cxn>
                <a:cxn ang="0">
                  <a:pos x="2" y="12"/>
                </a:cxn>
                <a:cxn ang="0">
                  <a:pos x="6" y="2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0" name="Freeform 70"/>
            <p:cNvSpPr>
              <a:spLocks/>
            </p:cNvSpPr>
            <p:nvPr/>
          </p:nvSpPr>
          <p:spPr bwMode="invGray">
            <a:xfrm>
              <a:off x="4181" y="3275"/>
              <a:ext cx="18" cy="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3"/>
                </a:cxn>
                <a:cxn ang="0">
                  <a:pos x="24" y="11"/>
                </a:cxn>
                <a:cxn ang="0">
                  <a:pos x="0" y="0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1" name="Freeform 71"/>
            <p:cNvSpPr>
              <a:spLocks/>
            </p:cNvSpPr>
            <p:nvPr/>
          </p:nvSpPr>
          <p:spPr bwMode="invGray">
            <a:xfrm>
              <a:off x="4208" y="3265"/>
              <a:ext cx="45" cy="39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8"/>
                </a:cxn>
                <a:cxn ang="0">
                  <a:pos x="28" y="33"/>
                </a:cxn>
                <a:cxn ang="0">
                  <a:pos x="42" y="46"/>
                </a:cxn>
                <a:cxn ang="0">
                  <a:pos x="60" y="42"/>
                </a:cxn>
                <a:cxn ang="0">
                  <a:pos x="49" y="24"/>
                </a:cxn>
                <a:cxn ang="0">
                  <a:pos x="28" y="3"/>
                </a:cxn>
                <a:cxn ang="0">
                  <a:pos x="19" y="16"/>
                </a:cxn>
                <a:cxn ang="0">
                  <a:pos x="9" y="0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2" name="Freeform 72"/>
            <p:cNvSpPr>
              <a:spLocks/>
            </p:cNvSpPr>
            <p:nvPr/>
          </p:nvSpPr>
          <p:spPr bwMode="invGray">
            <a:xfrm>
              <a:off x="4277" y="3335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3" name="Freeform 73"/>
            <p:cNvSpPr>
              <a:spLocks/>
            </p:cNvSpPr>
            <p:nvPr/>
          </p:nvSpPr>
          <p:spPr bwMode="invGray">
            <a:xfrm>
              <a:off x="4544" y="3293"/>
              <a:ext cx="46" cy="45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14"/>
                </a:cxn>
                <a:cxn ang="0">
                  <a:pos x="24" y="35"/>
                </a:cxn>
                <a:cxn ang="0">
                  <a:pos x="36" y="54"/>
                </a:cxn>
                <a:cxn ang="0">
                  <a:pos x="46" y="63"/>
                </a:cxn>
                <a:cxn ang="0">
                  <a:pos x="61" y="56"/>
                </a:cxn>
                <a:cxn ang="0">
                  <a:pos x="33" y="17"/>
                </a:cxn>
                <a:cxn ang="0">
                  <a:pos x="7" y="0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4" name="Freeform 74"/>
            <p:cNvSpPr>
              <a:spLocks/>
            </p:cNvSpPr>
            <p:nvPr/>
          </p:nvSpPr>
          <p:spPr bwMode="invGray">
            <a:xfrm>
              <a:off x="4147" y="3351"/>
              <a:ext cx="46" cy="49"/>
            </a:xfrm>
            <a:custGeom>
              <a:avLst/>
              <a:gdLst/>
              <a:ahLst/>
              <a:cxnLst>
                <a:cxn ang="0">
                  <a:pos x="28" y="7"/>
                </a:cxn>
                <a:cxn ang="0">
                  <a:pos x="30" y="34"/>
                </a:cxn>
                <a:cxn ang="0">
                  <a:pos x="16" y="43"/>
                </a:cxn>
                <a:cxn ang="0">
                  <a:pos x="22" y="67"/>
                </a:cxn>
                <a:cxn ang="0">
                  <a:pos x="48" y="58"/>
                </a:cxn>
                <a:cxn ang="0">
                  <a:pos x="60" y="47"/>
                </a:cxn>
                <a:cxn ang="0">
                  <a:pos x="51" y="28"/>
                </a:cxn>
                <a:cxn ang="0">
                  <a:pos x="57" y="14"/>
                </a:cxn>
                <a:cxn ang="0">
                  <a:pos x="55" y="2"/>
                </a:cxn>
                <a:cxn ang="0">
                  <a:pos x="46" y="4"/>
                </a:cxn>
                <a:cxn ang="0">
                  <a:pos x="51" y="5"/>
                </a:cxn>
                <a:cxn ang="0">
                  <a:pos x="49" y="16"/>
                </a:cxn>
                <a:cxn ang="0">
                  <a:pos x="43" y="23"/>
                </a:cxn>
                <a:cxn ang="0">
                  <a:pos x="28" y="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5" name="Freeform 75"/>
            <p:cNvSpPr>
              <a:spLocks/>
            </p:cNvSpPr>
            <p:nvPr/>
          </p:nvSpPr>
          <p:spPr bwMode="invGray">
            <a:xfrm>
              <a:off x="4098" y="3371"/>
              <a:ext cx="32" cy="27"/>
            </a:xfrm>
            <a:custGeom>
              <a:avLst/>
              <a:gdLst/>
              <a:ahLst/>
              <a:cxnLst>
                <a:cxn ang="0">
                  <a:pos x="21" y="3"/>
                </a:cxn>
                <a:cxn ang="0">
                  <a:pos x="6" y="6"/>
                </a:cxn>
                <a:cxn ang="0">
                  <a:pos x="33" y="36"/>
                </a:cxn>
                <a:cxn ang="0">
                  <a:pos x="42" y="30"/>
                </a:cxn>
                <a:cxn ang="0">
                  <a:pos x="21" y="3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6" name="Freeform 76"/>
            <p:cNvSpPr>
              <a:spLocks/>
            </p:cNvSpPr>
            <p:nvPr/>
          </p:nvSpPr>
          <p:spPr bwMode="invGray">
            <a:xfrm>
              <a:off x="4077" y="3342"/>
              <a:ext cx="24" cy="31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26"/>
                </a:cxn>
                <a:cxn ang="0">
                  <a:pos x="16" y="24"/>
                </a:cxn>
                <a:cxn ang="0">
                  <a:pos x="19" y="29"/>
                </a:cxn>
                <a:cxn ang="0">
                  <a:pos x="16" y="35"/>
                </a:cxn>
                <a:cxn ang="0">
                  <a:pos x="30" y="21"/>
                </a:cxn>
                <a:cxn ang="0">
                  <a:pos x="24" y="9"/>
                </a:cxn>
                <a:cxn ang="0">
                  <a:pos x="21" y="0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7" name="Freeform 77"/>
            <p:cNvSpPr>
              <a:spLocks/>
            </p:cNvSpPr>
            <p:nvPr/>
          </p:nvSpPr>
          <p:spPr bwMode="invGray">
            <a:xfrm>
              <a:off x="4111" y="3351"/>
              <a:ext cx="33" cy="26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7"/>
                </a:cxn>
                <a:cxn ang="0">
                  <a:pos x="27" y="31"/>
                </a:cxn>
                <a:cxn ang="0">
                  <a:pos x="45" y="24"/>
                </a:cxn>
                <a:cxn ang="0">
                  <a:pos x="22" y="10"/>
                </a:cxn>
                <a:cxn ang="0">
                  <a:pos x="21" y="0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8" name="Freeform 78"/>
            <p:cNvSpPr>
              <a:spLocks/>
            </p:cNvSpPr>
            <p:nvPr/>
          </p:nvSpPr>
          <p:spPr bwMode="invGray">
            <a:xfrm>
              <a:off x="4062" y="3021"/>
              <a:ext cx="27" cy="53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1" y="15"/>
                </a:cxn>
                <a:cxn ang="0">
                  <a:pos x="9" y="36"/>
                </a:cxn>
                <a:cxn ang="0">
                  <a:pos x="0" y="59"/>
                </a:cxn>
                <a:cxn ang="0">
                  <a:pos x="8" y="74"/>
                </a:cxn>
                <a:cxn ang="0">
                  <a:pos x="20" y="59"/>
                </a:cxn>
                <a:cxn ang="0">
                  <a:pos x="35" y="32"/>
                </a:cxn>
                <a:cxn ang="0">
                  <a:pos x="30" y="0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9" name="Freeform 79"/>
            <p:cNvSpPr>
              <a:spLocks/>
            </p:cNvSpPr>
            <p:nvPr/>
          </p:nvSpPr>
          <p:spPr bwMode="invGray">
            <a:xfrm>
              <a:off x="4113" y="3012"/>
              <a:ext cx="19" cy="53"/>
            </a:xfrm>
            <a:custGeom>
              <a:avLst/>
              <a:gdLst/>
              <a:ahLst/>
              <a:cxnLst>
                <a:cxn ang="0">
                  <a:pos x="13" y="7"/>
                </a:cxn>
                <a:cxn ang="0">
                  <a:pos x="4" y="8"/>
                </a:cxn>
                <a:cxn ang="0">
                  <a:pos x="0" y="22"/>
                </a:cxn>
                <a:cxn ang="0">
                  <a:pos x="15" y="41"/>
                </a:cxn>
                <a:cxn ang="0">
                  <a:pos x="25" y="56"/>
                </a:cxn>
                <a:cxn ang="0">
                  <a:pos x="16" y="20"/>
                </a:cxn>
                <a:cxn ang="0">
                  <a:pos x="13" y="7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0" name="Freeform 80"/>
            <p:cNvSpPr>
              <a:spLocks/>
            </p:cNvSpPr>
            <p:nvPr/>
          </p:nvSpPr>
          <p:spPr bwMode="invGray">
            <a:xfrm>
              <a:off x="4135" y="2995"/>
              <a:ext cx="9" cy="25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" y="10"/>
                </a:cxn>
                <a:cxn ang="0">
                  <a:pos x="11" y="25"/>
                </a:cxn>
                <a:cxn ang="0">
                  <a:pos x="11" y="0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1" name="Freeform 81"/>
            <p:cNvSpPr>
              <a:spLocks/>
            </p:cNvSpPr>
            <p:nvPr/>
          </p:nvSpPr>
          <p:spPr bwMode="invGray">
            <a:xfrm>
              <a:off x="4145" y="3007"/>
              <a:ext cx="21" cy="4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1" y="14"/>
                </a:cxn>
                <a:cxn ang="0">
                  <a:pos x="20" y="21"/>
                </a:cxn>
                <a:cxn ang="0">
                  <a:pos x="8" y="39"/>
                </a:cxn>
                <a:cxn ang="0">
                  <a:pos x="0" y="56"/>
                </a:cxn>
                <a:cxn ang="0">
                  <a:pos x="11" y="57"/>
                </a:cxn>
                <a:cxn ang="0">
                  <a:pos x="26" y="26"/>
                </a:cxn>
                <a:cxn ang="0">
                  <a:pos x="5" y="0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2" name="Freeform 82"/>
            <p:cNvSpPr>
              <a:spLocks/>
            </p:cNvSpPr>
            <p:nvPr/>
          </p:nvSpPr>
          <p:spPr bwMode="invGray">
            <a:xfrm>
              <a:off x="3876" y="3076"/>
              <a:ext cx="12" cy="27"/>
            </a:xfrm>
            <a:custGeom>
              <a:avLst/>
              <a:gdLst/>
              <a:ahLst/>
              <a:cxnLst>
                <a:cxn ang="0">
                  <a:pos x="14" y="3"/>
                </a:cxn>
                <a:cxn ang="0">
                  <a:pos x="0" y="7"/>
                </a:cxn>
                <a:cxn ang="0">
                  <a:pos x="8" y="22"/>
                </a:cxn>
                <a:cxn ang="0">
                  <a:pos x="14" y="3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3" name="Freeform 83"/>
            <p:cNvSpPr>
              <a:spLocks/>
            </p:cNvSpPr>
            <p:nvPr/>
          </p:nvSpPr>
          <p:spPr bwMode="invGray">
            <a:xfrm>
              <a:off x="3866" y="3052"/>
              <a:ext cx="10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4" name="Freeform 84"/>
            <p:cNvSpPr>
              <a:spLocks/>
            </p:cNvSpPr>
            <p:nvPr/>
          </p:nvSpPr>
          <p:spPr bwMode="invGray">
            <a:xfrm>
              <a:off x="3862" y="3036"/>
              <a:ext cx="12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0" y="10"/>
                </a:cxn>
                <a:cxn ang="0">
                  <a:pos x="12" y="19"/>
                </a:cxn>
                <a:cxn ang="0">
                  <a:pos x="10" y="5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5" name="Freeform 85"/>
            <p:cNvSpPr>
              <a:spLocks/>
            </p:cNvSpPr>
            <p:nvPr/>
          </p:nvSpPr>
          <p:spPr bwMode="invGray">
            <a:xfrm>
              <a:off x="3850" y="2995"/>
              <a:ext cx="11" cy="17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6" name="Freeform 86"/>
            <p:cNvSpPr>
              <a:spLocks/>
            </p:cNvSpPr>
            <p:nvPr/>
          </p:nvSpPr>
          <p:spPr bwMode="invGray">
            <a:xfrm>
              <a:off x="3852" y="3020"/>
              <a:ext cx="16" cy="13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9" y="18"/>
                </a:cxn>
                <a:cxn ang="0">
                  <a:pos x="14" y="6"/>
                </a:cxn>
                <a:cxn ang="0">
                  <a:pos x="13" y="0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7" name="Freeform 87"/>
            <p:cNvSpPr>
              <a:spLocks/>
            </p:cNvSpPr>
            <p:nvPr/>
          </p:nvSpPr>
          <p:spPr bwMode="invGray">
            <a:xfrm>
              <a:off x="4688" y="3643"/>
              <a:ext cx="45" cy="61"/>
            </a:xfrm>
            <a:custGeom>
              <a:avLst/>
              <a:gdLst/>
              <a:ahLst/>
              <a:cxnLst>
                <a:cxn ang="0">
                  <a:pos x="10" y="7"/>
                </a:cxn>
                <a:cxn ang="0">
                  <a:pos x="3" y="18"/>
                </a:cxn>
                <a:cxn ang="0">
                  <a:pos x="15" y="39"/>
                </a:cxn>
                <a:cxn ang="0">
                  <a:pos x="27" y="54"/>
                </a:cxn>
                <a:cxn ang="0">
                  <a:pos x="40" y="63"/>
                </a:cxn>
                <a:cxn ang="0">
                  <a:pos x="51" y="81"/>
                </a:cxn>
                <a:cxn ang="0">
                  <a:pos x="52" y="57"/>
                </a:cxn>
                <a:cxn ang="0">
                  <a:pos x="43" y="37"/>
                </a:cxn>
                <a:cxn ang="0">
                  <a:pos x="25" y="18"/>
                </a:cxn>
                <a:cxn ang="0">
                  <a:pos x="10" y="7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8" name="Freeform 88"/>
            <p:cNvSpPr>
              <a:spLocks/>
            </p:cNvSpPr>
            <p:nvPr/>
          </p:nvSpPr>
          <p:spPr bwMode="invGray">
            <a:xfrm>
              <a:off x="4919" y="3593"/>
              <a:ext cx="53" cy="47"/>
            </a:xfrm>
            <a:custGeom>
              <a:avLst/>
              <a:gdLst/>
              <a:ahLst/>
              <a:cxnLst>
                <a:cxn ang="0">
                  <a:pos x="28" y="23"/>
                </a:cxn>
                <a:cxn ang="0">
                  <a:pos x="13" y="32"/>
                </a:cxn>
                <a:cxn ang="0">
                  <a:pos x="1" y="44"/>
                </a:cxn>
                <a:cxn ang="0">
                  <a:pos x="13" y="59"/>
                </a:cxn>
                <a:cxn ang="0">
                  <a:pos x="28" y="44"/>
                </a:cxn>
                <a:cxn ang="0">
                  <a:pos x="40" y="23"/>
                </a:cxn>
                <a:cxn ang="0">
                  <a:pos x="55" y="0"/>
                </a:cxn>
                <a:cxn ang="0">
                  <a:pos x="71" y="11"/>
                </a:cxn>
                <a:cxn ang="0">
                  <a:pos x="35" y="23"/>
                </a:cxn>
                <a:cxn ang="0">
                  <a:pos x="28" y="23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9" name="Freeform 89"/>
            <p:cNvSpPr>
              <a:spLocks/>
            </p:cNvSpPr>
            <p:nvPr/>
          </p:nvSpPr>
          <p:spPr bwMode="invGray">
            <a:xfrm>
              <a:off x="4759" y="3569"/>
              <a:ext cx="17" cy="23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4"/>
                </a:cxn>
                <a:cxn ang="0">
                  <a:pos x="12" y="30"/>
                </a:cxn>
                <a:cxn ang="0">
                  <a:pos x="9" y="0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0" name="Freeform 90"/>
            <p:cNvSpPr>
              <a:spLocks/>
            </p:cNvSpPr>
            <p:nvPr/>
          </p:nvSpPr>
          <p:spPr bwMode="invGray">
            <a:xfrm>
              <a:off x="4751" y="3547"/>
              <a:ext cx="20" cy="17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0" y="14"/>
                </a:cxn>
                <a:cxn ang="0">
                  <a:pos x="21" y="20"/>
                </a:cxn>
                <a:cxn ang="0">
                  <a:pos x="19" y="0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1" name="Freeform 91"/>
            <p:cNvSpPr>
              <a:spLocks/>
            </p:cNvSpPr>
            <p:nvPr/>
          </p:nvSpPr>
          <p:spPr bwMode="invGray">
            <a:xfrm>
              <a:off x="4598" y="3351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2" name="Freeform 92"/>
            <p:cNvSpPr>
              <a:spLocks/>
            </p:cNvSpPr>
            <p:nvPr/>
          </p:nvSpPr>
          <p:spPr bwMode="invGray">
            <a:xfrm>
              <a:off x="4632" y="3395"/>
              <a:ext cx="26" cy="34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10" y="9"/>
                </a:cxn>
                <a:cxn ang="0">
                  <a:pos x="14" y="32"/>
                </a:cxn>
                <a:cxn ang="0">
                  <a:pos x="26" y="36"/>
                </a:cxn>
                <a:cxn ang="0">
                  <a:pos x="30" y="0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3" name="Freeform 93"/>
            <p:cNvSpPr>
              <a:spLocks/>
            </p:cNvSpPr>
            <p:nvPr/>
          </p:nvSpPr>
          <p:spPr bwMode="invGray">
            <a:xfrm>
              <a:off x="4659" y="3459"/>
              <a:ext cx="28" cy="28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4" y="25"/>
                </a:cxn>
                <a:cxn ang="0">
                  <a:pos x="26" y="29"/>
                </a:cxn>
                <a:cxn ang="0">
                  <a:pos x="34" y="2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4" name="Freeform 94"/>
            <p:cNvSpPr>
              <a:spLocks/>
            </p:cNvSpPr>
            <p:nvPr/>
          </p:nvSpPr>
          <p:spPr bwMode="invGray">
            <a:xfrm>
              <a:off x="4693" y="3448"/>
              <a:ext cx="28" cy="27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6" y="22"/>
                </a:cxn>
                <a:cxn ang="0">
                  <a:pos x="27" y="22"/>
                </a:cxn>
                <a:cxn ang="0">
                  <a:pos x="34" y="2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5" name="Freeform 95"/>
            <p:cNvSpPr>
              <a:spLocks/>
            </p:cNvSpPr>
            <p:nvPr/>
          </p:nvSpPr>
          <p:spPr bwMode="invGray">
            <a:xfrm>
              <a:off x="4683" y="3414"/>
              <a:ext cx="27" cy="19"/>
            </a:xfrm>
            <a:custGeom>
              <a:avLst/>
              <a:gdLst/>
              <a:ahLst/>
              <a:cxnLst>
                <a:cxn ang="0">
                  <a:pos x="31" y="1"/>
                </a:cxn>
                <a:cxn ang="0">
                  <a:pos x="10" y="2"/>
                </a:cxn>
                <a:cxn ang="0">
                  <a:pos x="13" y="15"/>
                </a:cxn>
                <a:cxn ang="0">
                  <a:pos x="25" y="19"/>
                </a:cxn>
                <a:cxn ang="0">
                  <a:pos x="31" y="1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6" name="Freeform 96"/>
            <p:cNvSpPr>
              <a:spLocks/>
            </p:cNvSpPr>
            <p:nvPr/>
          </p:nvSpPr>
          <p:spPr bwMode="invGray">
            <a:xfrm>
              <a:off x="4657" y="3388"/>
              <a:ext cx="26" cy="35"/>
            </a:xfrm>
            <a:custGeom>
              <a:avLst/>
              <a:gdLst/>
              <a:ahLst/>
              <a:cxnLst>
                <a:cxn ang="0">
                  <a:pos x="28" y="16"/>
                </a:cxn>
                <a:cxn ang="0">
                  <a:pos x="19" y="2"/>
                </a:cxn>
                <a:cxn ang="0">
                  <a:pos x="10" y="25"/>
                </a:cxn>
                <a:cxn ang="0">
                  <a:pos x="19" y="35"/>
                </a:cxn>
                <a:cxn ang="0">
                  <a:pos x="27" y="29"/>
                </a:cxn>
                <a:cxn ang="0">
                  <a:pos x="28" y="16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7" name="Freeform 97"/>
            <p:cNvSpPr>
              <a:spLocks/>
            </p:cNvSpPr>
            <p:nvPr/>
          </p:nvSpPr>
          <p:spPr bwMode="invGray">
            <a:xfrm>
              <a:off x="4625" y="3372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8" name="Freeform 98"/>
            <p:cNvSpPr>
              <a:spLocks/>
            </p:cNvSpPr>
            <p:nvPr/>
          </p:nvSpPr>
          <p:spPr bwMode="invGray">
            <a:xfrm>
              <a:off x="4665" y="3425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9" name="Freeform 99"/>
            <p:cNvSpPr>
              <a:spLocks/>
            </p:cNvSpPr>
            <p:nvPr/>
          </p:nvSpPr>
          <p:spPr bwMode="invGray">
            <a:xfrm>
              <a:off x="3055" y="2051"/>
              <a:ext cx="141" cy="109"/>
            </a:xfrm>
            <a:custGeom>
              <a:avLst/>
              <a:gdLst/>
              <a:ahLst/>
              <a:cxnLst>
                <a:cxn ang="0">
                  <a:pos x="171" y="4"/>
                </a:cxn>
                <a:cxn ang="0">
                  <a:pos x="185" y="4"/>
                </a:cxn>
                <a:cxn ang="0">
                  <a:pos x="189" y="16"/>
                </a:cxn>
                <a:cxn ang="0">
                  <a:pos x="187" y="24"/>
                </a:cxn>
                <a:cxn ang="0">
                  <a:pos x="131" y="44"/>
                </a:cxn>
                <a:cxn ang="0">
                  <a:pos x="109" y="58"/>
                </a:cxn>
                <a:cxn ang="0">
                  <a:pos x="97" y="62"/>
                </a:cxn>
                <a:cxn ang="0">
                  <a:pos x="71" y="82"/>
                </a:cxn>
                <a:cxn ang="0">
                  <a:pos x="75" y="92"/>
                </a:cxn>
                <a:cxn ang="0">
                  <a:pos x="83" y="116"/>
                </a:cxn>
                <a:cxn ang="0">
                  <a:pos x="107" y="126"/>
                </a:cxn>
                <a:cxn ang="0">
                  <a:pos x="93" y="140"/>
                </a:cxn>
                <a:cxn ang="0">
                  <a:pos x="83" y="130"/>
                </a:cxn>
                <a:cxn ang="0">
                  <a:pos x="71" y="134"/>
                </a:cxn>
                <a:cxn ang="0">
                  <a:pos x="21" y="122"/>
                </a:cxn>
                <a:cxn ang="0">
                  <a:pos x="19" y="106"/>
                </a:cxn>
                <a:cxn ang="0">
                  <a:pos x="47" y="90"/>
                </a:cxn>
                <a:cxn ang="0">
                  <a:pos x="51" y="76"/>
                </a:cxn>
                <a:cxn ang="0">
                  <a:pos x="47" y="64"/>
                </a:cxn>
                <a:cxn ang="0">
                  <a:pos x="73" y="46"/>
                </a:cxn>
                <a:cxn ang="0">
                  <a:pos x="97" y="36"/>
                </a:cxn>
                <a:cxn ang="0">
                  <a:pos x="113" y="24"/>
                </a:cxn>
                <a:cxn ang="0">
                  <a:pos x="171" y="4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0" name="Freeform 100"/>
            <p:cNvSpPr>
              <a:spLocks/>
            </p:cNvSpPr>
            <p:nvPr/>
          </p:nvSpPr>
          <p:spPr bwMode="invGray">
            <a:xfrm>
              <a:off x="3139" y="2155"/>
              <a:ext cx="39" cy="1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12" y="2"/>
                </a:cxn>
                <a:cxn ang="0">
                  <a:pos x="32" y="16"/>
                </a:cxn>
                <a:cxn ang="0">
                  <a:pos x="44" y="14"/>
                </a:cxn>
                <a:cxn ang="0">
                  <a:pos x="24" y="0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1" name="Freeform 101"/>
            <p:cNvSpPr>
              <a:spLocks/>
            </p:cNvSpPr>
            <p:nvPr/>
          </p:nvSpPr>
          <p:spPr bwMode="invGray">
            <a:xfrm>
              <a:off x="3344" y="1998"/>
              <a:ext cx="42" cy="28"/>
            </a:xfrm>
            <a:custGeom>
              <a:avLst/>
              <a:gdLst/>
              <a:ahLst/>
              <a:cxnLst>
                <a:cxn ang="0">
                  <a:pos x="57" y="4"/>
                </a:cxn>
                <a:cxn ang="0">
                  <a:pos x="25" y="24"/>
                </a:cxn>
                <a:cxn ang="0">
                  <a:pos x="11" y="34"/>
                </a:cxn>
                <a:cxn ang="0">
                  <a:pos x="9" y="4"/>
                </a:cxn>
                <a:cxn ang="0">
                  <a:pos x="21" y="0"/>
                </a:cxn>
                <a:cxn ang="0">
                  <a:pos x="57" y="4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2" name="Freeform 102"/>
            <p:cNvSpPr>
              <a:spLocks/>
            </p:cNvSpPr>
            <p:nvPr/>
          </p:nvSpPr>
          <p:spPr bwMode="invGray">
            <a:xfrm>
              <a:off x="3374" y="2012"/>
              <a:ext cx="50" cy="1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11" y="6"/>
                </a:cxn>
                <a:cxn ang="0">
                  <a:pos x="57" y="26"/>
                </a:cxn>
                <a:cxn ang="0">
                  <a:pos x="63" y="24"/>
                </a:cxn>
                <a:cxn ang="0">
                  <a:pos x="29" y="0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3" name="Freeform 103"/>
            <p:cNvSpPr>
              <a:spLocks/>
            </p:cNvSpPr>
            <p:nvPr/>
          </p:nvSpPr>
          <p:spPr bwMode="invGray">
            <a:xfrm>
              <a:off x="3428" y="2014"/>
              <a:ext cx="50" cy="31"/>
            </a:xfrm>
            <a:custGeom>
              <a:avLst/>
              <a:gdLst/>
              <a:ahLst/>
              <a:cxnLst>
                <a:cxn ang="0">
                  <a:pos x="50" y="9"/>
                </a:cxn>
                <a:cxn ang="0">
                  <a:pos x="26" y="9"/>
                </a:cxn>
                <a:cxn ang="0">
                  <a:pos x="10" y="9"/>
                </a:cxn>
                <a:cxn ang="0">
                  <a:pos x="8" y="35"/>
                </a:cxn>
                <a:cxn ang="0">
                  <a:pos x="32" y="43"/>
                </a:cxn>
                <a:cxn ang="0">
                  <a:pos x="62" y="27"/>
                </a:cxn>
                <a:cxn ang="0">
                  <a:pos x="50" y="9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4" name="Freeform 104"/>
            <p:cNvSpPr>
              <a:spLocks/>
            </p:cNvSpPr>
            <p:nvPr/>
          </p:nvSpPr>
          <p:spPr bwMode="invGray">
            <a:xfrm>
              <a:off x="3777" y="2042"/>
              <a:ext cx="88" cy="31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8" y="16"/>
                </a:cxn>
                <a:cxn ang="0">
                  <a:pos x="50" y="30"/>
                </a:cxn>
                <a:cxn ang="0">
                  <a:pos x="76" y="36"/>
                </a:cxn>
                <a:cxn ang="0">
                  <a:pos x="112" y="22"/>
                </a:cxn>
                <a:cxn ang="0">
                  <a:pos x="78" y="4"/>
                </a:cxn>
                <a:cxn ang="0">
                  <a:pos x="14" y="0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5" name="Freeform 105"/>
            <p:cNvSpPr>
              <a:spLocks/>
            </p:cNvSpPr>
            <p:nvPr/>
          </p:nvSpPr>
          <p:spPr bwMode="invGray">
            <a:xfrm>
              <a:off x="3867" y="2042"/>
              <a:ext cx="44" cy="26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62" y="10"/>
                </a:cxn>
                <a:cxn ang="0">
                  <a:pos x="30" y="32"/>
                </a:cxn>
                <a:cxn ang="0">
                  <a:pos x="6" y="22"/>
                </a:cxn>
                <a:cxn ang="0">
                  <a:pos x="32" y="4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6" name="Freeform 106"/>
            <p:cNvSpPr>
              <a:spLocks/>
            </p:cNvSpPr>
            <p:nvPr/>
          </p:nvSpPr>
          <p:spPr bwMode="invGray">
            <a:xfrm>
              <a:off x="3846" y="2070"/>
              <a:ext cx="37" cy="17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6" y="5"/>
                </a:cxn>
                <a:cxn ang="0">
                  <a:pos x="38" y="23"/>
                </a:cxn>
                <a:cxn ang="0">
                  <a:pos x="20" y="1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7" name="Freeform 107"/>
            <p:cNvSpPr>
              <a:spLocks/>
            </p:cNvSpPr>
            <p:nvPr/>
          </p:nvSpPr>
          <p:spPr bwMode="invGray">
            <a:xfrm>
              <a:off x="4098" y="2294"/>
              <a:ext cx="74" cy="114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8"/>
                </a:cxn>
                <a:cxn ang="0">
                  <a:pos x="14" y="42"/>
                </a:cxn>
                <a:cxn ang="0">
                  <a:pos x="32" y="72"/>
                </a:cxn>
                <a:cxn ang="0">
                  <a:pos x="36" y="104"/>
                </a:cxn>
                <a:cxn ang="0">
                  <a:pos x="80" y="152"/>
                </a:cxn>
                <a:cxn ang="0">
                  <a:pos x="86" y="124"/>
                </a:cxn>
                <a:cxn ang="0">
                  <a:pos x="74" y="102"/>
                </a:cxn>
                <a:cxn ang="0">
                  <a:pos x="62" y="92"/>
                </a:cxn>
                <a:cxn ang="0">
                  <a:pos x="52" y="74"/>
                </a:cxn>
                <a:cxn ang="0">
                  <a:pos x="42" y="44"/>
                </a:cxn>
                <a:cxn ang="0">
                  <a:pos x="4" y="12"/>
                </a:cxn>
                <a:cxn ang="0">
                  <a:pos x="6" y="0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8" name="Freeform 108"/>
            <p:cNvSpPr>
              <a:spLocks/>
            </p:cNvSpPr>
            <p:nvPr/>
          </p:nvSpPr>
          <p:spPr bwMode="invGray">
            <a:xfrm>
              <a:off x="4159" y="2412"/>
              <a:ext cx="55" cy="80"/>
            </a:xfrm>
            <a:custGeom>
              <a:avLst/>
              <a:gdLst/>
              <a:ahLst/>
              <a:cxnLst>
                <a:cxn ang="0">
                  <a:pos x="64" y="22"/>
                </a:cxn>
                <a:cxn ang="0">
                  <a:pos x="74" y="40"/>
                </a:cxn>
                <a:cxn ang="0">
                  <a:pos x="30" y="84"/>
                </a:cxn>
                <a:cxn ang="0">
                  <a:pos x="32" y="100"/>
                </a:cxn>
                <a:cxn ang="0">
                  <a:pos x="20" y="94"/>
                </a:cxn>
                <a:cxn ang="0">
                  <a:pos x="6" y="84"/>
                </a:cxn>
                <a:cxn ang="0">
                  <a:pos x="0" y="82"/>
                </a:cxn>
                <a:cxn ang="0">
                  <a:pos x="10" y="58"/>
                </a:cxn>
                <a:cxn ang="0">
                  <a:pos x="12" y="52"/>
                </a:cxn>
                <a:cxn ang="0">
                  <a:pos x="2" y="24"/>
                </a:cxn>
                <a:cxn ang="0">
                  <a:pos x="4" y="14"/>
                </a:cxn>
                <a:cxn ang="0">
                  <a:pos x="26" y="22"/>
                </a:cxn>
                <a:cxn ang="0">
                  <a:pos x="36" y="36"/>
                </a:cxn>
                <a:cxn ang="0">
                  <a:pos x="64" y="22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9" name="Freeform 109"/>
            <p:cNvSpPr>
              <a:spLocks/>
            </p:cNvSpPr>
            <p:nvPr/>
          </p:nvSpPr>
          <p:spPr bwMode="invGray">
            <a:xfrm>
              <a:off x="4123" y="2492"/>
              <a:ext cx="109" cy="192"/>
            </a:xfrm>
            <a:custGeom>
              <a:avLst/>
              <a:gdLst/>
              <a:ahLst/>
              <a:cxnLst>
                <a:cxn ang="0">
                  <a:pos x="82" y="100"/>
                </a:cxn>
                <a:cxn ang="0">
                  <a:pos x="66" y="106"/>
                </a:cxn>
                <a:cxn ang="0">
                  <a:pos x="64" y="132"/>
                </a:cxn>
                <a:cxn ang="0">
                  <a:pos x="22" y="146"/>
                </a:cxn>
                <a:cxn ang="0">
                  <a:pos x="8" y="168"/>
                </a:cxn>
                <a:cxn ang="0">
                  <a:pos x="20" y="182"/>
                </a:cxn>
                <a:cxn ang="0">
                  <a:pos x="8" y="198"/>
                </a:cxn>
                <a:cxn ang="0">
                  <a:pos x="24" y="252"/>
                </a:cxn>
                <a:cxn ang="0">
                  <a:pos x="28" y="214"/>
                </a:cxn>
                <a:cxn ang="0">
                  <a:pos x="22" y="192"/>
                </a:cxn>
                <a:cxn ang="0">
                  <a:pos x="42" y="176"/>
                </a:cxn>
                <a:cxn ang="0">
                  <a:pos x="52" y="158"/>
                </a:cxn>
                <a:cxn ang="0">
                  <a:pos x="66" y="174"/>
                </a:cxn>
                <a:cxn ang="0">
                  <a:pos x="44" y="190"/>
                </a:cxn>
                <a:cxn ang="0">
                  <a:pos x="56" y="200"/>
                </a:cxn>
                <a:cxn ang="0">
                  <a:pos x="68" y="178"/>
                </a:cxn>
                <a:cxn ang="0">
                  <a:pos x="84" y="184"/>
                </a:cxn>
                <a:cxn ang="0">
                  <a:pos x="104" y="148"/>
                </a:cxn>
                <a:cxn ang="0">
                  <a:pos x="114" y="156"/>
                </a:cxn>
                <a:cxn ang="0">
                  <a:pos x="136" y="148"/>
                </a:cxn>
                <a:cxn ang="0">
                  <a:pos x="146" y="130"/>
                </a:cxn>
                <a:cxn ang="0">
                  <a:pos x="142" y="110"/>
                </a:cxn>
                <a:cxn ang="0">
                  <a:pos x="134" y="98"/>
                </a:cxn>
                <a:cxn ang="0">
                  <a:pos x="122" y="40"/>
                </a:cxn>
                <a:cxn ang="0">
                  <a:pos x="94" y="0"/>
                </a:cxn>
                <a:cxn ang="0">
                  <a:pos x="78" y="12"/>
                </a:cxn>
                <a:cxn ang="0">
                  <a:pos x="96" y="34"/>
                </a:cxn>
                <a:cxn ang="0">
                  <a:pos x="96" y="64"/>
                </a:cxn>
                <a:cxn ang="0">
                  <a:pos x="82" y="100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0" name="Freeform 110"/>
            <p:cNvSpPr>
              <a:spLocks/>
            </p:cNvSpPr>
            <p:nvPr/>
          </p:nvSpPr>
          <p:spPr bwMode="invGray">
            <a:xfrm>
              <a:off x="3062" y="1989"/>
              <a:ext cx="50" cy="31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65" y="20"/>
                </a:cxn>
                <a:cxn ang="0">
                  <a:pos x="41" y="24"/>
                </a:cxn>
                <a:cxn ang="0">
                  <a:pos x="31" y="40"/>
                </a:cxn>
                <a:cxn ang="0">
                  <a:pos x="7" y="38"/>
                </a:cxn>
                <a:cxn ang="0">
                  <a:pos x="1" y="36"/>
                </a:cxn>
                <a:cxn ang="0">
                  <a:pos x="33" y="20"/>
                </a:cxn>
                <a:cxn ang="0">
                  <a:pos x="59" y="0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1" name="Freeform 111"/>
            <p:cNvSpPr>
              <a:spLocks/>
            </p:cNvSpPr>
            <p:nvPr/>
          </p:nvSpPr>
          <p:spPr bwMode="invGray">
            <a:xfrm>
              <a:off x="2955" y="1998"/>
              <a:ext cx="19" cy="22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0" y="18"/>
                </a:cxn>
                <a:cxn ang="0">
                  <a:pos x="18" y="26"/>
                </a:cxn>
                <a:cxn ang="0">
                  <a:pos x="18" y="0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2" name="Freeform 112"/>
            <p:cNvSpPr>
              <a:spLocks/>
            </p:cNvSpPr>
            <p:nvPr/>
          </p:nvSpPr>
          <p:spPr bwMode="invGray">
            <a:xfrm>
              <a:off x="2979" y="1996"/>
              <a:ext cx="37" cy="27"/>
            </a:xfrm>
            <a:custGeom>
              <a:avLst/>
              <a:gdLst/>
              <a:ahLst/>
              <a:cxnLst>
                <a:cxn ang="0">
                  <a:pos x="14" y="6"/>
                </a:cxn>
                <a:cxn ang="0">
                  <a:pos x="0" y="18"/>
                </a:cxn>
                <a:cxn ang="0">
                  <a:pos x="6" y="32"/>
                </a:cxn>
                <a:cxn ang="0">
                  <a:pos x="18" y="36"/>
                </a:cxn>
                <a:cxn ang="0">
                  <a:pos x="40" y="26"/>
                </a:cxn>
                <a:cxn ang="0">
                  <a:pos x="14" y="6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3" name="Freeform 113"/>
            <p:cNvSpPr>
              <a:spLocks/>
            </p:cNvSpPr>
            <p:nvPr/>
          </p:nvSpPr>
          <p:spPr bwMode="invGray">
            <a:xfrm>
              <a:off x="3040" y="1987"/>
              <a:ext cx="20" cy="1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3" y="12"/>
                </a:cxn>
                <a:cxn ang="0">
                  <a:pos x="19" y="22"/>
                </a:cxn>
                <a:cxn ang="0">
                  <a:pos x="11" y="0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4" name="Freeform 114"/>
            <p:cNvSpPr>
              <a:spLocks/>
            </p:cNvSpPr>
            <p:nvPr/>
          </p:nvSpPr>
          <p:spPr bwMode="invGray">
            <a:xfrm>
              <a:off x="3022" y="2005"/>
              <a:ext cx="15" cy="13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9" y="18"/>
                </a:cxn>
                <a:cxn ang="0">
                  <a:pos x="11" y="0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5" name="Freeform 115"/>
            <p:cNvSpPr>
              <a:spLocks/>
            </p:cNvSpPr>
            <p:nvPr/>
          </p:nvSpPr>
          <p:spPr bwMode="invGray">
            <a:xfrm>
              <a:off x="4162" y="2021"/>
              <a:ext cx="18" cy="3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8" y="16"/>
                </a:cxn>
                <a:cxn ang="0">
                  <a:pos x="0" y="34"/>
                </a:cxn>
                <a:cxn ang="0">
                  <a:pos x="16" y="40"/>
                </a:cxn>
                <a:cxn ang="0">
                  <a:pos x="24" y="0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6" name="Freeform 116"/>
            <p:cNvSpPr>
              <a:spLocks/>
            </p:cNvSpPr>
            <p:nvPr/>
          </p:nvSpPr>
          <p:spPr bwMode="invGray">
            <a:xfrm>
              <a:off x="3278" y="3473"/>
              <a:ext cx="31" cy="16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6" y="24"/>
                </a:cxn>
                <a:cxn ang="0">
                  <a:pos x="30" y="0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7" name="Freeform 117"/>
            <p:cNvSpPr>
              <a:spLocks/>
            </p:cNvSpPr>
            <p:nvPr/>
          </p:nvSpPr>
          <p:spPr bwMode="invGray">
            <a:xfrm>
              <a:off x="3318" y="3467"/>
              <a:ext cx="10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8" name="Freeform 118"/>
            <p:cNvSpPr>
              <a:spLocks/>
            </p:cNvSpPr>
            <p:nvPr/>
          </p:nvSpPr>
          <p:spPr bwMode="invGray">
            <a:xfrm>
              <a:off x="3251" y="3311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9" name="Freeform 119"/>
            <p:cNvSpPr>
              <a:spLocks/>
            </p:cNvSpPr>
            <p:nvPr/>
          </p:nvSpPr>
          <p:spPr bwMode="invGray">
            <a:xfrm>
              <a:off x="3311" y="3239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0" name="Freeform 120"/>
            <p:cNvSpPr>
              <a:spLocks/>
            </p:cNvSpPr>
            <p:nvPr/>
          </p:nvSpPr>
          <p:spPr bwMode="invGray">
            <a:xfrm>
              <a:off x="3287" y="3237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1" name="Freeform 121"/>
            <p:cNvSpPr>
              <a:spLocks/>
            </p:cNvSpPr>
            <p:nvPr/>
          </p:nvSpPr>
          <p:spPr bwMode="invGray">
            <a:xfrm>
              <a:off x="3276" y="3259"/>
              <a:ext cx="9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2" name="Freeform 122"/>
            <p:cNvSpPr>
              <a:spLocks/>
            </p:cNvSpPr>
            <p:nvPr/>
          </p:nvSpPr>
          <p:spPr bwMode="invGray">
            <a:xfrm>
              <a:off x="3251" y="3294"/>
              <a:ext cx="9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3" name="Freeform 123"/>
            <p:cNvSpPr>
              <a:spLocks/>
            </p:cNvSpPr>
            <p:nvPr/>
          </p:nvSpPr>
          <p:spPr bwMode="invGray">
            <a:xfrm>
              <a:off x="3270" y="3282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4" name="Freeform 124"/>
            <p:cNvSpPr>
              <a:spLocks/>
            </p:cNvSpPr>
            <p:nvPr/>
          </p:nvSpPr>
          <p:spPr bwMode="invGray">
            <a:xfrm>
              <a:off x="2537" y="2293"/>
              <a:ext cx="10" cy="17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5" name="Freeform 125"/>
            <p:cNvSpPr>
              <a:spLocks/>
            </p:cNvSpPr>
            <p:nvPr/>
          </p:nvSpPr>
          <p:spPr bwMode="invGray">
            <a:xfrm>
              <a:off x="2476" y="2258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6" name="Freeform 126"/>
            <p:cNvSpPr>
              <a:spLocks/>
            </p:cNvSpPr>
            <p:nvPr/>
          </p:nvSpPr>
          <p:spPr bwMode="invGray">
            <a:xfrm>
              <a:off x="2238" y="2042"/>
              <a:ext cx="2059" cy="1645"/>
            </a:xfrm>
            <a:custGeom>
              <a:avLst/>
              <a:gdLst/>
              <a:ahLst/>
              <a:cxnLst>
                <a:cxn ang="0">
                  <a:pos x="452" y="653"/>
                </a:cxn>
                <a:cxn ang="0">
                  <a:pos x="333" y="595"/>
                </a:cxn>
                <a:cxn ang="0">
                  <a:pos x="158" y="645"/>
                </a:cxn>
                <a:cxn ang="0">
                  <a:pos x="46" y="759"/>
                </a:cxn>
                <a:cxn ang="0">
                  <a:pos x="12" y="941"/>
                </a:cxn>
                <a:cxn ang="0">
                  <a:pos x="146" y="1059"/>
                </a:cxn>
                <a:cxn ang="0">
                  <a:pos x="308" y="1041"/>
                </a:cxn>
                <a:cxn ang="0">
                  <a:pos x="396" y="1138"/>
                </a:cxn>
                <a:cxn ang="0">
                  <a:pos x="452" y="1447"/>
                </a:cxn>
                <a:cxn ang="0">
                  <a:pos x="497" y="1628"/>
                </a:cxn>
                <a:cxn ang="0">
                  <a:pos x="704" y="1574"/>
                </a:cxn>
                <a:cxn ang="0">
                  <a:pos x="817" y="1380"/>
                </a:cxn>
                <a:cxn ang="0">
                  <a:pos x="885" y="1153"/>
                </a:cxn>
                <a:cxn ang="0">
                  <a:pos x="998" y="999"/>
                </a:cxn>
                <a:cxn ang="0">
                  <a:pos x="796" y="856"/>
                </a:cxn>
                <a:cxn ang="0">
                  <a:pos x="817" y="819"/>
                </a:cxn>
                <a:cxn ang="0">
                  <a:pos x="1003" y="916"/>
                </a:cxn>
                <a:cxn ang="0">
                  <a:pos x="1098" y="792"/>
                </a:cxn>
                <a:cxn ang="0">
                  <a:pos x="1046" y="763"/>
                </a:cxn>
                <a:cxn ang="0">
                  <a:pos x="929" y="716"/>
                </a:cxn>
                <a:cxn ang="0">
                  <a:pos x="1141" y="761"/>
                </a:cxn>
                <a:cxn ang="0">
                  <a:pos x="1296" y="852"/>
                </a:cxn>
                <a:cxn ang="0">
                  <a:pos x="1373" y="1033"/>
                </a:cxn>
                <a:cxn ang="0">
                  <a:pos x="1608" y="847"/>
                </a:cxn>
                <a:cxn ang="0">
                  <a:pos x="1704" y="1030"/>
                </a:cxn>
                <a:cxn ang="0">
                  <a:pos x="1707" y="874"/>
                </a:cxn>
                <a:cxn ang="0">
                  <a:pos x="1759" y="800"/>
                </a:cxn>
                <a:cxn ang="0">
                  <a:pos x="1783" y="544"/>
                </a:cxn>
                <a:cxn ang="0">
                  <a:pos x="1824" y="528"/>
                </a:cxn>
                <a:cxn ang="0">
                  <a:pos x="1844" y="427"/>
                </a:cxn>
                <a:cxn ang="0">
                  <a:pos x="1805" y="226"/>
                </a:cxn>
                <a:cxn ang="0">
                  <a:pos x="1899" y="108"/>
                </a:cxn>
                <a:cxn ang="0">
                  <a:pos x="1947" y="209"/>
                </a:cxn>
                <a:cxn ang="0">
                  <a:pos x="1943" y="123"/>
                </a:cxn>
                <a:cxn ang="0">
                  <a:pos x="1975" y="51"/>
                </a:cxn>
                <a:cxn ang="0">
                  <a:pos x="2038" y="0"/>
                </a:cxn>
                <a:cxn ang="0">
                  <a:pos x="1820" y="63"/>
                </a:cxn>
                <a:cxn ang="0">
                  <a:pos x="1583" y="83"/>
                </a:cxn>
                <a:cxn ang="0">
                  <a:pos x="1349" y="30"/>
                </a:cxn>
                <a:cxn ang="0">
                  <a:pos x="1132" y="65"/>
                </a:cxn>
                <a:cxn ang="0">
                  <a:pos x="1040" y="170"/>
                </a:cxn>
                <a:cxn ang="0">
                  <a:pos x="926" y="137"/>
                </a:cxn>
                <a:cxn ang="0">
                  <a:pos x="758" y="183"/>
                </a:cxn>
                <a:cxn ang="0">
                  <a:pos x="667" y="140"/>
                </a:cxn>
                <a:cxn ang="0">
                  <a:pos x="364" y="248"/>
                </a:cxn>
                <a:cxn ang="0">
                  <a:pos x="535" y="213"/>
                </a:cxn>
                <a:cxn ang="0">
                  <a:pos x="638" y="276"/>
                </a:cxn>
                <a:cxn ang="0">
                  <a:pos x="443" y="357"/>
                </a:cxn>
                <a:cxn ang="0">
                  <a:pos x="275" y="416"/>
                </a:cxn>
                <a:cxn ang="0">
                  <a:pos x="167" y="537"/>
                </a:cxn>
                <a:cxn ang="0">
                  <a:pos x="283" y="552"/>
                </a:cxn>
                <a:cxn ang="0">
                  <a:pos x="381" y="573"/>
                </a:cxn>
                <a:cxn ang="0">
                  <a:pos x="493" y="590"/>
                </a:cxn>
                <a:cxn ang="0">
                  <a:pos x="487" y="512"/>
                </a:cxn>
                <a:cxn ang="0">
                  <a:pos x="592" y="548"/>
                </a:cxn>
                <a:cxn ang="0">
                  <a:pos x="686" y="470"/>
                </a:cxn>
                <a:cxn ang="0">
                  <a:pos x="772" y="480"/>
                </a:cxn>
                <a:cxn ang="0">
                  <a:pos x="639" y="598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</p:grpSp>
      <p:sp>
        <p:nvSpPr>
          <p:cNvPr id="120" name="Line 136"/>
          <p:cNvSpPr>
            <a:spLocks noChangeShapeType="1"/>
          </p:cNvSpPr>
          <p:nvPr/>
        </p:nvSpPr>
        <p:spPr bwMode="auto">
          <a:xfrm>
            <a:off x="46553" y="688504"/>
            <a:ext cx="8919343" cy="0"/>
          </a:xfrm>
          <a:prstGeom prst="line">
            <a:avLst/>
          </a:prstGeom>
          <a:noFill/>
          <a:ln w="44450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121" name="Rectangle 135"/>
          <p:cNvSpPr>
            <a:spLocks noChangeArrowheads="1"/>
          </p:cNvSpPr>
          <p:nvPr/>
        </p:nvSpPr>
        <p:spPr bwMode="auto">
          <a:xfrm>
            <a:off x="8892127" y="609141"/>
            <a:ext cx="1763941" cy="1555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zh-CN" altLang="en-US" sz="3200">
              <a:solidFill>
                <a:prstClr val="black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894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51" r:id="rId1"/>
    <p:sldLayoutId id="2147484952" r:id="rId2"/>
    <p:sldLayoutId id="2147484953" r:id="rId3"/>
    <p:sldLayoutId id="2147484954" r:id="rId4"/>
    <p:sldLayoutId id="2147484955" r:id="rId5"/>
    <p:sldLayoutId id="2147484956" r:id="rId6"/>
    <p:sldLayoutId id="2147484957" r:id="rId7"/>
    <p:sldLayoutId id="2147484958" r:id="rId8"/>
    <p:sldLayoutId id="2147484959" r:id="rId9"/>
    <p:sldLayoutId id="2147484960" r:id="rId10"/>
    <p:sldLayoutId id="2147484961" r:id="rId11"/>
    <p:sldLayoutId id="2147484962" r:id="rId12"/>
    <p:sldLayoutId id="2147484963" r:id="rId13"/>
    <p:sldLayoutId id="2147484964" r:id="rId14"/>
    <p:sldLayoutId id="2147484965" r:id="rId15"/>
    <p:sldLayoutId id="2147484966" r:id="rId16"/>
    <p:sldLayoutId id="2147484967" r:id="rId17"/>
  </p:sldLayoutIdLst>
  <p:txStyles>
    <p:titleStyle>
      <a:lvl1pPr algn="ctr" defTabSz="1219042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41" indent="-457141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470" indent="-380950" algn="l" defTabSz="1219042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802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320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2839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362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1881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402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0921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2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42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56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080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60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122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64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162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7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104824" y="9968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40"/>
            <a:ext cx="7879080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9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9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8838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69" r:id="rId1"/>
    <p:sldLayoutId id="2147484970" r:id="rId2"/>
    <p:sldLayoutId id="2147484971" r:id="rId3"/>
    <p:sldLayoutId id="2147484972" r:id="rId4"/>
    <p:sldLayoutId id="2147484973" r:id="rId5"/>
    <p:sldLayoutId id="2147484974" r:id="rId6"/>
    <p:sldLayoutId id="2147484975" r:id="rId7"/>
    <p:sldLayoutId id="2147484976" r:id="rId8"/>
    <p:sldLayoutId id="2147484977" r:id="rId9"/>
    <p:sldLayoutId id="2147484978" r:id="rId10"/>
    <p:sldLayoutId id="2147484979" r:id="rId11"/>
    <p:sldLayoutId id="2147484980" r:id="rId12"/>
    <p:sldLayoutId id="2147484981" r:id="rId13"/>
    <p:sldLayoutId id="2147484982" r:id="rId14"/>
    <p:sldLayoutId id="2147484983" r:id="rId15"/>
    <p:sldLayoutId id="2147484984" r:id="rId16"/>
    <p:sldLayoutId id="2147484985" r:id="rId17"/>
    <p:sldLayoutId id="2147484986" r:id="rId18"/>
    <p:sldLayoutId id="2147484987" r:id="rId19"/>
    <p:sldLayoutId id="2147484988" r:id="rId20"/>
    <p:sldLayoutId id="2147484989" r:id="rId21"/>
    <p:sldLayoutId id="2147484990" r:id="rId22"/>
    <p:sldLayoutId id="2147484991" r:id="rId23"/>
    <p:sldLayoutId id="2147484992" r:id="rId24"/>
    <p:sldLayoutId id="2147484993" r:id="rId25"/>
    <p:sldLayoutId id="2147484994" r:id="rId26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2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652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3979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304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0995" indent="-240995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155" indent="-201946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316" indent="-160664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644" indent="-16178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5969" indent="-160664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294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8621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09946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272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25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52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3979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304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633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7956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284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0608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7"/>
          <p:cNvSpPr>
            <a:spLocks noChangeArrowheads="1"/>
          </p:cNvSpPr>
          <p:nvPr/>
        </p:nvSpPr>
        <p:spPr bwMode="gray">
          <a:xfrm>
            <a:off x="1595" y="10"/>
            <a:ext cx="12190412" cy="2557463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33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grpSp>
        <p:nvGrpSpPr>
          <p:cNvPr id="8" name="Group 18"/>
          <p:cNvGrpSpPr>
            <a:grpSpLocks/>
          </p:cNvGrpSpPr>
          <p:nvPr/>
        </p:nvGrpSpPr>
        <p:grpSpPr bwMode="auto">
          <a:xfrm>
            <a:off x="827198" y="317504"/>
            <a:ext cx="10742124" cy="2600325"/>
            <a:chOff x="664" y="1951"/>
            <a:chExt cx="4308" cy="2120"/>
          </a:xfrm>
        </p:grpSpPr>
        <p:sp>
          <p:nvSpPr>
            <p:cNvPr id="9" name="Freeform 19"/>
            <p:cNvSpPr>
              <a:spLocks/>
            </p:cNvSpPr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/>
              <a:ahLst/>
              <a:cxnLst>
                <a:cxn ang="0">
                  <a:pos x="116" y="258"/>
                </a:cxn>
                <a:cxn ang="0">
                  <a:pos x="320" y="210"/>
                </a:cxn>
                <a:cxn ang="0">
                  <a:pos x="434" y="240"/>
                </a:cxn>
                <a:cxn ang="0">
                  <a:pos x="416" y="444"/>
                </a:cxn>
                <a:cxn ang="0">
                  <a:pos x="272" y="582"/>
                </a:cxn>
                <a:cxn ang="0">
                  <a:pos x="218" y="714"/>
                </a:cxn>
                <a:cxn ang="0">
                  <a:pos x="284" y="964"/>
                </a:cxn>
                <a:cxn ang="0">
                  <a:pos x="316" y="960"/>
                </a:cxn>
                <a:cxn ang="0">
                  <a:pos x="328" y="906"/>
                </a:cxn>
                <a:cxn ang="0">
                  <a:pos x="478" y="1154"/>
                </a:cxn>
                <a:cxn ang="0">
                  <a:pos x="650" y="1200"/>
                </a:cxn>
                <a:cxn ang="0">
                  <a:pos x="794" y="1350"/>
                </a:cxn>
                <a:cxn ang="0">
                  <a:pos x="854" y="1422"/>
                </a:cxn>
                <a:cxn ang="0">
                  <a:pos x="770" y="1608"/>
                </a:cxn>
                <a:cxn ang="0">
                  <a:pos x="916" y="1782"/>
                </a:cxn>
                <a:cxn ang="0">
                  <a:pos x="1034" y="2022"/>
                </a:cxn>
                <a:cxn ang="0">
                  <a:pos x="1094" y="2310"/>
                </a:cxn>
                <a:cxn ang="0">
                  <a:pos x="1194" y="2540"/>
                </a:cxn>
                <a:cxn ang="0">
                  <a:pos x="1280" y="2520"/>
                </a:cxn>
                <a:cxn ang="0">
                  <a:pos x="1244" y="2394"/>
                </a:cxn>
                <a:cxn ang="0">
                  <a:pos x="1288" y="2306"/>
                </a:cxn>
                <a:cxn ang="0">
                  <a:pos x="1368" y="2228"/>
                </a:cxn>
                <a:cxn ang="0">
                  <a:pos x="1448" y="2076"/>
                </a:cxn>
                <a:cxn ang="0">
                  <a:pos x="1568" y="1950"/>
                </a:cxn>
                <a:cxn ang="0">
                  <a:pos x="1622" y="1746"/>
                </a:cxn>
                <a:cxn ang="0">
                  <a:pos x="1552" y="1538"/>
                </a:cxn>
                <a:cxn ang="0">
                  <a:pos x="1376" y="1410"/>
                </a:cxn>
                <a:cxn ang="0">
                  <a:pos x="1104" y="1280"/>
                </a:cxn>
                <a:cxn ang="0">
                  <a:pos x="974" y="1260"/>
                </a:cxn>
                <a:cxn ang="0">
                  <a:pos x="904" y="1268"/>
                </a:cxn>
                <a:cxn ang="0">
                  <a:pos x="794" y="1308"/>
                </a:cxn>
                <a:cxn ang="0">
                  <a:pos x="758" y="1174"/>
                </a:cxn>
                <a:cxn ang="0">
                  <a:pos x="736" y="1062"/>
                </a:cxn>
                <a:cxn ang="0">
                  <a:pos x="632" y="1104"/>
                </a:cxn>
                <a:cxn ang="0">
                  <a:pos x="568" y="950"/>
                </a:cxn>
                <a:cxn ang="0">
                  <a:pos x="740" y="912"/>
                </a:cxn>
                <a:cxn ang="0">
                  <a:pos x="842" y="906"/>
                </a:cxn>
                <a:cxn ang="0">
                  <a:pos x="896" y="900"/>
                </a:cxn>
                <a:cxn ang="0">
                  <a:pos x="1058" y="750"/>
                </a:cxn>
                <a:cxn ang="0">
                  <a:pos x="1184" y="678"/>
                </a:cxn>
                <a:cxn ang="0">
                  <a:pos x="1278" y="636"/>
                </a:cxn>
                <a:cxn ang="0">
                  <a:pos x="1340" y="538"/>
                </a:cxn>
                <a:cxn ang="0">
                  <a:pos x="1288" y="512"/>
                </a:cxn>
                <a:cxn ang="0">
                  <a:pos x="1526" y="456"/>
                </a:cxn>
                <a:cxn ang="0">
                  <a:pos x="1406" y="342"/>
                </a:cxn>
                <a:cxn ang="0">
                  <a:pos x="1328" y="264"/>
                </a:cxn>
                <a:cxn ang="0">
                  <a:pos x="1222" y="364"/>
                </a:cxn>
                <a:cxn ang="0">
                  <a:pos x="1110" y="444"/>
                </a:cxn>
                <a:cxn ang="0">
                  <a:pos x="1022" y="304"/>
                </a:cxn>
                <a:cxn ang="0">
                  <a:pos x="1212" y="240"/>
                </a:cxn>
                <a:cxn ang="0">
                  <a:pos x="1266" y="198"/>
                </a:cxn>
                <a:cxn ang="0">
                  <a:pos x="1328" y="172"/>
                </a:cxn>
                <a:cxn ang="0">
                  <a:pos x="1286" y="144"/>
                </a:cxn>
                <a:cxn ang="0">
                  <a:pos x="1262" y="120"/>
                </a:cxn>
                <a:cxn ang="0">
                  <a:pos x="1202" y="102"/>
                </a:cxn>
                <a:cxn ang="0">
                  <a:pos x="1106" y="136"/>
                </a:cxn>
                <a:cxn ang="0">
                  <a:pos x="950" y="120"/>
                </a:cxn>
                <a:cxn ang="0">
                  <a:pos x="550" y="0"/>
                </a:cxn>
                <a:cxn ang="0">
                  <a:pos x="344" y="32"/>
                </a:cxn>
                <a:cxn ang="0">
                  <a:pos x="290" y="102"/>
                </a:cxn>
                <a:cxn ang="0">
                  <a:pos x="128" y="174"/>
                </a:cxn>
                <a:cxn ang="0">
                  <a:pos x="128" y="216"/>
                </a:cxn>
                <a:cxn ang="0">
                  <a:pos x="2" y="252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" name="Freeform 20"/>
            <p:cNvSpPr>
              <a:spLocks/>
            </p:cNvSpPr>
            <p:nvPr/>
          </p:nvSpPr>
          <p:spPr bwMode="invGray">
            <a:xfrm>
              <a:off x="703" y="2231"/>
              <a:ext cx="33" cy="27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22"/>
                </a:cxn>
                <a:cxn ang="0">
                  <a:pos x="22" y="38"/>
                </a:cxn>
                <a:cxn ang="0">
                  <a:pos x="46" y="26"/>
                </a:cxn>
                <a:cxn ang="0">
                  <a:pos x="30" y="0"/>
                </a:cxn>
                <a:cxn ang="0">
                  <a:pos x="16" y="4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" name="Freeform 21"/>
            <p:cNvSpPr>
              <a:spLocks/>
            </p:cNvSpPr>
            <p:nvPr/>
          </p:nvSpPr>
          <p:spPr bwMode="invGray">
            <a:xfrm>
              <a:off x="1010" y="2354"/>
              <a:ext cx="39" cy="31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26" y="44"/>
                </a:cxn>
                <a:cxn ang="0">
                  <a:pos x="42" y="42"/>
                </a:cxn>
                <a:cxn ang="0">
                  <a:pos x="38" y="16"/>
                </a:cxn>
                <a:cxn ang="0">
                  <a:pos x="26" y="2"/>
                </a:cxn>
                <a:cxn ang="0">
                  <a:pos x="12" y="0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invGray">
            <a:xfrm>
              <a:off x="1792" y="2410"/>
              <a:ext cx="98" cy="71"/>
            </a:xfrm>
            <a:custGeom>
              <a:avLst/>
              <a:gdLst/>
              <a:ahLst/>
              <a:cxnLst>
                <a:cxn ang="0">
                  <a:pos x="97" y="0"/>
                </a:cxn>
                <a:cxn ang="0">
                  <a:pos x="79" y="8"/>
                </a:cxn>
                <a:cxn ang="0">
                  <a:pos x="53" y="24"/>
                </a:cxn>
                <a:cxn ang="0">
                  <a:pos x="39" y="40"/>
                </a:cxn>
                <a:cxn ang="0">
                  <a:pos x="21" y="52"/>
                </a:cxn>
                <a:cxn ang="0">
                  <a:pos x="63" y="82"/>
                </a:cxn>
                <a:cxn ang="0">
                  <a:pos x="79" y="94"/>
                </a:cxn>
                <a:cxn ang="0">
                  <a:pos x="85" y="92"/>
                </a:cxn>
                <a:cxn ang="0">
                  <a:pos x="89" y="86"/>
                </a:cxn>
                <a:cxn ang="0">
                  <a:pos x="97" y="98"/>
                </a:cxn>
                <a:cxn ang="0">
                  <a:pos x="123" y="86"/>
                </a:cxn>
                <a:cxn ang="0">
                  <a:pos x="129" y="74"/>
                </a:cxn>
                <a:cxn ang="0">
                  <a:pos x="101" y="40"/>
                </a:cxn>
                <a:cxn ang="0">
                  <a:pos x="115" y="24"/>
                </a:cxn>
                <a:cxn ang="0">
                  <a:pos x="111" y="4"/>
                </a:cxn>
                <a:cxn ang="0">
                  <a:pos x="97" y="0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3" name="Freeform 23"/>
            <p:cNvSpPr>
              <a:spLocks/>
            </p:cNvSpPr>
            <p:nvPr/>
          </p:nvSpPr>
          <p:spPr bwMode="invGray">
            <a:xfrm>
              <a:off x="1318" y="2794"/>
              <a:ext cx="158" cy="83"/>
            </a:xfrm>
            <a:custGeom>
              <a:avLst/>
              <a:gdLst/>
              <a:ahLst/>
              <a:cxnLst>
                <a:cxn ang="0">
                  <a:pos x="47" y="12"/>
                </a:cxn>
                <a:cxn ang="0">
                  <a:pos x="17" y="12"/>
                </a:cxn>
                <a:cxn ang="0">
                  <a:pos x="5" y="16"/>
                </a:cxn>
                <a:cxn ang="0">
                  <a:pos x="25" y="52"/>
                </a:cxn>
                <a:cxn ang="0">
                  <a:pos x="51" y="44"/>
                </a:cxn>
                <a:cxn ang="0">
                  <a:pos x="93" y="54"/>
                </a:cxn>
                <a:cxn ang="0">
                  <a:pos x="111" y="60"/>
                </a:cxn>
                <a:cxn ang="0">
                  <a:pos x="133" y="88"/>
                </a:cxn>
                <a:cxn ang="0">
                  <a:pos x="141" y="112"/>
                </a:cxn>
                <a:cxn ang="0">
                  <a:pos x="157" y="100"/>
                </a:cxn>
                <a:cxn ang="0">
                  <a:pos x="169" y="96"/>
                </a:cxn>
                <a:cxn ang="0">
                  <a:pos x="187" y="102"/>
                </a:cxn>
                <a:cxn ang="0">
                  <a:pos x="195" y="80"/>
                </a:cxn>
                <a:cxn ang="0">
                  <a:pos x="153" y="54"/>
                </a:cxn>
                <a:cxn ang="0">
                  <a:pos x="105" y="20"/>
                </a:cxn>
                <a:cxn ang="0">
                  <a:pos x="53" y="26"/>
                </a:cxn>
                <a:cxn ang="0">
                  <a:pos x="47" y="12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4" name="Freeform 24"/>
            <p:cNvSpPr>
              <a:spLocks/>
            </p:cNvSpPr>
            <p:nvPr/>
          </p:nvSpPr>
          <p:spPr bwMode="invGray">
            <a:xfrm>
              <a:off x="1448" y="2857"/>
              <a:ext cx="99" cy="41"/>
            </a:xfrm>
            <a:custGeom>
              <a:avLst/>
              <a:gdLst/>
              <a:ahLst/>
              <a:cxnLst>
                <a:cxn ang="0">
                  <a:pos x="57" y="0"/>
                </a:cxn>
                <a:cxn ang="0">
                  <a:pos x="43" y="6"/>
                </a:cxn>
                <a:cxn ang="0">
                  <a:pos x="31" y="30"/>
                </a:cxn>
                <a:cxn ang="0">
                  <a:pos x="15" y="34"/>
                </a:cxn>
                <a:cxn ang="0">
                  <a:pos x="3" y="42"/>
                </a:cxn>
                <a:cxn ang="0">
                  <a:pos x="13" y="54"/>
                </a:cxn>
                <a:cxn ang="0">
                  <a:pos x="133" y="34"/>
                </a:cxn>
                <a:cxn ang="0">
                  <a:pos x="123" y="16"/>
                </a:cxn>
                <a:cxn ang="0">
                  <a:pos x="105" y="8"/>
                </a:cxn>
                <a:cxn ang="0">
                  <a:pos x="101" y="24"/>
                </a:cxn>
                <a:cxn ang="0">
                  <a:pos x="89" y="18"/>
                </a:cxn>
                <a:cxn ang="0">
                  <a:pos x="67" y="14"/>
                </a:cxn>
                <a:cxn ang="0">
                  <a:pos x="57" y="0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5" name="Freeform 25"/>
            <p:cNvSpPr>
              <a:spLocks/>
            </p:cNvSpPr>
            <p:nvPr/>
          </p:nvSpPr>
          <p:spPr bwMode="invGray">
            <a:xfrm>
              <a:off x="1553" y="2883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6" name="Freeform 26"/>
            <p:cNvSpPr>
              <a:spLocks/>
            </p:cNvSpPr>
            <p:nvPr/>
          </p:nvSpPr>
          <p:spPr bwMode="invGray">
            <a:xfrm>
              <a:off x="1609" y="2885"/>
              <a:ext cx="12" cy="26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4"/>
                </a:cxn>
                <a:cxn ang="0">
                  <a:pos x="16" y="34"/>
                </a:cxn>
                <a:cxn ang="0">
                  <a:pos x="12" y="18"/>
                </a:cxn>
                <a:cxn ang="0">
                  <a:pos x="16" y="6"/>
                </a:cxn>
                <a:cxn ang="0">
                  <a:pos x="14" y="0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7" name="Freeform 27"/>
            <p:cNvSpPr>
              <a:spLocks/>
            </p:cNvSpPr>
            <p:nvPr/>
          </p:nvSpPr>
          <p:spPr bwMode="invGray">
            <a:xfrm>
              <a:off x="1426" y="2039"/>
              <a:ext cx="180" cy="87"/>
            </a:xfrm>
            <a:custGeom>
              <a:avLst/>
              <a:gdLst/>
              <a:ahLst/>
              <a:cxnLst>
                <a:cxn ang="0">
                  <a:pos x="64" y="1"/>
                </a:cxn>
                <a:cxn ang="0">
                  <a:pos x="24" y="31"/>
                </a:cxn>
                <a:cxn ang="0">
                  <a:pos x="6" y="37"/>
                </a:cxn>
                <a:cxn ang="0">
                  <a:pos x="0" y="39"/>
                </a:cxn>
                <a:cxn ang="0">
                  <a:pos x="26" y="59"/>
                </a:cxn>
                <a:cxn ang="0">
                  <a:pos x="38" y="63"/>
                </a:cxn>
                <a:cxn ang="0">
                  <a:pos x="68" y="47"/>
                </a:cxn>
                <a:cxn ang="0">
                  <a:pos x="80" y="43"/>
                </a:cxn>
                <a:cxn ang="0">
                  <a:pos x="82" y="55"/>
                </a:cxn>
                <a:cxn ang="0">
                  <a:pos x="64" y="61"/>
                </a:cxn>
                <a:cxn ang="0">
                  <a:pos x="72" y="73"/>
                </a:cxn>
                <a:cxn ang="0">
                  <a:pos x="40" y="87"/>
                </a:cxn>
                <a:cxn ang="0">
                  <a:pos x="70" y="109"/>
                </a:cxn>
                <a:cxn ang="0">
                  <a:pos x="82" y="113"/>
                </a:cxn>
                <a:cxn ang="0">
                  <a:pos x="118" y="103"/>
                </a:cxn>
                <a:cxn ang="0">
                  <a:pos x="150" y="105"/>
                </a:cxn>
                <a:cxn ang="0">
                  <a:pos x="168" y="117"/>
                </a:cxn>
                <a:cxn ang="0">
                  <a:pos x="204" y="109"/>
                </a:cxn>
                <a:cxn ang="0">
                  <a:pos x="224" y="103"/>
                </a:cxn>
                <a:cxn ang="0">
                  <a:pos x="222" y="77"/>
                </a:cxn>
                <a:cxn ang="0">
                  <a:pos x="234" y="69"/>
                </a:cxn>
                <a:cxn ang="0">
                  <a:pos x="238" y="47"/>
                </a:cxn>
                <a:cxn ang="0">
                  <a:pos x="210" y="57"/>
                </a:cxn>
                <a:cxn ang="0">
                  <a:pos x="200" y="43"/>
                </a:cxn>
                <a:cxn ang="0">
                  <a:pos x="172" y="45"/>
                </a:cxn>
                <a:cxn ang="0">
                  <a:pos x="134" y="9"/>
                </a:cxn>
                <a:cxn ang="0">
                  <a:pos x="94" y="11"/>
                </a:cxn>
                <a:cxn ang="0">
                  <a:pos x="82" y="1"/>
                </a:cxn>
                <a:cxn ang="0">
                  <a:pos x="64" y="1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8" name="Freeform 28"/>
            <p:cNvSpPr>
              <a:spLocks/>
            </p:cNvSpPr>
            <p:nvPr/>
          </p:nvSpPr>
          <p:spPr bwMode="invGray">
            <a:xfrm>
              <a:off x="1506" y="1998"/>
              <a:ext cx="146" cy="61"/>
            </a:xfrm>
            <a:custGeom>
              <a:avLst/>
              <a:gdLst/>
              <a:ahLst/>
              <a:cxnLst>
                <a:cxn ang="0">
                  <a:pos x="97" y="10"/>
                </a:cxn>
                <a:cxn ang="0">
                  <a:pos x="13" y="24"/>
                </a:cxn>
                <a:cxn ang="0">
                  <a:pos x="9" y="34"/>
                </a:cxn>
                <a:cxn ang="0">
                  <a:pos x="57" y="52"/>
                </a:cxn>
                <a:cxn ang="0">
                  <a:pos x="135" y="74"/>
                </a:cxn>
                <a:cxn ang="0">
                  <a:pos x="175" y="68"/>
                </a:cxn>
                <a:cxn ang="0">
                  <a:pos x="187" y="64"/>
                </a:cxn>
                <a:cxn ang="0">
                  <a:pos x="175" y="44"/>
                </a:cxn>
                <a:cxn ang="0">
                  <a:pos x="163" y="36"/>
                </a:cxn>
                <a:cxn ang="0">
                  <a:pos x="129" y="26"/>
                </a:cxn>
                <a:cxn ang="0">
                  <a:pos x="97" y="10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9" name="Freeform 29"/>
            <p:cNvSpPr>
              <a:spLocks/>
            </p:cNvSpPr>
            <p:nvPr/>
          </p:nvSpPr>
          <p:spPr bwMode="invGray">
            <a:xfrm>
              <a:off x="1711" y="2069"/>
              <a:ext cx="233" cy="190"/>
            </a:xfrm>
            <a:custGeom>
              <a:avLst/>
              <a:gdLst/>
              <a:ahLst/>
              <a:cxnLst>
                <a:cxn ang="0">
                  <a:pos x="67" y="9"/>
                </a:cxn>
                <a:cxn ang="0">
                  <a:pos x="51" y="23"/>
                </a:cxn>
                <a:cxn ang="0">
                  <a:pos x="21" y="39"/>
                </a:cxn>
                <a:cxn ang="0">
                  <a:pos x="53" y="77"/>
                </a:cxn>
                <a:cxn ang="0">
                  <a:pos x="79" y="85"/>
                </a:cxn>
                <a:cxn ang="0">
                  <a:pos x="103" y="99"/>
                </a:cxn>
                <a:cxn ang="0">
                  <a:pos x="127" y="85"/>
                </a:cxn>
                <a:cxn ang="0">
                  <a:pos x="143" y="101"/>
                </a:cxn>
                <a:cxn ang="0">
                  <a:pos x="149" y="127"/>
                </a:cxn>
                <a:cxn ang="0">
                  <a:pos x="115" y="151"/>
                </a:cxn>
                <a:cxn ang="0">
                  <a:pos x="89" y="173"/>
                </a:cxn>
                <a:cxn ang="0">
                  <a:pos x="69" y="169"/>
                </a:cxn>
                <a:cxn ang="0">
                  <a:pos x="57" y="165"/>
                </a:cxn>
                <a:cxn ang="0">
                  <a:pos x="43" y="187"/>
                </a:cxn>
                <a:cxn ang="0">
                  <a:pos x="39" y="199"/>
                </a:cxn>
                <a:cxn ang="0">
                  <a:pos x="73" y="205"/>
                </a:cxn>
                <a:cxn ang="0">
                  <a:pos x="95" y="203"/>
                </a:cxn>
                <a:cxn ang="0">
                  <a:pos x="115" y="231"/>
                </a:cxn>
                <a:cxn ang="0">
                  <a:pos x="127" y="235"/>
                </a:cxn>
                <a:cxn ang="0">
                  <a:pos x="139" y="239"/>
                </a:cxn>
                <a:cxn ang="0">
                  <a:pos x="155" y="251"/>
                </a:cxn>
                <a:cxn ang="0">
                  <a:pos x="181" y="237"/>
                </a:cxn>
                <a:cxn ang="0">
                  <a:pos x="203" y="235"/>
                </a:cxn>
                <a:cxn ang="0">
                  <a:pos x="229" y="213"/>
                </a:cxn>
                <a:cxn ang="0">
                  <a:pos x="225" y="185"/>
                </a:cxn>
                <a:cxn ang="0">
                  <a:pos x="217" y="173"/>
                </a:cxn>
                <a:cxn ang="0">
                  <a:pos x="233" y="167"/>
                </a:cxn>
                <a:cxn ang="0">
                  <a:pos x="245" y="183"/>
                </a:cxn>
                <a:cxn ang="0">
                  <a:pos x="247" y="197"/>
                </a:cxn>
                <a:cxn ang="0">
                  <a:pos x="261" y="193"/>
                </a:cxn>
                <a:cxn ang="0">
                  <a:pos x="303" y="169"/>
                </a:cxn>
                <a:cxn ang="0">
                  <a:pos x="293" y="147"/>
                </a:cxn>
                <a:cxn ang="0">
                  <a:pos x="259" y="123"/>
                </a:cxn>
                <a:cxn ang="0">
                  <a:pos x="265" y="107"/>
                </a:cxn>
                <a:cxn ang="0">
                  <a:pos x="277" y="103"/>
                </a:cxn>
                <a:cxn ang="0">
                  <a:pos x="253" y="63"/>
                </a:cxn>
                <a:cxn ang="0">
                  <a:pos x="233" y="59"/>
                </a:cxn>
                <a:cxn ang="0">
                  <a:pos x="221" y="55"/>
                </a:cxn>
                <a:cxn ang="0">
                  <a:pos x="201" y="33"/>
                </a:cxn>
                <a:cxn ang="0">
                  <a:pos x="155" y="45"/>
                </a:cxn>
                <a:cxn ang="0">
                  <a:pos x="167" y="25"/>
                </a:cxn>
                <a:cxn ang="0">
                  <a:pos x="139" y="17"/>
                </a:cxn>
                <a:cxn ang="0">
                  <a:pos x="119" y="19"/>
                </a:cxn>
                <a:cxn ang="0">
                  <a:pos x="67" y="9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0" name="Freeform 30"/>
            <p:cNvSpPr>
              <a:spLocks/>
            </p:cNvSpPr>
            <p:nvPr/>
          </p:nvSpPr>
          <p:spPr bwMode="invGray">
            <a:xfrm>
              <a:off x="1709" y="1987"/>
              <a:ext cx="44" cy="39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0" y="10"/>
                </a:cxn>
                <a:cxn ang="0">
                  <a:pos x="30" y="40"/>
                </a:cxn>
                <a:cxn ang="0">
                  <a:pos x="48" y="50"/>
                </a:cxn>
                <a:cxn ang="0">
                  <a:pos x="58" y="28"/>
                </a:cxn>
                <a:cxn ang="0">
                  <a:pos x="44" y="8"/>
                </a:cxn>
                <a:cxn ang="0">
                  <a:pos x="26" y="0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1" name="Freeform 31"/>
            <p:cNvSpPr>
              <a:spLocks/>
            </p:cNvSpPr>
            <p:nvPr/>
          </p:nvSpPr>
          <p:spPr bwMode="invGray">
            <a:xfrm>
              <a:off x="1625" y="2057"/>
              <a:ext cx="65" cy="41"/>
            </a:xfrm>
            <a:custGeom>
              <a:avLst/>
              <a:gdLst/>
              <a:ahLst/>
              <a:cxnLst>
                <a:cxn ang="0">
                  <a:pos x="44" y="7"/>
                </a:cxn>
                <a:cxn ang="0">
                  <a:pos x="24" y="25"/>
                </a:cxn>
                <a:cxn ang="0">
                  <a:pos x="4" y="27"/>
                </a:cxn>
                <a:cxn ang="0">
                  <a:pos x="16" y="57"/>
                </a:cxn>
                <a:cxn ang="0">
                  <a:pos x="74" y="35"/>
                </a:cxn>
                <a:cxn ang="0">
                  <a:pos x="86" y="17"/>
                </a:cxn>
                <a:cxn ang="0">
                  <a:pos x="56" y="7"/>
                </a:cxn>
                <a:cxn ang="0">
                  <a:pos x="44" y="7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2" name="Freeform 32"/>
            <p:cNvSpPr>
              <a:spLocks/>
            </p:cNvSpPr>
            <p:nvPr/>
          </p:nvSpPr>
          <p:spPr bwMode="invGray">
            <a:xfrm>
              <a:off x="1693" y="2065"/>
              <a:ext cx="54" cy="25"/>
            </a:xfrm>
            <a:custGeom>
              <a:avLst/>
              <a:gdLst/>
              <a:ahLst/>
              <a:cxnLst>
                <a:cxn ang="0">
                  <a:pos x="40" y="0"/>
                </a:cxn>
                <a:cxn ang="0">
                  <a:pos x="10" y="16"/>
                </a:cxn>
                <a:cxn ang="0">
                  <a:pos x="24" y="34"/>
                </a:cxn>
                <a:cxn ang="0">
                  <a:pos x="52" y="28"/>
                </a:cxn>
                <a:cxn ang="0">
                  <a:pos x="64" y="20"/>
                </a:cxn>
                <a:cxn ang="0">
                  <a:pos x="40" y="0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3" name="Freeform 33"/>
            <p:cNvSpPr>
              <a:spLocks/>
            </p:cNvSpPr>
            <p:nvPr/>
          </p:nvSpPr>
          <p:spPr bwMode="invGray">
            <a:xfrm>
              <a:off x="1664" y="2029"/>
              <a:ext cx="64" cy="36"/>
            </a:xfrm>
            <a:custGeom>
              <a:avLst/>
              <a:gdLst/>
              <a:ahLst/>
              <a:cxnLst>
                <a:cxn ang="0">
                  <a:pos x="58" y="10"/>
                </a:cxn>
                <a:cxn ang="0">
                  <a:pos x="28" y="4"/>
                </a:cxn>
                <a:cxn ang="0">
                  <a:pos x="0" y="18"/>
                </a:cxn>
                <a:cxn ang="0">
                  <a:pos x="40" y="32"/>
                </a:cxn>
                <a:cxn ang="0">
                  <a:pos x="64" y="40"/>
                </a:cxn>
                <a:cxn ang="0">
                  <a:pos x="84" y="18"/>
                </a:cxn>
                <a:cxn ang="0">
                  <a:pos x="82" y="6"/>
                </a:cxn>
                <a:cxn ang="0">
                  <a:pos x="64" y="0"/>
                </a:cxn>
                <a:cxn ang="0">
                  <a:pos x="58" y="10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4" name="Freeform 34"/>
            <p:cNvSpPr>
              <a:spLocks/>
            </p:cNvSpPr>
            <p:nvPr/>
          </p:nvSpPr>
          <p:spPr bwMode="invGray">
            <a:xfrm>
              <a:off x="1637" y="1998"/>
              <a:ext cx="44" cy="23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18"/>
                </a:cxn>
                <a:cxn ang="0">
                  <a:pos x="20" y="28"/>
                </a:cxn>
                <a:cxn ang="0">
                  <a:pos x="28" y="20"/>
                </a:cxn>
                <a:cxn ang="0">
                  <a:pos x="52" y="12"/>
                </a:cxn>
                <a:cxn ang="0">
                  <a:pos x="44" y="0"/>
                </a:cxn>
                <a:cxn ang="0">
                  <a:pos x="16" y="4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5" name="Freeform 35"/>
            <p:cNvSpPr>
              <a:spLocks/>
            </p:cNvSpPr>
            <p:nvPr/>
          </p:nvSpPr>
          <p:spPr bwMode="invGray">
            <a:xfrm>
              <a:off x="1751" y="2000"/>
              <a:ext cx="116" cy="79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14" y="6"/>
                </a:cxn>
                <a:cxn ang="0">
                  <a:pos x="4" y="38"/>
                </a:cxn>
                <a:cxn ang="0">
                  <a:pos x="12" y="56"/>
                </a:cxn>
                <a:cxn ang="0">
                  <a:pos x="0" y="72"/>
                </a:cxn>
                <a:cxn ang="0">
                  <a:pos x="56" y="86"/>
                </a:cxn>
                <a:cxn ang="0">
                  <a:pos x="82" y="92"/>
                </a:cxn>
                <a:cxn ang="0">
                  <a:pos x="152" y="86"/>
                </a:cxn>
                <a:cxn ang="0">
                  <a:pos x="76" y="70"/>
                </a:cxn>
                <a:cxn ang="0">
                  <a:pos x="54" y="62"/>
                </a:cxn>
                <a:cxn ang="0">
                  <a:pos x="44" y="52"/>
                </a:cxn>
                <a:cxn ang="0">
                  <a:pos x="50" y="34"/>
                </a:cxn>
                <a:cxn ang="0">
                  <a:pos x="38" y="0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6" name="Freeform 36"/>
            <p:cNvSpPr>
              <a:spLocks/>
            </p:cNvSpPr>
            <p:nvPr/>
          </p:nvSpPr>
          <p:spPr bwMode="invGray">
            <a:xfrm>
              <a:off x="664" y="2246"/>
              <a:ext cx="25" cy="14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24" y="20"/>
                </a:cxn>
                <a:cxn ang="0">
                  <a:pos x="4" y="18"/>
                </a:cxn>
                <a:cxn ang="0">
                  <a:pos x="4" y="6"/>
                </a:cxn>
                <a:cxn ang="0">
                  <a:pos x="34" y="0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7" name="Freeform 37"/>
            <p:cNvSpPr>
              <a:spLocks/>
            </p:cNvSpPr>
            <p:nvPr/>
          </p:nvSpPr>
          <p:spPr bwMode="invGray">
            <a:xfrm>
              <a:off x="1421" y="2756"/>
              <a:ext cx="15" cy="1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8" name="Freeform 38"/>
            <p:cNvSpPr>
              <a:spLocks/>
            </p:cNvSpPr>
            <p:nvPr/>
          </p:nvSpPr>
          <p:spPr bwMode="invGray">
            <a:xfrm>
              <a:off x="1424" y="2781"/>
              <a:ext cx="16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9" name="Freeform 39"/>
            <p:cNvSpPr>
              <a:spLocks/>
            </p:cNvSpPr>
            <p:nvPr/>
          </p:nvSpPr>
          <p:spPr bwMode="invGray">
            <a:xfrm>
              <a:off x="1628" y="2913"/>
              <a:ext cx="15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0" name="Freeform 40"/>
            <p:cNvSpPr>
              <a:spLocks/>
            </p:cNvSpPr>
            <p:nvPr/>
          </p:nvSpPr>
          <p:spPr bwMode="invGray">
            <a:xfrm>
              <a:off x="1752" y="2429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1" name="Freeform 41"/>
            <p:cNvSpPr>
              <a:spLocks/>
            </p:cNvSpPr>
            <p:nvPr/>
          </p:nvSpPr>
          <p:spPr bwMode="invGray">
            <a:xfrm>
              <a:off x="1652" y="2224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2" name="Freeform 42"/>
            <p:cNvSpPr>
              <a:spLocks/>
            </p:cNvSpPr>
            <p:nvPr/>
          </p:nvSpPr>
          <p:spPr bwMode="invGray">
            <a:xfrm>
              <a:off x="1717" y="2045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3" name="Freeform 43"/>
            <p:cNvSpPr>
              <a:spLocks/>
            </p:cNvSpPr>
            <p:nvPr/>
          </p:nvSpPr>
          <p:spPr bwMode="invGray">
            <a:xfrm>
              <a:off x="1780" y="2153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4" name="Freeform 44"/>
            <p:cNvSpPr>
              <a:spLocks/>
            </p:cNvSpPr>
            <p:nvPr/>
          </p:nvSpPr>
          <p:spPr bwMode="invGray">
            <a:xfrm>
              <a:off x="1796" y="1951"/>
              <a:ext cx="696" cy="346"/>
            </a:xfrm>
            <a:custGeom>
              <a:avLst/>
              <a:gdLst/>
              <a:ahLst/>
              <a:cxnLst>
                <a:cxn ang="0">
                  <a:pos x="28" y="56"/>
                </a:cxn>
                <a:cxn ang="0">
                  <a:pos x="6" y="92"/>
                </a:cxn>
                <a:cxn ang="0">
                  <a:pos x="36" y="100"/>
                </a:cxn>
                <a:cxn ang="0">
                  <a:pos x="16" y="116"/>
                </a:cxn>
                <a:cxn ang="0">
                  <a:pos x="104" y="136"/>
                </a:cxn>
                <a:cxn ang="0">
                  <a:pos x="142" y="130"/>
                </a:cxn>
                <a:cxn ang="0">
                  <a:pos x="250" y="78"/>
                </a:cxn>
                <a:cxn ang="0">
                  <a:pos x="300" y="66"/>
                </a:cxn>
                <a:cxn ang="0">
                  <a:pos x="324" y="80"/>
                </a:cxn>
                <a:cxn ang="0">
                  <a:pos x="272" y="88"/>
                </a:cxn>
                <a:cxn ang="0">
                  <a:pos x="242" y="112"/>
                </a:cxn>
                <a:cxn ang="0">
                  <a:pos x="254" y="120"/>
                </a:cxn>
                <a:cxn ang="0">
                  <a:pos x="260" y="158"/>
                </a:cxn>
                <a:cxn ang="0">
                  <a:pos x="350" y="192"/>
                </a:cxn>
                <a:cxn ang="0">
                  <a:pos x="336" y="210"/>
                </a:cxn>
                <a:cxn ang="0">
                  <a:pos x="368" y="246"/>
                </a:cxn>
                <a:cxn ang="0">
                  <a:pos x="348" y="266"/>
                </a:cxn>
                <a:cxn ang="0">
                  <a:pos x="324" y="294"/>
                </a:cxn>
                <a:cxn ang="0">
                  <a:pos x="294" y="324"/>
                </a:cxn>
                <a:cxn ang="0">
                  <a:pos x="292" y="420"/>
                </a:cxn>
                <a:cxn ang="0">
                  <a:pos x="332" y="446"/>
                </a:cxn>
                <a:cxn ang="0">
                  <a:pos x="388" y="448"/>
                </a:cxn>
                <a:cxn ang="0">
                  <a:pos x="412" y="422"/>
                </a:cxn>
                <a:cxn ang="0">
                  <a:pos x="506" y="356"/>
                </a:cxn>
                <a:cxn ang="0">
                  <a:pos x="572" y="334"/>
                </a:cxn>
                <a:cxn ang="0">
                  <a:pos x="646" y="308"/>
                </a:cxn>
                <a:cxn ang="0">
                  <a:pos x="720" y="290"/>
                </a:cxn>
                <a:cxn ang="0">
                  <a:pos x="762" y="260"/>
                </a:cxn>
                <a:cxn ang="0">
                  <a:pos x="800" y="200"/>
                </a:cxn>
                <a:cxn ang="0">
                  <a:pos x="802" y="154"/>
                </a:cxn>
                <a:cxn ang="0">
                  <a:pos x="802" y="124"/>
                </a:cxn>
                <a:cxn ang="0">
                  <a:pos x="832" y="90"/>
                </a:cxn>
                <a:cxn ang="0">
                  <a:pos x="876" y="94"/>
                </a:cxn>
                <a:cxn ang="0">
                  <a:pos x="922" y="52"/>
                </a:cxn>
                <a:cxn ang="0">
                  <a:pos x="888" y="56"/>
                </a:cxn>
                <a:cxn ang="0">
                  <a:pos x="848" y="46"/>
                </a:cxn>
                <a:cxn ang="0">
                  <a:pos x="794" y="22"/>
                </a:cxn>
                <a:cxn ang="0">
                  <a:pos x="642" y="26"/>
                </a:cxn>
                <a:cxn ang="0">
                  <a:pos x="584" y="38"/>
                </a:cxn>
                <a:cxn ang="0">
                  <a:pos x="556" y="38"/>
                </a:cxn>
                <a:cxn ang="0">
                  <a:pos x="516" y="54"/>
                </a:cxn>
                <a:cxn ang="0">
                  <a:pos x="478" y="30"/>
                </a:cxn>
                <a:cxn ang="0">
                  <a:pos x="432" y="40"/>
                </a:cxn>
                <a:cxn ang="0">
                  <a:pos x="366" y="52"/>
                </a:cxn>
                <a:cxn ang="0">
                  <a:pos x="410" y="38"/>
                </a:cxn>
                <a:cxn ang="0">
                  <a:pos x="352" y="8"/>
                </a:cxn>
                <a:cxn ang="0">
                  <a:pos x="334" y="2"/>
                </a:cxn>
                <a:cxn ang="0">
                  <a:pos x="314" y="8"/>
                </a:cxn>
                <a:cxn ang="0">
                  <a:pos x="240" y="16"/>
                </a:cxn>
                <a:cxn ang="0">
                  <a:pos x="160" y="28"/>
                </a:cxn>
                <a:cxn ang="0">
                  <a:pos x="108" y="26"/>
                </a:cxn>
                <a:cxn ang="0">
                  <a:pos x="114" y="68"/>
                </a:cxn>
                <a:cxn ang="0">
                  <a:pos x="104" y="52"/>
                </a:cxn>
                <a:cxn ang="0">
                  <a:pos x="60" y="42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5" name="Freeform 45"/>
            <p:cNvSpPr>
              <a:spLocks/>
            </p:cNvSpPr>
            <p:nvPr/>
          </p:nvSpPr>
          <p:spPr bwMode="invGray">
            <a:xfrm>
              <a:off x="2009" y="2135"/>
              <a:ext cx="39" cy="25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6" name="Freeform 46"/>
            <p:cNvSpPr>
              <a:spLocks/>
            </p:cNvSpPr>
            <p:nvPr/>
          </p:nvSpPr>
          <p:spPr bwMode="invGray">
            <a:xfrm>
              <a:off x="2292" y="2201"/>
              <a:ext cx="127" cy="54"/>
            </a:xfrm>
            <a:custGeom>
              <a:avLst/>
              <a:gdLst/>
              <a:ahLst/>
              <a:cxnLst>
                <a:cxn ang="0">
                  <a:pos x="102" y="8"/>
                </a:cxn>
                <a:cxn ang="0">
                  <a:pos x="66" y="4"/>
                </a:cxn>
                <a:cxn ang="0">
                  <a:pos x="54" y="0"/>
                </a:cxn>
                <a:cxn ang="0">
                  <a:pos x="0" y="28"/>
                </a:cxn>
                <a:cxn ang="0">
                  <a:pos x="28" y="40"/>
                </a:cxn>
                <a:cxn ang="0">
                  <a:pos x="42" y="60"/>
                </a:cxn>
                <a:cxn ang="0">
                  <a:pos x="66" y="68"/>
                </a:cxn>
                <a:cxn ang="0">
                  <a:pos x="78" y="72"/>
                </a:cxn>
                <a:cxn ang="0">
                  <a:pos x="130" y="60"/>
                </a:cxn>
                <a:cxn ang="0">
                  <a:pos x="172" y="44"/>
                </a:cxn>
                <a:cxn ang="0">
                  <a:pos x="148" y="18"/>
                </a:cxn>
                <a:cxn ang="0">
                  <a:pos x="136" y="4"/>
                </a:cxn>
                <a:cxn ang="0">
                  <a:pos x="102" y="8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7" name="Freeform 47"/>
            <p:cNvSpPr>
              <a:spLocks/>
            </p:cNvSpPr>
            <p:nvPr/>
          </p:nvSpPr>
          <p:spPr bwMode="invGray">
            <a:xfrm>
              <a:off x="2393" y="2038"/>
              <a:ext cx="39" cy="26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8" name="Freeform 48"/>
            <p:cNvSpPr>
              <a:spLocks/>
            </p:cNvSpPr>
            <p:nvPr/>
          </p:nvSpPr>
          <p:spPr bwMode="invGray">
            <a:xfrm>
              <a:off x="2662" y="2005"/>
              <a:ext cx="155" cy="62"/>
            </a:xfrm>
            <a:custGeom>
              <a:avLst/>
              <a:gdLst/>
              <a:ahLst/>
              <a:cxnLst>
                <a:cxn ang="0">
                  <a:pos x="191" y="7"/>
                </a:cxn>
                <a:cxn ang="0">
                  <a:pos x="103" y="9"/>
                </a:cxn>
                <a:cxn ang="0">
                  <a:pos x="109" y="25"/>
                </a:cxn>
                <a:cxn ang="0">
                  <a:pos x="107" y="33"/>
                </a:cxn>
                <a:cxn ang="0">
                  <a:pos x="89" y="27"/>
                </a:cxn>
                <a:cxn ang="0">
                  <a:pos x="77" y="19"/>
                </a:cxn>
                <a:cxn ang="0">
                  <a:pos x="23" y="27"/>
                </a:cxn>
                <a:cxn ang="0">
                  <a:pos x="31" y="49"/>
                </a:cxn>
                <a:cxn ang="0">
                  <a:pos x="55" y="53"/>
                </a:cxn>
                <a:cxn ang="0">
                  <a:pos x="75" y="73"/>
                </a:cxn>
                <a:cxn ang="0">
                  <a:pos x="89" y="85"/>
                </a:cxn>
                <a:cxn ang="0">
                  <a:pos x="109" y="67"/>
                </a:cxn>
                <a:cxn ang="0">
                  <a:pos x="121" y="59"/>
                </a:cxn>
                <a:cxn ang="0">
                  <a:pos x="127" y="47"/>
                </a:cxn>
                <a:cxn ang="0">
                  <a:pos x="167" y="35"/>
                </a:cxn>
                <a:cxn ang="0">
                  <a:pos x="187" y="31"/>
                </a:cxn>
                <a:cxn ang="0">
                  <a:pos x="199" y="27"/>
                </a:cxn>
                <a:cxn ang="0">
                  <a:pos x="191" y="7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9" name="Freeform 49"/>
            <p:cNvSpPr>
              <a:spLocks/>
            </p:cNvSpPr>
            <p:nvPr/>
          </p:nvSpPr>
          <p:spPr bwMode="invGray">
            <a:xfrm>
              <a:off x="2759" y="2039"/>
              <a:ext cx="48" cy="19"/>
            </a:xfrm>
            <a:custGeom>
              <a:avLst/>
              <a:gdLst/>
              <a:ahLst/>
              <a:cxnLst>
                <a:cxn ang="0">
                  <a:pos x="36" y="6"/>
                </a:cxn>
                <a:cxn ang="0">
                  <a:pos x="8" y="4"/>
                </a:cxn>
                <a:cxn ang="0">
                  <a:pos x="24" y="28"/>
                </a:cxn>
                <a:cxn ang="0">
                  <a:pos x="54" y="14"/>
                </a:cxn>
                <a:cxn ang="0">
                  <a:pos x="36" y="6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0" name="Freeform 50"/>
            <p:cNvSpPr>
              <a:spLocks/>
            </p:cNvSpPr>
            <p:nvPr/>
          </p:nvSpPr>
          <p:spPr bwMode="invGray">
            <a:xfrm>
              <a:off x="2467" y="2311"/>
              <a:ext cx="110" cy="132"/>
            </a:xfrm>
            <a:custGeom>
              <a:avLst/>
              <a:gdLst/>
              <a:ahLst/>
              <a:cxnLst>
                <a:cxn ang="0">
                  <a:pos x="24" y="19"/>
                </a:cxn>
                <a:cxn ang="0">
                  <a:pos x="0" y="25"/>
                </a:cxn>
                <a:cxn ang="0">
                  <a:pos x="14" y="43"/>
                </a:cxn>
                <a:cxn ang="0">
                  <a:pos x="34" y="87"/>
                </a:cxn>
                <a:cxn ang="0">
                  <a:pos x="52" y="91"/>
                </a:cxn>
                <a:cxn ang="0">
                  <a:pos x="50" y="107"/>
                </a:cxn>
                <a:cxn ang="0">
                  <a:pos x="28" y="113"/>
                </a:cxn>
                <a:cxn ang="0">
                  <a:pos x="16" y="131"/>
                </a:cxn>
                <a:cxn ang="0">
                  <a:pos x="18" y="137"/>
                </a:cxn>
                <a:cxn ang="0">
                  <a:pos x="30" y="141"/>
                </a:cxn>
                <a:cxn ang="0">
                  <a:pos x="18" y="169"/>
                </a:cxn>
                <a:cxn ang="0">
                  <a:pos x="20" y="175"/>
                </a:cxn>
                <a:cxn ang="0">
                  <a:pos x="34" y="171"/>
                </a:cxn>
                <a:cxn ang="0">
                  <a:pos x="58" y="169"/>
                </a:cxn>
                <a:cxn ang="0">
                  <a:pos x="92" y="171"/>
                </a:cxn>
                <a:cxn ang="0">
                  <a:pos x="110" y="169"/>
                </a:cxn>
                <a:cxn ang="0">
                  <a:pos x="122" y="165"/>
                </a:cxn>
                <a:cxn ang="0">
                  <a:pos x="128" y="141"/>
                </a:cxn>
                <a:cxn ang="0">
                  <a:pos x="146" y="133"/>
                </a:cxn>
                <a:cxn ang="0">
                  <a:pos x="110" y="109"/>
                </a:cxn>
                <a:cxn ang="0">
                  <a:pos x="88" y="83"/>
                </a:cxn>
                <a:cxn ang="0">
                  <a:pos x="82" y="69"/>
                </a:cxn>
                <a:cxn ang="0">
                  <a:pos x="64" y="61"/>
                </a:cxn>
                <a:cxn ang="0">
                  <a:pos x="86" y="45"/>
                </a:cxn>
                <a:cxn ang="0">
                  <a:pos x="64" y="31"/>
                </a:cxn>
                <a:cxn ang="0">
                  <a:pos x="70" y="13"/>
                </a:cxn>
                <a:cxn ang="0">
                  <a:pos x="46" y="1"/>
                </a:cxn>
                <a:cxn ang="0">
                  <a:pos x="30" y="9"/>
                </a:cxn>
                <a:cxn ang="0">
                  <a:pos x="24" y="19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1" name="Freeform 51"/>
            <p:cNvSpPr>
              <a:spLocks/>
            </p:cNvSpPr>
            <p:nvPr/>
          </p:nvSpPr>
          <p:spPr bwMode="invGray">
            <a:xfrm>
              <a:off x="2413" y="2359"/>
              <a:ext cx="69" cy="70"/>
            </a:xfrm>
            <a:custGeom>
              <a:avLst/>
              <a:gdLst/>
              <a:ahLst/>
              <a:cxnLst>
                <a:cxn ang="0">
                  <a:pos x="58" y="6"/>
                </a:cxn>
                <a:cxn ang="0">
                  <a:pos x="82" y="8"/>
                </a:cxn>
                <a:cxn ang="0">
                  <a:pos x="92" y="26"/>
                </a:cxn>
                <a:cxn ang="0">
                  <a:pos x="78" y="48"/>
                </a:cxn>
                <a:cxn ang="0">
                  <a:pos x="46" y="76"/>
                </a:cxn>
                <a:cxn ang="0">
                  <a:pos x="18" y="92"/>
                </a:cxn>
                <a:cxn ang="0">
                  <a:pos x="8" y="72"/>
                </a:cxn>
                <a:cxn ang="0">
                  <a:pos x="20" y="64"/>
                </a:cxn>
                <a:cxn ang="0">
                  <a:pos x="14" y="46"/>
                </a:cxn>
                <a:cxn ang="0">
                  <a:pos x="40" y="28"/>
                </a:cxn>
                <a:cxn ang="0">
                  <a:pos x="58" y="6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2" name="Freeform 52"/>
            <p:cNvSpPr>
              <a:spLocks/>
            </p:cNvSpPr>
            <p:nvPr/>
          </p:nvSpPr>
          <p:spPr bwMode="invGray">
            <a:xfrm>
              <a:off x="4099" y="3502"/>
              <a:ext cx="474" cy="493"/>
            </a:xfrm>
            <a:custGeom>
              <a:avLst/>
              <a:gdLst/>
              <a:ahLst/>
              <a:cxnLst>
                <a:cxn ang="0">
                  <a:pos x="212" y="11"/>
                </a:cxn>
                <a:cxn ang="0">
                  <a:pos x="176" y="19"/>
                </a:cxn>
                <a:cxn ang="0">
                  <a:pos x="144" y="51"/>
                </a:cxn>
                <a:cxn ang="0">
                  <a:pos x="104" y="59"/>
                </a:cxn>
                <a:cxn ang="0">
                  <a:pos x="84" y="75"/>
                </a:cxn>
                <a:cxn ang="0">
                  <a:pos x="68" y="115"/>
                </a:cxn>
                <a:cxn ang="0">
                  <a:pos x="36" y="167"/>
                </a:cxn>
                <a:cxn ang="0">
                  <a:pos x="0" y="179"/>
                </a:cxn>
                <a:cxn ang="0">
                  <a:pos x="72" y="323"/>
                </a:cxn>
                <a:cxn ang="0">
                  <a:pos x="120" y="427"/>
                </a:cxn>
                <a:cxn ang="0">
                  <a:pos x="144" y="443"/>
                </a:cxn>
                <a:cxn ang="0">
                  <a:pos x="168" y="451"/>
                </a:cxn>
                <a:cxn ang="0">
                  <a:pos x="228" y="431"/>
                </a:cxn>
                <a:cxn ang="0">
                  <a:pos x="252" y="423"/>
                </a:cxn>
                <a:cxn ang="0">
                  <a:pos x="300" y="451"/>
                </a:cxn>
                <a:cxn ang="0">
                  <a:pos x="324" y="527"/>
                </a:cxn>
                <a:cxn ang="0">
                  <a:pos x="336" y="523"/>
                </a:cxn>
                <a:cxn ang="0">
                  <a:pos x="344" y="511"/>
                </a:cxn>
                <a:cxn ang="0">
                  <a:pos x="368" y="547"/>
                </a:cxn>
                <a:cxn ang="0">
                  <a:pos x="404" y="571"/>
                </a:cxn>
                <a:cxn ang="0">
                  <a:pos x="436" y="603"/>
                </a:cxn>
                <a:cxn ang="0">
                  <a:pos x="444" y="615"/>
                </a:cxn>
                <a:cxn ang="0">
                  <a:pos x="456" y="623"/>
                </a:cxn>
                <a:cxn ang="0">
                  <a:pos x="484" y="655"/>
                </a:cxn>
                <a:cxn ang="0">
                  <a:pos x="492" y="631"/>
                </a:cxn>
                <a:cxn ang="0">
                  <a:pos x="540" y="659"/>
                </a:cxn>
                <a:cxn ang="0">
                  <a:pos x="588" y="655"/>
                </a:cxn>
                <a:cxn ang="0">
                  <a:pos x="616" y="531"/>
                </a:cxn>
                <a:cxn ang="0">
                  <a:pos x="632" y="463"/>
                </a:cxn>
                <a:cxn ang="0">
                  <a:pos x="620" y="367"/>
                </a:cxn>
                <a:cxn ang="0">
                  <a:pos x="536" y="271"/>
                </a:cxn>
                <a:cxn ang="0">
                  <a:pos x="528" y="235"/>
                </a:cxn>
                <a:cxn ang="0">
                  <a:pos x="460" y="179"/>
                </a:cxn>
                <a:cxn ang="0">
                  <a:pos x="472" y="155"/>
                </a:cxn>
                <a:cxn ang="0">
                  <a:pos x="456" y="131"/>
                </a:cxn>
                <a:cxn ang="0">
                  <a:pos x="416" y="79"/>
                </a:cxn>
                <a:cxn ang="0">
                  <a:pos x="392" y="31"/>
                </a:cxn>
                <a:cxn ang="0">
                  <a:pos x="388" y="19"/>
                </a:cxn>
                <a:cxn ang="0">
                  <a:pos x="364" y="151"/>
                </a:cxn>
                <a:cxn ang="0">
                  <a:pos x="324" y="115"/>
                </a:cxn>
                <a:cxn ang="0">
                  <a:pos x="292" y="111"/>
                </a:cxn>
                <a:cxn ang="0">
                  <a:pos x="272" y="87"/>
                </a:cxn>
                <a:cxn ang="0">
                  <a:pos x="264" y="63"/>
                </a:cxn>
                <a:cxn ang="0">
                  <a:pos x="276" y="55"/>
                </a:cxn>
                <a:cxn ang="0">
                  <a:pos x="240" y="19"/>
                </a:cxn>
                <a:cxn ang="0">
                  <a:pos x="216" y="11"/>
                </a:cxn>
                <a:cxn ang="0">
                  <a:pos x="204" y="7"/>
                </a:cxn>
                <a:cxn ang="0">
                  <a:pos x="212" y="11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3" name="Freeform 53"/>
            <p:cNvSpPr>
              <a:spLocks/>
            </p:cNvSpPr>
            <p:nvPr/>
          </p:nvSpPr>
          <p:spPr bwMode="invGray">
            <a:xfrm>
              <a:off x="4246" y="3241"/>
              <a:ext cx="319" cy="207"/>
            </a:xfrm>
            <a:custGeom>
              <a:avLst/>
              <a:gdLst/>
              <a:ahLst/>
              <a:cxnLst>
                <a:cxn ang="0">
                  <a:pos x="84" y="60"/>
                </a:cxn>
                <a:cxn ang="0">
                  <a:pos x="68" y="36"/>
                </a:cxn>
                <a:cxn ang="0">
                  <a:pos x="64" y="16"/>
                </a:cxn>
                <a:cxn ang="0">
                  <a:pos x="52" y="12"/>
                </a:cxn>
                <a:cxn ang="0">
                  <a:pos x="16" y="16"/>
                </a:cxn>
                <a:cxn ang="0">
                  <a:pos x="44" y="40"/>
                </a:cxn>
                <a:cxn ang="0">
                  <a:pos x="48" y="52"/>
                </a:cxn>
                <a:cxn ang="0">
                  <a:pos x="24" y="68"/>
                </a:cxn>
                <a:cxn ang="0">
                  <a:pos x="88" y="92"/>
                </a:cxn>
                <a:cxn ang="0">
                  <a:pos x="124" y="112"/>
                </a:cxn>
                <a:cxn ang="0">
                  <a:pos x="128" y="124"/>
                </a:cxn>
                <a:cxn ang="0">
                  <a:pos x="140" y="132"/>
                </a:cxn>
                <a:cxn ang="0">
                  <a:pos x="148" y="156"/>
                </a:cxn>
                <a:cxn ang="0">
                  <a:pos x="132" y="196"/>
                </a:cxn>
                <a:cxn ang="0">
                  <a:pos x="180" y="188"/>
                </a:cxn>
                <a:cxn ang="0">
                  <a:pos x="192" y="216"/>
                </a:cxn>
                <a:cxn ang="0">
                  <a:pos x="216" y="224"/>
                </a:cxn>
                <a:cxn ang="0">
                  <a:pos x="228" y="228"/>
                </a:cxn>
                <a:cxn ang="0">
                  <a:pos x="252" y="224"/>
                </a:cxn>
                <a:cxn ang="0">
                  <a:pos x="276" y="196"/>
                </a:cxn>
                <a:cxn ang="0">
                  <a:pos x="336" y="252"/>
                </a:cxn>
                <a:cxn ang="0">
                  <a:pos x="364" y="280"/>
                </a:cxn>
                <a:cxn ang="0">
                  <a:pos x="360" y="224"/>
                </a:cxn>
                <a:cxn ang="0">
                  <a:pos x="336" y="200"/>
                </a:cxn>
                <a:cxn ang="0">
                  <a:pos x="372" y="168"/>
                </a:cxn>
                <a:cxn ang="0">
                  <a:pos x="408" y="156"/>
                </a:cxn>
                <a:cxn ang="0">
                  <a:pos x="420" y="152"/>
                </a:cxn>
                <a:cxn ang="0">
                  <a:pos x="424" y="140"/>
                </a:cxn>
                <a:cxn ang="0">
                  <a:pos x="356" y="148"/>
                </a:cxn>
                <a:cxn ang="0">
                  <a:pos x="304" y="140"/>
                </a:cxn>
                <a:cxn ang="0">
                  <a:pos x="300" y="128"/>
                </a:cxn>
                <a:cxn ang="0">
                  <a:pos x="292" y="116"/>
                </a:cxn>
                <a:cxn ang="0">
                  <a:pos x="220" y="80"/>
                </a:cxn>
                <a:cxn ang="0">
                  <a:pos x="160" y="60"/>
                </a:cxn>
                <a:cxn ang="0">
                  <a:pos x="136" y="52"/>
                </a:cxn>
                <a:cxn ang="0">
                  <a:pos x="80" y="52"/>
                </a:cxn>
                <a:cxn ang="0">
                  <a:pos x="68" y="32"/>
                </a:cxn>
                <a:cxn ang="0">
                  <a:pos x="68" y="0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4" name="Freeform 54"/>
            <p:cNvSpPr>
              <a:spLocks/>
            </p:cNvSpPr>
            <p:nvPr/>
          </p:nvSpPr>
          <p:spPr bwMode="invGray">
            <a:xfrm>
              <a:off x="4255" y="3243"/>
              <a:ext cx="311" cy="21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0" y="37"/>
                </a:cxn>
                <a:cxn ang="0">
                  <a:pos x="28" y="49"/>
                </a:cxn>
                <a:cxn ang="0">
                  <a:pos x="84" y="89"/>
                </a:cxn>
                <a:cxn ang="0">
                  <a:pos x="120" y="113"/>
                </a:cxn>
                <a:cxn ang="0">
                  <a:pos x="132" y="121"/>
                </a:cxn>
                <a:cxn ang="0">
                  <a:pos x="136" y="169"/>
                </a:cxn>
                <a:cxn ang="0">
                  <a:pos x="116" y="201"/>
                </a:cxn>
                <a:cxn ang="0">
                  <a:pos x="136" y="197"/>
                </a:cxn>
                <a:cxn ang="0">
                  <a:pos x="148" y="189"/>
                </a:cxn>
                <a:cxn ang="0">
                  <a:pos x="160" y="201"/>
                </a:cxn>
                <a:cxn ang="0">
                  <a:pos x="184" y="217"/>
                </a:cxn>
                <a:cxn ang="0">
                  <a:pos x="208" y="233"/>
                </a:cxn>
                <a:cxn ang="0">
                  <a:pos x="240" y="221"/>
                </a:cxn>
                <a:cxn ang="0">
                  <a:pos x="248" y="197"/>
                </a:cxn>
                <a:cxn ang="0">
                  <a:pos x="268" y="201"/>
                </a:cxn>
                <a:cxn ang="0">
                  <a:pos x="292" y="209"/>
                </a:cxn>
                <a:cxn ang="0">
                  <a:pos x="340" y="281"/>
                </a:cxn>
                <a:cxn ang="0">
                  <a:pos x="356" y="277"/>
                </a:cxn>
                <a:cxn ang="0">
                  <a:pos x="352" y="253"/>
                </a:cxn>
                <a:cxn ang="0">
                  <a:pos x="316" y="197"/>
                </a:cxn>
                <a:cxn ang="0">
                  <a:pos x="360" y="173"/>
                </a:cxn>
                <a:cxn ang="0">
                  <a:pos x="408" y="145"/>
                </a:cxn>
                <a:cxn ang="0">
                  <a:pos x="409" y="120"/>
                </a:cxn>
                <a:cxn ang="0">
                  <a:pos x="367" y="138"/>
                </a:cxn>
                <a:cxn ang="0">
                  <a:pos x="308" y="137"/>
                </a:cxn>
                <a:cxn ang="0">
                  <a:pos x="264" y="97"/>
                </a:cxn>
                <a:cxn ang="0">
                  <a:pos x="180" y="61"/>
                </a:cxn>
                <a:cxn ang="0">
                  <a:pos x="132" y="33"/>
                </a:cxn>
                <a:cxn ang="0">
                  <a:pos x="92" y="41"/>
                </a:cxn>
                <a:cxn ang="0">
                  <a:pos x="76" y="57"/>
                </a:cxn>
                <a:cxn ang="0">
                  <a:pos x="56" y="17"/>
                </a:cxn>
                <a:cxn ang="0">
                  <a:pos x="0" y="1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5" name="Freeform 55"/>
            <p:cNvSpPr>
              <a:spLocks/>
            </p:cNvSpPr>
            <p:nvPr/>
          </p:nvSpPr>
          <p:spPr bwMode="invGray">
            <a:xfrm>
              <a:off x="4485" y="4013"/>
              <a:ext cx="44" cy="58"/>
            </a:xfrm>
            <a:custGeom>
              <a:avLst/>
              <a:gdLst/>
              <a:ahLst/>
              <a:cxnLst>
                <a:cxn ang="0">
                  <a:pos x="32" y="18"/>
                </a:cxn>
                <a:cxn ang="0">
                  <a:pos x="0" y="18"/>
                </a:cxn>
                <a:cxn ang="0">
                  <a:pos x="20" y="42"/>
                </a:cxn>
                <a:cxn ang="0">
                  <a:pos x="28" y="66"/>
                </a:cxn>
                <a:cxn ang="0">
                  <a:pos x="32" y="78"/>
                </a:cxn>
                <a:cxn ang="0">
                  <a:pos x="60" y="50"/>
                </a:cxn>
                <a:cxn ang="0">
                  <a:pos x="32" y="18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6" name="Freeform 56"/>
            <p:cNvSpPr>
              <a:spLocks/>
            </p:cNvSpPr>
            <p:nvPr/>
          </p:nvSpPr>
          <p:spPr bwMode="invGray">
            <a:xfrm>
              <a:off x="4621" y="3923"/>
              <a:ext cx="163" cy="84"/>
            </a:xfrm>
            <a:custGeom>
              <a:avLst/>
              <a:gdLst/>
              <a:ahLst/>
              <a:cxnLst>
                <a:cxn ang="0">
                  <a:pos x="47" y="73"/>
                </a:cxn>
                <a:cxn ang="0">
                  <a:pos x="39" y="61"/>
                </a:cxn>
                <a:cxn ang="0">
                  <a:pos x="15" y="69"/>
                </a:cxn>
                <a:cxn ang="0">
                  <a:pos x="39" y="113"/>
                </a:cxn>
                <a:cxn ang="0">
                  <a:pos x="123" y="89"/>
                </a:cxn>
                <a:cxn ang="0">
                  <a:pos x="147" y="73"/>
                </a:cxn>
                <a:cxn ang="0">
                  <a:pos x="171" y="65"/>
                </a:cxn>
                <a:cxn ang="0">
                  <a:pos x="219" y="19"/>
                </a:cxn>
                <a:cxn ang="0">
                  <a:pos x="210" y="0"/>
                </a:cxn>
                <a:cxn ang="0">
                  <a:pos x="179" y="17"/>
                </a:cxn>
                <a:cxn ang="0">
                  <a:pos x="107" y="41"/>
                </a:cxn>
                <a:cxn ang="0">
                  <a:pos x="83" y="45"/>
                </a:cxn>
                <a:cxn ang="0">
                  <a:pos x="59" y="53"/>
                </a:cxn>
                <a:cxn ang="0">
                  <a:pos x="47" y="73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7" name="Freeform 57"/>
            <p:cNvSpPr>
              <a:spLocks/>
            </p:cNvSpPr>
            <p:nvPr/>
          </p:nvSpPr>
          <p:spPr bwMode="invGray">
            <a:xfrm>
              <a:off x="4791" y="3872"/>
              <a:ext cx="104" cy="93"/>
            </a:xfrm>
            <a:custGeom>
              <a:avLst/>
              <a:gdLst/>
              <a:ahLst/>
              <a:cxnLst>
                <a:cxn ang="0">
                  <a:pos x="12" y="60"/>
                </a:cxn>
                <a:cxn ang="0">
                  <a:pos x="8" y="84"/>
                </a:cxn>
                <a:cxn ang="0">
                  <a:pos x="0" y="108"/>
                </a:cxn>
                <a:cxn ang="0">
                  <a:pos x="36" y="116"/>
                </a:cxn>
                <a:cxn ang="0">
                  <a:pos x="52" y="96"/>
                </a:cxn>
                <a:cxn ang="0">
                  <a:pos x="124" y="68"/>
                </a:cxn>
                <a:cxn ang="0">
                  <a:pos x="136" y="44"/>
                </a:cxn>
                <a:cxn ang="0">
                  <a:pos x="112" y="28"/>
                </a:cxn>
                <a:cxn ang="0">
                  <a:pos x="100" y="20"/>
                </a:cxn>
                <a:cxn ang="0">
                  <a:pos x="64" y="12"/>
                </a:cxn>
                <a:cxn ang="0">
                  <a:pos x="52" y="36"/>
                </a:cxn>
                <a:cxn ang="0">
                  <a:pos x="12" y="60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8" name="Freeform 58"/>
            <p:cNvSpPr>
              <a:spLocks/>
            </p:cNvSpPr>
            <p:nvPr/>
          </p:nvSpPr>
          <p:spPr bwMode="invGray">
            <a:xfrm>
              <a:off x="4846" y="3832"/>
              <a:ext cx="37" cy="26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8" y="11"/>
                </a:cxn>
                <a:cxn ang="0">
                  <a:pos x="24" y="35"/>
                </a:cxn>
                <a:cxn ang="0">
                  <a:pos x="39" y="26"/>
                </a:cxn>
                <a:cxn ang="0">
                  <a:pos x="29" y="0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9" name="Freeform 59"/>
            <p:cNvSpPr>
              <a:spLocks/>
            </p:cNvSpPr>
            <p:nvPr/>
          </p:nvSpPr>
          <p:spPr bwMode="invGray">
            <a:xfrm>
              <a:off x="3123" y="3346"/>
              <a:ext cx="123" cy="201"/>
            </a:xfrm>
            <a:custGeom>
              <a:avLst/>
              <a:gdLst/>
              <a:ahLst/>
              <a:cxnLst>
                <a:cxn ang="0">
                  <a:pos x="128" y="0"/>
                </a:cxn>
                <a:cxn ang="0">
                  <a:pos x="104" y="28"/>
                </a:cxn>
                <a:cxn ang="0">
                  <a:pos x="88" y="64"/>
                </a:cxn>
                <a:cxn ang="0">
                  <a:pos x="36" y="84"/>
                </a:cxn>
                <a:cxn ang="0">
                  <a:pos x="28" y="96"/>
                </a:cxn>
                <a:cxn ang="0">
                  <a:pos x="16" y="100"/>
                </a:cxn>
                <a:cxn ang="0">
                  <a:pos x="20" y="132"/>
                </a:cxn>
                <a:cxn ang="0">
                  <a:pos x="28" y="156"/>
                </a:cxn>
                <a:cxn ang="0">
                  <a:pos x="0" y="200"/>
                </a:cxn>
                <a:cxn ang="0">
                  <a:pos x="28" y="260"/>
                </a:cxn>
                <a:cxn ang="0">
                  <a:pos x="52" y="268"/>
                </a:cxn>
                <a:cxn ang="0">
                  <a:pos x="88" y="216"/>
                </a:cxn>
                <a:cxn ang="0">
                  <a:pos x="104" y="192"/>
                </a:cxn>
                <a:cxn ang="0">
                  <a:pos x="128" y="116"/>
                </a:cxn>
                <a:cxn ang="0">
                  <a:pos x="140" y="76"/>
                </a:cxn>
                <a:cxn ang="0">
                  <a:pos x="164" y="72"/>
                </a:cxn>
                <a:cxn ang="0">
                  <a:pos x="128" y="0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0" name="Freeform 60"/>
            <p:cNvSpPr>
              <a:spLocks/>
            </p:cNvSpPr>
            <p:nvPr/>
          </p:nvSpPr>
          <p:spPr bwMode="invGray">
            <a:xfrm>
              <a:off x="3655" y="3034"/>
              <a:ext cx="49" cy="5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25" y="60"/>
                </a:cxn>
                <a:cxn ang="0">
                  <a:pos x="29" y="76"/>
                </a:cxn>
                <a:cxn ang="0">
                  <a:pos x="41" y="80"/>
                </a:cxn>
                <a:cxn ang="0">
                  <a:pos x="57" y="76"/>
                </a:cxn>
                <a:cxn ang="0">
                  <a:pos x="29" y="0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1" name="Freeform 61"/>
            <p:cNvSpPr>
              <a:spLocks/>
            </p:cNvSpPr>
            <p:nvPr/>
          </p:nvSpPr>
          <p:spPr bwMode="invGray">
            <a:xfrm>
              <a:off x="3988" y="3100"/>
              <a:ext cx="111" cy="181"/>
            </a:xfrm>
            <a:custGeom>
              <a:avLst/>
              <a:gdLst/>
              <a:ahLst/>
              <a:cxnLst>
                <a:cxn ang="0">
                  <a:pos x="96" y="0"/>
                </a:cxn>
                <a:cxn ang="0">
                  <a:pos x="60" y="84"/>
                </a:cxn>
                <a:cxn ang="0">
                  <a:pos x="36" y="92"/>
                </a:cxn>
                <a:cxn ang="0">
                  <a:pos x="12" y="108"/>
                </a:cxn>
                <a:cxn ang="0">
                  <a:pos x="40" y="188"/>
                </a:cxn>
                <a:cxn ang="0">
                  <a:pos x="52" y="224"/>
                </a:cxn>
                <a:cxn ang="0">
                  <a:pos x="60" y="236"/>
                </a:cxn>
                <a:cxn ang="0">
                  <a:pos x="84" y="244"/>
                </a:cxn>
                <a:cxn ang="0">
                  <a:pos x="96" y="196"/>
                </a:cxn>
                <a:cxn ang="0">
                  <a:pos x="124" y="168"/>
                </a:cxn>
                <a:cxn ang="0">
                  <a:pos x="112" y="68"/>
                </a:cxn>
                <a:cxn ang="0">
                  <a:pos x="140" y="48"/>
                </a:cxn>
                <a:cxn ang="0">
                  <a:pos x="112" y="20"/>
                </a:cxn>
                <a:cxn ang="0">
                  <a:pos x="96" y="0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2" name="Freeform 62"/>
            <p:cNvSpPr>
              <a:spLocks/>
            </p:cNvSpPr>
            <p:nvPr/>
          </p:nvSpPr>
          <p:spPr bwMode="invGray">
            <a:xfrm>
              <a:off x="3894" y="3043"/>
              <a:ext cx="72" cy="137"/>
            </a:xfrm>
            <a:custGeom>
              <a:avLst/>
              <a:gdLst/>
              <a:ahLst/>
              <a:cxnLst>
                <a:cxn ang="0">
                  <a:pos x="48" y="2"/>
                </a:cxn>
                <a:cxn ang="0">
                  <a:pos x="51" y="35"/>
                </a:cxn>
                <a:cxn ang="0">
                  <a:pos x="60" y="62"/>
                </a:cxn>
                <a:cxn ang="0">
                  <a:pos x="62" y="92"/>
                </a:cxn>
                <a:cxn ang="0">
                  <a:pos x="68" y="105"/>
                </a:cxn>
                <a:cxn ang="0">
                  <a:pos x="71" y="126"/>
                </a:cxn>
                <a:cxn ang="0">
                  <a:pos x="57" y="93"/>
                </a:cxn>
                <a:cxn ang="0">
                  <a:pos x="35" y="78"/>
                </a:cxn>
                <a:cxn ang="0">
                  <a:pos x="5" y="83"/>
                </a:cxn>
                <a:cxn ang="0">
                  <a:pos x="8" y="102"/>
                </a:cxn>
                <a:cxn ang="0">
                  <a:pos x="41" y="114"/>
                </a:cxn>
                <a:cxn ang="0">
                  <a:pos x="57" y="135"/>
                </a:cxn>
                <a:cxn ang="0">
                  <a:pos x="71" y="135"/>
                </a:cxn>
                <a:cxn ang="0">
                  <a:pos x="78" y="150"/>
                </a:cxn>
                <a:cxn ang="0">
                  <a:pos x="96" y="179"/>
                </a:cxn>
                <a:cxn ang="0">
                  <a:pos x="81" y="126"/>
                </a:cxn>
                <a:cxn ang="0">
                  <a:pos x="80" y="93"/>
                </a:cxn>
                <a:cxn ang="0">
                  <a:pos x="71" y="63"/>
                </a:cxn>
                <a:cxn ang="0">
                  <a:pos x="63" y="41"/>
                </a:cxn>
                <a:cxn ang="0">
                  <a:pos x="57" y="20"/>
                </a:cxn>
                <a:cxn ang="0">
                  <a:pos x="48" y="2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3" name="Freeform 63"/>
            <p:cNvSpPr>
              <a:spLocks/>
            </p:cNvSpPr>
            <p:nvPr/>
          </p:nvSpPr>
          <p:spPr bwMode="invGray">
            <a:xfrm>
              <a:off x="3943" y="3153"/>
              <a:ext cx="40" cy="132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25"/>
                </a:cxn>
                <a:cxn ang="0">
                  <a:pos x="9" y="54"/>
                </a:cxn>
                <a:cxn ang="0">
                  <a:pos x="18" y="94"/>
                </a:cxn>
                <a:cxn ang="0">
                  <a:pos x="34" y="129"/>
                </a:cxn>
                <a:cxn ang="0">
                  <a:pos x="54" y="175"/>
                </a:cxn>
                <a:cxn ang="0">
                  <a:pos x="40" y="115"/>
                </a:cxn>
                <a:cxn ang="0">
                  <a:pos x="34" y="93"/>
                </a:cxn>
                <a:cxn ang="0">
                  <a:pos x="28" y="61"/>
                </a:cxn>
                <a:cxn ang="0">
                  <a:pos x="25" y="46"/>
                </a:cxn>
                <a:cxn ang="0">
                  <a:pos x="16" y="37"/>
                </a:cxn>
                <a:cxn ang="0">
                  <a:pos x="6" y="0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4" name="Freeform 64"/>
            <p:cNvSpPr>
              <a:spLocks/>
            </p:cNvSpPr>
            <p:nvPr/>
          </p:nvSpPr>
          <p:spPr bwMode="invGray">
            <a:xfrm>
              <a:off x="3988" y="3291"/>
              <a:ext cx="65" cy="5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8" y="34"/>
                </a:cxn>
                <a:cxn ang="0">
                  <a:pos x="23" y="43"/>
                </a:cxn>
                <a:cxn ang="0">
                  <a:pos x="48" y="49"/>
                </a:cxn>
                <a:cxn ang="0">
                  <a:pos x="62" y="57"/>
                </a:cxn>
                <a:cxn ang="0">
                  <a:pos x="74" y="66"/>
                </a:cxn>
                <a:cxn ang="0">
                  <a:pos x="86" y="69"/>
                </a:cxn>
                <a:cxn ang="0">
                  <a:pos x="72" y="39"/>
                </a:cxn>
                <a:cxn ang="0">
                  <a:pos x="63" y="22"/>
                </a:cxn>
                <a:cxn ang="0">
                  <a:pos x="36" y="24"/>
                </a:cxn>
                <a:cxn ang="0">
                  <a:pos x="24" y="19"/>
                </a:cxn>
                <a:cxn ang="0">
                  <a:pos x="6" y="0"/>
                </a:cxn>
                <a:cxn ang="0">
                  <a:pos x="2" y="0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5" name="Freeform 65"/>
            <p:cNvSpPr>
              <a:spLocks/>
            </p:cNvSpPr>
            <p:nvPr/>
          </p:nvSpPr>
          <p:spPr bwMode="invGray">
            <a:xfrm>
              <a:off x="4092" y="3195"/>
              <a:ext cx="86" cy="118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75" y="10"/>
                </a:cxn>
                <a:cxn ang="0">
                  <a:pos x="23" y="15"/>
                </a:cxn>
                <a:cxn ang="0">
                  <a:pos x="14" y="33"/>
                </a:cxn>
                <a:cxn ang="0">
                  <a:pos x="11" y="61"/>
                </a:cxn>
                <a:cxn ang="0">
                  <a:pos x="14" y="75"/>
                </a:cxn>
                <a:cxn ang="0">
                  <a:pos x="3" y="88"/>
                </a:cxn>
                <a:cxn ang="0">
                  <a:pos x="14" y="109"/>
                </a:cxn>
                <a:cxn ang="0">
                  <a:pos x="23" y="124"/>
                </a:cxn>
                <a:cxn ang="0">
                  <a:pos x="15" y="144"/>
                </a:cxn>
                <a:cxn ang="0">
                  <a:pos x="24" y="156"/>
                </a:cxn>
                <a:cxn ang="0">
                  <a:pos x="42" y="144"/>
                </a:cxn>
                <a:cxn ang="0">
                  <a:pos x="50" y="93"/>
                </a:cxn>
                <a:cxn ang="0">
                  <a:pos x="56" y="126"/>
                </a:cxn>
                <a:cxn ang="0">
                  <a:pos x="65" y="145"/>
                </a:cxn>
                <a:cxn ang="0">
                  <a:pos x="62" y="112"/>
                </a:cxn>
                <a:cxn ang="0">
                  <a:pos x="72" y="73"/>
                </a:cxn>
                <a:cxn ang="0">
                  <a:pos x="69" y="51"/>
                </a:cxn>
                <a:cxn ang="0">
                  <a:pos x="54" y="60"/>
                </a:cxn>
                <a:cxn ang="0">
                  <a:pos x="35" y="54"/>
                </a:cxn>
                <a:cxn ang="0">
                  <a:pos x="41" y="36"/>
                </a:cxn>
                <a:cxn ang="0">
                  <a:pos x="62" y="34"/>
                </a:cxn>
                <a:cxn ang="0">
                  <a:pos x="78" y="39"/>
                </a:cxn>
                <a:cxn ang="0">
                  <a:pos x="98" y="30"/>
                </a:cxn>
                <a:cxn ang="0">
                  <a:pos x="111" y="13"/>
                </a:cxn>
                <a:cxn ang="0">
                  <a:pos x="98" y="0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6" name="Freeform 66"/>
            <p:cNvSpPr>
              <a:spLocks/>
            </p:cNvSpPr>
            <p:nvPr/>
          </p:nvSpPr>
          <p:spPr bwMode="invGray">
            <a:xfrm>
              <a:off x="4064" y="2777"/>
              <a:ext cx="21" cy="70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0" y="16"/>
                </a:cxn>
                <a:cxn ang="0">
                  <a:pos x="6" y="37"/>
                </a:cxn>
                <a:cxn ang="0">
                  <a:pos x="1" y="61"/>
                </a:cxn>
                <a:cxn ang="0">
                  <a:pos x="16" y="94"/>
                </a:cxn>
                <a:cxn ang="0">
                  <a:pos x="30" y="82"/>
                </a:cxn>
                <a:cxn ang="0">
                  <a:pos x="22" y="61"/>
                </a:cxn>
                <a:cxn ang="0">
                  <a:pos x="12" y="0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7" name="Freeform 67"/>
            <p:cNvSpPr>
              <a:spLocks/>
            </p:cNvSpPr>
            <p:nvPr/>
          </p:nvSpPr>
          <p:spPr bwMode="invGray">
            <a:xfrm>
              <a:off x="4078" y="2896"/>
              <a:ext cx="61" cy="11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0" y="20"/>
                </a:cxn>
                <a:cxn ang="0">
                  <a:pos x="8" y="49"/>
                </a:cxn>
                <a:cxn ang="0">
                  <a:pos x="6" y="107"/>
                </a:cxn>
                <a:cxn ang="0">
                  <a:pos x="17" y="103"/>
                </a:cxn>
                <a:cxn ang="0">
                  <a:pos x="20" y="115"/>
                </a:cxn>
                <a:cxn ang="0">
                  <a:pos x="29" y="122"/>
                </a:cxn>
                <a:cxn ang="0">
                  <a:pos x="38" y="140"/>
                </a:cxn>
                <a:cxn ang="0">
                  <a:pos x="48" y="128"/>
                </a:cxn>
                <a:cxn ang="0">
                  <a:pos x="65" y="134"/>
                </a:cxn>
                <a:cxn ang="0">
                  <a:pos x="63" y="109"/>
                </a:cxn>
                <a:cxn ang="0">
                  <a:pos x="48" y="104"/>
                </a:cxn>
                <a:cxn ang="0">
                  <a:pos x="39" y="91"/>
                </a:cxn>
                <a:cxn ang="0">
                  <a:pos x="33" y="73"/>
                </a:cxn>
                <a:cxn ang="0">
                  <a:pos x="41" y="53"/>
                </a:cxn>
                <a:cxn ang="0">
                  <a:pos x="35" y="35"/>
                </a:cxn>
                <a:cxn ang="0">
                  <a:pos x="42" y="20"/>
                </a:cxn>
                <a:cxn ang="0">
                  <a:pos x="29" y="4"/>
                </a:cxn>
                <a:cxn ang="0">
                  <a:pos x="18" y="7"/>
                </a:cxn>
                <a:cxn ang="0">
                  <a:pos x="12" y="2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8" name="Freeform 68"/>
            <p:cNvSpPr>
              <a:spLocks/>
            </p:cNvSpPr>
            <p:nvPr/>
          </p:nvSpPr>
          <p:spPr bwMode="invGray">
            <a:xfrm>
              <a:off x="4121" y="3052"/>
              <a:ext cx="64" cy="79"/>
            </a:xfrm>
            <a:custGeom>
              <a:avLst/>
              <a:gdLst/>
              <a:ahLst/>
              <a:cxnLst>
                <a:cxn ang="0">
                  <a:pos x="52" y="0"/>
                </a:cxn>
                <a:cxn ang="0">
                  <a:pos x="44" y="18"/>
                </a:cxn>
                <a:cxn ang="0">
                  <a:pos x="32" y="30"/>
                </a:cxn>
                <a:cxn ang="0">
                  <a:pos x="16" y="35"/>
                </a:cxn>
                <a:cxn ang="0">
                  <a:pos x="8" y="48"/>
                </a:cxn>
                <a:cxn ang="0">
                  <a:pos x="4" y="74"/>
                </a:cxn>
                <a:cxn ang="0">
                  <a:pos x="13" y="71"/>
                </a:cxn>
                <a:cxn ang="0">
                  <a:pos x="25" y="62"/>
                </a:cxn>
                <a:cxn ang="0">
                  <a:pos x="34" y="69"/>
                </a:cxn>
                <a:cxn ang="0">
                  <a:pos x="58" y="99"/>
                </a:cxn>
                <a:cxn ang="0">
                  <a:pos x="71" y="72"/>
                </a:cxn>
                <a:cxn ang="0">
                  <a:pos x="85" y="68"/>
                </a:cxn>
                <a:cxn ang="0">
                  <a:pos x="74" y="39"/>
                </a:cxn>
                <a:cxn ang="0">
                  <a:pos x="52" y="0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9" name="Freeform 69"/>
            <p:cNvSpPr>
              <a:spLocks/>
            </p:cNvSpPr>
            <p:nvPr/>
          </p:nvSpPr>
          <p:spPr bwMode="invGray">
            <a:xfrm>
              <a:off x="4197" y="3193"/>
              <a:ext cx="29" cy="48"/>
            </a:xfrm>
            <a:custGeom>
              <a:avLst/>
              <a:gdLst/>
              <a:ahLst/>
              <a:cxnLst>
                <a:cxn ang="0">
                  <a:pos x="6" y="27"/>
                </a:cxn>
                <a:cxn ang="0">
                  <a:pos x="26" y="66"/>
                </a:cxn>
                <a:cxn ang="0">
                  <a:pos x="30" y="52"/>
                </a:cxn>
                <a:cxn ang="0">
                  <a:pos x="38" y="40"/>
                </a:cxn>
                <a:cxn ang="0">
                  <a:pos x="30" y="25"/>
                </a:cxn>
                <a:cxn ang="0">
                  <a:pos x="20" y="13"/>
                </a:cxn>
                <a:cxn ang="0">
                  <a:pos x="11" y="1"/>
                </a:cxn>
                <a:cxn ang="0">
                  <a:pos x="2" y="12"/>
                </a:cxn>
                <a:cxn ang="0">
                  <a:pos x="6" y="2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0" name="Freeform 70"/>
            <p:cNvSpPr>
              <a:spLocks/>
            </p:cNvSpPr>
            <p:nvPr/>
          </p:nvSpPr>
          <p:spPr bwMode="invGray">
            <a:xfrm>
              <a:off x="4181" y="3275"/>
              <a:ext cx="18" cy="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3"/>
                </a:cxn>
                <a:cxn ang="0">
                  <a:pos x="24" y="11"/>
                </a:cxn>
                <a:cxn ang="0">
                  <a:pos x="0" y="0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1" name="Freeform 71"/>
            <p:cNvSpPr>
              <a:spLocks/>
            </p:cNvSpPr>
            <p:nvPr/>
          </p:nvSpPr>
          <p:spPr bwMode="invGray">
            <a:xfrm>
              <a:off x="4208" y="3265"/>
              <a:ext cx="45" cy="39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8"/>
                </a:cxn>
                <a:cxn ang="0">
                  <a:pos x="28" y="33"/>
                </a:cxn>
                <a:cxn ang="0">
                  <a:pos x="42" y="46"/>
                </a:cxn>
                <a:cxn ang="0">
                  <a:pos x="60" y="42"/>
                </a:cxn>
                <a:cxn ang="0">
                  <a:pos x="49" y="24"/>
                </a:cxn>
                <a:cxn ang="0">
                  <a:pos x="28" y="3"/>
                </a:cxn>
                <a:cxn ang="0">
                  <a:pos x="19" y="16"/>
                </a:cxn>
                <a:cxn ang="0">
                  <a:pos x="9" y="0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2" name="Freeform 72"/>
            <p:cNvSpPr>
              <a:spLocks/>
            </p:cNvSpPr>
            <p:nvPr/>
          </p:nvSpPr>
          <p:spPr bwMode="invGray">
            <a:xfrm>
              <a:off x="4277" y="3335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3" name="Freeform 73"/>
            <p:cNvSpPr>
              <a:spLocks/>
            </p:cNvSpPr>
            <p:nvPr/>
          </p:nvSpPr>
          <p:spPr bwMode="invGray">
            <a:xfrm>
              <a:off x="4544" y="3293"/>
              <a:ext cx="46" cy="45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14"/>
                </a:cxn>
                <a:cxn ang="0">
                  <a:pos x="24" y="35"/>
                </a:cxn>
                <a:cxn ang="0">
                  <a:pos x="36" y="54"/>
                </a:cxn>
                <a:cxn ang="0">
                  <a:pos x="46" y="63"/>
                </a:cxn>
                <a:cxn ang="0">
                  <a:pos x="61" y="56"/>
                </a:cxn>
                <a:cxn ang="0">
                  <a:pos x="33" y="17"/>
                </a:cxn>
                <a:cxn ang="0">
                  <a:pos x="7" y="0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4" name="Freeform 74"/>
            <p:cNvSpPr>
              <a:spLocks/>
            </p:cNvSpPr>
            <p:nvPr/>
          </p:nvSpPr>
          <p:spPr bwMode="invGray">
            <a:xfrm>
              <a:off x="4147" y="3351"/>
              <a:ext cx="46" cy="49"/>
            </a:xfrm>
            <a:custGeom>
              <a:avLst/>
              <a:gdLst/>
              <a:ahLst/>
              <a:cxnLst>
                <a:cxn ang="0">
                  <a:pos x="28" y="7"/>
                </a:cxn>
                <a:cxn ang="0">
                  <a:pos x="30" y="34"/>
                </a:cxn>
                <a:cxn ang="0">
                  <a:pos x="16" y="43"/>
                </a:cxn>
                <a:cxn ang="0">
                  <a:pos x="22" y="67"/>
                </a:cxn>
                <a:cxn ang="0">
                  <a:pos x="48" y="58"/>
                </a:cxn>
                <a:cxn ang="0">
                  <a:pos x="60" y="47"/>
                </a:cxn>
                <a:cxn ang="0">
                  <a:pos x="51" y="28"/>
                </a:cxn>
                <a:cxn ang="0">
                  <a:pos x="57" y="14"/>
                </a:cxn>
                <a:cxn ang="0">
                  <a:pos x="55" y="2"/>
                </a:cxn>
                <a:cxn ang="0">
                  <a:pos x="46" y="4"/>
                </a:cxn>
                <a:cxn ang="0">
                  <a:pos x="51" y="5"/>
                </a:cxn>
                <a:cxn ang="0">
                  <a:pos x="49" y="16"/>
                </a:cxn>
                <a:cxn ang="0">
                  <a:pos x="43" y="23"/>
                </a:cxn>
                <a:cxn ang="0">
                  <a:pos x="28" y="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5" name="Freeform 75"/>
            <p:cNvSpPr>
              <a:spLocks/>
            </p:cNvSpPr>
            <p:nvPr/>
          </p:nvSpPr>
          <p:spPr bwMode="invGray">
            <a:xfrm>
              <a:off x="4098" y="3371"/>
              <a:ext cx="32" cy="27"/>
            </a:xfrm>
            <a:custGeom>
              <a:avLst/>
              <a:gdLst/>
              <a:ahLst/>
              <a:cxnLst>
                <a:cxn ang="0">
                  <a:pos x="21" y="3"/>
                </a:cxn>
                <a:cxn ang="0">
                  <a:pos x="6" y="6"/>
                </a:cxn>
                <a:cxn ang="0">
                  <a:pos x="33" y="36"/>
                </a:cxn>
                <a:cxn ang="0">
                  <a:pos x="42" y="30"/>
                </a:cxn>
                <a:cxn ang="0">
                  <a:pos x="21" y="3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6" name="Freeform 76"/>
            <p:cNvSpPr>
              <a:spLocks/>
            </p:cNvSpPr>
            <p:nvPr/>
          </p:nvSpPr>
          <p:spPr bwMode="invGray">
            <a:xfrm>
              <a:off x="4077" y="3342"/>
              <a:ext cx="24" cy="31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26"/>
                </a:cxn>
                <a:cxn ang="0">
                  <a:pos x="16" y="24"/>
                </a:cxn>
                <a:cxn ang="0">
                  <a:pos x="19" y="29"/>
                </a:cxn>
                <a:cxn ang="0">
                  <a:pos x="16" y="35"/>
                </a:cxn>
                <a:cxn ang="0">
                  <a:pos x="30" y="21"/>
                </a:cxn>
                <a:cxn ang="0">
                  <a:pos x="24" y="9"/>
                </a:cxn>
                <a:cxn ang="0">
                  <a:pos x="21" y="0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7" name="Freeform 77"/>
            <p:cNvSpPr>
              <a:spLocks/>
            </p:cNvSpPr>
            <p:nvPr/>
          </p:nvSpPr>
          <p:spPr bwMode="invGray">
            <a:xfrm>
              <a:off x="4111" y="3351"/>
              <a:ext cx="33" cy="26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7"/>
                </a:cxn>
                <a:cxn ang="0">
                  <a:pos x="27" y="31"/>
                </a:cxn>
                <a:cxn ang="0">
                  <a:pos x="45" y="24"/>
                </a:cxn>
                <a:cxn ang="0">
                  <a:pos x="22" y="10"/>
                </a:cxn>
                <a:cxn ang="0">
                  <a:pos x="21" y="0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8" name="Freeform 78"/>
            <p:cNvSpPr>
              <a:spLocks/>
            </p:cNvSpPr>
            <p:nvPr/>
          </p:nvSpPr>
          <p:spPr bwMode="invGray">
            <a:xfrm>
              <a:off x="4062" y="3021"/>
              <a:ext cx="27" cy="53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1" y="15"/>
                </a:cxn>
                <a:cxn ang="0">
                  <a:pos x="9" y="36"/>
                </a:cxn>
                <a:cxn ang="0">
                  <a:pos x="0" y="59"/>
                </a:cxn>
                <a:cxn ang="0">
                  <a:pos x="8" y="74"/>
                </a:cxn>
                <a:cxn ang="0">
                  <a:pos x="20" y="59"/>
                </a:cxn>
                <a:cxn ang="0">
                  <a:pos x="35" y="32"/>
                </a:cxn>
                <a:cxn ang="0">
                  <a:pos x="30" y="0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9" name="Freeform 79"/>
            <p:cNvSpPr>
              <a:spLocks/>
            </p:cNvSpPr>
            <p:nvPr/>
          </p:nvSpPr>
          <p:spPr bwMode="invGray">
            <a:xfrm>
              <a:off x="4113" y="3012"/>
              <a:ext cx="19" cy="53"/>
            </a:xfrm>
            <a:custGeom>
              <a:avLst/>
              <a:gdLst/>
              <a:ahLst/>
              <a:cxnLst>
                <a:cxn ang="0">
                  <a:pos x="13" y="7"/>
                </a:cxn>
                <a:cxn ang="0">
                  <a:pos x="4" y="8"/>
                </a:cxn>
                <a:cxn ang="0">
                  <a:pos x="0" y="22"/>
                </a:cxn>
                <a:cxn ang="0">
                  <a:pos x="15" y="41"/>
                </a:cxn>
                <a:cxn ang="0">
                  <a:pos x="25" y="56"/>
                </a:cxn>
                <a:cxn ang="0">
                  <a:pos x="16" y="20"/>
                </a:cxn>
                <a:cxn ang="0">
                  <a:pos x="13" y="7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0" name="Freeform 80"/>
            <p:cNvSpPr>
              <a:spLocks/>
            </p:cNvSpPr>
            <p:nvPr/>
          </p:nvSpPr>
          <p:spPr bwMode="invGray">
            <a:xfrm>
              <a:off x="4135" y="2995"/>
              <a:ext cx="9" cy="25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" y="10"/>
                </a:cxn>
                <a:cxn ang="0">
                  <a:pos x="11" y="25"/>
                </a:cxn>
                <a:cxn ang="0">
                  <a:pos x="11" y="0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1" name="Freeform 81"/>
            <p:cNvSpPr>
              <a:spLocks/>
            </p:cNvSpPr>
            <p:nvPr/>
          </p:nvSpPr>
          <p:spPr bwMode="invGray">
            <a:xfrm>
              <a:off x="4145" y="3007"/>
              <a:ext cx="21" cy="4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1" y="14"/>
                </a:cxn>
                <a:cxn ang="0">
                  <a:pos x="20" y="21"/>
                </a:cxn>
                <a:cxn ang="0">
                  <a:pos x="8" y="39"/>
                </a:cxn>
                <a:cxn ang="0">
                  <a:pos x="0" y="56"/>
                </a:cxn>
                <a:cxn ang="0">
                  <a:pos x="11" y="57"/>
                </a:cxn>
                <a:cxn ang="0">
                  <a:pos x="26" y="26"/>
                </a:cxn>
                <a:cxn ang="0">
                  <a:pos x="5" y="0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2" name="Freeform 82"/>
            <p:cNvSpPr>
              <a:spLocks/>
            </p:cNvSpPr>
            <p:nvPr/>
          </p:nvSpPr>
          <p:spPr bwMode="invGray">
            <a:xfrm>
              <a:off x="3876" y="3076"/>
              <a:ext cx="12" cy="27"/>
            </a:xfrm>
            <a:custGeom>
              <a:avLst/>
              <a:gdLst/>
              <a:ahLst/>
              <a:cxnLst>
                <a:cxn ang="0">
                  <a:pos x="14" y="3"/>
                </a:cxn>
                <a:cxn ang="0">
                  <a:pos x="0" y="7"/>
                </a:cxn>
                <a:cxn ang="0">
                  <a:pos x="8" y="22"/>
                </a:cxn>
                <a:cxn ang="0">
                  <a:pos x="14" y="3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3" name="Freeform 83"/>
            <p:cNvSpPr>
              <a:spLocks/>
            </p:cNvSpPr>
            <p:nvPr/>
          </p:nvSpPr>
          <p:spPr bwMode="invGray">
            <a:xfrm>
              <a:off x="3866" y="3052"/>
              <a:ext cx="10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4" name="Freeform 84"/>
            <p:cNvSpPr>
              <a:spLocks/>
            </p:cNvSpPr>
            <p:nvPr/>
          </p:nvSpPr>
          <p:spPr bwMode="invGray">
            <a:xfrm>
              <a:off x="3862" y="3036"/>
              <a:ext cx="12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0" y="10"/>
                </a:cxn>
                <a:cxn ang="0">
                  <a:pos x="12" y="19"/>
                </a:cxn>
                <a:cxn ang="0">
                  <a:pos x="10" y="5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5" name="Freeform 85"/>
            <p:cNvSpPr>
              <a:spLocks/>
            </p:cNvSpPr>
            <p:nvPr/>
          </p:nvSpPr>
          <p:spPr bwMode="invGray">
            <a:xfrm>
              <a:off x="3850" y="2995"/>
              <a:ext cx="11" cy="17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6" name="Freeform 86"/>
            <p:cNvSpPr>
              <a:spLocks/>
            </p:cNvSpPr>
            <p:nvPr/>
          </p:nvSpPr>
          <p:spPr bwMode="invGray">
            <a:xfrm>
              <a:off x="3852" y="3020"/>
              <a:ext cx="16" cy="13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9" y="18"/>
                </a:cxn>
                <a:cxn ang="0">
                  <a:pos x="14" y="6"/>
                </a:cxn>
                <a:cxn ang="0">
                  <a:pos x="13" y="0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7" name="Freeform 87"/>
            <p:cNvSpPr>
              <a:spLocks/>
            </p:cNvSpPr>
            <p:nvPr/>
          </p:nvSpPr>
          <p:spPr bwMode="invGray">
            <a:xfrm>
              <a:off x="4688" y="3643"/>
              <a:ext cx="45" cy="61"/>
            </a:xfrm>
            <a:custGeom>
              <a:avLst/>
              <a:gdLst/>
              <a:ahLst/>
              <a:cxnLst>
                <a:cxn ang="0">
                  <a:pos x="10" y="7"/>
                </a:cxn>
                <a:cxn ang="0">
                  <a:pos x="3" y="18"/>
                </a:cxn>
                <a:cxn ang="0">
                  <a:pos x="15" y="39"/>
                </a:cxn>
                <a:cxn ang="0">
                  <a:pos x="27" y="54"/>
                </a:cxn>
                <a:cxn ang="0">
                  <a:pos x="40" y="63"/>
                </a:cxn>
                <a:cxn ang="0">
                  <a:pos x="51" y="81"/>
                </a:cxn>
                <a:cxn ang="0">
                  <a:pos x="52" y="57"/>
                </a:cxn>
                <a:cxn ang="0">
                  <a:pos x="43" y="37"/>
                </a:cxn>
                <a:cxn ang="0">
                  <a:pos x="25" y="18"/>
                </a:cxn>
                <a:cxn ang="0">
                  <a:pos x="10" y="7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8" name="Freeform 88"/>
            <p:cNvSpPr>
              <a:spLocks/>
            </p:cNvSpPr>
            <p:nvPr/>
          </p:nvSpPr>
          <p:spPr bwMode="invGray">
            <a:xfrm>
              <a:off x="4919" y="3593"/>
              <a:ext cx="53" cy="47"/>
            </a:xfrm>
            <a:custGeom>
              <a:avLst/>
              <a:gdLst/>
              <a:ahLst/>
              <a:cxnLst>
                <a:cxn ang="0">
                  <a:pos x="28" y="23"/>
                </a:cxn>
                <a:cxn ang="0">
                  <a:pos x="13" y="32"/>
                </a:cxn>
                <a:cxn ang="0">
                  <a:pos x="1" y="44"/>
                </a:cxn>
                <a:cxn ang="0">
                  <a:pos x="13" y="59"/>
                </a:cxn>
                <a:cxn ang="0">
                  <a:pos x="28" y="44"/>
                </a:cxn>
                <a:cxn ang="0">
                  <a:pos x="40" y="23"/>
                </a:cxn>
                <a:cxn ang="0">
                  <a:pos x="55" y="0"/>
                </a:cxn>
                <a:cxn ang="0">
                  <a:pos x="71" y="11"/>
                </a:cxn>
                <a:cxn ang="0">
                  <a:pos x="35" y="23"/>
                </a:cxn>
                <a:cxn ang="0">
                  <a:pos x="28" y="23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9" name="Freeform 89"/>
            <p:cNvSpPr>
              <a:spLocks/>
            </p:cNvSpPr>
            <p:nvPr/>
          </p:nvSpPr>
          <p:spPr bwMode="invGray">
            <a:xfrm>
              <a:off x="4759" y="3569"/>
              <a:ext cx="17" cy="23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4"/>
                </a:cxn>
                <a:cxn ang="0">
                  <a:pos x="12" y="30"/>
                </a:cxn>
                <a:cxn ang="0">
                  <a:pos x="9" y="0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0" name="Freeform 90"/>
            <p:cNvSpPr>
              <a:spLocks/>
            </p:cNvSpPr>
            <p:nvPr/>
          </p:nvSpPr>
          <p:spPr bwMode="invGray">
            <a:xfrm>
              <a:off x="4751" y="3547"/>
              <a:ext cx="20" cy="17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0" y="14"/>
                </a:cxn>
                <a:cxn ang="0">
                  <a:pos x="21" y="20"/>
                </a:cxn>
                <a:cxn ang="0">
                  <a:pos x="19" y="0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1" name="Freeform 91"/>
            <p:cNvSpPr>
              <a:spLocks/>
            </p:cNvSpPr>
            <p:nvPr/>
          </p:nvSpPr>
          <p:spPr bwMode="invGray">
            <a:xfrm>
              <a:off x="4598" y="3351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2" name="Freeform 92"/>
            <p:cNvSpPr>
              <a:spLocks/>
            </p:cNvSpPr>
            <p:nvPr/>
          </p:nvSpPr>
          <p:spPr bwMode="invGray">
            <a:xfrm>
              <a:off x="4632" y="3395"/>
              <a:ext cx="26" cy="34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10" y="9"/>
                </a:cxn>
                <a:cxn ang="0">
                  <a:pos x="14" y="32"/>
                </a:cxn>
                <a:cxn ang="0">
                  <a:pos x="26" y="36"/>
                </a:cxn>
                <a:cxn ang="0">
                  <a:pos x="30" y="0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3" name="Freeform 93"/>
            <p:cNvSpPr>
              <a:spLocks/>
            </p:cNvSpPr>
            <p:nvPr/>
          </p:nvSpPr>
          <p:spPr bwMode="invGray">
            <a:xfrm>
              <a:off x="4659" y="3459"/>
              <a:ext cx="28" cy="28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4" y="25"/>
                </a:cxn>
                <a:cxn ang="0">
                  <a:pos x="26" y="29"/>
                </a:cxn>
                <a:cxn ang="0">
                  <a:pos x="34" y="2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4" name="Freeform 94"/>
            <p:cNvSpPr>
              <a:spLocks/>
            </p:cNvSpPr>
            <p:nvPr/>
          </p:nvSpPr>
          <p:spPr bwMode="invGray">
            <a:xfrm>
              <a:off x="4693" y="3448"/>
              <a:ext cx="28" cy="27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6" y="22"/>
                </a:cxn>
                <a:cxn ang="0">
                  <a:pos x="27" y="22"/>
                </a:cxn>
                <a:cxn ang="0">
                  <a:pos x="34" y="2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5" name="Freeform 95"/>
            <p:cNvSpPr>
              <a:spLocks/>
            </p:cNvSpPr>
            <p:nvPr/>
          </p:nvSpPr>
          <p:spPr bwMode="invGray">
            <a:xfrm>
              <a:off x="4683" y="3414"/>
              <a:ext cx="27" cy="19"/>
            </a:xfrm>
            <a:custGeom>
              <a:avLst/>
              <a:gdLst/>
              <a:ahLst/>
              <a:cxnLst>
                <a:cxn ang="0">
                  <a:pos x="31" y="1"/>
                </a:cxn>
                <a:cxn ang="0">
                  <a:pos x="10" y="2"/>
                </a:cxn>
                <a:cxn ang="0">
                  <a:pos x="13" y="15"/>
                </a:cxn>
                <a:cxn ang="0">
                  <a:pos x="25" y="19"/>
                </a:cxn>
                <a:cxn ang="0">
                  <a:pos x="31" y="1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6" name="Freeform 96"/>
            <p:cNvSpPr>
              <a:spLocks/>
            </p:cNvSpPr>
            <p:nvPr/>
          </p:nvSpPr>
          <p:spPr bwMode="invGray">
            <a:xfrm>
              <a:off x="4657" y="3388"/>
              <a:ext cx="26" cy="35"/>
            </a:xfrm>
            <a:custGeom>
              <a:avLst/>
              <a:gdLst/>
              <a:ahLst/>
              <a:cxnLst>
                <a:cxn ang="0">
                  <a:pos x="28" y="16"/>
                </a:cxn>
                <a:cxn ang="0">
                  <a:pos x="19" y="2"/>
                </a:cxn>
                <a:cxn ang="0">
                  <a:pos x="10" y="25"/>
                </a:cxn>
                <a:cxn ang="0">
                  <a:pos x="19" y="35"/>
                </a:cxn>
                <a:cxn ang="0">
                  <a:pos x="27" y="29"/>
                </a:cxn>
                <a:cxn ang="0">
                  <a:pos x="28" y="16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7" name="Freeform 97"/>
            <p:cNvSpPr>
              <a:spLocks/>
            </p:cNvSpPr>
            <p:nvPr/>
          </p:nvSpPr>
          <p:spPr bwMode="invGray">
            <a:xfrm>
              <a:off x="4625" y="3372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8" name="Freeform 98"/>
            <p:cNvSpPr>
              <a:spLocks/>
            </p:cNvSpPr>
            <p:nvPr/>
          </p:nvSpPr>
          <p:spPr bwMode="invGray">
            <a:xfrm>
              <a:off x="4665" y="3425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9" name="Freeform 99"/>
            <p:cNvSpPr>
              <a:spLocks/>
            </p:cNvSpPr>
            <p:nvPr/>
          </p:nvSpPr>
          <p:spPr bwMode="invGray">
            <a:xfrm>
              <a:off x="3055" y="2051"/>
              <a:ext cx="141" cy="109"/>
            </a:xfrm>
            <a:custGeom>
              <a:avLst/>
              <a:gdLst/>
              <a:ahLst/>
              <a:cxnLst>
                <a:cxn ang="0">
                  <a:pos x="171" y="4"/>
                </a:cxn>
                <a:cxn ang="0">
                  <a:pos x="185" y="4"/>
                </a:cxn>
                <a:cxn ang="0">
                  <a:pos x="189" y="16"/>
                </a:cxn>
                <a:cxn ang="0">
                  <a:pos x="187" y="24"/>
                </a:cxn>
                <a:cxn ang="0">
                  <a:pos x="131" y="44"/>
                </a:cxn>
                <a:cxn ang="0">
                  <a:pos x="109" y="58"/>
                </a:cxn>
                <a:cxn ang="0">
                  <a:pos x="97" y="62"/>
                </a:cxn>
                <a:cxn ang="0">
                  <a:pos x="71" y="82"/>
                </a:cxn>
                <a:cxn ang="0">
                  <a:pos x="75" y="92"/>
                </a:cxn>
                <a:cxn ang="0">
                  <a:pos x="83" y="116"/>
                </a:cxn>
                <a:cxn ang="0">
                  <a:pos x="107" y="126"/>
                </a:cxn>
                <a:cxn ang="0">
                  <a:pos x="93" y="140"/>
                </a:cxn>
                <a:cxn ang="0">
                  <a:pos x="83" y="130"/>
                </a:cxn>
                <a:cxn ang="0">
                  <a:pos x="71" y="134"/>
                </a:cxn>
                <a:cxn ang="0">
                  <a:pos x="21" y="122"/>
                </a:cxn>
                <a:cxn ang="0">
                  <a:pos x="19" y="106"/>
                </a:cxn>
                <a:cxn ang="0">
                  <a:pos x="47" y="90"/>
                </a:cxn>
                <a:cxn ang="0">
                  <a:pos x="51" y="76"/>
                </a:cxn>
                <a:cxn ang="0">
                  <a:pos x="47" y="64"/>
                </a:cxn>
                <a:cxn ang="0">
                  <a:pos x="73" y="46"/>
                </a:cxn>
                <a:cxn ang="0">
                  <a:pos x="97" y="36"/>
                </a:cxn>
                <a:cxn ang="0">
                  <a:pos x="113" y="24"/>
                </a:cxn>
                <a:cxn ang="0">
                  <a:pos x="171" y="4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0" name="Freeform 100"/>
            <p:cNvSpPr>
              <a:spLocks/>
            </p:cNvSpPr>
            <p:nvPr/>
          </p:nvSpPr>
          <p:spPr bwMode="invGray">
            <a:xfrm>
              <a:off x="3139" y="2155"/>
              <a:ext cx="39" cy="1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12" y="2"/>
                </a:cxn>
                <a:cxn ang="0">
                  <a:pos x="32" y="16"/>
                </a:cxn>
                <a:cxn ang="0">
                  <a:pos x="44" y="14"/>
                </a:cxn>
                <a:cxn ang="0">
                  <a:pos x="24" y="0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1" name="Freeform 101"/>
            <p:cNvSpPr>
              <a:spLocks/>
            </p:cNvSpPr>
            <p:nvPr/>
          </p:nvSpPr>
          <p:spPr bwMode="invGray">
            <a:xfrm>
              <a:off x="3344" y="1998"/>
              <a:ext cx="42" cy="28"/>
            </a:xfrm>
            <a:custGeom>
              <a:avLst/>
              <a:gdLst/>
              <a:ahLst/>
              <a:cxnLst>
                <a:cxn ang="0">
                  <a:pos x="57" y="4"/>
                </a:cxn>
                <a:cxn ang="0">
                  <a:pos x="25" y="24"/>
                </a:cxn>
                <a:cxn ang="0">
                  <a:pos x="11" y="34"/>
                </a:cxn>
                <a:cxn ang="0">
                  <a:pos x="9" y="4"/>
                </a:cxn>
                <a:cxn ang="0">
                  <a:pos x="21" y="0"/>
                </a:cxn>
                <a:cxn ang="0">
                  <a:pos x="57" y="4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2" name="Freeform 102"/>
            <p:cNvSpPr>
              <a:spLocks/>
            </p:cNvSpPr>
            <p:nvPr/>
          </p:nvSpPr>
          <p:spPr bwMode="invGray">
            <a:xfrm>
              <a:off x="3374" y="2012"/>
              <a:ext cx="50" cy="1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11" y="6"/>
                </a:cxn>
                <a:cxn ang="0">
                  <a:pos x="57" y="26"/>
                </a:cxn>
                <a:cxn ang="0">
                  <a:pos x="63" y="24"/>
                </a:cxn>
                <a:cxn ang="0">
                  <a:pos x="29" y="0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3" name="Freeform 103"/>
            <p:cNvSpPr>
              <a:spLocks/>
            </p:cNvSpPr>
            <p:nvPr/>
          </p:nvSpPr>
          <p:spPr bwMode="invGray">
            <a:xfrm>
              <a:off x="3428" y="2014"/>
              <a:ext cx="50" cy="31"/>
            </a:xfrm>
            <a:custGeom>
              <a:avLst/>
              <a:gdLst/>
              <a:ahLst/>
              <a:cxnLst>
                <a:cxn ang="0">
                  <a:pos x="50" y="9"/>
                </a:cxn>
                <a:cxn ang="0">
                  <a:pos x="26" y="9"/>
                </a:cxn>
                <a:cxn ang="0">
                  <a:pos x="10" y="9"/>
                </a:cxn>
                <a:cxn ang="0">
                  <a:pos x="8" y="35"/>
                </a:cxn>
                <a:cxn ang="0">
                  <a:pos x="32" y="43"/>
                </a:cxn>
                <a:cxn ang="0">
                  <a:pos x="62" y="27"/>
                </a:cxn>
                <a:cxn ang="0">
                  <a:pos x="50" y="9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4" name="Freeform 104"/>
            <p:cNvSpPr>
              <a:spLocks/>
            </p:cNvSpPr>
            <p:nvPr/>
          </p:nvSpPr>
          <p:spPr bwMode="invGray">
            <a:xfrm>
              <a:off x="3777" y="2042"/>
              <a:ext cx="88" cy="31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8" y="16"/>
                </a:cxn>
                <a:cxn ang="0">
                  <a:pos x="50" y="30"/>
                </a:cxn>
                <a:cxn ang="0">
                  <a:pos x="76" y="36"/>
                </a:cxn>
                <a:cxn ang="0">
                  <a:pos x="112" y="22"/>
                </a:cxn>
                <a:cxn ang="0">
                  <a:pos x="78" y="4"/>
                </a:cxn>
                <a:cxn ang="0">
                  <a:pos x="14" y="0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5" name="Freeform 105"/>
            <p:cNvSpPr>
              <a:spLocks/>
            </p:cNvSpPr>
            <p:nvPr/>
          </p:nvSpPr>
          <p:spPr bwMode="invGray">
            <a:xfrm>
              <a:off x="3867" y="2042"/>
              <a:ext cx="44" cy="26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62" y="10"/>
                </a:cxn>
                <a:cxn ang="0">
                  <a:pos x="30" y="32"/>
                </a:cxn>
                <a:cxn ang="0">
                  <a:pos x="6" y="22"/>
                </a:cxn>
                <a:cxn ang="0">
                  <a:pos x="32" y="4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6" name="Freeform 106"/>
            <p:cNvSpPr>
              <a:spLocks/>
            </p:cNvSpPr>
            <p:nvPr/>
          </p:nvSpPr>
          <p:spPr bwMode="invGray">
            <a:xfrm>
              <a:off x="3846" y="2070"/>
              <a:ext cx="37" cy="17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6" y="5"/>
                </a:cxn>
                <a:cxn ang="0">
                  <a:pos x="38" y="23"/>
                </a:cxn>
                <a:cxn ang="0">
                  <a:pos x="20" y="1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7" name="Freeform 107"/>
            <p:cNvSpPr>
              <a:spLocks/>
            </p:cNvSpPr>
            <p:nvPr/>
          </p:nvSpPr>
          <p:spPr bwMode="invGray">
            <a:xfrm>
              <a:off x="4098" y="2294"/>
              <a:ext cx="74" cy="114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8"/>
                </a:cxn>
                <a:cxn ang="0">
                  <a:pos x="14" y="42"/>
                </a:cxn>
                <a:cxn ang="0">
                  <a:pos x="32" y="72"/>
                </a:cxn>
                <a:cxn ang="0">
                  <a:pos x="36" y="104"/>
                </a:cxn>
                <a:cxn ang="0">
                  <a:pos x="80" y="152"/>
                </a:cxn>
                <a:cxn ang="0">
                  <a:pos x="86" y="124"/>
                </a:cxn>
                <a:cxn ang="0">
                  <a:pos x="74" y="102"/>
                </a:cxn>
                <a:cxn ang="0">
                  <a:pos x="62" y="92"/>
                </a:cxn>
                <a:cxn ang="0">
                  <a:pos x="52" y="74"/>
                </a:cxn>
                <a:cxn ang="0">
                  <a:pos x="42" y="44"/>
                </a:cxn>
                <a:cxn ang="0">
                  <a:pos x="4" y="12"/>
                </a:cxn>
                <a:cxn ang="0">
                  <a:pos x="6" y="0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8" name="Freeform 108"/>
            <p:cNvSpPr>
              <a:spLocks/>
            </p:cNvSpPr>
            <p:nvPr/>
          </p:nvSpPr>
          <p:spPr bwMode="invGray">
            <a:xfrm>
              <a:off x="4159" y="2412"/>
              <a:ext cx="55" cy="80"/>
            </a:xfrm>
            <a:custGeom>
              <a:avLst/>
              <a:gdLst/>
              <a:ahLst/>
              <a:cxnLst>
                <a:cxn ang="0">
                  <a:pos x="64" y="22"/>
                </a:cxn>
                <a:cxn ang="0">
                  <a:pos x="74" y="40"/>
                </a:cxn>
                <a:cxn ang="0">
                  <a:pos x="30" y="84"/>
                </a:cxn>
                <a:cxn ang="0">
                  <a:pos x="32" y="100"/>
                </a:cxn>
                <a:cxn ang="0">
                  <a:pos x="20" y="94"/>
                </a:cxn>
                <a:cxn ang="0">
                  <a:pos x="6" y="84"/>
                </a:cxn>
                <a:cxn ang="0">
                  <a:pos x="0" y="82"/>
                </a:cxn>
                <a:cxn ang="0">
                  <a:pos x="10" y="58"/>
                </a:cxn>
                <a:cxn ang="0">
                  <a:pos x="12" y="52"/>
                </a:cxn>
                <a:cxn ang="0">
                  <a:pos x="2" y="24"/>
                </a:cxn>
                <a:cxn ang="0">
                  <a:pos x="4" y="14"/>
                </a:cxn>
                <a:cxn ang="0">
                  <a:pos x="26" y="22"/>
                </a:cxn>
                <a:cxn ang="0">
                  <a:pos x="36" y="36"/>
                </a:cxn>
                <a:cxn ang="0">
                  <a:pos x="64" y="22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9" name="Freeform 109"/>
            <p:cNvSpPr>
              <a:spLocks/>
            </p:cNvSpPr>
            <p:nvPr/>
          </p:nvSpPr>
          <p:spPr bwMode="invGray">
            <a:xfrm>
              <a:off x="4123" y="2492"/>
              <a:ext cx="109" cy="192"/>
            </a:xfrm>
            <a:custGeom>
              <a:avLst/>
              <a:gdLst/>
              <a:ahLst/>
              <a:cxnLst>
                <a:cxn ang="0">
                  <a:pos x="82" y="100"/>
                </a:cxn>
                <a:cxn ang="0">
                  <a:pos x="66" y="106"/>
                </a:cxn>
                <a:cxn ang="0">
                  <a:pos x="64" y="132"/>
                </a:cxn>
                <a:cxn ang="0">
                  <a:pos x="22" y="146"/>
                </a:cxn>
                <a:cxn ang="0">
                  <a:pos x="8" y="168"/>
                </a:cxn>
                <a:cxn ang="0">
                  <a:pos x="20" y="182"/>
                </a:cxn>
                <a:cxn ang="0">
                  <a:pos x="8" y="198"/>
                </a:cxn>
                <a:cxn ang="0">
                  <a:pos x="24" y="252"/>
                </a:cxn>
                <a:cxn ang="0">
                  <a:pos x="28" y="214"/>
                </a:cxn>
                <a:cxn ang="0">
                  <a:pos x="22" y="192"/>
                </a:cxn>
                <a:cxn ang="0">
                  <a:pos x="42" y="176"/>
                </a:cxn>
                <a:cxn ang="0">
                  <a:pos x="52" y="158"/>
                </a:cxn>
                <a:cxn ang="0">
                  <a:pos x="66" y="174"/>
                </a:cxn>
                <a:cxn ang="0">
                  <a:pos x="44" y="190"/>
                </a:cxn>
                <a:cxn ang="0">
                  <a:pos x="56" y="200"/>
                </a:cxn>
                <a:cxn ang="0">
                  <a:pos x="68" y="178"/>
                </a:cxn>
                <a:cxn ang="0">
                  <a:pos x="84" y="184"/>
                </a:cxn>
                <a:cxn ang="0">
                  <a:pos x="104" y="148"/>
                </a:cxn>
                <a:cxn ang="0">
                  <a:pos x="114" y="156"/>
                </a:cxn>
                <a:cxn ang="0">
                  <a:pos x="136" y="148"/>
                </a:cxn>
                <a:cxn ang="0">
                  <a:pos x="146" y="130"/>
                </a:cxn>
                <a:cxn ang="0">
                  <a:pos x="142" y="110"/>
                </a:cxn>
                <a:cxn ang="0">
                  <a:pos x="134" y="98"/>
                </a:cxn>
                <a:cxn ang="0">
                  <a:pos x="122" y="40"/>
                </a:cxn>
                <a:cxn ang="0">
                  <a:pos x="94" y="0"/>
                </a:cxn>
                <a:cxn ang="0">
                  <a:pos x="78" y="12"/>
                </a:cxn>
                <a:cxn ang="0">
                  <a:pos x="96" y="34"/>
                </a:cxn>
                <a:cxn ang="0">
                  <a:pos x="96" y="64"/>
                </a:cxn>
                <a:cxn ang="0">
                  <a:pos x="82" y="100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0" name="Freeform 110"/>
            <p:cNvSpPr>
              <a:spLocks/>
            </p:cNvSpPr>
            <p:nvPr/>
          </p:nvSpPr>
          <p:spPr bwMode="invGray">
            <a:xfrm>
              <a:off x="3062" y="1989"/>
              <a:ext cx="50" cy="31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65" y="20"/>
                </a:cxn>
                <a:cxn ang="0">
                  <a:pos x="41" y="24"/>
                </a:cxn>
                <a:cxn ang="0">
                  <a:pos x="31" y="40"/>
                </a:cxn>
                <a:cxn ang="0">
                  <a:pos x="7" y="38"/>
                </a:cxn>
                <a:cxn ang="0">
                  <a:pos x="1" y="36"/>
                </a:cxn>
                <a:cxn ang="0">
                  <a:pos x="33" y="20"/>
                </a:cxn>
                <a:cxn ang="0">
                  <a:pos x="59" y="0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1" name="Freeform 111"/>
            <p:cNvSpPr>
              <a:spLocks/>
            </p:cNvSpPr>
            <p:nvPr/>
          </p:nvSpPr>
          <p:spPr bwMode="invGray">
            <a:xfrm>
              <a:off x="2955" y="1998"/>
              <a:ext cx="19" cy="22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0" y="18"/>
                </a:cxn>
                <a:cxn ang="0">
                  <a:pos x="18" y="26"/>
                </a:cxn>
                <a:cxn ang="0">
                  <a:pos x="18" y="0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2" name="Freeform 112"/>
            <p:cNvSpPr>
              <a:spLocks/>
            </p:cNvSpPr>
            <p:nvPr/>
          </p:nvSpPr>
          <p:spPr bwMode="invGray">
            <a:xfrm>
              <a:off x="2979" y="1996"/>
              <a:ext cx="37" cy="27"/>
            </a:xfrm>
            <a:custGeom>
              <a:avLst/>
              <a:gdLst/>
              <a:ahLst/>
              <a:cxnLst>
                <a:cxn ang="0">
                  <a:pos x="14" y="6"/>
                </a:cxn>
                <a:cxn ang="0">
                  <a:pos x="0" y="18"/>
                </a:cxn>
                <a:cxn ang="0">
                  <a:pos x="6" y="32"/>
                </a:cxn>
                <a:cxn ang="0">
                  <a:pos x="18" y="36"/>
                </a:cxn>
                <a:cxn ang="0">
                  <a:pos x="40" y="26"/>
                </a:cxn>
                <a:cxn ang="0">
                  <a:pos x="14" y="6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3" name="Freeform 113"/>
            <p:cNvSpPr>
              <a:spLocks/>
            </p:cNvSpPr>
            <p:nvPr/>
          </p:nvSpPr>
          <p:spPr bwMode="invGray">
            <a:xfrm>
              <a:off x="3040" y="1987"/>
              <a:ext cx="20" cy="1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3" y="12"/>
                </a:cxn>
                <a:cxn ang="0">
                  <a:pos x="19" y="22"/>
                </a:cxn>
                <a:cxn ang="0">
                  <a:pos x="11" y="0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4" name="Freeform 114"/>
            <p:cNvSpPr>
              <a:spLocks/>
            </p:cNvSpPr>
            <p:nvPr/>
          </p:nvSpPr>
          <p:spPr bwMode="invGray">
            <a:xfrm>
              <a:off x="3022" y="2005"/>
              <a:ext cx="15" cy="13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9" y="18"/>
                </a:cxn>
                <a:cxn ang="0">
                  <a:pos x="11" y="0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5" name="Freeform 115"/>
            <p:cNvSpPr>
              <a:spLocks/>
            </p:cNvSpPr>
            <p:nvPr/>
          </p:nvSpPr>
          <p:spPr bwMode="invGray">
            <a:xfrm>
              <a:off x="4162" y="2021"/>
              <a:ext cx="18" cy="3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8" y="16"/>
                </a:cxn>
                <a:cxn ang="0">
                  <a:pos x="0" y="34"/>
                </a:cxn>
                <a:cxn ang="0">
                  <a:pos x="16" y="40"/>
                </a:cxn>
                <a:cxn ang="0">
                  <a:pos x="24" y="0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6" name="Freeform 116"/>
            <p:cNvSpPr>
              <a:spLocks/>
            </p:cNvSpPr>
            <p:nvPr/>
          </p:nvSpPr>
          <p:spPr bwMode="invGray">
            <a:xfrm>
              <a:off x="3278" y="3473"/>
              <a:ext cx="31" cy="16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6" y="24"/>
                </a:cxn>
                <a:cxn ang="0">
                  <a:pos x="30" y="0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7" name="Freeform 117"/>
            <p:cNvSpPr>
              <a:spLocks/>
            </p:cNvSpPr>
            <p:nvPr/>
          </p:nvSpPr>
          <p:spPr bwMode="invGray">
            <a:xfrm>
              <a:off x="3318" y="3467"/>
              <a:ext cx="10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8" name="Freeform 118"/>
            <p:cNvSpPr>
              <a:spLocks/>
            </p:cNvSpPr>
            <p:nvPr/>
          </p:nvSpPr>
          <p:spPr bwMode="invGray">
            <a:xfrm>
              <a:off x="3251" y="3311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9" name="Freeform 119"/>
            <p:cNvSpPr>
              <a:spLocks/>
            </p:cNvSpPr>
            <p:nvPr/>
          </p:nvSpPr>
          <p:spPr bwMode="invGray">
            <a:xfrm>
              <a:off x="3311" y="3239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0" name="Freeform 120"/>
            <p:cNvSpPr>
              <a:spLocks/>
            </p:cNvSpPr>
            <p:nvPr/>
          </p:nvSpPr>
          <p:spPr bwMode="invGray">
            <a:xfrm>
              <a:off x="3287" y="3237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1" name="Freeform 121"/>
            <p:cNvSpPr>
              <a:spLocks/>
            </p:cNvSpPr>
            <p:nvPr/>
          </p:nvSpPr>
          <p:spPr bwMode="invGray">
            <a:xfrm>
              <a:off x="3276" y="3259"/>
              <a:ext cx="9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2" name="Freeform 122"/>
            <p:cNvSpPr>
              <a:spLocks/>
            </p:cNvSpPr>
            <p:nvPr/>
          </p:nvSpPr>
          <p:spPr bwMode="invGray">
            <a:xfrm>
              <a:off x="3251" y="3294"/>
              <a:ext cx="9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3" name="Freeform 123"/>
            <p:cNvSpPr>
              <a:spLocks/>
            </p:cNvSpPr>
            <p:nvPr/>
          </p:nvSpPr>
          <p:spPr bwMode="invGray">
            <a:xfrm>
              <a:off x="3270" y="3282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4" name="Freeform 124"/>
            <p:cNvSpPr>
              <a:spLocks/>
            </p:cNvSpPr>
            <p:nvPr/>
          </p:nvSpPr>
          <p:spPr bwMode="invGray">
            <a:xfrm>
              <a:off x="2537" y="2293"/>
              <a:ext cx="10" cy="17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5" name="Freeform 125"/>
            <p:cNvSpPr>
              <a:spLocks/>
            </p:cNvSpPr>
            <p:nvPr/>
          </p:nvSpPr>
          <p:spPr bwMode="invGray">
            <a:xfrm>
              <a:off x="2476" y="2258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6" name="Freeform 126"/>
            <p:cNvSpPr>
              <a:spLocks/>
            </p:cNvSpPr>
            <p:nvPr/>
          </p:nvSpPr>
          <p:spPr bwMode="invGray">
            <a:xfrm>
              <a:off x="2238" y="2042"/>
              <a:ext cx="2059" cy="1645"/>
            </a:xfrm>
            <a:custGeom>
              <a:avLst/>
              <a:gdLst/>
              <a:ahLst/>
              <a:cxnLst>
                <a:cxn ang="0">
                  <a:pos x="452" y="653"/>
                </a:cxn>
                <a:cxn ang="0">
                  <a:pos x="333" y="595"/>
                </a:cxn>
                <a:cxn ang="0">
                  <a:pos x="158" y="645"/>
                </a:cxn>
                <a:cxn ang="0">
                  <a:pos x="46" y="759"/>
                </a:cxn>
                <a:cxn ang="0">
                  <a:pos x="12" y="941"/>
                </a:cxn>
                <a:cxn ang="0">
                  <a:pos x="146" y="1059"/>
                </a:cxn>
                <a:cxn ang="0">
                  <a:pos x="308" y="1041"/>
                </a:cxn>
                <a:cxn ang="0">
                  <a:pos x="396" y="1138"/>
                </a:cxn>
                <a:cxn ang="0">
                  <a:pos x="452" y="1447"/>
                </a:cxn>
                <a:cxn ang="0">
                  <a:pos x="497" y="1628"/>
                </a:cxn>
                <a:cxn ang="0">
                  <a:pos x="704" y="1574"/>
                </a:cxn>
                <a:cxn ang="0">
                  <a:pos x="817" y="1380"/>
                </a:cxn>
                <a:cxn ang="0">
                  <a:pos x="885" y="1153"/>
                </a:cxn>
                <a:cxn ang="0">
                  <a:pos x="998" y="999"/>
                </a:cxn>
                <a:cxn ang="0">
                  <a:pos x="796" y="856"/>
                </a:cxn>
                <a:cxn ang="0">
                  <a:pos x="817" y="819"/>
                </a:cxn>
                <a:cxn ang="0">
                  <a:pos x="1003" y="916"/>
                </a:cxn>
                <a:cxn ang="0">
                  <a:pos x="1098" y="792"/>
                </a:cxn>
                <a:cxn ang="0">
                  <a:pos x="1046" y="763"/>
                </a:cxn>
                <a:cxn ang="0">
                  <a:pos x="929" y="716"/>
                </a:cxn>
                <a:cxn ang="0">
                  <a:pos x="1141" y="761"/>
                </a:cxn>
                <a:cxn ang="0">
                  <a:pos x="1296" y="852"/>
                </a:cxn>
                <a:cxn ang="0">
                  <a:pos x="1373" y="1033"/>
                </a:cxn>
                <a:cxn ang="0">
                  <a:pos x="1608" y="847"/>
                </a:cxn>
                <a:cxn ang="0">
                  <a:pos x="1704" y="1030"/>
                </a:cxn>
                <a:cxn ang="0">
                  <a:pos x="1707" y="874"/>
                </a:cxn>
                <a:cxn ang="0">
                  <a:pos x="1759" y="800"/>
                </a:cxn>
                <a:cxn ang="0">
                  <a:pos x="1783" y="544"/>
                </a:cxn>
                <a:cxn ang="0">
                  <a:pos x="1824" y="528"/>
                </a:cxn>
                <a:cxn ang="0">
                  <a:pos x="1844" y="427"/>
                </a:cxn>
                <a:cxn ang="0">
                  <a:pos x="1805" y="226"/>
                </a:cxn>
                <a:cxn ang="0">
                  <a:pos x="1899" y="108"/>
                </a:cxn>
                <a:cxn ang="0">
                  <a:pos x="1947" y="209"/>
                </a:cxn>
                <a:cxn ang="0">
                  <a:pos x="1943" y="123"/>
                </a:cxn>
                <a:cxn ang="0">
                  <a:pos x="1975" y="51"/>
                </a:cxn>
                <a:cxn ang="0">
                  <a:pos x="2038" y="0"/>
                </a:cxn>
                <a:cxn ang="0">
                  <a:pos x="1820" y="63"/>
                </a:cxn>
                <a:cxn ang="0">
                  <a:pos x="1583" y="83"/>
                </a:cxn>
                <a:cxn ang="0">
                  <a:pos x="1349" y="30"/>
                </a:cxn>
                <a:cxn ang="0">
                  <a:pos x="1132" y="65"/>
                </a:cxn>
                <a:cxn ang="0">
                  <a:pos x="1040" y="170"/>
                </a:cxn>
                <a:cxn ang="0">
                  <a:pos x="926" y="137"/>
                </a:cxn>
                <a:cxn ang="0">
                  <a:pos x="758" y="183"/>
                </a:cxn>
                <a:cxn ang="0">
                  <a:pos x="667" y="140"/>
                </a:cxn>
                <a:cxn ang="0">
                  <a:pos x="364" y="248"/>
                </a:cxn>
                <a:cxn ang="0">
                  <a:pos x="535" y="213"/>
                </a:cxn>
                <a:cxn ang="0">
                  <a:pos x="638" y="276"/>
                </a:cxn>
                <a:cxn ang="0">
                  <a:pos x="443" y="357"/>
                </a:cxn>
                <a:cxn ang="0">
                  <a:pos x="275" y="416"/>
                </a:cxn>
                <a:cxn ang="0">
                  <a:pos x="167" y="537"/>
                </a:cxn>
                <a:cxn ang="0">
                  <a:pos x="283" y="552"/>
                </a:cxn>
                <a:cxn ang="0">
                  <a:pos x="381" y="573"/>
                </a:cxn>
                <a:cxn ang="0">
                  <a:pos x="493" y="590"/>
                </a:cxn>
                <a:cxn ang="0">
                  <a:pos x="487" y="512"/>
                </a:cxn>
                <a:cxn ang="0">
                  <a:pos x="592" y="548"/>
                </a:cxn>
                <a:cxn ang="0">
                  <a:pos x="686" y="470"/>
                </a:cxn>
                <a:cxn ang="0">
                  <a:pos x="772" y="480"/>
                </a:cxn>
                <a:cxn ang="0">
                  <a:pos x="639" y="598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</p:grpSp>
      <p:sp>
        <p:nvSpPr>
          <p:cNvPr id="120" name="Line 136"/>
          <p:cNvSpPr>
            <a:spLocks noChangeShapeType="1"/>
          </p:cNvSpPr>
          <p:nvPr/>
        </p:nvSpPr>
        <p:spPr bwMode="auto">
          <a:xfrm>
            <a:off x="46551" y="688504"/>
            <a:ext cx="8919343" cy="0"/>
          </a:xfrm>
          <a:prstGeom prst="line">
            <a:avLst/>
          </a:prstGeom>
          <a:noFill/>
          <a:ln w="44450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3332">
              <a:solidFill>
                <a:prstClr val="black"/>
              </a:solidFill>
            </a:endParaRPr>
          </a:p>
        </p:txBody>
      </p:sp>
      <p:sp>
        <p:nvSpPr>
          <p:cNvPr id="121" name="Rectangle 135"/>
          <p:cNvSpPr>
            <a:spLocks noChangeArrowheads="1"/>
          </p:cNvSpPr>
          <p:nvPr/>
        </p:nvSpPr>
        <p:spPr bwMode="auto">
          <a:xfrm>
            <a:off x="8892127" y="609141"/>
            <a:ext cx="1763941" cy="1555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zh-CN" altLang="en-US" sz="3200">
              <a:solidFill>
                <a:prstClr val="black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915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96" r:id="rId1"/>
    <p:sldLayoutId id="2147484997" r:id="rId2"/>
    <p:sldLayoutId id="2147484998" r:id="rId3"/>
    <p:sldLayoutId id="2147484999" r:id="rId4"/>
    <p:sldLayoutId id="2147485000" r:id="rId5"/>
    <p:sldLayoutId id="2147485001" r:id="rId6"/>
    <p:sldLayoutId id="2147485002" r:id="rId7"/>
    <p:sldLayoutId id="2147485003" r:id="rId8"/>
    <p:sldLayoutId id="2147485004" r:id="rId9"/>
    <p:sldLayoutId id="2147485005" r:id="rId10"/>
    <p:sldLayoutId id="2147485006" r:id="rId11"/>
    <p:sldLayoutId id="2147485007" r:id="rId12"/>
    <p:sldLayoutId id="2147485008" r:id="rId13"/>
    <p:sldLayoutId id="2147485009" r:id="rId14"/>
    <p:sldLayoutId id="2147485010" r:id="rId15"/>
    <p:sldLayoutId id="2147485011" r:id="rId16"/>
    <p:sldLayoutId id="2147485012" r:id="rId17"/>
  </p:sldLayoutIdLst>
  <p:txStyles>
    <p:titleStyle>
      <a:lvl1pPr algn="ctr" defTabSz="1219008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7" indent="-457127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445" indent="-380940" algn="l" defTabSz="1219008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761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264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2769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272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1777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282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0785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03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08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512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016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521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025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529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034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7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4823" y="9966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40"/>
            <a:ext cx="7879080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9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9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0778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45" r:id="rId1"/>
    <p:sldLayoutId id="2147485046" r:id="rId2"/>
    <p:sldLayoutId id="2147485047" r:id="rId3"/>
    <p:sldLayoutId id="2147485048" r:id="rId4"/>
    <p:sldLayoutId id="2147485049" r:id="rId5"/>
    <p:sldLayoutId id="2147485050" r:id="rId6"/>
    <p:sldLayoutId id="2147485051" r:id="rId7"/>
    <p:sldLayoutId id="2147485052" r:id="rId8"/>
    <p:sldLayoutId id="2147485053" r:id="rId9"/>
    <p:sldLayoutId id="2147485054" r:id="rId10"/>
    <p:sldLayoutId id="2147485055" r:id="rId11"/>
    <p:sldLayoutId id="2147485056" r:id="rId12"/>
    <p:sldLayoutId id="2147485057" r:id="rId13"/>
    <p:sldLayoutId id="2147485058" r:id="rId14"/>
    <p:sldLayoutId id="2147485059" r:id="rId15"/>
    <p:sldLayoutId id="2147485060" r:id="rId16"/>
    <p:sldLayoutId id="2147485061" r:id="rId17"/>
    <p:sldLayoutId id="2147485062" r:id="rId18"/>
    <p:sldLayoutId id="2147485063" r:id="rId19"/>
    <p:sldLayoutId id="2147485064" r:id="rId20"/>
    <p:sldLayoutId id="2147485065" r:id="rId21"/>
    <p:sldLayoutId id="2147485066" r:id="rId22"/>
    <p:sldLayoutId id="2147485067" r:id="rId23"/>
    <p:sldLayoutId id="2147485068" r:id="rId24"/>
    <p:sldLayoutId id="2147485069" r:id="rId25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48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70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048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396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13" indent="-241013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191" indent="-20196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373" indent="-160676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725" indent="-161791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073" indent="-160676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422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8773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121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469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48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700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048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396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749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096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446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0794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0"/>
            <a:ext cx="12192000" cy="587029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104820" y="9961"/>
            <a:ext cx="793019" cy="589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741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06" r:id="rId1"/>
    <p:sldLayoutId id="2147485107" r:id="rId2"/>
    <p:sldLayoutId id="2147485108" r:id="rId3"/>
    <p:sldLayoutId id="2147485109" r:id="rId4"/>
    <p:sldLayoutId id="2147485110" r:id="rId5"/>
    <p:sldLayoutId id="2147485111" r:id="rId6"/>
    <p:sldLayoutId id="2147485112" r:id="rId7"/>
    <p:sldLayoutId id="2147485113" r:id="rId8"/>
    <p:sldLayoutId id="2147485114" r:id="rId9"/>
    <p:sldLayoutId id="2147485115" r:id="rId10"/>
    <p:sldLayoutId id="2147485116" r:id="rId11"/>
    <p:sldLayoutId id="2147485117" r:id="rId12"/>
    <p:sldLayoutId id="2147485118" r:id="rId13"/>
    <p:sldLayoutId id="2147485119" r:id="rId14"/>
    <p:sldLayoutId id="2147485120" r:id="rId15"/>
    <p:sldLayoutId id="2147485121" r:id="rId16"/>
    <p:sldLayoutId id="2147485122" r:id="rId17"/>
    <p:sldLayoutId id="2147485123" r:id="rId18"/>
    <p:sldLayoutId id="2147485124" r:id="rId19"/>
    <p:sldLayoutId id="2147485125" r:id="rId20"/>
    <p:sldLayoutId id="2147485126" r:id="rId21"/>
    <p:sldLayoutId id="2147485127" r:id="rId22"/>
  </p:sldLayoutIdLst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40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80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204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604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50" indent="-24105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76" indent="-201992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503" indent="-160701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905" indent="-161817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305" indent="-160701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706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108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509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909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400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803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204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604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006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06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808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209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25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emf"/><Relationship Id="rId4" Type="http://schemas.openxmlformats.org/officeDocument/2006/relationships/image" Target="../media/image28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33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e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35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emf"/><Relationship Id="rId4" Type="http://schemas.openxmlformats.org/officeDocument/2006/relationships/image" Target="../media/image37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emf"/><Relationship Id="rId4" Type="http://schemas.openxmlformats.org/officeDocument/2006/relationships/image" Target="../media/image40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CBC5161-4448-DA26-9386-B6055113A398}"/>
              </a:ext>
            </a:extLst>
          </p:cNvPr>
          <p:cNvSpPr txBox="1">
            <a:spLocks/>
          </p:cNvSpPr>
          <p:nvPr/>
        </p:nvSpPr>
        <p:spPr>
          <a:xfrm>
            <a:off x="408972" y="1926317"/>
            <a:ext cx="11374056" cy="2183408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>
              <a:lnSpc>
                <a:spcPct val="200000"/>
              </a:lnSpc>
              <a:spcAft>
                <a:spcPts val="1200"/>
              </a:spcAft>
            </a:pPr>
            <a:r>
              <a:rPr lang="zh-CN" altLang="en-US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第</a:t>
            </a:r>
            <a:r>
              <a:rPr lang="en-US" altLang="zh-CN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2.3</a:t>
            </a:r>
            <a:r>
              <a:rPr lang="zh-CN" altLang="en-US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节</a:t>
            </a:r>
            <a:endParaRPr lang="en-US" altLang="zh-CN" sz="5400" b="0" dirty="0">
              <a:solidFill>
                <a:schemeClr val="bg1"/>
              </a:solidFill>
              <a:ea typeface="华光综艺_CNKI" panose="02000500000000000000" pitchFamily="2" charset="-122"/>
            </a:endParaRPr>
          </a:p>
          <a:p>
            <a:r>
              <a:rPr lang="zh-CN" altLang="en-US" b="0" dirty="0">
                <a:ea typeface="华光综艺_CNKI" panose="02000500000000000000" pitchFamily="2" charset="-122"/>
              </a:rPr>
              <a:t>数据描述性统计</a:t>
            </a:r>
            <a:endParaRPr lang="en-US" altLang="zh-CN" b="0" dirty="0"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30953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4B536-A18F-2B1B-8F1F-2882FB9ED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2B537DC0-F4BE-6724-1330-CDCA8268D233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集中趋势度量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0FDBF35D-1811-E453-3027-485898E79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AD098E4-9374-2881-E182-628D9EB32F9B}"/>
              </a:ext>
            </a:extLst>
          </p:cNvPr>
          <p:cNvSpPr txBox="1"/>
          <p:nvPr/>
        </p:nvSpPr>
        <p:spPr>
          <a:xfrm>
            <a:off x="350803" y="1344862"/>
            <a:ext cx="11307127" cy="97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>
              <a:lnSpc>
                <a:spcPct val="125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集中趋势度量是寻找数据水平的代表值或中心值的计算方法，常用于表征一组数据向某一中心值靠拢的程度。常见的集中趋势度量主要包括平均值、中位数、众数。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D83D43B-7E2D-B08E-A7A7-FC122DE09555}"/>
              </a:ext>
            </a:extLst>
          </p:cNvPr>
          <p:cNvSpPr txBox="1"/>
          <p:nvPr/>
        </p:nvSpPr>
        <p:spPr>
          <a:xfrm>
            <a:off x="362855" y="2985763"/>
            <a:ext cx="11466289" cy="1114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6070" algn="just">
              <a:lnSpc>
                <a:spcPct val="125000"/>
              </a:lnSpc>
            </a:pPr>
            <a:r>
              <a:rPr lang="zh-CN" altLang="en-US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平均值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Mean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又称算术平均值，是一组数据的和除以数据的个数得到的结果，在统计中常用于表示统计对象的一般水平。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CA997625-7A22-F2A8-349A-BC95FC0B45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8048461"/>
              </p:ext>
            </p:extLst>
          </p:nvPr>
        </p:nvGraphicFramePr>
        <p:xfrm>
          <a:off x="2127143" y="4299685"/>
          <a:ext cx="1945640" cy="10944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61793" imgH="428745" progId="Equation.DSMT4">
                  <p:embed/>
                </p:oleObj>
              </mc:Choice>
              <mc:Fallback>
                <p:oleObj name="Equation" r:id="rId3" imgW="761793" imgH="42874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27143" y="4299685"/>
                        <a:ext cx="1945640" cy="10944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CFFAFAF-0B3E-0224-71AE-23CC57B2F9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229258"/>
              </p:ext>
            </p:extLst>
          </p:nvPr>
        </p:nvGraphicFramePr>
        <p:xfrm>
          <a:off x="7766994" y="4299685"/>
          <a:ext cx="1999838" cy="1114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74360" imgH="431640" progId="Equation.DSMT4">
                  <p:embed/>
                </p:oleObj>
              </mc:Choice>
              <mc:Fallback>
                <p:oleObj name="Equation" r:id="rId5" imgW="7743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766994" y="4299685"/>
                        <a:ext cx="1999838" cy="11146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A6220826-9035-91D5-DAEC-E7A701BB030F}"/>
              </a:ext>
            </a:extLst>
          </p:cNvPr>
          <p:cNvCxnSpPr>
            <a:cxnSpLocks/>
          </p:cNvCxnSpPr>
          <p:nvPr/>
        </p:nvCxnSpPr>
        <p:spPr>
          <a:xfrm>
            <a:off x="4739880" y="4869815"/>
            <a:ext cx="217551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4">
            <a:extLst>
              <a:ext uri="{FF2B5EF4-FFF2-40B4-BE49-F238E27FC236}">
                <a16:creationId xmlns:a16="http://schemas.microsoft.com/office/drawing/2014/main" id="{FE916CF6-8C1D-0D1A-5039-46699B5BD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8783" y="4299685"/>
            <a:ext cx="153770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考虑权重</a:t>
            </a:r>
          </a:p>
        </p:txBody>
      </p:sp>
    </p:spTree>
    <p:extLst>
      <p:ext uri="{BB962C8B-B14F-4D97-AF65-F5344CB8AC3E}">
        <p14:creationId xmlns:p14="http://schemas.microsoft.com/office/powerpoint/2010/main" val="3058464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82EBA-611D-8540-CFDF-711945067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6906BE69-789B-C622-1AAE-0D49B2CBD049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集中趋势度量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7726239E-308B-7BB6-AF32-19217A8E27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7598F72-66F6-7554-08EF-7399D2C40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683" y="1679955"/>
            <a:ext cx="9934633" cy="471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8066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C20DE-F0E7-7D23-169D-0D9E634AE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994C2CDE-6CAC-FF98-1263-91BAB931588F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集中趋势度量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490B91C2-B837-69EC-E047-F5B1AF6C75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992D37D-0183-36F4-9A81-4E399B4323E2}"/>
              </a:ext>
            </a:extLst>
          </p:cNvPr>
          <p:cNvSpPr txBox="1"/>
          <p:nvPr/>
        </p:nvSpPr>
        <p:spPr>
          <a:xfrm>
            <a:off x="271222" y="1214719"/>
            <a:ext cx="11466289" cy="576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6070" algn="just">
              <a:lnSpc>
                <a:spcPct val="125000"/>
              </a:lnSpc>
            </a:pPr>
            <a:r>
              <a:rPr lang="zh-CN" altLang="en-US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中位数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Median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是一组数据排序后处于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50%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位置上的变量值。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D2CFF18-EE90-945D-2F85-B6362AC259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6750443"/>
              </p:ext>
            </p:extLst>
          </p:nvPr>
        </p:nvGraphicFramePr>
        <p:xfrm>
          <a:off x="3373045" y="2172532"/>
          <a:ext cx="5445910" cy="227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56591" imgH="942807" progId="Equation.DSMT4">
                  <p:embed/>
                </p:oleObj>
              </mc:Choice>
              <mc:Fallback>
                <p:oleObj name="Equation" r:id="rId3" imgW="2256591" imgH="94280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73045" y="2172532"/>
                        <a:ext cx="5445910" cy="2276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图片 10">
            <a:extLst>
              <a:ext uri="{FF2B5EF4-FFF2-40B4-BE49-F238E27FC236}">
                <a16:creationId xmlns:a16="http://schemas.microsoft.com/office/drawing/2014/main" id="{AD25E0B7-1E2E-550D-555C-12E52E1BFB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239" y="4729385"/>
            <a:ext cx="10283522" cy="1966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4545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9705C-71CD-D283-3E0D-F25E7B3D7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6C43A2B6-0F91-F72E-3B19-9F4870932782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集中趋势度量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75F67074-5F75-CF5B-BC40-B5261B5F0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C110CCE-7066-1D6F-24E6-EB7283245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27" y="2208784"/>
            <a:ext cx="10633546" cy="368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9135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60B26-0566-C6DE-5771-C91097671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8B204E1B-54A8-36E3-A249-FA8CACEF8887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集中趋势度量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2F67F700-884A-D58C-9093-6CCF90C30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4699B4A-0C1E-300E-B842-A12C8359B0EB}"/>
              </a:ext>
            </a:extLst>
          </p:cNvPr>
          <p:cNvSpPr txBox="1"/>
          <p:nvPr/>
        </p:nvSpPr>
        <p:spPr>
          <a:xfrm>
            <a:off x="271222" y="1214719"/>
            <a:ext cx="11466289" cy="576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6070" algn="just">
              <a:lnSpc>
                <a:spcPct val="125000"/>
              </a:lnSpc>
            </a:pPr>
            <a:r>
              <a:rPr lang="zh-CN" altLang="en-US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众数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Mode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是一组数据中出现频率最高的变量值，通常用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Mo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表示。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形 3" descr="众数">
            <a:extLst>
              <a:ext uri="{FF2B5EF4-FFF2-40B4-BE49-F238E27FC236}">
                <a16:creationId xmlns:a16="http://schemas.microsoft.com/office/drawing/2014/main" id="{45EECE1F-4C31-3D83-A266-B9392D4592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22548"/>
          <a:stretch/>
        </p:blipFill>
        <p:spPr>
          <a:xfrm>
            <a:off x="995423" y="2857544"/>
            <a:ext cx="10254164" cy="298028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9C5724C-9DA9-8D2E-13D3-8E15EBBF2038}"/>
              </a:ext>
            </a:extLst>
          </p:cNvPr>
          <p:cNvSpPr txBox="1"/>
          <p:nvPr/>
        </p:nvSpPr>
        <p:spPr>
          <a:xfrm>
            <a:off x="884873" y="2187180"/>
            <a:ext cx="11307127" cy="511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>
              <a:lnSpc>
                <a:spcPct val="125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一组数据的众数可分为以下三种情况：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67DAC77-DD46-709D-645F-4AE1794EE292}"/>
              </a:ext>
            </a:extLst>
          </p:cNvPr>
          <p:cNvSpPr txBox="1"/>
          <p:nvPr/>
        </p:nvSpPr>
        <p:spPr>
          <a:xfrm>
            <a:off x="2343143" y="5853980"/>
            <a:ext cx="1485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94DB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众数唯一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184D9A4-2B68-3180-4284-DAA16B25FE13}"/>
              </a:ext>
            </a:extLst>
          </p:cNvPr>
          <p:cNvSpPr txBox="1"/>
          <p:nvPr/>
        </p:nvSpPr>
        <p:spPr>
          <a:xfrm>
            <a:off x="5636339" y="5837830"/>
            <a:ext cx="1804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94DB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众数不唯一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A095B8F-906E-745F-6647-B30C595450A9}"/>
              </a:ext>
            </a:extLst>
          </p:cNvPr>
          <p:cNvSpPr txBox="1"/>
          <p:nvPr/>
        </p:nvSpPr>
        <p:spPr>
          <a:xfrm>
            <a:off x="9247829" y="5837830"/>
            <a:ext cx="1804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94DB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无众数</a:t>
            </a:r>
          </a:p>
        </p:txBody>
      </p:sp>
    </p:spTree>
    <p:extLst>
      <p:ext uri="{BB962C8B-B14F-4D97-AF65-F5344CB8AC3E}">
        <p14:creationId xmlns:p14="http://schemas.microsoft.com/office/powerpoint/2010/main" val="3713462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C37A4-CEAE-BA36-CB5D-893550972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DDA3B4AC-24EE-19C7-EF2C-DEA75D0C91A9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离散程度度量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A72A5E0C-24D3-7B62-7648-6A009905FF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28AC0A5-0E1C-A94A-A02D-6309214D199B}"/>
              </a:ext>
            </a:extLst>
          </p:cNvPr>
          <p:cNvSpPr txBox="1"/>
          <p:nvPr/>
        </p:nvSpPr>
        <p:spPr>
          <a:xfrm>
            <a:off x="271222" y="1214719"/>
            <a:ext cx="11466289" cy="576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6070" algn="just">
              <a:lnSpc>
                <a:spcPct val="125000"/>
              </a:lnSpc>
            </a:pPr>
            <a:r>
              <a:rPr lang="zh-CN" altLang="en-US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极差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Range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又称全距，是数据中最大值与最小值的差值：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5C2E593B-37A9-C1D6-8E8E-35B2DF061F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9926071"/>
              </p:ext>
            </p:extLst>
          </p:nvPr>
        </p:nvGraphicFramePr>
        <p:xfrm>
          <a:off x="4888353" y="1872100"/>
          <a:ext cx="2232025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01440" imgH="228600" progId="Equation.DSMT4">
                  <p:embed/>
                </p:oleObj>
              </mc:Choice>
              <mc:Fallback>
                <p:oleObj name="Equation" r:id="rId3" imgW="901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88353" y="1872100"/>
                        <a:ext cx="2232025" cy="566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FB7303C9-ECA1-59E6-B0D5-2BA30F2ACCBA}"/>
              </a:ext>
            </a:extLst>
          </p:cNvPr>
          <p:cNvSpPr txBox="1"/>
          <p:nvPr/>
        </p:nvSpPr>
        <p:spPr>
          <a:xfrm>
            <a:off x="271222" y="3429000"/>
            <a:ext cx="11466289" cy="1114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6070" algn="just">
              <a:lnSpc>
                <a:spcPct val="125000"/>
              </a:lnSpc>
            </a:pPr>
            <a:r>
              <a:rPr lang="zh-CN" altLang="en-US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平均差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Mean deviation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是一个数据中每个变量值与平均值之差的绝对值的平均值：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C84B50C7-2CC5-7438-8CC6-9B4079AD1B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7600205"/>
              </p:ext>
            </p:extLst>
          </p:nvPr>
        </p:nvGraphicFramePr>
        <p:xfrm>
          <a:off x="5069523" y="4543664"/>
          <a:ext cx="2052953" cy="9168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80579" imgH="438105" progId="Equation.DSMT4">
                  <p:embed/>
                </p:oleObj>
              </mc:Choice>
              <mc:Fallback>
                <p:oleObj name="Equation" r:id="rId5" imgW="980579" imgH="43810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69523" y="4543664"/>
                        <a:ext cx="2052953" cy="9168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C0773C6C-52AF-B04E-756B-FFE3E8621225}"/>
              </a:ext>
            </a:extLst>
          </p:cNvPr>
          <p:cNvSpPr txBox="1"/>
          <p:nvPr/>
        </p:nvSpPr>
        <p:spPr>
          <a:xfrm>
            <a:off x="350801" y="2444319"/>
            <a:ext cx="11307127" cy="97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>
              <a:lnSpc>
                <a:spcPct val="125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极差反映了数据的取值范围，是最基本的衡量数据离散程度的指标。极差可直接反映数据分布情况，易受极端值的影响且不考虑数据的分布。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7F3FB8F-19B8-5D17-4B15-721FF85B8A13}"/>
              </a:ext>
            </a:extLst>
          </p:cNvPr>
          <p:cNvSpPr txBox="1"/>
          <p:nvPr/>
        </p:nvSpPr>
        <p:spPr>
          <a:xfrm>
            <a:off x="442435" y="5434593"/>
            <a:ext cx="11307127" cy="97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>
              <a:lnSpc>
                <a:spcPct val="125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平均差以平均值为中心，能全面地反映一组数据的离散程度。平均差越大，说明数据离散程度越大，反之，离散程度越小。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007931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B8D40-6FB1-4F39-A13D-2C7758331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87AE18D6-46D2-3DC1-D9CD-97FB18785944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离散程度度量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49488A75-9D32-085B-4E35-A904C3004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3931DD3-5C9B-B936-9180-CC446B73ADF0}"/>
              </a:ext>
            </a:extLst>
          </p:cNvPr>
          <p:cNvSpPr txBox="1"/>
          <p:nvPr/>
        </p:nvSpPr>
        <p:spPr>
          <a:xfrm>
            <a:off x="271222" y="1214719"/>
            <a:ext cx="11466289" cy="576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6070" algn="just">
              <a:lnSpc>
                <a:spcPct val="125000"/>
              </a:lnSpc>
            </a:pPr>
            <a:r>
              <a:rPr lang="zh-CN" altLang="en-US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方差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Variance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是数据中各变量值与平均值离差平方的算术平均值：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C9D85A9-11C9-3950-A6AF-FB1969BC02E1}"/>
              </a:ext>
            </a:extLst>
          </p:cNvPr>
          <p:cNvSpPr txBox="1"/>
          <p:nvPr/>
        </p:nvSpPr>
        <p:spPr>
          <a:xfrm>
            <a:off x="350802" y="3115792"/>
            <a:ext cx="11307127" cy="511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>
              <a:lnSpc>
                <a:spcPct val="125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分组数据的方差计算公式为：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C3998BC0-2B3C-1140-267A-62ADA9E297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2957307"/>
              </p:ext>
            </p:extLst>
          </p:nvPr>
        </p:nvGraphicFramePr>
        <p:xfrm>
          <a:off x="4856358" y="1838871"/>
          <a:ext cx="2479283" cy="137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95010" imgH="609458" progId="Equation.DSMT4">
                  <p:embed/>
                </p:oleObj>
              </mc:Choice>
              <mc:Fallback>
                <p:oleObj name="Equation" r:id="rId3" imgW="1095010" imgH="60945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56358" y="1838871"/>
                        <a:ext cx="2479283" cy="1379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B362DABE-4549-FAE1-FD22-71C474734B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7643878"/>
              </p:ext>
            </p:extLst>
          </p:nvPr>
        </p:nvGraphicFramePr>
        <p:xfrm>
          <a:off x="4856358" y="3627599"/>
          <a:ext cx="2917527" cy="13729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94724" imgH="609458" progId="Equation.DSMT4">
                  <p:embed/>
                </p:oleObj>
              </mc:Choice>
              <mc:Fallback>
                <p:oleObj name="Equation" r:id="rId5" imgW="1294724" imgH="60945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56358" y="3627599"/>
                        <a:ext cx="2917527" cy="13729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2560A7D1-432D-7268-B9BD-2D34B87B35B8}"/>
              </a:ext>
            </a:extLst>
          </p:cNvPr>
          <p:cNvSpPr txBox="1"/>
          <p:nvPr/>
        </p:nvSpPr>
        <p:spPr>
          <a:xfrm>
            <a:off x="350801" y="5156545"/>
            <a:ext cx="11307127" cy="97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>
              <a:lnSpc>
                <a:spcPct val="125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方差在实际应用中使用最广，能较好地反映各变量值与平均值的平均差异，从而全面体现一组数据的离散程度。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F3EA9EC-7A5E-2AE2-1DE1-CDC38853AC5E}"/>
              </a:ext>
            </a:extLst>
          </p:cNvPr>
          <p:cNvSpPr txBox="1"/>
          <p:nvPr/>
        </p:nvSpPr>
        <p:spPr>
          <a:xfrm>
            <a:off x="271222" y="6130017"/>
            <a:ext cx="11466289" cy="576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6070" algn="just">
              <a:lnSpc>
                <a:spcPct val="125000"/>
              </a:lnSpc>
            </a:pPr>
            <a:r>
              <a:rPr lang="zh-CN" altLang="en-US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标准差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Stand deviation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是方差的算术平方根</a:t>
            </a:r>
            <a:r>
              <a:rPr lang="zh-CN" altLang="en-US" sz="28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25498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CF090-3010-8CBB-9191-FB7F07B23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7512C591-E17A-655B-16C0-657A5213589C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离散程度度量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97C0A284-92A6-0142-11AB-F39695EA9A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488C21E-36F2-13AE-3BC5-C5AB4A64CB69}"/>
              </a:ext>
            </a:extLst>
          </p:cNvPr>
          <p:cNvSpPr txBox="1"/>
          <p:nvPr/>
        </p:nvSpPr>
        <p:spPr>
          <a:xfrm>
            <a:off x="271222" y="1214719"/>
            <a:ext cx="11466289" cy="576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6070" algn="just">
              <a:lnSpc>
                <a:spcPct val="125000"/>
              </a:lnSpc>
            </a:pPr>
            <a:r>
              <a:rPr lang="zh-CN" altLang="en-US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异众比率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Variation ratio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是指非众数变量值的频数占总频数的比例：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81205C5-1698-7291-EBBB-83C9ACE8BD5A}"/>
              </a:ext>
            </a:extLst>
          </p:cNvPr>
          <p:cNvSpPr txBox="1"/>
          <p:nvPr/>
        </p:nvSpPr>
        <p:spPr>
          <a:xfrm>
            <a:off x="442436" y="4426432"/>
            <a:ext cx="11307127" cy="22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异众比率越大，说明非众数组的频数占总频数的比重越大，众数对数据中心的代表性越差；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04800" algn="just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异众比率越小，说明非众数组的频数占总频数的比重越小，众数对数据中心的代表性越好。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23DB130-49AF-80BD-5040-0E3212CD65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9572085"/>
              </p:ext>
            </p:extLst>
          </p:nvPr>
        </p:nvGraphicFramePr>
        <p:xfrm>
          <a:off x="4118082" y="1869678"/>
          <a:ext cx="3772563" cy="11172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08869" imgH="476263" progId="Equation.DSMT4">
                  <p:embed/>
                </p:oleObj>
              </mc:Choice>
              <mc:Fallback>
                <p:oleObj name="Equation" r:id="rId3" imgW="1608869" imgH="47626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18082" y="1869678"/>
                        <a:ext cx="3772563" cy="11172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FE22406F-C755-3DEA-B990-F9E4649E20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937" y="3017521"/>
            <a:ext cx="11150125" cy="138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2077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2E3AF-908B-AE44-7EBC-21F3AEAC3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648D1899-65E8-2852-DCC1-83E355B08DA9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离散程度度量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03CA8BA8-3195-8130-6C79-2672FFBFC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91A4CFE-7DB7-5B37-DAC2-8B68FE0FE1CD}"/>
              </a:ext>
            </a:extLst>
          </p:cNvPr>
          <p:cNvSpPr txBox="1"/>
          <p:nvPr/>
        </p:nvSpPr>
        <p:spPr>
          <a:xfrm>
            <a:off x="271220" y="2308609"/>
            <a:ext cx="11466289" cy="576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6070" algn="just">
              <a:lnSpc>
                <a:spcPct val="125000"/>
              </a:lnSpc>
            </a:pPr>
            <a:r>
              <a:rPr lang="zh-CN" altLang="en-US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四分位差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Interquartile range, IQR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是上四分位数与下四分位数之差：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91DD53D-F62F-64BE-A6D7-2777686B3D04}"/>
              </a:ext>
            </a:extLst>
          </p:cNvPr>
          <p:cNvSpPr txBox="1"/>
          <p:nvPr/>
        </p:nvSpPr>
        <p:spPr>
          <a:xfrm>
            <a:off x="350800" y="3776192"/>
            <a:ext cx="11307127" cy="22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四分位差表示排序后处于中间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50%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的数据覆盖范围，其值越小，说明中间的数据越集中，其值越大，说明中间的数据越离散。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04800" algn="just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由于中位数位于四分位数之间，故四分位差也能反映出中位数对于数据样本的代表程度，四分位差越小，中位数的代表程度越高，反之，代表程度越低。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343D372-4BB8-0FA6-6AC1-C92CB56AA2EA}"/>
              </a:ext>
            </a:extLst>
          </p:cNvPr>
          <p:cNvSpPr txBox="1"/>
          <p:nvPr/>
        </p:nvSpPr>
        <p:spPr>
          <a:xfrm>
            <a:off x="271221" y="1157467"/>
            <a:ext cx="11466289" cy="1114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6070" algn="just">
              <a:lnSpc>
                <a:spcPct val="125000"/>
              </a:lnSpc>
            </a:pPr>
            <a:r>
              <a:rPr lang="zh-CN" altLang="en-US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四分位数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Quartile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也称四分位点，是指把所有数据按照递增顺序排列并将其分成四等份后，处于三个分割点位置的变量值。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A81899F-3228-7B3C-BE8E-7B4DF5CA05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6858657"/>
              </p:ext>
            </p:extLst>
          </p:nvPr>
        </p:nvGraphicFramePr>
        <p:xfrm>
          <a:off x="4991896" y="2987262"/>
          <a:ext cx="2208207" cy="5760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75864" imgH="228592" progId="Equation.DSMT4">
                  <p:embed/>
                </p:oleObj>
              </mc:Choice>
              <mc:Fallback>
                <p:oleObj name="Equation" r:id="rId3" imgW="875864" imgH="22859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91896" y="2987262"/>
                        <a:ext cx="2208207" cy="5760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863852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06CAB-B853-8B86-A346-5E411C533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BE666E26-A0EF-A595-292F-644C5D25A448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离散程度度量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7FA01602-D279-3CD1-0B1F-64EACC137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6D3E7A2-5A43-FCA1-6234-60FBBBD9F55E}"/>
              </a:ext>
            </a:extLst>
          </p:cNvPr>
          <p:cNvSpPr txBox="1"/>
          <p:nvPr/>
        </p:nvSpPr>
        <p:spPr>
          <a:xfrm>
            <a:off x="271221" y="3191281"/>
            <a:ext cx="11307127" cy="1689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变异系数用于衡量数据的相对变异程度，可比较不同数据集之间的变异性且不受其测量单位的影响。变异系数越大说明数据的离散程度越大，变异系数越小说明数据的离散程度越小。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D3FF67C-6B39-A986-7D93-BBA6F4B17232}"/>
              </a:ext>
            </a:extLst>
          </p:cNvPr>
          <p:cNvSpPr txBox="1"/>
          <p:nvPr/>
        </p:nvSpPr>
        <p:spPr>
          <a:xfrm>
            <a:off x="271221" y="1157467"/>
            <a:ext cx="11466289" cy="1114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6070" algn="just">
              <a:lnSpc>
                <a:spcPct val="125000"/>
              </a:lnSpc>
            </a:pPr>
            <a:r>
              <a:rPr lang="zh-CN" altLang="en-US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变异系数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Coefficient of variation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是一组数据的标准差与平均值的比值，通常用百分比表示：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BDCE7DBF-820E-F6DF-9991-4371CC08B6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7449817"/>
              </p:ext>
            </p:extLst>
          </p:nvPr>
        </p:nvGraphicFramePr>
        <p:xfrm>
          <a:off x="4769388" y="2050648"/>
          <a:ext cx="2469950" cy="10919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04651" imgH="399946" progId="Equation.DSMT4">
                  <p:embed/>
                </p:oleObj>
              </mc:Choice>
              <mc:Fallback>
                <p:oleObj name="Equation" r:id="rId3" imgW="904651" imgH="39994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69388" y="2050648"/>
                        <a:ext cx="2469950" cy="10919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C4B0CC01-DC11-0010-0697-8F0D22F945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327" y="5087668"/>
            <a:ext cx="11466289" cy="160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4430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74E03-D2E8-0C2C-0119-24159C39C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06961A1D-3C45-6D97-458B-B5BC5C16481A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分布形态度量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34CFDBF1-0890-72CD-9391-E323DCCF06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B19EAEB-F8E9-E38F-66D8-24BC8DC16E3A}"/>
              </a:ext>
            </a:extLst>
          </p:cNvPr>
          <p:cNvSpPr txBox="1"/>
          <p:nvPr/>
        </p:nvSpPr>
        <p:spPr>
          <a:xfrm>
            <a:off x="271221" y="1157467"/>
            <a:ext cx="11466289" cy="1114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6070" algn="just">
              <a:lnSpc>
                <a:spcPct val="125000"/>
              </a:lnSpc>
            </a:pPr>
            <a:r>
              <a:rPr lang="zh-CN" altLang="en-US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偏态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Skewness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是对一组数据分布相较于标准正态分布的偏斜方向和程度的度量：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B9A93C15-3EBF-1D00-8F73-A792D37E48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8705622"/>
              </p:ext>
            </p:extLst>
          </p:nvPr>
        </p:nvGraphicFramePr>
        <p:xfrm>
          <a:off x="4568507" y="2272131"/>
          <a:ext cx="3054985" cy="1106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13796" imgH="476263" progId="Equation.DSMT4">
                  <p:embed/>
                </p:oleObj>
              </mc:Choice>
              <mc:Fallback>
                <p:oleObj name="Equation" r:id="rId3" imgW="1313796" imgH="47626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68507" y="2272131"/>
                        <a:ext cx="3054985" cy="11068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5A85896B-AEC4-F3E6-7870-F5F64C8F0A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437" y="3478991"/>
            <a:ext cx="10079123" cy="3209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4150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20D41-EF5C-3B44-9C53-B2E3BFC9D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2F52B66E-36C8-6B19-57DA-F2B8CE0759FD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分布形态度量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DBBC07DA-2B69-27D1-D696-A186ED8021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C045DA2-7FAA-AF23-0FAE-30AA88ECE572}"/>
              </a:ext>
            </a:extLst>
          </p:cNvPr>
          <p:cNvSpPr txBox="1"/>
          <p:nvPr/>
        </p:nvSpPr>
        <p:spPr>
          <a:xfrm>
            <a:off x="271221" y="1157467"/>
            <a:ext cx="11466289" cy="1114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6070" algn="just">
              <a:lnSpc>
                <a:spcPct val="125000"/>
              </a:lnSpc>
            </a:pPr>
            <a:r>
              <a:rPr lang="zh-CN" altLang="en-US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峰态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Kurtosis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是对数据分布相较于标准正态分布的平峰或尖峰程度的度量：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AC8CAAD-9489-1910-9547-7DE78BDA98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8415923"/>
              </p:ext>
            </p:extLst>
          </p:nvPr>
        </p:nvGraphicFramePr>
        <p:xfrm>
          <a:off x="2354244" y="2176209"/>
          <a:ext cx="7483512" cy="13696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122739" imgH="571660" progId="Equation.DSMT4">
                  <p:embed/>
                </p:oleObj>
              </mc:Choice>
              <mc:Fallback>
                <p:oleObj name="Equation" r:id="rId3" imgW="3122739" imgH="5716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54244" y="2176209"/>
                        <a:ext cx="7483512" cy="13696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形 6">
            <a:extLst>
              <a:ext uri="{FF2B5EF4-FFF2-40B4-BE49-F238E27FC236}">
                <a16:creationId xmlns:a16="http://schemas.microsoft.com/office/drawing/2014/main" id="{88F38669-454B-45E2-FFE6-7FA0E707C78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340" t="1931" r="1088" b="3853"/>
          <a:stretch>
            <a:fillRect/>
          </a:stretch>
        </p:blipFill>
        <p:spPr>
          <a:xfrm>
            <a:off x="3247707" y="3738880"/>
            <a:ext cx="5696586" cy="296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9525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CDF5C-6F5C-F524-6100-C4764DE7C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6D1071E0-BE08-4BA3-A863-A35E268E57CC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指标评价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4224F53D-C4D4-77A6-3E6E-08E282D03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7213BC7-DDDD-3682-3277-5C6D542F6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8227" y="1081159"/>
            <a:ext cx="7535545" cy="5804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7591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76675-ED05-6C84-679E-3898A11CC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7711C9FD-3DD7-5D69-62DD-AC06D361FEDD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描述性统计常用工具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86ABDCCB-B547-AA7C-06DB-24CA08C00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DC93216-63D5-67F6-74F7-9DD94FEFE8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287" y="1003508"/>
            <a:ext cx="8900160" cy="598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2267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78DAC-B673-4353-40D8-6579617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82217CF0-DCC2-44E5-5A0D-3969EA560FAC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实践案例：化妆品销售数据描述性统计分析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EF0F45D7-A32A-18E1-50F7-27F83F9B1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2C004A51-C1AA-CF2A-A8B5-528DA9AA2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17637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DA32EFD-7084-A974-325F-A82DAEC98D7F}"/>
              </a:ext>
            </a:extLst>
          </p:cNvPr>
          <p:cNvSpPr txBox="1"/>
          <p:nvPr/>
        </p:nvSpPr>
        <p:spPr>
          <a:xfrm>
            <a:off x="166155" y="983047"/>
            <a:ext cx="11873445" cy="2796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本节对化妆品销售数据进行统计分析，数据来自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Kaggle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数据集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Sephora Skincare Ingredients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（丝芙兰护肤成分）。该数据包含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1472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条化妆品销售数据，具体字段包括：类型、价格、等级、混合性、干性、正常、油性、敏感性（后五列表示产品是否适合此类皮肤）。本节主要对不同产品类型的价格进行描述性统计，其中产品类型包括保湿霜、洁面乳、面膜、面霜、眼霜和防晒霜六类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3963290-8ED5-8A8F-D0F5-783D27060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183" y="3929989"/>
            <a:ext cx="7666367" cy="295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94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7DC9D-830F-624C-17DD-7576EE471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8B6C7267-53D0-32F3-C99D-8BA94523D832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实践案例：化妆品销售数据描述性统计分析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6B8B8B41-6F4D-567D-0DAC-706E3FCB6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10F6AF56-ED5C-0485-F2E2-33E1F71B6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136907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1B75B8-9A68-1F8D-4F2F-A68D1C2BF9DB}"/>
              </a:ext>
            </a:extLst>
          </p:cNvPr>
          <p:cNvSpPr txBox="1"/>
          <p:nvPr/>
        </p:nvSpPr>
        <p:spPr>
          <a:xfrm>
            <a:off x="775970" y="1345171"/>
            <a:ext cx="106654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数据分组。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使用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Pandas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库的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groupby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函数将“价格”数据按照“类型”进行拆分，将相同类别的数据分为一组。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F00F3F1-52A3-709A-F3BD-043BF2B2C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434" y="3427041"/>
            <a:ext cx="10304532" cy="2308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039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47B48-C349-E2C8-C9F4-95C9DE856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56B0A2A0-2558-B608-B9D4-16FD1C7AD958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实践案例：化妆品销售数据描述性统计分析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2AD90147-F151-B13D-A8DD-59A30F3504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A4586A76-35AB-B112-BCF2-A3E41A76C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136907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BDB7FC7-EDA3-0DC9-6D7E-ED8C97489064}"/>
              </a:ext>
            </a:extLst>
          </p:cNvPr>
          <p:cNvSpPr txBox="1"/>
          <p:nvPr/>
        </p:nvSpPr>
        <p:spPr>
          <a:xfrm>
            <a:off x="775970" y="1720840"/>
            <a:ext cx="463931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描述性统计。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对不同类型的化妆品的价格进行描述性统计，包括集中程度度量、离散程度度量以及分布形态度量。大部分指标可直接调用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Pandas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NumPy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库中的统计函数，少数指标（平均差、异众比率、四分位差和变异系数）需自定义计算。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8C60A3B-1D23-8563-5CC2-49D2A20F0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846" y="943644"/>
            <a:ext cx="5923473" cy="591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9147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EF1AB-FD16-62F7-1F62-09419C185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BBFE6160-161D-A9DD-CE20-4F44321608E8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实践案例：化妆品销售数据描述性统计分析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33DDC62F-EA5E-3DC2-50BA-79DE262239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B5A7F6E5-6B9F-5C36-89F4-F887CB623F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136907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D455FF-ECF3-2DC8-7A72-91EEB0F2A19B}"/>
              </a:ext>
            </a:extLst>
          </p:cNvPr>
          <p:cNvSpPr txBox="1"/>
          <p:nvPr/>
        </p:nvSpPr>
        <p:spPr>
          <a:xfrm>
            <a:off x="745490" y="1248408"/>
            <a:ext cx="46393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输出结果。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324C83C-5238-B90A-DD18-C8D17E39B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881" y="1830742"/>
            <a:ext cx="9016237" cy="4639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0560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1035ED6-ED79-6653-E473-3F5FCA3CC077}"/>
              </a:ext>
            </a:extLst>
          </p:cNvPr>
          <p:cNvSpPr txBox="1">
            <a:spLocks/>
          </p:cNvSpPr>
          <p:nvPr/>
        </p:nvSpPr>
        <p:spPr>
          <a:xfrm>
            <a:off x="2974694" y="2267379"/>
            <a:ext cx="7326776" cy="1352550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dist"/>
            <a:r>
              <a:rPr lang="zh-CN" altLang="en-US" b="0" dirty="0">
                <a:solidFill>
                  <a:schemeClr val="bg1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恳请批评指正！</a:t>
            </a:r>
            <a:endParaRPr lang="en-US" b="0" dirty="0">
              <a:solidFill>
                <a:schemeClr val="bg1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3532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057fef28-e1f3-418f-8f7b-57f60670b37e"/>
  <p:tag name="COMMONDATA" val="eyJoZGlkIjoiNGZlODdkOGY2N2FkZjEzZjVmYjI5NGY1MTQ2NGRhNjQ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0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7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1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1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2_默认设计模板">
  <a:themeElements>
    <a:clrScheme name="自定义 4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967A5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muant0k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默认设计模板">
  <a:themeElements>
    <a:clrScheme name="自定义 4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967A5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9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18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19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6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7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3E28D3-CC25-4935-9535-3CA44F295BD0}">
  <we:reference id="wa200005669" version="2.0.0.0" store="en-US" storeType="OMEX"/>
  <we:alternateReferences>
    <we:reference id="WA200005669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5125</TotalTime>
  <Words>929</Words>
  <Application>Microsoft Office PowerPoint</Application>
  <PresentationFormat>宽屏</PresentationFormat>
  <Paragraphs>81</Paragraphs>
  <Slides>20</Slides>
  <Notes>20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44" baseType="lpstr">
      <vt:lpstr>等线</vt:lpstr>
      <vt:lpstr>华光综艺_CNKI</vt:lpstr>
      <vt:lpstr>楷体</vt:lpstr>
      <vt:lpstr>思源黑体</vt:lpstr>
      <vt:lpstr>思源黑体 CN Bold</vt:lpstr>
      <vt:lpstr>微软雅黑</vt:lpstr>
      <vt:lpstr>Arial</vt:lpstr>
      <vt:lpstr>Calibri</vt:lpstr>
      <vt:lpstr>Times New Roman</vt:lpstr>
      <vt:lpstr>Wingdings</vt:lpstr>
      <vt:lpstr>Office 主题​​</vt:lpstr>
      <vt:lpstr>10_自定义设计方案</vt:lpstr>
      <vt:lpstr>17_自定义设计方案</vt:lpstr>
      <vt:lpstr>21_自定义设计方案</vt:lpstr>
      <vt:lpstr>11_自定义设计方案</vt:lpstr>
      <vt:lpstr>2_默认设计模板</vt:lpstr>
      <vt:lpstr>1_默认设计模板</vt:lpstr>
      <vt:lpstr>7_自定义设计方案</vt:lpstr>
      <vt:lpstr>18_自定义设计方案</vt:lpstr>
      <vt:lpstr>12_自定义设计方案</vt:lpstr>
      <vt:lpstr>19_自定义设计方案</vt:lpstr>
      <vt:lpstr>16_自定义设计方案</vt:lpstr>
      <vt:lpstr>Photo Editor 照片</vt:lpstr>
      <vt:lpstr>MathType 7.0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 大数据分析-模版-吕欣.pptx</dc:title>
  <dc:creator>吕欣</dc:creator>
  <cp:lastModifiedBy>Mengxin Ou</cp:lastModifiedBy>
  <cp:revision>2900</cp:revision>
  <dcterms:created xsi:type="dcterms:W3CDTF">2022-05-23T09:13:00Z</dcterms:created>
  <dcterms:modified xsi:type="dcterms:W3CDTF">2025-04-17T17:05:23Z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03DF3E81453D43789918EC1D3CAC176D_12</vt:lpwstr>
  </property>
  <property fmtid="{D5CDD505-2E9C-101B-9397-08002B2CF9AE}" pid="3" name="KSOProductBuildVer">
    <vt:lpwstr>2052-11.1.0.14309</vt:lpwstr>
  </property>
</Properties>
</file>