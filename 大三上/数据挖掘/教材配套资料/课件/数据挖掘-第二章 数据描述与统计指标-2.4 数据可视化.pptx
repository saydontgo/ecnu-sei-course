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5.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6.xml" ContentType="application/vnd.openxmlformats-officedocument.theme+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7.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theme/theme8.xml" ContentType="application/vnd.openxmlformats-officedocument.theme+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9.xml" ContentType="application/vnd.openxmlformats-officedocument.theme+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10.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theme/theme11.xml" ContentType="application/vnd.openxmlformats-officedocument.theme+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2">
  <p:sldMasterIdLst>
    <p:sldMasterId id="2147483648" r:id="rId1"/>
    <p:sldMasterId id="2147484409" r:id="rId2"/>
    <p:sldMasterId id="2147484466" r:id="rId3"/>
    <p:sldMasterId id="2147484493" r:id="rId4"/>
    <p:sldMasterId id="2147484519" r:id="rId5"/>
    <p:sldMasterId id="2147484635" r:id="rId6"/>
    <p:sldMasterId id="2147484651" r:id="rId7"/>
    <p:sldMasterId id="2147484950" r:id="rId8"/>
    <p:sldMasterId id="2147484968" r:id="rId9"/>
    <p:sldMasterId id="2147484995" r:id="rId10"/>
    <p:sldMasterId id="2147485044" r:id="rId11"/>
    <p:sldMasterId id="2147485105" r:id="rId12"/>
  </p:sldMasterIdLst>
  <p:notesMasterIdLst>
    <p:notesMasterId r:id="rId27"/>
  </p:notesMasterIdLst>
  <p:handoutMasterIdLst>
    <p:handoutMasterId r:id="rId28"/>
  </p:handoutMasterIdLst>
  <p:sldIdLst>
    <p:sldId id="15638" r:id="rId13"/>
    <p:sldId id="15669" r:id="rId14"/>
    <p:sldId id="15870" r:id="rId15"/>
    <p:sldId id="15871" r:id="rId16"/>
    <p:sldId id="15872" r:id="rId17"/>
    <p:sldId id="15873" r:id="rId18"/>
    <p:sldId id="15874" r:id="rId19"/>
    <p:sldId id="15875" r:id="rId20"/>
    <p:sldId id="15876" r:id="rId21"/>
    <p:sldId id="15850" r:id="rId22"/>
    <p:sldId id="15867" r:id="rId23"/>
    <p:sldId id="15877" r:id="rId24"/>
    <p:sldId id="15878" r:id="rId25"/>
    <p:sldId id="15502" r:id="rId26"/>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2252" userDrawn="1">
          <p15:clr>
            <a:srgbClr val="A4A3A4"/>
          </p15:clr>
        </p15:guide>
        <p15:guide id="5" orient="horz" pos="245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5C0C"/>
    <a:srgbClr val="FFFFFF"/>
    <a:srgbClr val="0066FF"/>
    <a:srgbClr val="7EA4EE"/>
    <a:srgbClr val="00FF00"/>
    <a:srgbClr val="F6F9FE"/>
    <a:srgbClr val="91CF50"/>
    <a:srgbClr val="FF66FF"/>
    <a:srgbClr val="00CCFF"/>
    <a:srgbClr val="0096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32" autoAdjust="0"/>
    <p:restoredTop sz="88617" autoAdjust="0"/>
  </p:normalViewPr>
  <p:slideViewPr>
    <p:cSldViewPr snapToGrid="0">
      <p:cViewPr varScale="1">
        <p:scale>
          <a:sx n="94" d="100"/>
          <a:sy n="94" d="100"/>
        </p:scale>
        <p:origin x="726" y="78"/>
      </p:cViewPr>
      <p:guideLst>
        <p:guide pos="2252"/>
        <p:guide orient="horz" pos="245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5" d="100"/>
          <a:sy n="85" d="100"/>
        </p:scale>
        <p:origin x="2428" y="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slide" Target="slides/slide9.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2.xml"/><Relationship Id="rId32"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handoutMaster" Target="handoutMasters/handoutMaster1.xml"/><Relationship Id="rId10" Type="http://schemas.openxmlformats.org/officeDocument/2006/relationships/slideMaster" Target="slideMasters/slideMaster10.xml"/><Relationship Id="rId19" Type="http://schemas.openxmlformats.org/officeDocument/2006/relationships/slide" Target="slides/slide7.xml"/><Relationship Id="rId3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Master" Target="slideMasters/slideMaster8.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4335977024611055"/>
          <c:y val="4.4465633329334564E-2"/>
          <c:w val="0.78779965004374464"/>
          <c:h val="0.80848350553324055"/>
        </c:manualLayout>
      </c:layout>
      <c:barChart>
        <c:barDir val="col"/>
        <c:grouping val="clustered"/>
        <c:varyColors val="0"/>
        <c:ser>
          <c:idx val="0"/>
          <c:order val="0"/>
          <c:spPr>
            <a:noFill/>
            <a:ln w="25400" cap="flat" cmpd="sng" algn="ctr">
              <a:solidFill>
                <a:schemeClr val="tx1"/>
              </a:solidFill>
              <a:miter lim="800000"/>
            </a:ln>
            <a:effectLst/>
          </c:spPr>
          <c:invertIfNegative val="0"/>
          <c:dPt>
            <c:idx val="0"/>
            <c:invertIfNegative val="0"/>
            <c:bubble3D val="0"/>
            <c:spPr>
              <a:solidFill>
                <a:srgbClr val="7895C1"/>
              </a:solidFill>
              <a:ln w="25400" cap="flat" cmpd="sng" algn="ctr">
                <a:solidFill>
                  <a:schemeClr val="tx1"/>
                </a:solidFill>
                <a:miter lim="800000"/>
              </a:ln>
              <a:effectLst/>
            </c:spPr>
            <c:extLst>
              <c:ext xmlns:c16="http://schemas.microsoft.com/office/drawing/2014/chart" uri="{C3380CC4-5D6E-409C-BE32-E72D297353CC}">
                <c16:uniqueId val="{00000001-E9DB-4008-905C-7AB2D1FFEDCF}"/>
              </c:ext>
            </c:extLst>
          </c:dPt>
          <c:dPt>
            <c:idx val="1"/>
            <c:invertIfNegative val="0"/>
            <c:bubble3D val="0"/>
            <c:spPr>
              <a:solidFill>
                <a:srgbClr val="A8CBDF"/>
              </a:solidFill>
              <a:ln w="25400" cap="flat" cmpd="sng" algn="ctr">
                <a:solidFill>
                  <a:schemeClr val="tx1"/>
                </a:solidFill>
                <a:miter lim="800000"/>
              </a:ln>
              <a:effectLst/>
            </c:spPr>
            <c:extLst>
              <c:ext xmlns:c16="http://schemas.microsoft.com/office/drawing/2014/chart" uri="{C3380CC4-5D6E-409C-BE32-E72D297353CC}">
                <c16:uniqueId val="{00000003-E9DB-4008-905C-7AB2D1FFEDCF}"/>
              </c:ext>
            </c:extLst>
          </c:dPt>
          <c:dPt>
            <c:idx val="2"/>
            <c:invertIfNegative val="0"/>
            <c:bubble3D val="0"/>
            <c:spPr>
              <a:solidFill>
                <a:srgbClr val="D6EFF4"/>
              </a:solidFill>
              <a:ln w="25400" cap="flat" cmpd="sng" algn="ctr">
                <a:solidFill>
                  <a:schemeClr val="tx1"/>
                </a:solidFill>
                <a:miter lim="800000"/>
              </a:ln>
              <a:effectLst/>
            </c:spPr>
            <c:extLst>
              <c:ext xmlns:c16="http://schemas.microsoft.com/office/drawing/2014/chart" uri="{C3380CC4-5D6E-409C-BE32-E72D297353CC}">
                <c16:uniqueId val="{00000005-E9DB-4008-905C-7AB2D1FFEDCF}"/>
              </c:ext>
            </c:extLst>
          </c:dPt>
          <c:dPt>
            <c:idx val="3"/>
            <c:invertIfNegative val="0"/>
            <c:bubble3D val="0"/>
            <c:spPr>
              <a:solidFill>
                <a:srgbClr val="F2FAFC"/>
              </a:solidFill>
              <a:ln w="25400" cap="flat" cmpd="sng" algn="ctr">
                <a:solidFill>
                  <a:schemeClr val="tx1"/>
                </a:solidFill>
                <a:miter lim="800000"/>
              </a:ln>
              <a:effectLst/>
            </c:spPr>
            <c:extLst>
              <c:ext xmlns:c16="http://schemas.microsoft.com/office/drawing/2014/chart" uri="{C3380CC4-5D6E-409C-BE32-E72D297353CC}">
                <c16:uniqueId val="{00000007-E9DB-4008-905C-7AB2D1FFEDCF}"/>
              </c:ext>
            </c:extLst>
          </c:dPt>
          <c:dPt>
            <c:idx val="4"/>
            <c:invertIfNegative val="0"/>
            <c:bubble3D val="0"/>
            <c:spPr>
              <a:solidFill>
                <a:srgbClr val="992224"/>
              </a:solidFill>
              <a:ln w="25400" cap="flat" cmpd="sng" algn="ctr">
                <a:solidFill>
                  <a:schemeClr val="tx1"/>
                </a:solidFill>
                <a:miter lim="800000"/>
              </a:ln>
              <a:effectLst/>
            </c:spPr>
            <c:extLst>
              <c:ext xmlns:c16="http://schemas.microsoft.com/office/drawing/2014/chart" uri="{C3380CC4-5D6E-409C-BE32-E72D297353CC}">
                <c16:uniqueId val="{00000009-E9DB-4008-905C-7AB2D1FFEDCF}"/>
              </c:ext>
            </c:extLst>
          </c:dPt>
          <c:dPt>
            <c:idx val="5"/>
            <c:invertIfNegative val="0"/>
            <c:bubble3D val="0"/>
            <c:spPr>
              <a:solidFill>
                <a:srgbClr val="B54764"/>
              </a:solidFill>
              <a:ln w="25400" cap="flat" cmpd="sng" algn="ctr">
                <a:solidFill>
                  <a:schemeClr val="tx1"/>
                </a:solidFill>
                <a:miter lim="800000"/>
              </a:ln>
              <a:effectLst/>
            </c:spPr>
            <c:extLst>
              <c:ext xmlns:c16="http://schemas.microsoft.com/office/drawing/2014/chart" uri="{C3380CC4-5D6E-409C-BE32-E72D297353CC}">
                <c16:uniqueId val="{0000000B-E9DB-4008-905C-7AB2D1FFEDCF}"/>
              </c:ext>
            </c:extLst>
          </c:dPt>
          <c:dPt>
            <c:idx val="6"/>
            <c:invertIfNegative val="0"/>
            <c:bubble3D val="0"/>
            <c:spPr>
              <a:solidFill>
                <a:srgbClr val="E3625D"/>
              </a:solidFill>
              <a:ln w="25400" cap="flat" cmpd="sng" algn="ctr">
                <a:solidFill>
                  <a:schemeClr val="tx1"/>
                </a:solidFill>
                <a:miter lim="800000"/>
              </a:ln>
              <a:effectLst/>
            </c:spPr>
            <c:extLst>
              <c:ext xmlns:c16="http://schemas.microsoft.com/office/drawing/2014/chart" uri="{C3380CC4-5D6E-409C-BE32-E72D297353CC}">
                <c16:uniqueId val="{0000000D-E9DB-4008-905C-7AB2D1FFEDCF}"/>
              </c:ext>
            </c:extLst>
          </c:dPt>
          <c:dPt>
            <c:idx val="7"/>
            <c:invertIfNegative val="0"/>
            <c:bubble3D val="0"/>
            <c:spPr>
              <a:solidFill>
                <a:srgbClr val="EF8B67"/>
              </a:solidFill>
              <a:ln w="25400" cap="flat" cmpd="sng" algn="ctr">
                <a:solidFill>
                  <a:schemeClr val="tx1"/>
                </a:solidFill>
                <a:miter lim="800000"/>
              </a:ln>
              <a:effectLst/>
            </c:spPr>
            <c:extLst>
              <c:ext xmlns:c16="http://schemas.microsoft.com/office/drawing/2014/chart" uri="{C3380CC4-5D6E-409C-BE32-E72D297353CC}">
                <c16:uniqueId val="{0000000F-E9DB-4008-905C-7AB2D1FFEDCF}"/>
              </c:ext>
            </c:extLst>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Sheet1!$A$1:$A$8</c:f>
              <c:strCache>
                <c:ptCount val="8"/>
                <c:pt idx="0">
                  <c:v>微型车</c:v>
                </c:pt>
                <c:pt idx="1">
                  <c:v>厢型车</c:v>
                </c:pt>
                <c:pt idx="2">
                  <c:v>豪华轿车</c:v>
                </c:pt>
                <c:pt idx="3">
                  <c:v>双门汽车</c:v>
                </c:pt>
                <c:pt idx="4">
                  <c:v>大巴车</c:v>
                </c:pt>
                <c:pt idx="5">
                  <c:v>商务车</c:v>
                </c:pt>
                <c:pt idx="6">
                  <c:v>搅拌车</c:v>
                </c:pt>
                <c:pt idx="7">
                  <c:v>敞篷车</c:v>
                </c:pt>
              </c:strCache>
            </c:strRef>
          </c:cat>
          <c:val>
            <c:numRef>
              <c:f>Sheet1!$B$1:$B$8</c:f>
              <c:numCache>
                <c:formatCode>General</c:formatCode>
                <c:ptCount val="8"/>
                <c:pt idx="0">
                  <c:v>32155</c:v>
                </c:pt>
                <c:pt idx="1">
                  <c:v>28291</c:v>
                </c:pt>
                <c:pt idx="2">
                  <c:v>38983</c:v>
                </c:pt>
                <c:pt idx="3">
                  <c:v>7214</c:v>
                </c:pt>
                <c:pt idx="4">
                  <c:v>12819</c:v>
                </c:pt>
                <c:pt idx="5">
                  <c:v>6228</c:v>
                </c:pt>
                <c:pt idx="6">
                  <c:v>1135</c:v>
                </c:pt>
                <c:pt idx="7">
                  <c:v>9060</c:v>
                </c:pt>
              </c:numCache>
            </c:numRef>
          </c:val>
          <c:extLst>
            <c:ext xmlns:c16="http://schemas.microsoft.com/office/drawing/2014/chart" uri="{C3380CC4-5D6E-409C-BE32-E72D297353CC}">
              <c16:uniqueId val="{00000010-E9DB-4008-905C-7AB2D1FFEDCF}"/>
            </c:ext>
          </c:extLst>
        </c:ser>
        <c:dLbls>
          <c:dLblPos val="outEnd"/>
          <c:showLegendKey val="0"/>
          <c:showVal val="1"/>
          <c:showCatName val="0"/>
          <c:showSerName val="0"/>
          <c:showPercent val="0"/>
          <c:showBubbleSize val="0"/>
        </c:dLbls>
        <c:gapWidth val="80"/>
        <c:overlap val="-35"/>
        <c:axId val="624317552"/>
        <c:axId val="624336272"/>
      </c:barChart>
      <c:catAx>
        <c:axId val="624317552"/>
        <c:scaling>
          <c:orientation val="minMax"/>
        </c:scaling>
        <c:delete val="0"/>
        <c:axPos val="b"/>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solidFill>
                <a:latin typeface="宋体" panose="02010600030101010101" pitchFamily="2" charset="-122"/>
                <a:ea typeface="宋体" panose="02010600030101010101" pitchFamily="2" charset="-122"/>
                <a:cs typeface="+mn-cs"/>
              </a:defRPr>
            </a:pPr>
            <a:endParaRPr lang="zh-CN"/>
          </a:p>
        </c:txPr>
        <c:crossAx val="624336272"/>
        <c:crosses val="autoZero"/>
        <c:auto val="1"/>
        <c:lblAlgn val="ctr"/>
        <c:lblOffset val="100"/>
        <c:noMultiLvlLbl val="0"/>
      </c:catAx>
      <c:valAx>
        <c:axId val="624336272"/>
        <c:scaling>
          <c:orientation val="minMax"/>
        </c:scaling>
        <c:delete val="0"/>
        <c:axPos val="l"/>
        <c:title>
          <c:tx>
            <c:rich>
              <a:bodyPr rot="-5400000" spcFirstLastPara="1" vertOverflow="ellipsis" vert="horz" wrap="square" anchor="ctr" anchorCtr="1"/>
              <a:lstStyle/>
              <a:p>
                <a:pPr>
                  <a:defRPr sz="2000" b="0" i="0" u="none" strike="noStrike" kern="1200" baseline="0">
                    <a:solidFill>
                      <a:schemeClr val="tx1"/>
                    </a:solidFill>
                    <a:latin typeface="宋体" panose="02010600030101010101" pitchFamily="2" charset="-122"/>
                    <a:ea typeface="宋体" panose="02010600030101010101" pitchFamily="2" charset="-122"/>
                    <a:cs typeface="+mn-cs"/>
                  </a:defRPr>
                </a:pPr>
                <a:r>
                  <a:rPr lang="zh-CN" altLang="en-US" sz="2000" dirty="0">
                    <a:solidFill>
                      <a:schemeClr val="tx1"/>
                    </a:solidFill>
                    <a:latin typeface="宋体" panose="02010600030101010101" pitchFamily="2" charset="-122"/>
                    <a:ea typeface="宋体" panose="02010600030101010101" pitchFamily="2" charset="-122"/>
                  </a:rPr>
                  <a:t>频数</a:t>
                </a:r>
              </a:p>
            </c:rich>
          </c:tx>
          <c:layout>
            <c:manualLayout>
              <c:xMode val="edge"/>
              <c:yMode val="edge"/>
              <c:x val="3.2608695652173912E-2"/>
              <c:y val="0.35822935382174403"/>
            </c:manualLayout>
          </c:layout>
          <c:overlay val="0"/>
          <c:spPr>
            <a:noFill/>
            <a:ln>
              <a:noFill/>
            </a:ln>
            <a:effectLst/>
          </c:spPr>
          <c:txPr>
            <a:bodyPr rot="-5400000" spcFirstLastPara="1" vertOverflow="ellipsis" vert="horz" wrap="square" anchor="ctr" anchorCtr="1"/>
            <a:lstStyle/>
            <a:p>
              <a:pPr>
                <a:defRPr sz="2000" b="0" i="0" u="none" strike="noStrike" kern="1200" baseline="0">
                  <a:solidFill>
                    <a:schemeClr val="tx1"/>
                  </a:solidFill>
                  <a:latin typeface="宋体" panose="02010600030101010101" pitchFamily="2" charset="-122"/>
                  <a:ea typeface="宋体" panose="02010600030101010101" pitchFamily="2" charset="-122"/>
                  <a:cs typeface="+mn-cs"/>
                </a:defRPr>
              </a:pPr>
              <a:endParaRPr lang="zh-CN"/>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zh-CN"/>
          </a:p>
        </c:txPr>
        <c:crossAx val="624317552"/>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pieChart>
        <c:varyColors val="1"/>
        <c:ser>
          <c:idx val="0"/>
          <c:order val="0"/>
          <c:tx>
            <c:strRef>
              <c:f>Sheet1!$B$1</c:f>
              <c:strCache>
                <c:ptCount val="1"/>
                <c:pt idx="0">
                  <c:v>值</c:v>
                </c:pt>
              </c:strCache>
            </c:strRef>
          </c:tx>
          <c:spPr>
            <a:ln w="63500">
              <a:solidFill>
                <a:sysClr val="windowText" lastClr="000000"/>
              </a:solidFill>
            </a:ln>
            <a:effectLst/>
            <a:scene3d>
              <a:camera prst="orthographicFront"/>
              <a:lightRig rig="threePt" dir="t"/>
            </a:scene3d>
            <a:sp3d/>
          </c:spPr>
          <c:dPt>
            <c:idx val="0"/>
            <c:bubble3D val="0"/>
            <c:explosion val="10"/>
            <c:spPr>
              <a:solidFill>
                <a:srgbClr val="557AA4"/>
              </a:solidFill>
              <a:ln w="63500">
                <a:solidFill>
                  <a:sysClr val="windowText" lastClr="000000"/>
                </a:solidFill>
              </a:ln>
              <a:effectLst/>
              <a:scene3d>
                <a:camera prst="orthographicFront"/>
                <a:lightRig rig="threePt" dir="t"/>
              </a:scene3d>
            </c:spPr>
            <c:extLst>
              <c:ext xmlns:c16="http://schemas.microsoft.com/office/drawing/2014/chart" uri="{C3380CC4-5D6E-409C-BE32-E72D297353CC}">
                <c16:uniqueId val="{00000001-567E-4C4D-BCCD-38BBD97923FB}"/>
              </c:ext>
            </c:extLst>
          </c:dPt>
          <c:dPt>
            <c:idx val="1"/>
            <c:bubble3D val="0"/>
            <c:spPr>
              <a:solidFill>
                <a:srgbClr val="B63D3D"/>
              </a:solidFill>
              <a:ln w="63500">
                <a:solidFill>
                  <a:sysClr val="windowText" lastClr="000000"/>
                </a:solidFill>
              </a:ln>
              <a:effectLst/>
              <a:scene3d>
                <a:camera prst="orthographicFront"/>
                <a:lightRig rig="threePt" dir="t"/>
              </a:scene3d>
            </c:spPr>
            <c:extLst>
              <c:ext xmlns:c16="http://schemas.microsoft.com/office/drawing/2014/chart" uri="{C3380CC4-5D6E-409C-BE32-E72D297353CC}">
                <c16:uniqueId val="{00000003-567E-4C4D-BCCD-38BBD97923FB}"/>
              </c:ext>
            </c:extLst>
          </c:dPt>
          <c:dPt>
            <c:idx val="2"/>
            <c:bubble3D val="0"/>
            <c:spPr>
              <a:solidFill>
                <a:schemeClr val="accent3">
                  <a:alpha val="40000"/>
                </a:schemeClr>
              </a:solidFill>
              <a:ln w="63500">
                <a:solidFill>
                  <a:sysClr val="windowText" lastClr="000000"/>
                </a:solidFill>
              </a:ln>
              <a:effectLst/>
              <a:scene3d>
                <a:camera prst="orthographicFront"/>
                <a:lightRig rig="threePt" dir="t"/>
              </a:scene3d>
            </c:spPr>
            <c:extLst>
              <c:ext xmlns:c16="http://schemas.microsoft.com/office/drawing/2014/chart" uri="{C3380CC4-5D6E-409C-BE32-E72D297353CC}">
                <c16:uniqueId val="{00000005-567E-4C4D-BCCD-38BBD97923FB}"/>
              </c:ext>
            </c:extLst>
          </c:dPt>
          <c:dPt>
            <c:idx val="3"/>
            <c:bubble3D val="0"/>
            <c:spPr>
              <a:solidFill>
                <a:schemeClr val="accent4">
                  <a:alpha val="40000"/>
                </a:schemeClr>
              </a:solidFill>
              <a:ln w="63500">
                <a:solidFill>
                  <a:sysClr val="windowText" lastClr="000000"/>
                </a:solidFill>
              </a:ln>
              <a:effectLst/>
              <a:scene3d>
                <a:camera prst="orthographicFront"/>
                <a:lightRig rig="threePt" dir="t"/>
              </a:scene3d>
            </c:spPr>
            <c:extLst>
              <c:ext xmlns:c16="http://schemas.microsoft.com/office/drawing/2014/chart" uri="{C3380CC4-5D6E-409C-BE32-E72D297353CC}">
                <c16:uniqueId val="{00000007-567E-4C4D-BCCD-38BBD97923FB}"/>
              </c:ext>
            </c:extLst>
          </c:dPt>
          <c:dPt>
            <c:idx val="4"/>
            <c:bubble3D val="0"/>
            <c:spPr>
              <a:solidFill>
                <a:schemeClr val="accent5">
                  <a:alpha val="40000"/>
                </a:schemeClr>
              </a:solidFill>
              <a:ln w="63500">
                <a:solidFill>
                  <a:sysClr val="windowText" lastClr="000000"/>
                </a:solidFill>
              </a:ln>
              <a:effectLst/>
              <a:scene3d>
                <a:camera prst="orthographicFront"/>
                <a:lightRig rig="threePt" dir="t"/>
              </a:scene3d>
            </c:spPr>
            <c:extLst>
              <c:ext xmlns:c16="http://schemas.microsoft.com/office/drawing/2014/chart" uri="{C3380CC4-5D6E-409C-BE32-E72D297353CC}">
                <c16:uniqueId val="{00000009-567E-4C4D-BCCD-38BBD97923FB}"/>
              </c:ext>
            </c:extLst>
          </c:dPt>
          <c:dPt>
            <c:idx val="5"/>
            <c:bubble3D val="0"/>
            <c:spPr>
              <a:solidFill>
                <a:schemeClr val="accent6">
                  <a:alpha val="40000"/>
                </a:schemeClr>
              </a:solidFill>
              <a:ln w="63500">
                <a:solidFill>
                  <a:sysClr val="windowText" lastClr="000000"/>
                </a:solidFill>
              </a:ln>
              <a:effectLst/>
              <a:scene3d>
                <a:camera prst="orthographicFront"/>
                <a:lightRig rig="threePt" dir="t"/>
              </a:scene3d>
            </c:spPr>
            <c:extLst>
              <c:ext xmlns:c16="http://schemas.microsoft.com/office/drawing/2014/chart" uri="{C3380CC4-5D6E-409C-BE32-E72D297353CC}">
                <c16:uniqueId val="{0000000B-567E-4C4D-BCCD-38BBD97923FB}"/>
              </c:ext>
            </c:extLst>
          </c:dPt>
          <c:dLbls>
            <c:dLbl>
              <c:idx val="0"/>
              <c:spPr>
                <a:noFill/>
                <a:ln>
                  <a:noFill/>
                </a:ln>
                <a:effectLst/>
              </c:spPr>
              <c:txPr>
                <a:bodyPr rot="0" spcFirstLastPara="1" vertOverflow="ellipsis" vert="horz" wrap="square" lIns="38100" tIns="19050" rIns="38100" bIns="19050" anchor="ctr" anchorCtr="1">
                  <a:spAutoFit/>
                </a:bodyPr>
                <a:lstStyle/>
                <a:p>
                  <a:pPr>
                    <a:defRPr sz="2800" b="0" i="0" u="none" strike="noStrike" kern="1200" baseline="0">
                      <a:solidFill>
                        <a:srgbClr val="557AA4"/>
                      </a:solidFill>
                      <a:latin typeface="Times New Roman" panose="02020603050405020304" pitchFamily="18" charset="0"/>
                      <a:ea typeface="+mn-ea"/>
                      <a:cs typeface="Times New Roman" panose="02020603050405020304" pitchFamily="18" charset="0"/>
                    </a:defRPr>
                  </a:pPr>
                  <a:endParaRPr lang="zh-CN"/>
                </a:p>
              </c:txPr>
              <c:dLblPos val="outEnd"/>
              <c:showLegendKey val="0"/>
              <c:showVal val="1"/>
              <c:showCatName val="0"/>
              <c:showSerName val="0"/>
              <c:showPercent val="0"/>
              <c:showBubbleSize val="0"/>
              <c:extLst>
                <c:ext xmlns:c16="http://schemas.microsoft.com/office/drawing/2014/chart" uri="{C3380CC4-5D6E-409C-BE32-E72D297353CC}">
                  <c16:uniqueId val="{00000001-567E-4C4D-BCCD-38BBD97923FB}"/>
                </c:ext>
              </c:extLst>
            </c:dLbl>
            <c:spPr>
              <a:noFill/>
              <a:ln>
                <a:noFill/>
              </a:ln>
              <a:effectLst/>
            </c:spPr>
            <c:txPr>
              <a:bodyPr rot="0" spcFirstLastPara="1" vertOverflow="ellipsis" vert="horz" wrap="square" lIns="38100" tIns="19050" rIns="38100" bIns="19050" anchor="ctr" anchorCtr="1">
                <a:spAutoFit/>
              </a:bodyPr>
              <a:lstStyle/>
              <a:p>
                <a:pPr>
                  <a:defRPr sz="2800" b="0" i="0" u="none" strike="noStrike" kern="1200" baseline="0">
                    <a:solidFill>
                      <a:srgbClr val="B63D3D"/>
                    </a:solidFill>
                    <a:latin typeface="Times New Roman" panose="02020603050405020304" pitchFamily="18" charset="0"/>
                    <a:ea typeface="+mn-ea"/>
                    <a:cs typeface="Times New Roman" panose="02020603050405020304" pitchFamily="18" charset="0"/>
                  </a:defRPr>
                </a:pPr>
                <a:endParaRPr lang="zh-CN"/>
              </a:p>
            </c:txPr>
            <c:dLblPos val="outEnd"/>
            <c:showLegendKey val="0"/>
            <c:showVal val="1"/>
            <c:showCatName val="0"/>
            <c:showSerName val="0"/>
            <c:showPercent val="0"/>
            <c:showBubbleSize val="0"/>
            <c:showLeaderLines val="1"/>
            <c:leaderLines>
              <c:spPr>
                <a:ln w="6350" cap="flat" cmpd="sng" algn="ctr">
                  <a:solidFill>
                    <a:schemeClr val="tx1"/>
                  </a:solidFill>
                  <a:prstDash val="solid"/>
                  <a:round/>
                </a:ln>
                <a:effectLst/>
              </c:spPr>
            </c:leaderLines>
            <c:extLst>
              <c:ext xmlns:c15="http://schemas.microsoft.com/office/drawing/2012/chart" uri="{CE6537A1-D6FC-4f65-9D91-7224C49458BB}"/>
            </c:extLst>
          </c:dLbls>
          <c:cat>
            <c:strRef>
              <c:f>Sheet1!$A$2:$A$3</c:f>
              <c:strCache>
                <c:ptCount val="2"/>
                <c:pt idx="0">
                  <c:v>手动</c:v>
                </c:pt>
                <c:pt idx="1">
                  <c:v>自动</c:v>
                </c:pt>
              </c:strCache>
            </c:strRef>
          </c:cat>
          <c:val>
            <c:numRef>
              <c:f>Sheet1!$B$2:$B$3</c:f>
              <c:numCache>
                <c:formatCode>0.00%</c:formatCode>
                <c:ptCount val="2"/>
                <c:pt idx="0">
                  <c:v>0.77100000000000002</c:v>
                </c:pt>
                <c:pt idx="1">
                  <c:v>0.22900000000000001</c:v>
                </c:pt>
              </c:numCache>
            </c:numRef>
          </c:val>
          <c:extLst>
            <c:ext xmlns:c16="http://schemas.microsoft.com/office/drawing/2014/chart" uri="{C3380CC4-5D6E-409C-BE32-E72D297353CC}">
              <c16:uniqueId val="{0000000C-567E-4C4D-BCCD-38BBD97923FB}"/>
            </c:ext>
          </c:extLst>
        </c:ser>
        <c:dLbls>
          <c:dLblPos val="outEnd"/>
          <c:showLegendKey val="0"/>
          <c:showVal val="1"/>
          <c:showCatName val="0"/>
          <c:showSerName val="0"/>
          <c:showPercent val="0"/>
          <c:showBubbleSize val="0"/>
          <c:showLeaderLines val="1"/>
        </c:dLbls>
        <c:firstSliceAng val="0"/>
      </c:pieChart>
      <c:spPr>
        <a:solidFill>
          <a:schemeClr val="bg1"/>
        </a:solidFill>
        <a:ln>
          <a:noFill/>
        </a:ln>
        <a:effectLst/>
      </c:spPr>
    </c:plotArea>
    <c:legend>
      <c:legendPos val="b"/>
      <c:legendEntry>
        <c:idx val="0"/>
        <c:txPr>
          <a:bodyPr rot="0" spcFirstLastPara="1" vertOverflow="ellipsis" vert="horz" wrap="square" anchor="ctr" anchorCtr="1"/>
          <a:lstStyle/>
          <a:p>
            <a:pPr rtl="0">
              <a:defRPr sz="3200" b="0" i="0" u="none" strike="noStrike" kern="1200" baseline="0">
                <a:solidFill>
                  <a:srgbClr val="557AA4"/>
                </a:solidFill>
                <a:latin typeface="宋体" panose="02010600030101010101" pitchFamily="2" charset="-122"/>
                <a:ea typeface="宋体" panose="02010600030101010101" pitchFamily="2" charset="-122"/>
                <a:cs typeface="+mn-cs"/>
              </a:defRPr>
            </a:pPr>
            <a:endParaRPr lang="zh-CN"/>
          </a:p>
        </c:txPr>
      </c:legendEntry>
      <c:legendEntry>
        <c:idx val="1"/>
        <c:txPr>
          <a:bodyPr rot="0" spcFirstLastPara="1" vertOverflow="ellipsis" vert="horz" wrap="square" anchor="ctr" anchorCtr="1"/>
          <a:lstStyle/>
          <a:p>
            <a:pPr rtl="0">
              <a:defRPr sz="3200" b="0" i="0" u="none" strike="noStrike" kern="1200" baseline="0">
                <a:solidFill>
                  <a:srgbClr val="B63D3D"/>
                </a:solidFill>
                <a:latin typeface="宋体" panose="02010600030101010101" pitchFamily="2" charset="-122"/>
                <a:ea typeface="宋体" panose="02010600030101010101" pitchFamily="2" charset="-122"/>
                <a:cs typeface="+mn-cs"/>
              </a:defRPr>
            </a:pPr>
            <a:endParaRPr lang="zh-CN"/>
          </a:p>
        </c:txPr>
      </c:legendEntry>
      <c:overlay val="0"/>
      <c:spPr>
        <a:noFill/>
        <a:ln>
          <a:noFill/>
        </a:ln>
        <a:effectLst/>
      </c:spPr>
      <c:txPr>
        <a:bodyPr rot="0" spcFirstLastPara="1" vertOverflow="ellipsis" vert="horz" wrap="square" anchor="ctr" anchorCtr="1"/>
        <a:lstStyle/>
        <a:p>
          <a:pPr rtl="0">
            <a:defRPr sz="3200" b="0" i="0" u="none" strike="noStrike" kern="1200" baseline="0">
              <a:solidFill>
                <a:schemeClr val="tx1">
                  <a:lumMod val="65000"/>
                  <a:lumOff val="35000"/>
                </a:schemeClr>
              </a:solidFill>
              <a:latin typeface="宋体" panose="02010600030101010101" pitchFamily="2" charset="-122"/>
              <a:ea typeface="宋体" panose="02010600030101010101" pitchFamily="2" charset="-122"/>
              <a:cs typeface="+mn-cs"/>
            </a:defRPr>
          </a:pPr>
          <a:endParaRPr lang="zh-CN"/>
        </a:p>
      </c:txPr>
    </c:legend>
    <c:plotVisOnly val="1"/>
    <c:dispBlanksAs val="gap"/>
    <c:showDLblsOverMax val="0"/>
    <c:extLst/>
  </c:chart>
  <c:spPr>
    <a:solidFill>
      <a:schemeClr val="bg1"/>
    </a:solidFill>
    <a:ln w="9525" cap="flat" cmpd="sng" algn="ctr">
      <a:noFill/>
      <a:prstDash val="solid"/>
      <a:round/>
    </a:ln>
    <a:effectLst/>
  </c:spPr>
  <c:txPr>
    <a:bodyPr/>
    <a:lstStyle/>
    <a:p>
      <a:pPr>
        <a:defRPr/>
      </a:pPr>
      <a:endParaRPr lang="zh-CN"/>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1">
  <cs:axisTitle>
    <cs:lnRef idx="0"/>
    <cs:fillRef idx="0"/>
    <cs:effectRef idx="0"/>
    <cs:fontRef idx="minor">
      <a:schemeClr val="tx1">
        <a:lumMod val="50000"/>
        <a:lumOff val="50000"/>
      </a:schemeClr>
    </cs:fontRef>
    <cs:defRPr sz="1197" kern="1200"/>
  </cs:axisTitle>
  <cs:categoryAxis>
    <cs:lnRef idx="0"/>
    <cs:fillRef idx="0"/>
    <cs:effectRef idx="0"/>
    <cs:fontRef idx="minor">
      <a:schemeClr val="tx1">
        <a:lumMod val="50000"/>
        <a:lumOff val="50000"/>
      </a:schemeClr>
    </cs:fontRef>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65000"/>
        <a:lumOff val="35000"/>
      </a:schemeClr>
    </cs:fontRef>
    <cs:defRPr sz="1197" kern="1200"/>
  </cs:dataLabel>
  <cs:dataLabelCallout>
    <cs:lnRef idx="0"/>
    <cs:fillRef idx="0"/>
    <cs:effectRef idx="0"/>
    <cs:fontRef idx="minor">
      <a:schemeClr val="bg1"/>
    </cs:fontRef>
    <cs:spPr>
      <a:solidFill>
        <a:schemeClr val="tx1">
          <a:lumMod val="35000"/>
          <a:lumOff val="65000"/>
        </a:schemeClr>
      </a:solidFill>
    </cs:spPr>
    <cs:defRPr sz="1197"/>
    <cs:bodyPr rot="0" spcFirstLastPara="1" vertOverflow="clip" horzOverflow="clip" vert="horz" wrap="square" lIns="36576" tIns="18288" rIns="36576" bIns="18288" anchor="ctr" anchorCtr="1">
      <a:spAutoFit/>
    </cs:bodyPr>
  </cs:dataLabelCallout>
  <cs:dataPoint>
    <cs:lnRef idx="0">
      <cs:styleClr val="auto"/>
    </cs:lnRef>
    <cs:fillRef idx="0"/>
    <cs:effectRef idx="0"/>
    <cs:fontRef idx="minor">
      <a:schemeClr val="dk1"/>
    </cs:fontRef>
    <cs:spPr>
      <a:noFill/>
      <a:ln w="25400" cap="flat" cmpd="sng" algn="ctr">
        <a:solidFill>
          <a:schemeClr val="phClr"/>
        </a:solidFill>
        <a:miter lim="800000"/>
      </a:ln>
    </cs:spPr>
  </cs:dataPoint>
  <cs:dataPoint3D>
    <cs:lnRef idx="0">
      <cs:styleClr val="auto"/>
    </cs:lnRef>
    <cs:fillRef idx="0">
      <cs:styleClr val="auto"/>
    </cs:fillRef>
    <cs:effectRef idx="0"/>
    <cs:fontRef idx="minor">
      <a:schemeClr val="dk1"/>
    </cs:fontRef>
    <cs:spPr>
      <a:ln w="19050" cap="flat" cmpd="sng" algn="ctr">
        <a:solidFill>
          <a:schemeClr val="phClr"/>
        </a:solidFill>
        <a:miter lim="800000"/>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ln w="19050" cap="rnd">
        <a:solidFill>
          <a:schemeClr val="phClr"/>
        </a:solidFill>
        <a:round/>
      </a:ln>
    </cs:spPr>
  </cs:dataPointMarker>
  <cs:dataPointMarkerLayout symbol="circle" size="6"/>
  <cs:dataPointWireframe>
    <cs:lnRef idx="0">
      <cs:styleClr val="auto"/>
    </cs:lnRef>
    <cs:fillRef idx="1"/>
    <cs:effectRef idx="0"/>
    <cs:fontRef idx="minor">
      <a:schemeClr val="tx1"/>
    </cs:fontRef>
    <cs:spPr>
      <a:ln w="9525">
        <a:solidFill>
          <a:schemeClr val="phClr"/>
        </a:solidFill>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tx1">
            <a:lumMod val="50000"/>
            <a:lumOff val="50000"/>
          </a:schemeClr>
        </a:solidFill>
        <a:round/>
      </a:ln>
    </cs:spPr>
  </cs:downBar>
  <cs:dropLine>
    <cs:lnRef idx="0"/>
    <cs:fillRef idx="0"/>
    <cs:effectRef idx="0"/>
    <cs:fontRef idx="minor">
      <a:schemeClr val="dk1"/>
    </cs:fontRef>
    <cs:spPr>
      <a:ln w="9525" cap="flat" cmpd="sng" algn="ctr">
        <a:solidFill>
          <a:schemeClr val="tx1">
            <a:lumMod val="35000"/>
            <a:lumOff val="65000"/>
          </a:schemeClr>
        </a:solidFill>
        <a:round/>
      </a:ln>
    </cs:spPr>
  </cs:dropLine>
  <cs:errorBar>
    <cs:lnRef idx="0"/>
    <cs:fillRef idx="0"/>
    <cs:effectRef idx="0"/>
    <cs:fontRef idx="minor">
      <a:schemeClr val="dk1"/>
    </cs:fontRef>
    <cs:spPr>
      <a:ln w="9525" cap="flat" cmpd="sng" algn="ctr">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a:solidFill>
          <a:schemeClr val="tx1">
            <a:lumMod val="15000"/>
            <a:lumOff val="85000"/>
          </a:schemeClr>
        </a:solidFill>
      </a:ln>
    </cs:spPr>
  </cs:gridlineMajor>
  <cs:gridlineMinor>
    <cs:lnRef idx="0"/>
    <cs:fillRef idx="0"/>
    <cs:effectRef idx="0"/>
    <cs:fontRef idx="minor">
      <a:schemeClr val="dk1"/>
    </cs:fontRef>
    <cs:spPr>
      <a:ln w="9525">
        <a:solidFill>
          <a:schemeClr val="tx1">
            <a:lumMod val="5000"/>
            <a:lumOff val="95000"/>
          </a:schemeClr>
        </a:solidFill>
      </a:ln>
    </cs:spPr>
  </cs:gridlineMinor>
  <cs:hiLoLine>
    <cs:lnRef idx="0"/>
    <cs:fillRef idx="0"/>
    <cs:effectRef idx="0"/>
    <cs:fontRef idx="minor">
      <a:schemeClr val="dk1"/>
    </cs:fontRef>
    <cs:spPr>
      <a:ln w="9525" cap="flat" cmpd="sng" algn="ctr">
        <a:solidFill>
          <a:schemeClr val="tx1">
            <a:lumMod val="35000"/>
            <a:lumOff val="65000"/>
          </a:schemeClr>
        </a:solidFill>
        <a:round/>
      </a:ln>
    </cs:spPr>
  </cs:hiLoLine>
  <cs:leaderLine>
    <cs:lnRef idx="0"/>
    <cs:fillRef idx="0"/>
    <cs:effectRef idx="0"/>
    <cs:fontRef idx="minor">
      <a:schemeClr val="dk1"/>
    </cs:fontRef>
    <cs:spPr>
      <a:ln w="9525" cap="flat" cmpd="sng" algn="ctr">
        <a:solidFill>
          <a:schemeClr val="tx1">
            <a:lumMod val="35000"/>
            <a:lumOff val="65000"/>
          </a:schemeClr>
        </a:solidFill>
        <a:round/>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defRPr sz="1197" kern="1200"/>
  </cs:seriesAxis>
  <cs:seriesLine>
    <cs:lnRef idx="0"/>
    <cs:fillRef idx="0"/>
    <cs:effectRef idx="0"/>
    <cs:fontRef idx="minor">
      <a:schemeClr val="dk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200" b="0" kern="1200" cap="none" spc="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cap="flat" cmpd="sng" algn="ctr">
        <a:solidFill>
          <a:schemeClr val="tx1">
            <a:lumMod val="50000"/>
            <a:lumOff val="50000"/>
          </a:schemeClr>
        </a:solidFill>
        <a:round/>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103">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mods="ignoreCSTransforms">
      <cs:styleClr val="0">
        <a:shade val="25000"/>
      </cs:styl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mods="ignoreCSTransforms">
      <cs:styleClr val="0">
        <a:tint val="25000"/>
      </cs:styl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5682E4-1D3E-4E21-8E57-F0A36E8AFBBC}" type="datetimeFigureOut">
              <a:rPr lang="zh-CN" altLang="en-US" smtClean="0"/>
              <a:t>2025/4/18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C971F6-C60D-4682-BD97-627ABF355346}"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80EC0-271A-47A3-B94A-5AACB63D0D64}" type="datetimeFigureOut">
              <a:rPr lang="zh-CN" altLang="en-US" smtClean="0"/>
              <a:t>2025/4/18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F833C-0931-4030-8352-AFD9186768B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t>1</a:t>
            </a:fld>
            <a:endParaRPr lang="zh-CN" altLang="en-US"/>
          </a:p>
        </p:txBody>
      </p:sp>
    </p:spTree>
    <p:extLst>
      <p:ext uri="{BB962C8B-B14F-4D97-AF65-F5344CB8AC3E}">
        <p14:creationId xmlns:p14="http://schemas.microsoft.com/office/powerpoint/2010/main" val="4004672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B2364-C4ED-C4F6-5139-791D90C5A7E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208D54-AB53-7A3D-FE9F-B742B0538D3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B1F1FB-5D20-0CC0-48E6-5024F25A692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C2DC0CC-ECDA-C7C5-4E37-F0F8AC80CE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399688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54247-E1AC-198E-6957-338B0FDAAB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C90C8BD-1F76-0E12-E399-680FB0561AC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ECF6AB4-1CA6-7B26-D5B5-6952A55353A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3D26EF3-CC9F-271A-85E9-AA185E2122D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7312906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EE6C7-D738-6335-CF76-D583493AADA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FE0DCDF-8C0B-5389-E0C2-2920687AFED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8F3D271-297F-F427-0B0E-7CCBB1F6996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B879778-E614-C814-B202-A4971ACB0AD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952694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CB307-BA7B-FF3A-96D0-DA0DEBA00E4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564B805-186B-A68E-7B5D-19505EEEF8F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02375C0-C0AE-A5D3-CA89-C279D83DC8B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4438E41-E9E8-2AAD-DD3C-0272A7A8C7D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2601281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F457F-04D1-2A00-2286-5C45095EA95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982F93B-7826-A885-6C72-7819854A1EA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BEDD1DA-E22C-BDD5-301E-A6631699037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CEE2585-EDD3-FBA8-0EB4-6C49DC2AFA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30458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7E84F-9513-D4A8-20A8-B3A64E27160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41A54D-7F34-5270-AF36-BCC45A49D9B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9131E22-8770-B52F-D651-AD322F0F6EB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C005FC8-8B20-9481-4D34-E4E69B1063A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357918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BAF98-614A-53B7-A8F2-8777259643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2FE8DA0-802C-78AE-74C7-87A2250A25E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96149AA-0B15-BCDD-940B-BD30B086ED8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423CBDB-8731-E865-F7D8-FD215B06DE3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8006092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0E5F1-D341-464F-C536-E93FCAEFBCD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A79BBD4-48CC-C9A5-2745-DDD7D2E1330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0F0B9D1-C656-A532-1AA0-835D1348E2E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59FD94B-CE7D-3EA9-6F91-BAED8508342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953869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1AC82-2BA1-260A-4749-460E71B8B3A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3255D39-6108-AA4F-D421-E4D793E4F8E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FA45A93-6C92-CC3A-9356-EF3B65935FC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EDDC318-15C3-7F19-015B-0EAAFE596B3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962356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A6EF7-1128-D6E2-1678-D3C3290A104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4D59989-A60A-F73B-0ED8-3B37246CB0A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DA468BC-2CD6-C6F7-15DB-9ABF8AE7A07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166016B-7367-CB90-2F3E-F10353F5047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977121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8FE22-D8EC-E5A8-5223-BF4FAF216E6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03BE19F-8DAA-2289-B392-D4F47BF25B5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C93BC88-0C7D-EE38-6284-AB2A723D75A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374F773-8AFE-476B-0513-CFC660F5632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9447880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0473A-CCA1-FFC3-1E8B-620EB3010D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D44E942-8F7B-A963-CA6C-4EC102AF982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AD34A05-C4B2-D45D-83EA-82DD03073D9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7825440-4ACB-7DFE-8D2F-0C5C9EC2B51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4991131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52409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6.xml"/><Relationship Id="rId4" Type="http://schemas.microsoft.com/office/2007/relationships/hdphoto" Target="../media/hdphoto1.wdp"/></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4" Type="http://schemas.microsoft.com/office/2007/relationships/hdphoto" Target="../media/hdphoto1.wdp"/></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pitchFamily="34" charset="-122"/>
              <a:ea typeface="微软雅黑" panose="020B0503020204020204" pitchFamily="3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508FBC-A264-6F1A-7977-DAFCBAF3875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55"/>
          <a:stretch/>
        </p:blipFill>
        <p:spPr>
          <a:xfrm>
            <a:off x="916640" y="227763"/>
            <a:ext cx="11161059" cy="603504"/>
          </a:xfrm>
          <a:prstGeom prst="rect">
            <a:avLst/>
          </a:prstGeom>
        </p:spPr>
      </p:pic>
      <p:pic>
        <p:nvPicPr>
          <p:cNvPr id="3" name="Picture 2" descr="A logo with dots and lines&#10;&#10;Description automatically generated">
            <a:extLst>
              <a:ext uri="{FF2B5EF4-FFF2-40B4-BE49-F238E27FC236}">
                <a16:creationId xmlns:a16="http://schemas.microsoft.com/office/drawing/2014/main" id="{5467157C-6AAC-7C52-2017-1FE36A3D10C3}"/>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71D0F9-5031-B629-E802-6AEAF0F1C632}"/>
              </a:ext>
            </a:extLst>
          </p:cNvPr>
          <p:cNvPicPr>
            <a:picLocks noChangeAspect="1"/>
          </p:cNvPicPr>
          <p:nvPr userDrawn="1"/>
        </p:nvPicPr>
        <p:blipFill rotWithShape="1">
          <a:blip r:embed="rId2"/>
          <a:srcRect l="453"/>
          <a:stretch/>
        </p:blipFill>
        <p:spPr>
          <a:xfrm>
            <a:off x="0" y="0"/>
            <a:ext cx="12192000" cy="1014998"/>
          </a:xfrm>
          <a:prstGeom prst="rect">
            <a:avLst/>
          </a:prstGeom>
        </p:spPr>
      </p:pic>
      <p:sp>
        <p:nvSpPr>
          <p:cNvPr id="2" name="Rectangle 1">
            <a:extLst>
              <a:ext uri="{FF2B5EF4-FFF2-40B4-BE49-F238E27FC236}">
                <a16:creationId xmlns:a16="http://schemas.microsoft.com/office/drawing/2014/main" id="{F3F803D8-0039-D24A-E8C1-26F5161CAA45}"/>
              </a:ext>
            </a:extLst>
          </p:cNvPr>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18990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74834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二、主要工作</a:t>
            </a:r>
          </a:p>
        </p:txBody>
      </p:sp>
      <p:sp>
        <p:nvSpPr>
          <p:cNvPr id="2" name="矩形 26">
            <a:extLst>
              <a:ext uri="{FF2B5EF4-FFF2-40B4-BE49-F238E27FC236}">
                <a16:creationId xmlns:a16="http://schemas.microsoft.com/office/drawing/2014/main" id="{09687F67-AA25-9614-8E73-69B387358195}"/>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三、总结展望</a:t>
            </a:r>
          </a:p>
        </p:txBody>
      </p:sp>
      <p:sp>
        <p:nvSpPr>
          <p:cNvPr id="2" name="矩形 26">
            <a:extLst>
              <a:ext uri="{FF2B5EF4-FFF2-40B4-BE49-F238E27FC236}">
                <a16:creationId xmlns:a16="http://schemas.microsoft.com/office/drawing/2014/main" id="{237FF217-6AE0-9A66-FE88-108698555006}"/>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结束语</a:t>
            </a:r>
          </a:p>
        </p:txBody>
      </p:sp>
      <p:sp>
        <p:nvSpPr>
          <p:cNvPr id="2" name="矩形 26">
            <a:extLst>
              <a:ext uri="{FF2B5EF4-FFF2-40B4-BE49-F238E27FC236}">
                <a16:creationId xmlns:a16="http://schemas.microsoft.com/office/drawing/2014/main" id="{E96EBE77-5145-3DED-C2A2-D3DD459293CF}"/>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5"/>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8770174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923539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4507437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76186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2235285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82581224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267507155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8"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4618409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0"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1"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34682162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342575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3"/>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33845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4"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380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2684325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3346196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433335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5880842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2074857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838632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3369776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0"/>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37604906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8020350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4957722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6570711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8039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4/18/2025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47932535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769863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16606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502470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724178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0312220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5416086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8572895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62922012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1"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377"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2"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47"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7476164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237875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3"/>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9879606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6"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144960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34280979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6790264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0298697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26760598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432172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35555954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95084749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09"/>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4530837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547564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13326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575501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211477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4/18/2025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121994257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002">
    <p:spTree>
      <p:nvGrpSpPr>
        <p:cNvPr id="1" name=""/>
        <p:cNvGrpSpPr/>
        <p:nvPr/>
      </p:nvGrpSpPr>
      <p:grpSpPr>
        <a:xfrm>
          <a:off x="0" y="0"/>
          <a:ext cx="0" cy="0"/>
          <a:chOff x="0" y="0"/>
          <a:chExt cx="0" cy="0"/>
        </a:xfrm>
      </p:grpSpPr>
      <p:sp>
        <p:nvSpPr>
          <p:cNvPr id="7" name="矩形 6"/>
          <p:cNvSpPr/>
          <p:nvPr userDrawn="1"/>
        </p:nvSpPr>
        <p:spPr>
          <a:xfrm>
            <a:off x="0" y="6714000"/>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8" name="矩形 7"/>
          <p:cNvSpPr/>
          <p:nvPr userDrawn="1"/>
        </p:nvSpPr>
        <p:spPr>
          <a:xfrm>
            <a:off x="0" y="0"/>
            <a:ext cx="12192000" cy="86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4" name="文本框 3"/>
          <p:cNvSpPr txBox="1">
            <a:spLocks noChangeArrowheads="1"/>
          </p:cNvSpPr>
          <p:nvPr userDrawn="1"/>
        </p:nvSpPr>
        <p:spPr bwMode="auto">
          <a:xfrm>
            <a:off x="0" y="137411"/>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二  研究成果与主要创新</a:t>
            </a:r>
            <a:endParaRPr lang="zh-CN" altLang="en-US" sz="3600" b="1" spc="300" dirty="0">
              <a:solidFill>
                <a:schemeClr val="accent4">
                  <a:lumMod val="40000"/>
                  <a:lumOff val="60000"/>
                </a:schemeClr>
              </a:solidFill>
              <a:latin typeface="微软雅黑" panose="020B0503020204020204" pitchFamily="34" charset="-122"/>
              <a:ea typeface="微软雅黑" panose="020B0503020204020204" pitchFamily="34" charset="-122"/>
            </a:endParaRPr>
          </a:p>
        </p:txBody>
      </p:sp>
      <p:sp>
        <p:nvSpPr>
          <p:cNvPr id="6" name="矩形 7"/>
          <p:cNvSpPr/>
          <p:nvPr userDrawn="1"/>
        </p:nvSpPr>
        <p:spPr>
          <a:xfrm>
            <a:off x="0" y="6713999"/>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Tree>
    <p:extLst>
      <p:ext uri="{BB962C8B-B14F-4D97-AF65-F5344CB8AC3E}">
        <p14:creationId xmlns:p14="http://schemas.microsoft.com/office/powerpoint/2010/main" val="10999053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3809716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187983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971779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70889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1222865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9542546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0235951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4034407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95464782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75707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5"/>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5911005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7" y="124415"/>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002856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9311068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96581560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49991907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5984768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460970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9440917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7924158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11"/>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7547318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28578282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9990543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26540637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7750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8075647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6"/>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0" y="87766"/>
            <a:ext cx="833913" cy="625435"/>
          </a:xfrm>
          <a:prstGeom prst="rect">
            <a:avLst/>
          </a:prstGeom>
        </p:spPr>
      </p:pic>
    </p:spTree>
    <p:extLst>
      <p:ext uri="{BB962C8B-B14F-4D97-AF65-F5344CB8AC3E}">
        <p14:creationId xmlns:p14="http://schemas.microsoft.com/office/powerpoint/2010/main" val="30445544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40590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815122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6629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13271703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50235392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1420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7672777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6429422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006358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4"/>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559353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5" y="124414"/>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956585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73168294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973309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9897481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9465017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856367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2088798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9158766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1"/>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5120712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376637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8350377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086269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66966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40804835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9"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黄生俊   副教授</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2509937" y="3182187"/>
            <a:ext cx="717212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统计调查</a:t>
            </a:r>
          </a:p>
        </p:txBody>
      </p:sp>
    </p:spTree>
    <p:extLst>
      <p:ext uri="{BB962C8B-B14F-4D97-AF65-F5344CB8AC3E}">
        <p14:creationId xmlns:p14="http://schemas.microsoft.com/office/powerpoint/2010/main" val="8237704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191030678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27673099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2749563" y="2348880"/>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3791744" y="2380494"/>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统计调查概述</a:t>
            </a:r>
          </a:p>
        </p:txBody>
      </p:sp>
      <p:sp>
        <p:nvSpPr>
          <p:cNvPr id="23" name="椭圆 22"/>
          <p:cNvSpPr/>
          <p:nvPr userDrawn="1"/>
        </p:nvSpPr>
        <p:spPr>
          <a:xfrm>
            <a:off x="2749563" y="3388677"/>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3791744" y="3420291"/>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统计调查的实施</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1" name="椭圆 10"/>
          <p:cNvSpPr/>
          <p:nvPr userDrawn="1"/>
        </p:nvSpPr>
        <p:spPr>
          <a:xfrm>
            <a:off x="2735627" y="4437112"/>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12" name="矩形 11"/>
          <p:cNvSpPr/>
          <p:nvPr userDrawn="1"/>
        </p:nvSpPr>
        <p:spPr>
          <a:xfrm>
            <a:off x="3777808" y="4468726"/>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调查问卷</a:t>
            </a:r>
          </a:p>
        </p:txBody>
      </p:sp>
    </p:spTree>
    <p:extLst>
      <p:ext uri="{BB962C8B-B14F-4D97-AF65-F5344CB8AC3E}">
        <p14:creationId xmlns:p14="http://schemas.microsoft.com/office/powerpoint/2010/main" val="21017715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28293709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83075896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统计调查概述</a:t>
            </a:r>
          </a:p>
        </p:txBody>
      </p:sp>
    </p:spTree>
    <p:extLst>
      <p:ext uri="{BB962C8B-B14F-4D97-AF65-F5344CB8AC3E}">
        <p14:creationId xmlns:p14="http://schemas.microsoft.com/office/powerpoint/2010/main" val="16418887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一、统计调查概述</a:t>
            </a:r>
          </a:p>
        </p:txBody>
      </p:sp>
      <p:sp>
        <p:nvSpPr>
          <p:cNvPr id="3" name="标题 2"/>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959599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统计调查的实施</a:t>
            </a:r>
          </a:p>
        </p:txBody>
      </p:sp>
    </p:spTree>
    <p:extLst>
      <p:ext uri="{BB962C8B-B14F-4D97-AF65-F5344CB8AC3E}">
        <p14:creationId xmlns:p14="http://schemas.microsoft.com/office/powerpoint/2010/main" val="38381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二、统计调查的实施</a:t>
            </a:r>
          </a:p>
        </p:txBody>
      </p:sp>
    </p:spTree>
    <p:extLst>
      <p:ext uri="{BB962C8B-B14F-4D97-AF65-F5344CB8AC3E}">
        <p14:creationId xmlns:p14="http://schemas.microsoft.com/office/powerpoint/2010/main" val="29681230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调查问卷</a:t>
            </a:r>
          </a:p>
        </p:txBody>
      </p:sp>
    </p:spTree>
    <p:extLst>
      <p:ext uri="{BB962C8B-B14F-4D97-AF65-F5344CB8AC3E}">
        <p14:creationId xmlns:p14="http://schemas.microsoft.com/office/powerpoint/2010/main" val="25106697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三、调查问卷</a:t>
            </a:r>
          </a:p>
        </p:txBody>
      </p:sp>
    </p:spTree>
    <p:extLst>
      <p:ext uri="{BB962C8B-B14F-4D97-AF65-F5344CB8AC3E}">
        <p14:creationId xmlns:p14="http://schemas.microsoft.com/office/powerpoint/2010/main" val="3157779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11182516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25745050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0830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8"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刘亚杰   研究员</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1902991" y="3182187"/>
            <a:ext cx="838601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抽样与估计</a:t>
            </a:r>
            <a:r>
              <a:rPr kumimoji="0" lang="en-US" altLang="zh-CN"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1</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Tree>
    <p:extLst>
      <p:ext uri="{BB962C8B-B14F-4D97-AF65-F5344CB8AC3E}">
        <p14:creationId xmlns:p14="http://schemas.microsoft.com/office/powerpoint/2010/main" val="2706480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25152681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1001369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3387976" y="2204864"/>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4430158" y="223125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抽样的基本概念</a:t>
            </a:r>
          </a:p>
        </p:txBody>
      </p:sp>
      <p:sp>
        <p:nvSpPr>
          <p:cNvPr id="21" name="椭圆 20"/>
          <p:cNvSpPr/>
          <p:nvPr userDrawn="1"/>
        </p:nvSpPr>
        <p:spPr>
          <a:xfrm>
            <a:off x="3387976" y="3902552"/>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22" name="矩形 21"/>
          <p:cNvSpPr/>
          <p:nvPr userDrawn="1"/>
        </p:nvSpPr>
        <p:spPr>
          <a:xfrm>
            <a:off x="4430157" y="39315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分层抽样</a:t>
            </a:r>
          </a:p>
        </p:txBody>
      </p:sp>
      <p:sp>
        <p:nvSpPr>
          <p:cNvPr id="23" name="椭圆 22"/>
          <p:cNvSpPr/>
          <p:nvPr userDrawn="1"/>
        </p:nvSpPr>
        <p:spPr>
          <a:xfrm>
            <a:off x="3387976" y="3053708"/>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4430158" y="308140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简单随机抽样</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3" name="椭圆 12"/>
          <p:cNvSpPr/>
          <p:nvPr userDrawn="1"/>
        </p:nvSpPr>
        <p:spPr>
          <a:xfrm>
            <a:off x="3387976" y="4751396"/>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四</a:t>
            </a:r>
          </a:p>
        </p:txBody>
      </p:sp>
      <p:sp>
        <p:nvSpPr>
          <p:cNvPr id="14" name="矩形 13"/>
          <p:cNvSpPr/>
          <p:nvPr userDrawn="1"/>
        </p:nvSpPr>
        <p:spPr>
          <a:xfrm>
            <a:off x="4430157" y="478170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整群抽样</a:t>
            </a:r>
          </a:p>
        </p:txBody>
      </p:sp>
      <p:sp>
        <p:nvSpPr>
          <p:cNvPr id="15" name="椭圆 14"/>
          <p:cNvSpPr/>
          <p:nvPr userDrawn="1"/>
        </p:nvSpPr>
        <p:spPr>
          <a:xfrm>
            <a:off x="3387976" y="5600241"/>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五</a:t>
            </a:r>
          </a:p>
        </p:txBody>
      </p:sp>
      <p:sp>
        <p:nvSpPr>
          <p:cNvPr id="16" name="矩形 15"/>
          <p:cNvSpPr/>
          <p:nvPr userDrawn="1"/>
        </p:nvSpPr>
        <p:spPr>
          <a:xfrm>
            <a:off x="4430157" y="56318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系统抽样</a:t>
            </a:r>
          </a:p>
        </p:txBody>
      </p:sp>
    </p:spTree>
    <p:extLst>
      <p:ext uri="{BB962C8B-B14F-4D97-AF65-F5344CB8AC3E}">
        <p14:creationId xmlns:p14="http://schemas.microsoft.com/office/powerpoint/2010/main" val="37813254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41432478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12208814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272000" y="2852936"/>
            <a:ext cx="9648000" cy="1428214"/>
          </a:xfrm>
          <a:prstGeom prst="roundRect">
            <a:avLst>
              <a:gd name="adj" fmla="val 50000"/>
            </a:avLst>
          </a:prstGeom>
          <a:solidFill>
            <a:srgbClr val="1967A5"/>
          </a:solidFill>
        </p:spPr>
        <p:txBody>
          <a:bodyPr wrap="square" lIns="432000" rIns="432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抽样的基本概念</a:t>
            </a:r>
          </a:p>
        </p:txBody>
      </p:sp>
    </p:spTree>
    <p:extLst>
      <p:ext uri="{BB962C8B-B14F-4D97-AF65-F5344CB8AC3E}">
        <p14:creationId xmlns:p14="http://schemas.microsoft.com/office/powerpoint/2010/main" val="24955395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一、抽样的基本概念</a:t>
            </a:r>
          </a:p>
        </p:txBody>
      </p:sp>
    </p:spTree>
    <p:extLst>
      <p:ext uri="{BB962C8B-B14F-4D97-AF65-F5344CB8AC3E}">
        <p14:creationId xmlns:p14="http://schemas.microsoft.com/office/powerpoint/2010/main" val="27230024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504000" rIns="504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简单随机抽样</a:t>
            </a:r>
          </a:p>
        </p:txBody>
      </p:sp>
    </p:spTree>
    <p:extLst>
      <p:ext uri="{BB962C8B-B14F-4D97-AF65-F5344CB8AC3E}">
        <p14:creationId xmlns:p14="http://schemas.microsoft.com/office/powerpoint/2010/main" val="35245598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二、简单随机抽样</a:t>
            </a:r>
          </a:p>
        </p:txBody>
      </p:sp>
    </p:spTree>
    <p:extLst>
      <p:ext uri="{BB962C8B-B14F-4D97-AF65-F5344CB8AC3E}">
        <p14:creationId xmlns:p14="http://schemas.microsoft.com/office/powerpoint/2010/main" val="39643339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分层抽样</a:t>
            </a:r>
          </a:p>
        </p:txBody>
      </p:sp>
    </p:spTree>
    <p:extLst>
      <p:ext uri="{BB962C8B-B14F-4D97-AF65-F5344CB8AC3E}">
        <p14:creationId xmlns:p14="http://schemas.microsoft.com/office/powerpoint/2010/main" val="33798624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三、分层抽样</a:t>
            </a:r>
          </a:p>
        </p:txBody>
      </p:sp>
    </p:spTree>
    <p:extLst>
      <p:ext uri="{BB962C8B-B14F-4D97-AF65-F5344CB8AC3E}">
        <p14:creationId xmlns:p14="http://schemas.microsoft.com/office/powerpoint/2010/main" val="25278443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第四部分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整群抽样</a:t>
            </a:r>
          </a:p>
        </p:txBody>
      </p:sp>
    </p:spTree>
    <p:extLst>
      <p:ext uri="{BB962C8B-B14F-4D97-AF65-F5344CB8AC3E}">
        <p14:creationId xmlns:p14="http://schemas.microsoft.com/office/powerpoint/2010/main" val="33620276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四、整群抽样</a:t>
            </a:r>
          </a:p>
        </p:txBody>
      </p:sp>
    </p:spTree>
    <p:extLst>
      <p:ext uri="{BB962C8B-B14F-4D97-AF65-F5344CB8AC3E}">
        <p14:creationId xmlns:p14="http://schemas.microsoft.com/office/powerpoint/2010/main" val="2150209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第五部分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系统抽样</a:t>
            </a:r>
          </a:p>
        </p:txBody>
      </p:sp>
    </p:spTree>
    <p:extLst>
      <p:ext uri="{BB962C8B-B14F-4D97-AF65-F5344CB8AC3E}">
        <p14:creationId xmlns:p14="http://schemas.microsoft.com/office/powerpoint/2010/main" val="4039430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五、系统抽样</a:t>
            </a:r>
          </a:p>
        </p:txBody>
      </p:sp>
    </p:spTree>
    <p:extLst>
      <p:ext uri="{BB962C8B-B14F-4D97-AF65-F5344CB8AC3E}">
        <p14:creationId xmlns:p14="http://schemas.microsoft.com/office/powerpoint/2010/main" val="40878796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38477917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16654773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62527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0640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41"/>
            <a:ext cx="10362961"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5" y="3886200"/>
            <a:ext cx="8533924" cy="1752600"/>
          </a:xfrm>
          <a:prstGeom prst="rect">
            <a:avLst/>
          </a:prstGeom>
        </p:spPr>
        <p:txBody>
          <a:bodyPr/>
          <a:lstStyle>
            <a:lvl1pPr marL="0" indent="0" algn="ctr">
              <a:buNone/>
              <a:defRPr>
                <a:solidFill>
                  <a:schemeClr val="tx1">
                    <a:tint val="75000"/>
                  </a:schemeClr>
                </a:solidFill>
              </a:defRPr>
            </a:lvl1pPr>
            <a:lvl2pPr marL="609521" indent="0" algn="ctr">
              <a:buNone/>
              <a:defRPr>
                <a:solidFill>
                  <a:schemeClr val="tx1">
                    <a:tint val="75000"/>
                  </a:schemeClr>
                </a:solidFill>
              </a:defRPr>
            </a:lvl2pPr>
            <a:lvl3pPr marL="1219042" indent="0" algn="ctr">
              <a:buNone/>
              <a:defRPr>
                <a:solidFill>
                  <a:schemeClr val="tx1">
                    <a:tint val="75000"/>
                  </a:schemeClr>
                </a:solidFill>
              </a:defRPr>
            </a:lvl3pPr>
            <a:lvl4pPr marL="1828561" indent="0" algn="ctr">
              <a:buNone/>
              <a:defRPr>
                <a:solidFill>
                  <a:schemeClr val="tx1">
                    <a:tint val="75000"/>
                  </a:schemeClr>
                </a:solidFill>
              </a:defRPr>
            </a:lvl4pPr>
            <a:lvl5pPr marL="2438080" indent="0" algn="ctr">
              <a:buNone/>
              <a:defRPr>
                <a:solidFill>
                  <a:schemeClr val="tx1">
                    <a:tint val="75000"/>
                  </a:schemeClr>
                </a:solidFill>
              </a:defRPr>
            </a:lvl5pPr>
            <a:lvl6pPr marL="3047601" indent="0" algn="ctr">
              <a:buNone/>
              <a:defRPr>
                <a:solidFill>
                  <a:schemeClr val="tx1">
                    <a:tint val="75000"/>
                  </a:schemeClr>
                </a:solidFill>
              </a:defRPr>
            </a:lvl6pPr>
            <a:lvl7pPr marL="3657122" indent="0" algn="ctr">
              <a:buNone/>
              <a:defRPr>
                <a:solidFill>
                  <a:schemeClr val="tx1">
                    <a:tint val="75000"/>
                  </a:schemeClr>
                </a:solidFill>
              </a:defRPr>
            </a:lvl7pPr>
            <a:lvl8pPr marL="4266641" indent="0" algn="ctr">
              <a:buNone/>
              <a:defRPr>
                <a:solidFill>
                  <a:schemeClr val="tx1">
                    <a:tint val="75000"/>
                  </a:schemeClr>
                </a:solidFill>
              </a:defRPr>
            </a:lvl8pPr>
            <a:lvl9pPr marL="4876162"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0907336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5"/>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3791747" y="6356356"/>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830306138"/>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5"/>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3"/>
            <a:ext cx="10362961" cy="1500187"/>
          </a:xfrm>
          <a:prstGeom prst="rect">
            <a:avLst/>
          </a:prstGeom>
        </p:spPr>
        <p:txBody>
          <a:bodyPr anchor="b"/>
          <a:lstStyle>
            <a:lvl1pPr marL="0" indent="0">
              <a:buNone/>
              <a:defRPr sz="2667">
                <a:solidFill>
                  <a:schemeClr val="tx1">
                    <a:tint val="75000"/>
                  </a:schemeClr>
                </a:solidFill>
              </a:defRPr>
            </a:lvl1pPr>
            <a:lvl2pPr marL="609521" indent="0">
              <a:buNone/>
              <a:defRPr sz="2400">
                <a:solidFill>
                  <a:schemeClr val="tx1">
                    <a:tint val="75000"/>
                  </a:schemeClr>
                </a:solidFill>
              </a:defRPr>
            </a:lvl2pPr>
            <a:lvl3pPr marL="1219042" indent="0">
              <a:buNone/>
              <a:defRPr sz="2133">
                <a:solidFill>
                  <a:schemeClr val="tx1">
                    <a:tint val="75000"/>
                  </a:schemeClr>
                </a:solidFill>
              </a:defRPr>
            </a:lvl3pPr>
            <a:lvl4pPr marL="1828561" indent="0">
              <a:buNone/>
              <a:defRPr sz="1867">
                <a:solidFill>
                  <a:schemeClr val="tx1">
                    <a:tint val="75000"/>
                  </a:schemeClr>
                </a:solidFill>
              </a:defRPr>
            </a:lvl4pPr>
            <a:lvl5pPr marL="2438080" indent="0">
              <a:buNone/>
              <a:defRPr sz="1867">
                <a:solidFill>
                  <a:schemeClr val="tx1">
                    <a:tint val="75000"/>
                  </a:schemeClr>
                </a:solidFill>
              </a:defRPr>
            </a:lvl5pPr>
            <a:lvl6pPr marL="3047601" indent="0">
              <a:buNone/>
              <a:defRPr sz="1867">
                <a:solidFill>
                  <a:schemeClr val="tx1">
                    <a:tint val="75000"/>
                  </a:schemeClr>
                </a:solidFill>
              </a:defRPr>
            </a:lvl6pPr>
            <a:lvl7pPr marL="3657122" indent="0">
              <a:buNone/>
              <a:defRPr sz="1867">
                <a:solidFill>
                  <a:schemeClr val="tx1">
                    <a:tint val="75000"/>
                  </a:schemeClr>
                </a:solidFill>
              </a:defRPr>
            </a:lvl7pPr>
            <a:lvl8pPr marL="4266641" indent="0">
              <a:buNone/>
              <a:defRPr sz="1867">
                <a:solidFill>
                  <a:schemeClr val="tx1">
                    <a:tint val="75000"/>
                  </a:schemeClr>
                </a:solidFill>
              </a:defRPr>
            </a:lvl8pPr>
            <a:lvl9pPr marL="4876162"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394013240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5"/>
            <a:ext cx="5409317"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5"/>
            <a:ext cx="5410904"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08540086"/>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9" y="1535113"/>
            <a:ext cx="5387089"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9"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3"/>
            <a:ext cx="5388676"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8" name="页脚占位符 7"/>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36755828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4" name="页脚占位符 3"/>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2680104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3" name="页脚占位符 2"/>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07596582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49"/>
            <a:ext cx="4010547" cy="1162051"/>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4" y="273066"/>
            <a:ext cx="6816025" cy="5853113"/>
          </a:xfrm>
          <a:prstGeom prst="rect">
            <a:avLst/>
          </a:prstGeo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41110558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1"/>
            <a:ext cx="7316152" cy="566739"/>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7"/>
            </a:lvl1pPr>
            <a:lvl2pPr marL="609521" indent="0">
              <a:buNone/>
              <a:defRPr sz="3733"/>
            </a:lvl2pPr>
            <a:lvl3pPr marL="1219042" indent="0">
              <a:buNone/>
              <a:defRPr sz="3200"/>
            </a:lvl3pPr>
            <a:lvl4pPr marL="1828561" indent="0">
              <a:buNone/>
              <a:defRPr sz="2667"/>
            </a:lvl4pPr>
            <a:lvl5pPr marL="2438080" indent="0">
              <a:buNone/>
              <a:defRPr sz="2667"/>
            </a:lvl5pPr>
            <a:lvl6pPr marL="3047601" indent="0">
              <a:buNone/>
              <a:defRPr sz="2667"/>
            </a:lvl6pPr>
            <a:lvl7pPr marL="3657122" indent="0">
              <a:buNone/>
              <a:defRPr sz="2667"/>
            </a:lvl7pPr>
            <a:lvl8pPr marL="4266641" indent="0">
              <a:buNone/>
              <a:defRPr sz="2667"/>
            </a:lvl8pPr>
            <a:lvl9pPr marL="4876162"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7"/>
            <a:ext cx="7316152" cy="8048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4623127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5"/>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34406571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4" y="274644"/>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4"/>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758765625"/>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7" tIns="60953" rIns="121907" bIns="60953"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4174451897"/>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2"/>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7183462"/>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4124130156"/>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37960715"/>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201496657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207749256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6"/>
            <a:ext cx="2844800" cy="365125"/>
          </a:xfrm>
          <a:prstGeom prst="rect">
            <a:avLst/>
          </a:prstGeom>
        </p:spPr>
        <p:txBody>
          <a:bodyPr vert="horz" lIns="121916" tIns="60959" rIns="121916" bIns="60959"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2530245552"/>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4072092"/>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7"/>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3" y="87768"/>
            <a:ext cx="833913" cy="625435"/>
          </a:xfrm>
          <a:prstGeom prst="rect">
            <a:avLst/>
          </a:prstGeom>
        </p:spPr>
      </p:pic>
    </p:spTree>
    <p:extLst>
      <p:ext uri="{BB962C8B-B14F-4D97-AF65-F5344CB8AC3E}">
        <p14:creationId xmlns:p14="http://schemas.microsoft.com/office/powerpoint/2010/main" val="1629473426"/>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057316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3217561138"/>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05506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5"/>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0817570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204763363"/>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30252322"/>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81"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631346797"/>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16637126"/>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385575122"/>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502001943"/>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20488621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5659433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180185388"/>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678604256"/>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122311615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8847085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79513701"/>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64963397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4" y="124412"/>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67770"/>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27927788"/>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2619967837"/>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861590437"/>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9223713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516248556"/>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3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3256481458"/>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37"/>
            <a:ext cx="10362961" cy="1470027"/>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4" y="3886200"/>
            <a:ext cx="8533924" cy="1752600"/>
          </a:xfrm>
          <a:prstGeom prst="rect">
            <a:avLst/>
          </a:prstGeom>
        </p:spPr>
        <p:txBody>
          <a:bodyPr/>
          <a:lstStyle>
            <a:lvl1pPr marL="0" indent="0" algn="ctr">
              <a:buNone/>
              <a:defRPr>
                <a:solidFill>
                  <a:schemeClr val="tx1">
                    <a:tint val="75000"/>
                  </a:schemeClr>
                </a:solidFill>
              </a:defRPr>
            </a:lvl1pPr>
            <a:lvl2pPr marL="609503" indent="0" algn="ctr">
              <a:buNone/>
              <a:defRPr>
                <a:solidFill>
                  <a:schemeClr val="tx1">
                    <a:tint val="75000"/>
                  </a:schemeClr>
                </a:solidFill>
              </a:defRPr>
            </a:lvl2pPr>
            <a:lvl3pPr marL="1219008" indent="0" algn="ctr">
              <a:buNone/>
              <a:defRPr>
                <a:solidFill>
                  <a:schemeClr val="tx1">
                    <a:tint val="75000"/>
                  </a:schemeClr>
                </a:solidFill>
              </a:defRPr>
            </a:lvl3pPr>
            <a:lvl4pPr marL="1828512" indent="0" algn="ctr">
              <a:buNone/>
              <a:defRPr>
                <a:solidFill>
                  <a:schemeClr val="tx1">
                    <a:tint val="75000"/>
                  </a:schemeClr>
                </a:solidFill>
              </a:defRPr>
            </a:lvl4pPr>
            <a:lvl5pPr marL="2438016" indent="0" algn="ctr">
              <a:buNone/>
              <a:defRPr>
                <a:solidFill>
                  <a:schemeClr val="tx1">
                    <a:tint val="75000"/>
                  </a:schemeClr>
                </a:solidFill>
              </a:defRPr>
            </a:lvl5pPr>
            <a:lvl6pPr marL="3047521" indent="0" algn="ctr">
              <a:buNone/>
              <a:defRPr>
                <a:solidFill>
                  <a:schemeClr val="tx1">
                    <a:tint val="75000"/>
                  </a:schemeClr>
                </a:solidFill>
              </a:defRPr>
            </a:lvl6pPr>
            <a:lvl7pPr marL="3657025" indent="0" algn="ctr">
              <a:buNone/>
              <a:defRPr>
                <a:solidFill>
                  <a:schemeClr val="tx1">
                    <a:tint val="75000"/>
                  </a:schemeClr>
                </a:solidFill>
              </a:defRPr>
            </a:lvl7pPr>
            <a:lvl8pPr marL="4266529" indent="0" algn="ctr">
              <a:buNone/>
              <a:defRPr>
                <a:solidFill>
                  <a:schemeClr val="tx1">
                    <a:tint val="75000"/>
                  </a:schemeClr>
                </a:solidFill>
              </a:defRPr>
            </a:lvl8pPr>
            <a:lvl9pPr marL="4876034"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929535992"/>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6"/>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3791747" y="6356358"/>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05908976"/>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8"/>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5"/>
            <a:ext cx="10362961" cy="1500187"/>
          </a:xfrm>
          <a:prstGeom prst="rect">
            <a:avLst/>
          </a:prstGeom>
        </p:spPr>
        <p:txBody>
          <a:bodyPr anchor="b"/>
          <a:lstStyle>
            <a:lvl1pPr marL="0" indent="0">
              <a:buNone/>
              <a:defRPr sz="2667">
                <a:solidFill>
                  <a:schemeClr val="tx1">
                    <a:tint val="75000"/>
                  </a:schemeClr>
                </a:solidFill>
              </a:defRPr>
            </a:lvl1pPr>
            <a:lvl2pPr marL="609503" indent="0">
              <a:buNone/>
              <a:defRPr sz="2400">
                <a:solidFill>
                  <a:schemeClr val="tx1">
                    <a:tint val="75000"/>
                  </a:schemeClr>
                </a:solidFill>
              </a:defRPr>
            </a:lvl2pPr>
            <a:lvl3pPr marL="1219008" indent="0">
              <a:buNone/>
              <a:defRPr sz="2133">
                <a:solidFill>
                  <a:schemeClr val="tx1">
                    <a:tint val="75000"/>
                  </a:schemeClr>
                </a:solidFill>
              </a:defRPr>
            </a:lvl3pPr>
            <a:lvl4pPr marL="1828512" indent="0">
              <a:buNone/>
              <a:defRPr sz="1867">
                <a:solidFill>
                  <a:schemeClr val="tx1">
                    <a:tint val="75000"/>
                  </a:schemeClr>
                </a:solidFill>
              </a:defRPr>
            </a:lvl4pPr>
            <a:lvl5pPr marL="2438016" indent="0">
              <a:buNone/>
              <a:defRPr sz="1867">
                <a:solidFill>
                  <a:schemeClr val="tx1">
                    <a:tint val="75000"/>
                  </a:schemeClr>
                </a:solidFill>
              </a:defRPr>
            </a:lvl5pPr>
            <a:lvl6pPr marL="3047521" indent="0">
              <a:buNone/>
              <a:defRPr sz="1867">
                <a:solidFill>
                  <a:schemeClr val="tx1">
                    <a:tint val="75000"/>
                  </a:schemeClr>
                </a:solidFill>
              </a:defRPr>
            </a:lvl6pPr>
            <a:lvl7pPr marL="3657025" indent="0">
              <a:buNone/>
              <a:defRPr sz="1867">
                <a:solidFill>
                  <a:schemeClr val="tx1">
                    <a:tint val="75000"/>
                  </a:schemeClr>
                </a:solidFill>
              </a:defRPr>
            </a:lvl7pPr>
            <a:lvl8pPr marL="4266529" indent="0">
              <a:buNone/>
              <a:defRPr sz="1867">
                <a:solidFill>
                  <a:schemeClr val="tx1">
                    <a:tint val="75000"/>
                  </a:schemeClr>
                </a:solidFill>
              </a:defRPr>
            </a:lvl8pPr>
            <a:lvl9pPr marL="4876034"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2321406441"/>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6"/>
            <a:ext cx="5409317"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6"/>
            <a:ext cx="5410904"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739081048"/>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8" y="1535115"/>
            <a:ext cx="5387089"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8"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5"/>
            <a:ext cx="5388676"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8" name="页脚占位符 7"/>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881558549"/>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4" name="页脚占位符 3"/>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93400213"/>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3" name="页脚占位符 2"/>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799481677"/>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52"/>
            <a:ext cx="4010547" cy="1162049"/>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2" y="273066"/>
            <a:ext cx="6816025" cy="5853113"/>
          </a:xfrm>
          <a:prstGeom prst="rect">
            <a:avLst/>
          </a:prstGeom>
        </p:spPr>
        <p:txBody>
          <a:bodyPr/>
          <a:lstStyle>
            <a:lvl1pPr>
              <a:defRPr sz="4265"/>
            </a:lvl1pPr>
            <a:lvl2pPr>
              <a:defRPr sz="3732"/>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407715691"/>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4"/>
            <a:ext cx="7316152" cy="566737"/>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503" indent="0">
              <a:buNone/>
              <a:defRPr sz="3732"/>
            </a:lvl2pPr>
            <a:lvl3pPr marL="1219008" indent="0">
              <a:buNone/>
              <a:defRPr sz="3200"/>
            </a:lvl3pPr>
            <a:lvl4pPr marL="1828512" indent="0">
              <a:buNone/>
              <a:defRPr sz="2667"/>
            </a:lvl4pPr>
            <a:lvl5pPr marL="2438016" indent="0">
              <a:buNone/>
              <a:defRPr sz="2667"/>
            </a:lvl5pPr>
            <a:lvl6pPr marL="3047521" indent="0">
              <a:buNone/>
              <a:defRPr sz="2667"/>
            </a:lvl6pPr>
            <a:lvl7pPr marL="3657025" indent="0">
              <a:buNone/>
              <a:defRPr sz="2667"/>
            </a:lvl7pPr>
            <a:lvl8pPr marL="4266529" indent="0">
              <a:buNone/>
              <a:defRPr sz="2667"/>
            </a:lvl8pPr>
            <a:lvl9pPr marL="4876034"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6"/>
            <a:ext cx="7316152" cy="8048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58251516"/>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6"/>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50976721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2" y="274646"/>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6"/>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178454049"/>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4" tIns="60952" rIns="121904" bIns="60952"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3675348321"/>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0"/>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0005484"/>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1718987335"/>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30065691"/>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585225702"/>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110925924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8"/>
            <a:ext cx="2844800" cy="365125"/>
          </a:xfrm>
          <a:prstGeom prst="rect">
            <a:avLst/>
          </a:prstGeom>
        </p:spPr>
        <p:txBody>
          <a:bodyPr vert="horz" lIns="121912" tIns="60956" rIns="121912" bIns="60956"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392122716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763641"/>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7" y="202986"/>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787809434"/>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1117324"/>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36000382"/>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106546"/>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76178270"/>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201288357"/>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58046193"/>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9"/>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355921409"/>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5292269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617522471"/>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936015495"/>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85092156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473182540"/>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088016884"/>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708961625"/>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86787202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50110946"/>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867925218"/>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990947103"/>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3"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654656536"/>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713739972"/>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09380426"/>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923270866"/>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9320787"/>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18658091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50573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809497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57100377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185384709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40386405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（一）个人简历</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275346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3198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25170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59" y="124411"/>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15325411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0" y="124411"/>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1611721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253351438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6326135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6138444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69648905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72732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29280551"/>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4626305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1999"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99249759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1398044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716374863"/>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8621666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812839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26" Type="http://schemas.openxmlformats.org/officeDocument/2006/relationships/theme" Target="../theme/theme2.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slideLayout" Target="../slideLayouts/slideLayout33.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28" Type="http://schemas.openxmlformats.org/officeDocument/2006/relationships/image" Target="../media/image9.gif"/><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 Id="rId27" Type="http://schemas.openxmlformats.org/officeDocument/2006/relationships/image" Target="../media/image8.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image" Target="../media/image13.gif"/><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image" Target="../media/image8.jpg"/><Relationship Id="rId10" Type="http://schemas.openxmlformats.org/officeDocument/2006/relationships/slideLayout" Target="../slideLayouts/slideLayout43.xml"/><Relationship Id="rId19" Type="http://schemas.openxmlformats.org/officeDocument/2006/relationships/slideLayout" Target="../slideLayouts/slideLayout5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theme" Target="../theme/theme4.xml"/><Relationship Id="rId3" Type="http://schemas.openxmlformats.org/officeDocument/2006/relationships/slideLayout" Target="../slideLayouts/slideLayout62.xml"/><Relationship Id="rId21" Type="http://schemas.openxmlformats.org/officeDocument/2006/relationships/slideLayout" Target="../slideLayouts/slideLayout80.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slideLayout" Target="../slideLayouts/slideLayout84.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slideLayout" Target="../slideLayouts/slideLayout79.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24" Type="http://schemas.openxmlformats.org/officeDocument/2006/relationships/slideLayout" Target="../slideLayouts/slideLayout83.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slideLayout" Target="../slideLayouts/slideLayout82.xml"/><Relationship Id="rId28" Type="http://schemas.openxmlformats.org/officeDocument/2006/relationships/image" Target="../media/image14.png"/><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slideLayout" Target="../slideLayouts/slideLayout81.xml"/><Relationship Id="rId27" Type="http://schemas.openxmlformats.org/officeDocument/2006/relationships/image" Target="../media/image8.jp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theme" Target="../theme/theme5.xml"/><Relationship Id="rId3" Type="http://schemas.openxmlformats.org/officeDocument/2006/relationships/slideLayout" Target="../slideLayouts/slideLayout87.xml"/><Relationship Id="rId21" Type="http://schemas.openxmlformats.org/officeDocument/2006/relationships/slideLayout" Target="../slideLayouts/slideLayout105.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image" Target="../media/image14.png"/><Relationship Id="rId10" Type="http://schemas.openxmlformats.org/officeDocument/2006/relationships/slideLayout" Target="../slideLayouts/slideLayout94.xml"/><Relationship Id="rId19" Type="http://schemas.openxmlformats.org/officeDocument/2006/relationships/slideLayout" Target="../slideLayouts/slideLayout103.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image" Target="../media/image8.jp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3" Type="http://schemas.openxmlformats.org/officeDocument/2006/relationships/slideLayout" Target="../slideLayouts/slideLayout112.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image" Target="../media/image15.png"/><Relationship Id="rId2" Type="http://schemas.openxmlformats.org/officeDocument/2006/relationships/slideLayout" Target="../slideLayouts/slideLayout111.xml"/><Relationship Id="rId16" Type="http://schemas.openxmlformats.org/officeDocument/2006/relationships/theme" Target="../theme/theme6.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10" Type="http://schemas.openxmlformats.org/officeDocument/2006/relationships/slideLayout" Target="../slideLayouts/slideLayout119.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32.xml"/><Relationship Id="rId13" Type="http://schemas.openxmlformats.org/officeDocument/2006/relationships/slideLayout" Target="../slideLayouts/slideLayout137.xml"/><Relationship Id="rId18" Type="http://schemas.openxmlformats.org/officeDocument/2006/relationships/slideLayout" Target="../slideLayouts/slideLayout142.xml"/><Relationship Id="rId3" Type="http://schemas.openxmlformats.org/officeDocument/2006/relationships/slideLayout" Target="../slideLayouts/slideLayout127.xml"/><Relationship Id="rId21" Type="http://schemas.openxmlformats.org/officeDocument/2006/relationships/theme" Target="../theme/theme7.xml"/><Relationship Id="rId7" Type="http://schemas.openxmlformats.org/officeDocument/2006/relationships/slideLayout" Target="../slideLayouts/slideLayout131.xml"/><Relationship Id="rId12" Type="http://schemas.openxmlformats.org/officeDocument/2006/relationships/slideLayout" Target="../slideLayouts/slideLayout136.xml"/><Relationship Id="rId17" Type="http://schemas.openxmlformats.org/officeDocument/2006/relationships/slideLayout" Target="../slideLayouts/slideLayout141.xml"/><Relationship Id="rId2" Type="http://schemas.openxmlformats.org/officeDocument/2006/relationships/slideLayout" Target="../slideLayouts/slideLayout126.xml"/><Relationship Id="rId16" Type="http://schemas.openxmlformats.org/officeDocument/2006/relationships/slideLayout" Target="../slideLayouts/slideLayout140.xml"/><Relationship Id="rId20" Type="http://schemas.openxmlformats.org/officeDocument/2006/relationships/slideLayout" Target="../slideLayouts/slideLayout144.xml"/><Relationship Id="rId1" Type="http://schemas.openxmlformats.org/officeDocument/2006/relationships/slideLayout" Target="../slideLayouts/slideLayout125.xml"/><Relationship Id="rId6" Type="http://schemas.openxmlformats.org/officeDocument/2006/relationships/slideLayout" Target="../slideLayouts/slideLayout130.xml"/><Relationship Id="rId11" Type="http://schemas.openxmlformats.org/officeDocument/2006/relationships/slideLayout" Target="../slideLayouts/slideLayout135.xml"/><Relationship Id="rId5" Type="http://schemas.openxmlformats.org/officeDocument/2006/relationships/slideLayout" Target="../slideLayouts/slideLayout129.xml"/><Relationship Id="rId15" Type="http://schemas.openxmlformats.org/officeDocument/2006/relationships/slideLayout" Target="../slideLayouts/slideLayout139.xml"/><Relationship Id="rId10" Type="http://schemas.openxmlformats.org/officeDocument/2006/relationships/slideLayout" Target="../slideLayouts/slideLayout134.xml"/><Relationship Id="rId19" Type="http://schemas.openxmlformats.org/officeDocument/2006/relationships/slideLayout" Target="../slideLayouts/slideLayout143.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14" Type="http://schemas.openxmlformats.org/officeDocument/2006/relationships/slideLayout" Target="../slideLayouts/slideLayout138.xml"/><Relationship Id="rId22" Type="http://schemas.openxmlformats.org/officeDocument/2006/relationships/image" Target="../media/image15.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slideLayout" Target="../slideLayouts/slideLayout157.xml"/><Relationship Id="rId18" Type="http://schemas.openxmlformats.org/officeDocument/2006/relationships/theme" Target="../theme/theme8.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17" Type="http://schemas.openxmlformats.org/officeDocument/2006/relationships/slideLayout" Target="../slideLayouts/slideLayout161.xml"/><Relationship Id="rId2" Type="http://schemas.openxmlformats.org/officeDocument/2006/relationships/slideLayout" Target="../slideLayouts/slideLayout146.xml"/><Relationship Id="rId16" Type="http://schemas.openxmlformats.org/officeDocument/2006/relationships/slideLayout" Target="../slideLayouts/slideLayout160.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5" Type="http://schemas.openxmlformats.org/officeDocument/2006/relationships/slideLayout" Target="../slideLayouts/slideLayout15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 Id="rId14" Type="http://schemas.openxmlformats.org/officeDocument/2006/relationships/slideLayout" Target="../slideLayouts/slideLayout15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69.xml"/><Relationship Id="rId13" Type="http://schemas.openxmlformats.org/officeDocument/2006/relationships/slideLayout" Target="../slideLayouts/slideLayout174.xml"/><Relationship Id="rId18" Type="http://schemas.openxmlformats.org/officeDocument/2006/relationships/slideLayout" Target="../slideLayouts/slideLayout179.xml"/><Relationship Id="rId26" Type="http://schemas.openxmlformats.org/officeDocument/2006/relationships/slideLayout" Target="../slideLayouts/slideLayout187.xml"/><Relationship Id="rId3" Type="http://schemas.openxmlformats.org/officeDocument/2006/relationships/slideLayout" Target="../slideLayouts/slideLayout164.xml"/><Relationship Id="rId21" Type="http://schemas.openxmlformats.org/officeDocument/2006/relationships/slideLayout" Target="../slideLayouts/slideLayout182.xml"/><Relationship Id="rId7" Type="http://schemas.openxmlformats.org/officeDocument/2006/relationships/slideLayout" Target="../slideLayouts/slideLayout168.xml"/><Relationship Id="rId12" Type="http://schemas.openxmlformats.org/officeDocument/2006/relationships/slideLayout" Target="../slideLayouts/slideLayout173.xml"/><Relationship Id="rId17" Type="http://schemas.openxmlformats.org/officeDocument/2006/relationships/slideLayout" Target="../slideLayouts/slideLayout178.xml"/><Relationship Id="rId25" Type="http://schemas.openxmlformats.org/officeDocument/2006/relationships/slideLayout" Target="../slideLayouts/slideLayout186.xml"/><Relationship Id="rId2" Type="http://schemas.openxmlformats.org/officeDocument/2006/relationships/slideLayout" Target="../slideLayouts/slideLayout163.xml"/><Relationship Id="rId16" Type="http://schemas.openxmlformats.org/officeDocument/2006/relationships/slideLayout" Target="../slideLayouts/slideLayout177.xml"/><Relationship Id="rId20" Type="http://schemas.openxmlformats.org/officeDocument/2006/relationships/slideLayout" Target="../slideLayouts/slideLayout181.xml"/><Relationship Id="rId29" Type="http://schemas.openxmlformats.org/officeDocument/2006/relationships/image" Target="../media/image14.png"/><Relationship Id="rId1" Type="http://schemas.openxmlformats.org/officeDocument/2006/relationships/slideLayout" Target="../slideLayouts/slideLayout162.xml"/><Relationship Id="rId6" Type="http://schemas.openxmlformats.org/officeDocument/2006/relationships/slideLayout" Target="../slideLayouts/slideLayout167.xml"/><Relationship Id="rId11" Type="http://schemas.openxmlformats.org/officeDocument/2006/relationships/slideLayout" Target="../slideLayouts/slideLayout172.xml"/><Relationship Id="rId24" Type="http://schemas.openxmlformats.org/officeDocument/2006/relationships/slideLayout" Target="../slideLayouts/slideLayout185.xml"/><Relationship Id="rId5" Type="http://schemas.openxmlformats.org/officeDocument/2006/relationships/slideLayout" Target="../slideLayouts/slideLayout166.xml"/><Relationship Id="rId15" Type="http://schemas.openxmlformats.org/officeDocument/2006/relationships/slideLayout" Target="../slideLayouts/slideLayout176.xml"/><Relationship Id="rId23" Type="http://schemas.openxmlformats.org/officeDocument/2006/relationships/slideLayout" Target="../slideLayouts/slideLayout184.xml"/><Relationship Id="rId28" Type="http://schemas.openxmlformats.org/officeDocument/2006/relationships/image" Target="../media/image8.jpg"/><Relationship Id="rId10" Type="http://schemas.openxmlformats.org/officeDocument/2006/relationships/slideLayout" Target="../slideLayouts/slideLayout171.xml"/><Relationship Id="rId19" Type="http://schemas.openxmlformats.org/officeDocument/2006/relationships/slideLayout" Target="../slideLayouts/slideLayout180.xml"/><Relationship Id="rId4" Type="http://schemas.openxmlformats.org/officeDocument/2006/relationships/slideLayout" Target="../slideLayouts/slideLayout165.xml"/><Relationship Id="rId9" Type="http://schemas.openxmlformats.org/officeDocument/2006/relationships/slideLayout" Target="../slideLayouts/slideLayout170.xml"/><Relationship Id="rId14" Type="http://schemas.openxmlformats.org/officeDocument/2006/relationships/slideLayout" Target="../slideLayouts/slideLayout175.xml"/><Relationship Id="rId22" Type="http://schemas.openxmlformats.org/officeDocument/2006/relationships/slideLayout" Target="../slideLayouts/slideLayout183.xml"/><Relationship Id="rId27"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95.xml"/><Relationship Id="rId13" Type="http://schemas.openxmlformats.org/officeDocument/2006/relationships/slideLayout" Target="../slideLayouts/slideLayout200.xml"/><Relationship Id="rId18" Type="http://schemas.openxmlformats.org/officeDocument/2006/relationships/theme" Target="../theme/theme10.xml"/><Relationship Id="rId3" Type="http://schemas.openxmlformats.org/officeDocument/2006/relationships/slideLayout" Target="../slideLayouts/slideLayout190.xml"/><Relationship Id="rId7" Type="http://schemas.openxmlformats.org/officeDocument/2006/relationships/slideLayout" Target="../slideLayouts/slideLayout194.xml"/><Relationship Id="rId12" Type="http://schemas.openxmlformats.org/officeDocument/2006/relationships/slideLayout" Target="../slideLayouts/slideLayout199.xml"/><Relationship Id="rId17" Type="http://schemas.openxmlformats.org/officeDocument/2006/relationships/slideLayout" Target="../slideLayouts/slideLayout204.xml"/><Relationship Id="rId2" Type="http://schemas.openxmlformats.org/officeDocument/2006/relationships/slideLayout" Target="../slideLayouts/slideLayout189.xml"/><Relationship Id="rId16" Type="http://schemas.openxmlformats.org/officeDocument/2006/relationships/slideLayout" Target="../slideLayouts/slideLayout203.xml"/><Relationship Id="rId1" Type="http://schemas.openxmlformats.org/officeDocument/2006/relationships/slideLayout" Target="../slideLayouts/slideLayout188.xml"/><Relationship Id="rId6" Type="http://schemas.openxmlformats.org/officeDocument/2006/relationships/slideLayout" Target="../slideLayouts/slideLayout193.xml"/><Relationship Id="rId11" Type="http://schemas.openxmlformats.org/officeDocument/2006/relationships/slideLayout" Target="../slideLayouts/slideLayout198.xml"/><Relationship Id="rId5" Type="http://schemas.openxmlformats.org/officeDocument/2006/relationships/slideLayout" Target="../slideLayouts/slideLayout192.xml"/><Relationship Id="rId15" Type="http://schemas.openxmlformats.org/officeDocument/2006/relationships/slideLayout" Target="../slideLayouts/slideLayout202.xml"/><Relationship Id="rId10" Type="http://schemas.openxmlformats.org/officeDocument/2006/relationships/slideLayout" Target="../slideLayouts/slideLayout197.xml"/><Relationship Id="rId4" Type="http://schemas.openxmlformats.org/officeDocument/2006/relationships/slideLayout" Target="../slideLayouts/slideLayout191.xml"/><Relationship Id="rId9" Type="http://schemas.openxmlformats.org/officeDocument/2006/relationships/slideLayout" Target="../slideLayouts/slideLayout196.xml"/><Relationship Id="rId14" Type="http://schemas.openxmlformats.org/officeDocument/2006/relationships/slideLayout" Target="../slideLayouts/slideLayout201.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slideLayout" Target="../slideLayouts/slideLayout217.xml"/><Relationship Id="rId18" Type="http://schemas.openxmlformats.org/officeDocument/2006/relationships/slideLayout" Target="../slideLayouts/slideLayout222.xml"/><Relationship Id="rId26" Type="http://schemas.openxmlformats.org/officeDocument/2006/relationships/theme" Target="../theme/theme11.xml"/><Relationship Id="rId3" Type="http://schemas.openxmlformats.org/officeDocument/2006/relationships/slideLayout" Target="../slideLayouts/slideLayout207.xml"/><Relationship Id="rId21" Type="http://schemas.openxmlformats.org/officeDocument/2006/relationships/slideLayout" Target="../slideLayouts/slideLayout225.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17" Type="http://schemas.openxmlformats.org/officeDocument/2006/relationships/slideLayout" Target="../slideLayouts/slideLayout221.xml"/><Relationship Id="rId25" Type="http://schemas.openxmlformats.org/officeDocument/2006/relationships/slideLayout" Target="../slideLayouts/slideLayout229.xml"/><Relationship Id="rId2" Type="http://schemas.openxmlformats.org/officeDocument/2006/relationships/slideLayout" Target="../slideLayouts/slideLayout206.xml"/><Relationship Id="rId16" Type="http://schemas.openxmlformats.org/officeDocument/2006/relationships/slideLayout" Target="../slideLayouts/slideLayout220.xml"/><Relationship Id="rId20" Type="http://schemas.openxmlformats.org/officeDocument/2006/relationships/slideLayout" Target="../slideLayouts/slideLayout224.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24" Type="http://schemas.openxmlformats.org/officeDocument/2006/relationships/slideLayout" Target="../slideLayouts/slideLayout228.xml"/><Relationship Id="rId5" Type="http://schemas.openxmlformats.org/officeDocument/2006/relationships/slideLayout" Target="../slideLayouts/slideLayout209.xml"/><Relationship Id="rId15" Type="http://schemas.openxmlformats.org/officeDocument/2006/relationships/slideLayout" Target="../slideLayouts/slideLayout219.xml"/><Relationship Id="rId23" Type="http://schemas.openxmlformats.org/officeDocument/2006/relationships/slideLayout" Target="../slideLayouts/slideLayout227.xml"/><Relationship Id="rId28" Type="http://schemas.openxmlformats.org/officeDocument/2006/relationships/image" Target="../media/image14.png"/><Relationship Id="rId10" Type="http://schemas.openxmlformats.org/officeDocument/2006/relationships/slideLayout" Target="../slideLayouts/slideLayout214.xml"/><Relationship Id="rId19" Type="http://schemas.openxmlformats.org/officeDocument/2006/relationships/slideLayout" Target="../slideLayouts/slideLayout223.xml"/><Relationship Id="rId4" Type="http://schemas.openxmlformats.org/officeDocument/2006/relationships/slideLayout" Target="../slideLayouts/slideLayout208.xml"/><Relationship Id="rId9" Type="http://schemas.openxmlformats.org/officeDocument/2006/relationships/slideLayout" Target="../slideLayouts/slideLayout213.xml"/><Relationship Id="rId14" Type="http://schemas.openxmlformats.org/officeDocument/2006/relationships/slideLayout" Target="../slideLayouts/slideLayout218.xml"/><Relationship Id="rId22" Type="http://schemas.openxmlformats.org/officeDocument/2006/relationships/slideLayout" Target="../slideLayouts/slideLayout226.xml"/><Relationship Id="rId27" Type="http://schemas.openxmlformats.org/officeDocument/2006/relationships/image" Target="../media/image8.jp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237.xml"/><Relationship Id="rId13" Type="http://schemas.openxmlformats.org/officeDocument/2006/relationships/slideLayout" Target="../slideLayouts/slideLayout242.xml"/><Relationship Id="rId18" Type="http://schemas.openxmlformats.org/officeDocument/2006/relationships/slideLayout" Target="../slideLayouts/slideLayout247.xml"/><Relationship Id="rId3" Type="http://schemas.openxmlformats.org/officeDocument/2006/relationships/slideLayout" Target="../slideLayouts/slideLayout232.xml"/><Relationship Id="rId21" Type="http://schemas.openxmlformats.org/officeDocument/2006/relationships/slideLayout" Target="../slideLayouts/slideLayout250.xml"/><Relationship Id="rId7" Type="http://schemas.openxmlformats.org/officeDocument/2006/relationships/slideLayout" Target="../slideLayouts/slideLayout236.xml"/><Relationship Id="rId12" Type="http://schemas.openxmlformats.org/officeDocument/2006/relationships/slideLayout" Target="../slideLayouts/slideLayout241.xml"/><Relationship Id="rId17" Type="http://schemas.openxmlformats.org/officeDocument/2006/relationships/slideLayout" Target="../slideLayouts/slideLayout246.xml"/><Relationship Id="rId25" Type="http://schemas.openxmlformats.org/officeDocument/2006/relationships/image" Target="../media/image14.png"/><Relationship Id="rId2" Type="http://schemas.openxmlformats.org/officeDocument/2006/relationships/slideLayout" Target="../slideLayouts/slideLayout231.xml"/><Relationship Id="rId16" Type="http://schemas.openxmlformats.org/officeDocument/2006/relationships/slideLayout" Target="../slideLayouts/slideLayout245.xml"/><Relationship Id="rId20" Type="http://schemas.openxmlformats.org/officeDocument/2006/relationships/slideLayout" Target="../slideLayouts/slideLayout249.xml"/><Relationship Id="rId1" Type="http://schemas.openxmlformats.org/officeDocument/2006/relationships/slideLayout" Target="../slideLayouts/slideLayout230.xml"/><Relationship Id="rId6" Type="http://schemas.openxmlformats.org/officeDocument/2006/relationships/slideLayout" Target="../slideLayouts/slideLayout235.xml"/><Relationship Id="rId11" Type="http://schemas.openxmlformats.org/officeDocument/2006/relationships/slideLayout" Target="../slideLayouts/slideLayout240.xml"/><Relationship Id="rId24" Type="http://schemas.openxmlformats.org/officeDocument/2006/relationships/image" Target="../media/image8.jpg"/><Relationship Id="rId5" Type="http://schemas.openxmlformats.org/officeDocument/2006/relationships/slideLayout" Target="../slideLayouts/slideLayout234.xml"/><Relationship Id="rId15" Type="http://schemas.openxmlformats.org/officeDocument/2006/relationships/slideLayout" Target="../slideLayouts/slideLayout244.xml"/><Relationship Id="rId23" Type="http://schemas.openxmlformats.org/officeDocument/2006/relationships/theme" Target="../theme/theme12.xml"/><Relationship Id="rId10" Type="http://schemas.openxmlformats.org/officeDocument/2006/relationships/slideLayout" Target="../slideLayouts/slideLayout239.xml"/><Relationship Id="rId19" Type="http://schemas.openxmlformats.org/officeDocument/2006/relationships/slideLayout" Target="../slideLayouts/slideLayout248.xml"/><Relationship Id="rId4" Type="http://schemas.openxmlformats.org/officeDocument/2006/relationships/slideLayout" Target="../slideLayouts/slideLayout233.xml"/><Relationship Id="rId9" Type="http://schemas.openxmlformats.org/officeDocument/2006/relationships/slideLayout" Target="../slideLayouts/slideLayout238.xml"/><Relationship Id="rId14" Type="http://schemas.openxmlformats.org/officeDocument/2006/relationships/slideLayout" Target="../slideLayouts/slideLayout243.xml"/><Relationship Id="rId22" Type="http://schemas.openxmlformats.org/officeDocument/2006/relationships/slideLayout" Target="../slideLayouts/slideLayout2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fld>
            <a:endParaRPr lang="zh-CN" altLang="en-US" sz="12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4634" r:id="rId3"/>
    <p:sldLayoutId id="2147484633" r:id="rId4"/>
    <p:sldLayoutId id="2147483651" r:id="rId5"/>
    <p:sldLayoutId id="2147483652" r:id="rId6"/>
    <p:sldLayoutId id="2147483653" r:id="rId7"/>
    <p:sldLayoutId id="2147483654" r:id="rId8"/>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1">
            <a:extLst>
              <a:ext uri="{FF2B5EF4-FFF2-40B4-BE49-F238E27FC236}">
                <a16:creationId xmlns:a16="http://schemas.microsoft.com/office/drawing/2014/main" id="{BF0A28E6-27C8-F660-D593-EFD6DA226780}"/>
              </a:ext>
            </a:extLst>
          </p:cNvPr>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3" name="Picture 2" descr="A blue and white logo&#10;&#10;Description automatically generated">
            <a:extLst>
              <a:ext uri="{FF2B5EF4-FFF2-40B4-BE49-F238E27FC236}">
                <a16:creationId xmlns:a16="http://schemas.microsoft.com/office/drawing/2014/main" id="{C2F7084D-7EAE-2DD4-8488-B494D6C1479E}"/>
              </a:ext>
            </a:extLst>
          </p:cNvPr>
          <p:cNvPicPr>
            <a:picLocks noChangeAspect="1"/>
          </p:cNvPicPr>
          <p:nvPr userDrawn="1"/>
        </p:nvPicPr>
        <p:blipFill rotWithShape="1">
          <a:blip r:embed="rId28" cstate="print">
            <a:extLst>
              <a:ext uri="{28A0092B-C50C-407E-A947-70E740481C1C}">
                <a14:useLocalDpi xmlns:a14="http://schemas.microsoft.com/office/drawing/2010/main" val="0"/>
              </a:ext>
            </a:extLst>
          </a:blip>
          <a:srcRect l="40809" t="23955" r="40919" b="37048"/>
          <a:stretch/>
        </p:blipFill>
        <p:spPr>
          <a:xfrm>
            <a:off x="152401" y="50489"/>
            <a:ext cx="461681" cy="517417"/>
          </a:xfrm>
          <a:prstGeom prst="rect">
            <a:avLst/>
          </a:prstGeom>
        </p:spPr>
      </p:pic>
    </p:spTree>
    <p:extLst>
      <p:ext uri="{BB962C8B-B14F-4D97-AF65-F5344CB8AC3E}">
        <p14:creationId xmlns:p14="http://schemas.microsoft.com/office/powerpoint/2010/main" val="1683504170"/>
      </p:ext>
    </p:extLst>
  </p:cSld>
  <p:clrMap bg1="lt1" tx1="dk1" bg2="lt2" tx2="dk2" accent1="accent1" accent2="accent2" accent3="accent3" accent4="accent4" accent5="accent5" accent6="accent6" hlink="hlink" folHlink="folHlink"/>
  <p:sldLayoutIdLst>
    <p:sldLayoutId id="2147484410" r:id="rId1"/>
    <p:sldLayoutId id="2147484411" r:id="rId2"/>
    <p:sldLayoutId id="2147484412" r:id="rId3"/>
    <p:sldLayoutId id="2147484413" r:id="rId4"/>
    <p:sldLayoutId id="2147484414" r:id="rId5"/>
    <p:sldLayoutId id="2147484415" r:id="rId6"/>
    <p:sldLayoutId id="2147484416" r:id="rId7"/>
    <p:sldLayoutId id="2147484417" r:id="rId8"/>
    <p:sldLayoutId id="2147484418" r:id="rId9"/>
    <p:sldLayoutId id="2147484419" r:id="rId10"/>
    <p:sldLayoutId id="2147484420" r:id="rId11"/>
    <p:sldLayoutId id="2147484421" r:id="rId12"/>
    <p:sldLayoutId id="2147484422" r:id="rId13"/>
    <p:sldLayoutId id="2147484423" r:id="rId14"/>
    <p:sldLayoutId id="2147484424" r:id="rId15"/>
    <p:sldLayoutId id="2147484425" r:id="rId16"/>
    <p:sldLayoutId id="2147484426" r:id="rId17"/>
    <p:sldLayoutId id="2147484427" r:id="rId18"/>
    <p:sldLayoutId id="2147484428" r:id="rId19"/>
    <p:sldLayoutId id="2147484429" r:id="rId20"/>
    <p:sldLayoutId id="2147484430" r:id="rId21"/>
    <p:sldLayoutId id="2147484431" r:id="rId22"/>
    <p:sldLayoutId id="2147484432" r:id="rId23"/>
    <p:sldLayoutId id="2147484433" r:id="rId24"/>
    <p:sldLayoutId id="2147484435"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21" algn="ctr" rtl="0" fontAlgn="base">
        <a:spcBef>
          <a:spcPct val="0"/>
        </a:spcBef>
        <a:spcAft>
          <a:spcPct val="0"/>
        </a:spcAft>
        <a:defRPr sz="3100">
          <a:solidFill>
            <a:schemeClr val="tx2"/>
          </a:solidFill>
          <a:latin typeface="Arial" charset="0"/>
          <a:ea typeface="宋体" pitchFamily="2" charset="-122"/>
        </a:defRPr>
      </a:lvl6pPr>
      <a:lvl7pPr marL="642845" algn="ctr" rtl="0" fontAlgn="base">
        <a:spcBef>
          <a:spcPct val="0"/>
        </a:spcBef>
        <a:spcAft>
          <a:spcPct val="0"/>
        </a:spcAft>
        <a:defRPr sz="3100">
          <a:solidFill>
            <a:schemeClr val="tx2"/>
          </a:solidFill>
          <a:latin typeface="Arial" charset="0"/>
          <a:ea typeface="宋体" pitchFamily="2" charset="-122"/>
        </a:defRPr>
      </a:lvl7pPr>
      <a:lvl8pPr marL="964266" algn="ctr" rtl="0" fontAlgn="base">
        <a:spcBef>
          <a:spcPct val="0"/>
        </a:spcBef>
        <a:spcAft>
          <a:spcPct val="0"/>
        </a:spcAft>
        <a:defRPr sz="3100">
          <a:solidFill>
            <a:schemeClr val="tx2"/>
          </a:solidFill>
          <a:latin typeface="Arial" charset="0"/>
          <a:ea typeface="宋体" pitchFamily="2" charset="-122"/>
        </a:defRPr>
      </a:lvl8pPr>
      <a:lvl9pPr marL="1285687" algn="ctr" rtl="0" fontAlgn="base">
        <a:spcBef>
          <a:spcPct val="0"/>
        </a:spcBef>
        <a:spcAft>
          <a:spcPct val="0"/>
        </a:spcAft>
        <a:defRPr sz="3100">
          <a:solidFill>
            <a:schemeClr val="tx2"/>
          </a:solidFill>
          <a:latin typeface="Arial" charset="0"/>
          <a:ea typeface="宋体" pitchFamily="2" charset="-122"/>
        </a:defRPr>
      </a:lvl9pPr>
    </p:titleStyle>
    <p:bodyStyle>
      <a:lvl1pPr marL="241066" indent="-241066" algn="l" rtl="0" eaLnBrk="0" fontAlgn="base" hangingPunct="0">
        <a:spcBef>
          <a:spcPct val="20000"/>
        </a:spcBef>
        <a:spcAft>
          <a:spcPct val="0"/>
        </a:spcAft>
        <a:buChar char="•"/>
        <a:defRPr sz="2200">
          <a:solidFill>
            <a:schemeClr val="tx1"/>
          </a:solidFill>
          <a:latin typeface="+mn-lt"/>
          <a:ea typeface="+mn-ea"/>
          <a:cs typeface="+mn-cs"/>
        </a:defRPr>
      </a:lvl1pPr>
      <a:lvl2pPr marL="522310" indent="-202006" algn="l" rtl="0" eaLnBrk="0" fontAlgn="base" hangingPunct="0">
        <a:spcBef>
          <a:spcPct val="20000"/>
        </a:spcBef>
        <a:spcAft>
          <a:spcPct val="0"/>
        </a:spcAft>
        <a:buChar char="–"/>
        <a:defRPr sz="2000">
          <a:solidFill>
            <a:schemeClr val="tx1"/>
          </a:solidFill>
          <a:latin typeface="+mn-lt"/>
          <a:ea typeface="+mn-ea"/>
        </a:defRPr>
      </a:lvl2pPr>
      <a:lvl3pPr marL="803555" indent="-160712" algn="l" rtl="0" eaLnBrk="0" fontAlgn="base" hangingPunct="0">
        <a:spcBef>
          <a:spcPct val="20000"/>
        </a:spcBef>
        <a:spcAft>
          <a:spcPct val="0"/>
        </a:spcAft>
        <a:buChar char="•"/>
        <a:defRPr sz="1700">
          <a:solidFill>
            <a:schemeClr val="tx1"/>
          </a:solidFill>
          <a:latin typeface="+mn-lt"/>
          <a:ea typeface="+mn-ea"/>
        </a:defRPr>
      </a:lvl3pPr>
      <a:lvl4pPr marL="1124978" indent="-161828" algn="l" rtl="0" eaLnBrk="0" fontAlgn="base" hangingPunct="0">
        <a:spcBef>
          <a:spcPct val="20000"/>
        </a:spcBef>
        <a:spcAft>
          <a:spcPct val="0"/>
        </a:spcAft>
        <a:buChar char="–"/>
        <a:defRPr sz="1400">
          <a:solidFill>
            <a:schemeClr val="tx1"/>
          </a:solidFill>
          <a:latin typeface="+mn-lt"/>
          <a:ea typeface="+mn-ea"/>
        </a:defRPr>
      </a:lvl4pPr>
      <a:lvl5pPr marL="1446400" indent="-160712" algn="l" rtl="0" eaLnBrk="0" fontAlgn="base" hangingPunct="0">
        <a:spcBef>
          <a:spcPct val="20000"/>
        </a:spcBef>
        <a:spcAft>
          <a:spcPct val="0"/>
        </a:spcAft>
        <a:buChar char="»"/>
        <a:defRPr sz="1400">
          <a:solidFill>
            <a:schemeClr val="tx1"/>
          </a:solidFill>
          <a:latin typeface="+mn-lt"/>
          <a:ea typeface="+mn-ea"/>
        </a:defRPr>
      </a:lvl5pPr>
      <a:lvl6pPr marL="1767822" indent="-160712" algn="l" rtl="0" fontAlgn="base">
        <a:spcBef>
          <a:spcPct val="20000"/>
        </a:spcBef>
        <a:spcAft>
          <a:spcPct val="0"/>
        </a:spcAft>
        <a:buChar char="»"/>
        <a:defRPr sz="1400">
          <a:solidFill>
            <a:schemeClr val="tx1"/>
          </a:solidFill>
          <a:latin typeface="+mn-lt"/>
          <a:ea typeface="+mn-ea"/>
        </a:defRPr>
      </a:lvl6pPr>
      <a:lvl7pPr marL="2089245" indent="-160712" algn="l" rtl="0" fontAlgn="base">
        <a:spcBef>
          <a:spcPct val="20000"/>
        </a:spcBef>
        <a:spcAft>
          <a:spcPct val="0"/>
        </a:spcAft>
        <a:buChar char="»"/>
        <a:defRPr sz="1400">
          <a:solidFill>
            <a:schemeClr val="tx1"/>
          </a:solidFill>
          <a:latin typeface="+mn-lt"/>
          <a:ea typeface="+mn-ea"/>
        </a:defRPr>
      </a:lvl7pPr>
      <a:lvl8pPr marL="2410666" indent="-160712" algn="l" rtl="0" fontAlgn="base">
        <a:spcBef>
          <a:spcPct val="20000"/>
        </a:spcBef>
        <a:spcAft>
          <a:spcPct val="0"/>
        </a:spcAft>
        <a:buChar char="»"/>
        <a:defRPr sz="1400">
          <a:solidFill>
            <a:schemeClr val="tx1"/>
          </a:solidFill>
          <a:latin typeface="+mn-lt"/>
          <a:ea typeface="+mn-ea"/>
        </a:defRPr>
      </a:lvl8pPr>
      <a:lvl9pPr marL="2732087" indent="-160712"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45" rtl="0" eaLnBrk="1" latinLnBrk="0" hangingPunct="1">
        <a:defRPr sz="1300" kern="1200">
          <a:solidFill>
            <a:schemeClr val="tx1"/>
          </a:solidFill>
          <a:latin typeface="+mn-lt"/>
          <a:ea typeface="+mn-ea"/>
          <a:cs typeface="+mn-cs"/>
        </a:defRPr>
      </a:lvl1pPr>
      <a:lvl2pPr marL="321421" algn="l" defTabSz="642845" rtl="0" eaLnBrk="1" latinLnBrk="0" hangingPunct="1">
        <a:defRPr sz="1300" kern="1200">
          <a:solidFill>
            <a:schemeClr val="tx1"/>
          </a:solidFill>
          <a:latin typeface="+mn-lt"/>
          <a:ea typeface="+mn-ea"/>
          <a:cs typeface="+mn-cs"/>
        </a:defRPr>
      </a:lvl2pPr>
      <a:lvl3pPr marL="642845" algn="l" defTabSz="642845" rtl="0" eaLnBrk="1" latinLnBrk="0" hangingPunct="1">
        <a:defRPr sz="1300" kern="1200">
          <a:solidFill>
            <a:schemeClr val="tx1"/>
          </a:solidFill>
          <a:latin typeface="+mn-lt"/>
          <a:ea typeface="+mn-ea"/>
          <a:cs typeface="+mn-cs"/>
        </a:defRPr>
      </a:lvl3pPr>
      <a:lvl4pPr marL="964266" algn="l" defTabSz="642845" rtl="0" eaLnBrk="1" latinLnBrk="0" hangingPunct="1">
        <a:defRPr sz="1300" kern="1200">
          <a:solidFill>
            <a:schemeClr val="tx1"/>
          </a:solidFill>
          <a:latin typeface="+mn-lt"/>
          <a:ea typeface="+mn-ea"/>
          <a:cs typeface="+mn-cs"/>
        </a:defRPr>
      </a:lvl4pPr>
      <a:lvl5pPr marL="1285687" algn="l" defTabSz="642845" rtl="0" eaLnBrk="1" latinLnBrk="0" hangingPunct="1">
        <a:defRPr sz="1300" kern="1200">
          <a:solidFill>
            <a:schemeClr val="tx1"/>
          </a:solidFill>
          <a:latin typeface="+mn-lt"/>
          <a:ea typeface="+mn-ea"/>
          <a:cs typeface="+mn-cs"/>
        </a:defRPr>
      </a:lvl5pPr>
      <a:lvl6pPr marL="1607112" algn="l" defTabSz="642845" rtl="0" eaLnBrk="1" latinLnBrk="0" hangingPunct="1">
        <a:defRPr sz="1300" kern="1200">
          <a:solidFill>
            <a:schemeClr val="tx1"/>
          </a:solidFill>
          <a:latin typeface="+mn-lt"/>
          <a:ea typeface="+mn-ea"/>
          <a:cs typeface="+mn-cs"/>
        </a:defRPr>
      </a:lvl6pPr>
      <a:lvl7pPr marL="1928532" algn="l" defTabSz="642845" rtl="0" eaLnBrk="1" latinLnBrk="0" hangingPunct="1">
        <a:defRPr sz="1300" kern="1200">
          <a:solidFill>
            <a:schemeClr val="tx1"/>
          </a:solidFill>
          <a:latin typeface="+mn-lt"/>
          <a:ea typeface="+mn-ea"/>
          <a:cs typeface="+mn-cs"/>
        </a:defRPr>
      </a:lvl7pPr>
      <a:lvl8pPr marL="2249955" algn="l" defTabSz="642845" rtl="0" eaLnBrk="1" latinLnBrk="0" hangingPunct="1">
        <a:defRPr sz="1300" kern="1200">
          <a:solidFill>
            <a:schemeClr val="tx1"/>
          </a:solidFill>
          <a:latin typeface="+mn-lt"/>
          <a:ea typeface="+mn-ea"/>
          <a:cs typeface="+mn-cs"/>
        </a:defRPr>
      </a:lvl8pPr>
      <a:lvl9pPr marL="2571376" algn="l" defTabSz="642845" rtl="0" eaLnBrk="1" latinLnBrk="0" hangingPunct="1">
        <a:defRPr sz="1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7" name="Picture 6">
            <a:extLst>
              <a:ext uri="{FF2B5EF4-FFF2-40B4-BE49-F238E27FC236}">
                <a16:creationId xmlns:a16="http://schemas.microsoft.com/office/drawing/2014/main" id="{51B61907-CE38-43EF-ABC9-71DF18B992B9}"/>
              </a:ext>
            </a:extLst>
          </p:cNvPr>
          <p:cNvPicPr>
            <a:picLocks noChangeAspect="1"/>
          </p:cNvPicPr>
          <p:nvPr userDrawn="1"/>
        </p:nvPicPr>
        <p:blipFill>
          <a:blip r:embed="rId29" cstate="print">
            <a:extLst>
              <a:ext uri="{28A0092B-C50C-407E-A947-70E740481C1C}">
                <a14:useLocalDpi xmlns:a14="http://schemas.microsoft.com/office/drawing/2010/main" val="0"/>
              </a:ext>
            </a:extLst>
          </a:blip>
          <a:stretch>
            <a:fillRect/>
          </a:stretch>
        </p:blipFill>
        <p:spPr>
          <a:xfrm>
            <a:off x="166735" y="0"/>
            <a:ext cx="612000" cy="612000"/>
          </a:xfrm>
          <a:prstGeom prst="rect">
            <a:avLst/>
          </a:prstGeom>
        </p:spPr>
      </p:pic>
    </p:spTree>
    <p:extLst>
      <p:ext uri="{BB962C8B-B14F-4D97-AF65-F5344CB8AC3E}">
        <p14:creationId xmlns:p14="http://schemas.microsoft.com/office/powerpoint/2010/main" val="2341582964"/>
      </p:ext>
    </p:extLst>
  </p:cSld>
  <p:clrMap bg1="lt1" tx1="dk1" bg2="lt2" tx2="dk2" accent1="accent1" accent2="accent2" accent3="accent3" accent4="accent4" accent5="accent5" accent6="accent6" hlink="hlink" folHlink="folHlink"/>
  <p:sldLayoutIdLst>
    <p:sldLayoutId id="2147484467" r:id="rId1"/>
    <p:sldLayoutId id="2147484468" r:id="rId2"/>
    <p:sldLayoutId id="2147484469" r:id="rId3"/>
    <p:sldLayoutId id="2147484470" r:id="rId4"/>
    <p:sldLayoutId id="2147484471" r:id="rId5"/>
    <p:sldLayoutId id="2147484472" r:id="rId6"/>
    <p:sldLayoutId id="2147484473" r:id="rId7"/>
    <p:sldLayoutId id="2147484474" r:id="rId8"/>
    <p:sldLayoutId id="2147484475" r:id="rId9"/>
    <p:sldLayoutId id="2147484476" r:id="rId10"/>
    <p:sldLayoutId id="2147484477" r:id="rId11"/>
    <p:sldLayoutId id="2147484478" r:id="rId12"/>
    <p:sldLayoutId id="2147484479" r:id="rId13"/>
    <p:sldLayoutId id="2147484480" r:id="rId14"/>
    <p:sldLayoutId id="2147484481" r:id="rId15"/>
    <p:sldLayoutId id="2147484482" r:id="rId16"/>
    <p:sldLayoutId id="2147484483" r:id="rId17"/>
    <p:sldLayoutId id="2147484484" r:id="rId18"/>
    <p:sldLayoutId id="2147484485" r:id="rId19"/>
    <p:sldLayoutId id="2147484486" r:id="rId20"/>
    <p:sldLayoutId id="2147484487" r:id="rId21"/>
    <p:sldLayoutId id="2147484488" r:id="rId22"/>
    <p:sldLayoutId id="2147484489" r:id="rId23"/>
    <p:sldLayoutId id="2147484490" r:id="rId24"/>
    <p:sldLayoutId id="2147484491" r:id="rId25"/>
    <p:sldLayoutId id="2147484492" r:id="rId26"/>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13" algn="ctr" rtl="0" fontAlgn="base">
        <a:spcBef>
          <a:spcPct val="0"/>
        </a:spcBef>
        <a:spcAft>
          <a:spcPct val="0"/>
        </a:spcAft>
        <a:defRPr sz="3100">
          <a:solidFill>
            <a:schemeClr val="tx2"/>
          </a:solidFill>
          <a:latin typeface="Arial" charset="0"/>
          <a:ea typeface="宋体" pitchFamily="2" charset="-122"/>
        </a:defRPr>
      </a:lvl6pPr>
      <a:lvl7pPr marL="642829" algn="ctr" rtl="0" fontAlgn="base">
        <a:spcBef>
          <a:spcPct val="0"/>
        </a:spcBef>
        <a:spcAft>
          <a:spcPct val="0"/>
        </a:spcAft>
        <a:defRPr sz="3100">
          <a:solidFill>
            <a:schemeClr val="tx2"/>
          </a:solidFill>
          <a:latin typeface="Arial" charset="0"/>
          <a:ea typeface="宋体" pitchFamily="2" charset="-122"/>
        </a:defRPr>
      </a:lvl7pPr>
      <a:lvl8pPr marL="964243" algn="ctr" rtl="0" fontAlgn="base">
        <a:spcBef>
          <a:spcPct val="0"/>
        </a:spcBef>
        <a:spcAft>
          <a:spcPct val="0"/>
        </a:spcAft>
        <a:defRPr sz="3100">
          <a:solidFill>
            <a:schemeClr val="tx2"/>
          </a:solidFill>
          <a:latin typeface="Arial" charset="0"/>
          <a:ea typeface="宋体" pitchFamily="2" charset="-122"/>
        </a:defRPr>
      </a:lvl8pPr>
      <a:lvl9pPr marL="1285655" algn="ctr" rtl="0" fontAlgn="base">
        <a:spcBef>
          <a:spcPct val="0"/>
        </a:spcBef>
        <a:spcAft>
          <a:spcPct val="0"/>
        </a:spcAft>
        <a:defRPr sz="3100">
          <a:solidFill>
            <a:schemeClr val="tx2"/>
          </a:solidFill>
          <a:latin typeface="Arial" charset="0"/>
          <a:ea typeface="宋体" pitchFamily="2" charset="-122"/>
        </a:defRPr>
      </a:lvl9pPr>
    </p:titleStyle>
    <p:bodyStyle>
      <a:lvl1pPr marL="241061" indent="-241061" algn="l" rtl="0" eaLnBrk="0" fontAlgn="base" hangingPunct="0">
        <a:spcBef>
          <a:spcPct val="20000"/>
        </a:spcBef>
        <a:spcAft>
          <a:spcPct val="0"/>
        </a:spcAft>
        <a:buChar char="•"/>
        <a:defRPr sz="2200">
          <a:solidFill>
            <a:schemeClr val="tx1"/>
          </a:solidFill>
          <a:latin typeface="+mn-lt"/>
          <a:ea typeface="+mn-ea"/>
          <a:cs typeface="+mn-cs"/>
        </a:defRPr>
      </a:lvl1pPr>
      <a:lvl2pPr marL="522298" indent="-202002" algn="l" rtl="0" eaLnBrk="0" fontAlgn="base" hangingPunct="0">
        <a:spcBef>
          <a:spcPct val="20000"/>
        </a:spcBef>
        <a:spcAft>
          <a:spcPct val="0"/>
        </a:spcAft>
        <a:buChar char="–"/>
        <a:defRPr sz="2000">
          <a:solidFill>
            <a:schemeClr val="tx1"/>
          </a:solidFill>
          <a:latin typeface="+mn-lt"/>
          <a:ea typeface="+mn-ea"/>
        </a:defRPr>
      </a:lvl2pPr>
      <a:lvl3pPr marL="803535" indent="-160708" algn="l" rtl="0" eaLnBrk="0" fontAlgn="base" hangingPunct="0">
        <a:spcBef>
          <a:spcPct val="20000"/>
        </a:spcBef>
        <a:spcAft>
          <a:spcPct val="0"/>
        </a:spcAft>
        <a:buChar char="•"/>
        <a:defRPr sz="1700">
          <a:solidFill>
            <a:schemeClr val="tx1"/>
          </a:solidFill>
          <a:latin typeface="+mn-lt"/>
          <a:ea typeface="+mn-ea"/>
        </a:defRPr>
      </a:lvl3pPr>
      <a:lvl4pPr marL="1124951" indent="-161824" algn="l" rtl="0" eaLnBrk="0" fontAlgn="base" hangingPunct="0">
        <a:spcBef>
          <a:spcPct val="20000"/>
        </a:spcBef>
        <a:spcAft>
          <a:spcPct val="0"/>
        </a:spcAft>
        <a:buChar char="–"/>
        <a:defRPr sz="1400">
          <a:solidFill>
            <a:schemeClr val="tx1"/>
          </a:solidFill>
          <a:latin typeface="+mn-lt"/>
          <a:ea typeface="+mn-ea"/>
        </a:defRPr>
      </a:lvl4pPr>
      <a:lvl5pPr marL="1446364" indent="-160708" algn="l" rtl="0" eaLnBrk="0" fontAlgn="base" hangingPunct="0">
        <a:spcBef>
          <a:spcPct val="20000"/>
        </a:spcBef>
        <a:spcAft>
          <a:spcPct val="0"/>
        </a:spcAft>
        <a:buChar char="»"/>
        <a:defRPr sz="1400">
          <a:solidFill>
            <a:schemeClr val="tx1"/>
          </a:solidFill>
          <a:latin typeface="+mn-lt"/>
          <a:ea typeface="+mn-ea"/>
        </a:defRPr>
      </a:lvl5pPr>
      <a:lvl6pPr marL="1767778" indent="-160708" algn="l" rtl="0" fontAlgn="base">
        <a:spcBef>
          <a:spcPct val="20000"/>
        </a:spcBef>
        <a:spcAft>
          <a:spcPct val="0"/>
        </a:spcAft>
        <a:buChar char="»"/>
        <a:defRPr sz="1400">
          <a:solidFill>
            <a:schemeClr val="tx1"/>
          </a:solidFill>
          <a:latin typeface="+mn-lt"/>
          <a:ea typeface="+mn-ea"/>
        </a:defRPr>
      </a:lvl6pPr>
      <a:lvl7pPr marL="2089193" indent="-160708" algn="l" rtl="0" fontAlgn="base">
        <a:spcBef>
          <a:spcPct val="20000"/>
        </a:spcBef>
        <a:spcAft>
          <a:spcPct val="0"/>
        </a:spcAft>
        <a:buChar char="»"/>
        <a:defRPr sz="1400">
          <a:solidFill>
            <a:schemeClr val="tx1"/>
          </a:solidFill>
          <a:latin typeface="+mn-lt"/>
          <a:ea typeface="+mn-ea"/>
        </a:defRPr>
      </a:lvl7pPr>
      <a:lvl8pPr marL="2410606" indent="-160708" algn="l" rtl="0" fontAlgn="base">
        <a:spcBef>
          <a:spcPct val="20000"/>
        </a:spcBef>
        <a:spcAft>
          <a:spcPct val="0"/>
        </a:spcAft>
        <a:buChar char="»"/>
        <a:defRPr sz="1400">
          <a:solidFill>
            <a:schemeClr val="tx1"/>
          </a:solidFill>
          <a:latin typeface="+mn-lt"/>
          <a:ea typeface="+mn-ea"/>
        </a:defRPr>
      </a:lvl8pPr>
      <a:lvl9pPr marL="2732018" indent="-16070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29" rtl="0" eaLnBrk="1" latinLnBrk="0" hangingPunct="1">
        <a:defRPr sz="1300" kern="1200">
          <a:solidFill>
            <a:schemeClr val="tx1"/>
          </a:solidFill>
          <a:latin typeface="+mn-lt"/>
          <a:ea typeface="+mn-ea"/>
          <a:cs typeface="+mn-cs"/>
        </a:defRPr>
      </a:lvl1pPr>
      <a:lvl2pPr marL="321413" algn="l" defTabSz="642829" rtl="0" eaLnBrk="1" latinLnBrk="0" hangingPunct="1">
        <a:defRPr sz="1300" kern="1200">
          <a:solidFill>
            <a:schemeClr val="tx1"/>
          </a:solidFill>
          <a:latin typeface="+mn-lt"/>
          <a:ea typeface="+mn-ea"/>
          <a:cs typeface="+mn-cs"/>
        </a:defRPr>
      </a:lvl2pPr>
      <a:lvl3pPr marL="642829" algn="l" defTabSz="642829" rtl="0" eaLnBrk="1" latinLnBrk="0" hangingPunct="1">
        <a:defRPr sz="1300" kern="1200">
          <a:solidFill>
            <a:schemeClr val="tx1"/>
          </a:solidFill>
          <a:latin typeface="+mn-lt"/>
          <a:ea typeface="+mn-ea"/>
          <a:cs typeface="+mn-cs"/>
        </a:defRPr>
      </a:lvl3pPr>
      <a:lvl4pPr marL="964243" algn="l" defTabSz="642829" rtl="0" eaLnBrk="1" latinLnBrk="0" hangingPunct="1">
        <a:defRPr sz="1300" kern="1200">
          <a:solidFill>
            <a:schemeClr val="tx1"/>
          </a:solidFill>
          <a:latin typeface="+mn-lt"/>
          <a:ea typeface="+mn-ea"/>
          <a:cs typeface="+mn-cs"/>
        </a:defRPr>
      </a:lvl4pPr>
      <a:lvl5pPr marL="1285655" algn="l" defTabSz="642829" rtl="0" eaLnBrk="1" latinLnBrk="0" hangingPunct="1">
        <a:defRPr sz="1300" kern="1200">
          <a:solidFill>
            <a:schemeClr val="tx1"/>
          </a:solidFill>
          <a:latin typeface="+mn-lt"/>
          <a:ea typeface="+mn-ea"/>
          <a:cs typeface="+mn-cs"/>
        </a:defRPr>
      </a:lvl5pPr>
      <a:lvl6pPr marL="1607072" algn="l" defTabSz="642829" rtl="0" eaLnBrk="1" latinLnBrk="0" hangingPunct="1">
        <a:defRPr sz="1300" kern="1200">
          <a:solidFill>
            <a:schemeClr val="tx1"/>
          </a:solidFill>
          <a:latin typeface="+mn-lt"/>
          <a:ea typeface="+mn-ea"/>
          <a:cs typeface="+mn-cs"/>
        </a:defRPr>
      </a:lvl6pPr>
      <a:lvl7pPr marL="1928484" algn="l" defTabSz="642829" rtl="0" eaLnBrk="1" latinLnBrk="0" hangingPunct="1">
        <a:defRPr sz="1300" kern="1200">
          <a:solidFill>
            <a:schemeClr val="tx1"/>
          </a:solidFill>
          <a:latin typeface="+mn-lt"/>
          <a:ea typeface="+mn-ea"/>
          <a:cs typeface="+mn-cs"/>
        </a:defRPr>
      </a:lvl7pPr>
      <a:lvl8pPr marL="2249898" algn="l" defTabSz="642829" rtl="0" eaLnBrk="1" latinLnBrk="0" hangingPunct="1">
        <a:defRPr sz="1300" kern="1200">
          <a:solidFill>
            <a:schemeClr val="tx1"/>
          </a:solidFill>
          <a:latin typeface="+mn-lt"/>
          <a:ea typeface="+mn-ea"/>
          <a:cs typeface="+mn-cs"/>
        </a:defRPr>
      </a:lvl8pPr>
      <a:lvl9pPr marL="2571312" algn="l" defTabSz="642829"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6"/>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5"/>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31155714"/>
      </p:ext>
    </p:extLst>
  </p:cSld>
  <p:clrMap bg1="lt1" tx1="dk1" bg2="lt2" tx2="dk2" accent1="accent1" accent2="accent2" accent3="accent3" accent4="accent4" accent5="accent5" accent6="accent6" hlink="hlink" folHlink="folHlink"/>
  <p:sldLayoutIdLst>
    <p:sldLayoutId id="2147484494" r:id="rId1"/>
    <p:sldLayoutId id="2147484495" r:id="rId2"/>
    <p:sldLayoutId id="2147484496" r:id="rId3"/>
    <p:sldLayoutId id="2147484497" r:id="rId4"/>
    <p:sldLayoutId id="2147484498" r:id="rId5"/>
    <p:sldLayoutId id="2147484499" r:id="rId6"/>
    <p:sldLayoutId id="2147484500" r:id="rId7"/>
    <p:sldLayoutId id="2147484501" r:id="rId8"/>
    <p:sldLayoutId id="2147484502" r:id="rId9"/>
    <p:sldLayoutId id="2147484503" r:id="rId10"/>
    <p:sldLayoutId id="2147484504" r:id="rId11"/>
    <p:sldLayoutId id="2147484505" r:id="rId12"/>
    <p:sldLayoutId id="2147484506" r:id="rId13"/>
    <p:sldLayoutId id="2147484507" r:id="rId14"/>
    <p:sldLayoutId id="2147484508" r:id="rId15"/>
    <p:sldLayoutId id="2147484509" r:id="rId16"/>
    <p:sldLayoutId id="2147484510" r:id="rId17"/>
    <p:sldLayoutId id="2147484511" r:id="rId18"/>
    <p:sldLayoutId id="2147484512" r:id="rId19"/>
    <p:sldLayoutId id="2147484513" r:id="rId20"/>
    <p:sldLayoutId id="2147484514" r:id="rId21"/>
    <p:sldLayoutId id="2147484515" r:id="rId22"/>
    <p:sldLayoutId id="2147484516" r:id="rId23"/>
    <p:sldLayoutId id="2147484517" r:id="rId24"/>
    <p:sldLayoutId id="2147484518"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88" algn="ctr" rtl="0" fontAlgn="base">
        <a:spcBef>
          <a:spcPct val="0"/>
        </a:spcBef>
        <a:spcAft>
          <a:spcPct val="0"/>
        </a:spcAft>
        <a:defRPr sz="3100">
          <a:solidFill>
            <a:schemeClr val="tx2"/>
          </a:solidFill>
          <a:latin typeface="Arial" charset="0"/>
          <a:ea typeface="宋体" pitchFamily="2" charset="-122"/>
        </a:defRPr>
      </a:lvl6pPr>
      <a:lvl7pPr marL="642777" algn="ctr" rtl="0" fontAlgn="base">
        <a:spcBef>
          <a:spcPct val="0"/>
        </a:spcBef>
        <a:spcAft>
          <a:spcPct val="0"/>
        </a:spcAft>
        <a:defRPr sz="3100">
          <a:solidFill>
            <a:schemeClr val="tx2"/>
          </a:solidFill>
          <a:latin typeface="Arial" charset="0"/>
          <a:ea typeface="宋体" pitchFamily="2" charset="-122"/>
        </a:defRPr>
      </a:lvl7pPr>
      <a:lvl8pPr marL="964165" algn="ctr" rtl="0" fontAlgn="base">
        <a:spcBef>
          <a:spcPct val="0"/>
        </a:spcBef>
        <a:spcAft>
          <a:spcPct val="0"/>
        </a:spcAft>
        <a:defRPr sz="3100">
          <a:solidFill>
            <a:schemeClr val="tx2"/>
          </a:solidFill>
          <a:latin typeface="Arial" charset="0"/>
          <a:ea typeface="宋体" pitchFamily="2" charset="-122"/>
        </a:defRPr>
      </a:lvl8pPr>
      <a:lvl9pPr marL="1285551" algn="ctr" rtl="0" fontAlgn="base">
        <a:spcBef>
          <a:spcPct val="0"/>
        </a:spcBef>
        <a:spcAft>
          <a:spcPct val="0"/>
        </a:spcAft>
        <a:defRPr sz="3100">
          <a:solidFill>
            <a:schemeClr val="tx2"/>
          </a:solidFill>
          <a:latin typeface="Arial" charset="0"/>
          <a:ea typeface="宋体" pitchFamily="2" charset="-122"/>
        </a:defRPr>
      </a:lvl9pPr>
    </p:titleStyle>
    <p:bodyStyle>
      <a:lvl1pPr marL="241041" indent="-241041" algn="l" rtl="0" eaLnBrk="0" fontAlgn="base" hangingPunct="0">
        <a:spcBef>
          <a:spcPct val="20000"/>
        </a:spcBef>
        <a:spcAft>
          <a:spcPct val="0"/>
        </a:spcAft>
        <a:buChar char="•"/>
        <a:defRPr sz="2200">
          <a:solidFill>
            <a:schemeClr val="tx1"/>
          </a:solidFill>
          <a:latin typeface="+mn-lt"/>
          <a:ea typeface="+mn-ea"/>
          <a:cs typeface="+mn-cs"/>
        </a:defRPr>
      </a:lvl1pPr>
      <a:lvl2pPr marL="522255" indent="-201984" algn="l" rtl="0" eaLnBrk="0" fontAlgn="base" hangingPunct="0">
        <a:spcBef>
          <a:spcPct val="20000"/>
        </a:spcBef>
        <a:spcAft>
          <a:spcPct val="0"/>
        </a:spcAft>
        <a:buChar char="–"/>
        <a:defRPr sz="2000">
          <a:solidFill>
            <a:schemeClr val="tx1"/>
          </a:solidFill>
          <a:latin typeface="+mn-lt"/>
          <a:ea typeface="+mn-ea"/>
        </a:defRPr>
      </a:lvl2pPr>
      <a:lvl3pPr marL="803471" indent="-160695" algn="l" rtl="0" eaLnBrk="0" fontAlgn="base" hangingPunct="0">
        <a:spcBef>
          <a:spcPct val="20000"/>
        </a:spcBef>
        <a:spcAft>
          <a:spcPct val="0"/>
        </a:spcAft>
        <a:buChar char="•"/>
        <a:defRPr sz="1700">
          <a:solidFill>
            <a:schemeClr val="tx1"/>
          </a:solidFill>
          <a:latin typeface="+mn-lt"/>
          <a:ea typeface="+mn-ea"/>
        </a:defRPr>
      </a:lvl3pPr>
      <a:lvl4pPr marL="1124860" indent="-161811" algn="l" rtl="0" eaLnBrk="0" fontAlgn="base" hangingPunct="0">
        <a:spcBef>
          <a:spcPct val="20000"/>
        </a:spcBef>
        <a:spcAft>
          <a:spcPct val="0"/>
        </a:spcAft>
        <a:buChar char="–"/>
        <a:defRPr sz="1400">
          <a:solidFill>
            <a:schemeClr val="tx1"/>
          </a:solidFill>
          <a:latin typeface="+mn-lt"/>
          <a:ea typeface="+mn-ea"/>
        </a:defRPr>
      </a:lvl4pPr>
      <a:lvl5pPr marL="1446247" indent="-160695" algn="l" rtl="0" eaLnBrk="0" fontAlgn="base" hangingPunct="0">
        <a:spcBef>
          <a:spcPct val="20000"/>
        </a:spcBef>
        <a:spcAft>
          <a:spcPct val="0"/>
        </a:spcAft>
        <a:buChar char="»"/>
        <a:defRPr sz="1400">
          <a:solidFill>
            <a:schemeClr val="tx1"/>
          </a:solidFill>
          <a:latin typeface="+mn-lt"/>
          <a:ea typeface="+mn-ea"/>
        </a:defRPr>
      </a:lvl5pPr>
      <a:lvl6pPr marL="1767634" indent="-160695" algn="l" rtl="0" fontAlgn="base">
        <a:spcBef>
          <a:spcPct val="20000"/>
        </a:spcBef>
        <a:spcAft>
          <a:spcPct val="0"/>
        </a:spcAft>
        <a:buChar char="»"/>
        <a:defRPr sz="1400">
          <a:solidFill>
            <a:schemeClr val="tx1"/>
          </a:solidFill>
          <a:latin typeface="+mn-lt"/>
          <a:ea typeface="+mn-ea"/>
        </a:defRPr>
      </a:lvl6pPr>
      <a:lvl7pPr marL="2089022" indent="-160695" algn="l" rtl="0" fontAlgn="base">
        <a:spcBef>
          <a:spcPct val="20000"/>
        </a:spcBef>
        <a:spcAft>
          <a:spcPct val="0"/>
        </a:spcAft>
        <a:buChar char="»"/>
        <a:defRPr sz="1400">
          <a:solidFill>
            <a:schemeClr val="tx1"/>
          </a:solidFill>
          <a:latin typeface="+mn-lt"/>
          <a:ea typeface="+mn-ea"/>
        </a:defRPr>
      </a:lvl7pPr>
      <a:lvl8pPr marL="2410409" indent="-160695" algn="l" rtl="0" fontAlgn="base">
        <a:spcBef>
          <a:spcPct val="20000"/>
        </a:spcBef>
        <a:spcAft>
          <a:spcPct val="0"/>
        </a:spcAft>
        <a:buChar char="»"/>
        <a:defRPr sz="1400">
          <a:solidFill>
            <a:schemeClr val="tx1"/>
          </a:solidFill>
          <a:latin typeface="+mn-lt"/>
          <a:ea typeface="+mn-ea"/>
        </a:defRPr>
      </a:lvl8pPr>
      <a:lvl9pPr marL="2731798" indent="-16069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77" rtl="0" eaLnBrk="1" latinLnBrk="0" hangingPunct="1">
        <a:defRPr sz="1300" kern="1200">
          <a:solidFill>
            <a:schemeClr val="tx1"/>
          </a:solidFill>
          <a:latin typeface="+mn-lt"/>
          <a:ea typeface="+mn-ea"/>
          <a:cs typeface="+mn-cs"/>
        </a:defRPr>
      </a:lvl1pPr>
      <a:lvl2pPr marL="321388" algn="l" defTabSz="642777" rtl="0" eaLnBrk="1" latinLnBrk="0" hangingPunct="1">
        <a:defRPr sz="1300" kern="1200">
          <a:solidFill>
            <a:schemeClr val="tx1"/>
          </a:solidFill>
          <a:latin typeface="+mn-lt"/>
          <a:ea typeface="+mn-ea"/>
          <a:cs typeface="+mn-cs"/>
        </a:defRPr>
      </a:lvl2pPr>
      <a:lvl3pPr marL="642777" algn="l" defTabSz="642777" rtl="0" eaLnBrk="1" latinLnBrk="0" hangingPunct="1">
        <a:defRPr sz="1300" kern="1200">
          <a:solidFill>
            <a:schemeClr val="tx1"/>
          </a:solidFill>
          <a:latin typeface="+mn-lt"/>
          <a:ea typeface="+mn-ea"/>
          <a:cs typeface="+mn-cs"/>
        </a:defRPr>
      </a:lvl3pPr>
      <a:lvl4pPr marL="964165" algn="l" defTabSz="642777" rtl="0" eaLnBrk="1" latinLnBrk="0" hangingPunct="1">
        <a:defRPr sz="1300" kern="1200">
          <a:solidFill>
            <a:schemeClr val="tx1"/>
          </a:solidFill>
          <a:latin typeface="+mn-lt"/>
          <a:ea typeface="+mn-ea"/>
          <a:cs typeface="+mn-cs"/>
        </a:defRPr>
      </a:lvl4pPr>
      <a:lvl5pPr marL="1285551" algn="l" defTabSz="642777" rtl="0" eaLnBrk="1" latinLnBrk="0" hangingPunct="1">
        <a:defRPr sz="1300" kern="1200">
          <a:solidFill>
            <a:schemeClr val="tx1"/>
          </a:solidFill>
          <a:latin typeface="+mn-lt"/>
          <a:ea typeface="+mn-ea"/>
          <a:cs typeface="+mn-cs"/>
        </a:defRPr>
      </a:lvl5pPr>
      <a:lvl6pPr marL="1606942" algn="l" defTabSz="642777" rtl="0" eaLnBrk="1" latinLnBrk="0" hangingPunct="1">
        <a:defRPr sz="1300" kern="1200">
          <a:solidFill>
            <a:schemeClr val="tx1"/>
          </a:solidFill>
          <a:latin typeface="+mn-lt"/>
          <a:ea typeface="+mn-ea"/>
          <a:cs typeface="+mn-cs"/>
        </a:defRPr>
      </a:lvl6pPr>
      <a:lvl7pPr marL="1928328" algn="l" defTabSz="642777" rtl="0" eaLnBrk="1" latinLnBrk="0" hangingPunct="1">
        <a:defRPr sz="1300" kern="1200">
          <a:solidFill>
            <a:schemeClr val="tx1"/>
          </a:solidFill>
          <a:latin typeface="+mn-lt"/>
          <a:ea typeface="+mn-ea"/>
          <a:cs typeface="+mn-cs"/>
        </a:defRPr>
      </a:lvl7pPr>
      <a:lvl8pPr marL="2249716" algn="l" defTabSz="642777" rtl="0" eaLnBrk="1" latinLnBrk="0" hangingPunct="1">
        <a:defRPr sz="1300" kern="1200">
          <a:solidFill>
            <a:schemeClr val="tx1"/>
          </a:solidFill>
          <a:latin typeface="+mn-lt"/>
          <a:ea typeface="+mn-ea"/>
          <a:cs typeface="+mn-cs"/>
        </a:defRPr>
      </a:lvl8pPr>
      <a:lvl9pPr marL="2571104" algn="l" defTabSz="642777"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2" y="9963"/>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343"/>
          </a:xfrm>
          <a:prstGeom prst="rect">
            <a:avLst/>
          </a:prstGeom>
          <a:noFill/>
        </p:spPr>
        <p:txBody>
          <a:bodyPr wrap="none" rtlCol="0">
            <a:spAutoFit/>
          </a:bodyPr>
          <a:lstStyle/>
          <a:p>
            <a:r>
              <a:rPr lang="zh-CN" alt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01306689"/>
      </p:ext>
    </p:extLst>
  </p:cSld>
  <p:clrMap bg1="lt1" tx1="dk1" bg2="lt2" tx2="dk2" accent1="accent1" accent2="accent2" accent3="accent3" accent4="accent4" accent5="accent5" accent6="accent6" hlink="hlink" folHlink="folHlink"/>
  <p:sldLayoutIdLst>
    <p:sldLayoutId id="2147484520" r:id="rId1"/>
    <p:sldLayoutId id="2147484521" r:id="rId2"/>
    <p:sldLayoutId id="2147484522" r:id="rId3"/>
    <p:sldLayoutId id="2147484523" r:id="rId4"/>
    <p:sldLayoutId id="2147484524" r:id="rId5"/>
    <p:sldLayoutId id="2147484525" r:id="rId6"/>
    <p:sldLayoutId id="2147484526" r:id="rId7"/>
    <p:sldLayoutId id="2147484527" r:id="rId8"/>
    <p:sldLayoutId id="2147484528" r:id="rId9"/>
    <p:sldLayoutId id="2147484529" r:id="rId10"/>
    <p:sldLayoutId id="2147484530" r:id="rId11"/>
    <p:sldLayoutId id="2147484531" r:id="rId12"/>
    <p:sldLayoutId id="2147484532" r:id="rId13"/>
    <p:sldLayoutId id="2147484533" r:id="rId14"/>
    <p:sldLayoutId id="2147484534" r:id="rId15"/>
    <p:sldLayoutId id="2147484535" r:id="rId16"/>
    <p:sldLayoutId id="2147484536" r:id="rId17"/>
    <p:sldLayoutId id="2147484537" r:id="rId18"/>
    <p:sldLayoutId id="2147484538" r:id="rId19"/>
    <p:sldLayoutId id="2147484539" r:id="rId20"/>
    <p:sldLayoutId id="2147484540" r:id="rId21"/>
    <p:sldLayoutId id="2147484541" r:id="rId22"/>
    <p:sldLayoutId id="2147484542" r:id="rId23"/>
    <p:sldLayoutId id="2147484543" r:id="rId24"/>
    <p:sldLayoutId id="2147484544"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96" algn="ctr" rtl="0" fontAlgn="base">
        <a:spcBef>
          <a:spcPct val="0"/>
        </a:spcBef>
        <a:spcAft>
          <a:spcPct val="0"/>
        </a:spcAft>
        <a:defRPr sz="3100">
          <a:solidFill>
            <a:schemeClr val="tx2"/>
          </a:solidFill>
          <a:latin typeface="Arial" charset="0"/>
          <a:ea typeface="宋体" pitchFamily="2" charset="-122"/>
        </a:defRPr>
      </a:lvl6pPr>
      <a:lvl7pPr marL="642793" algn="ctr" rtl="0" fontAlgn="base">
        <a:spcBef>
          <a:spcPct val="0"/>
        </a:spcBef>
        <a:spcAft>
          <a:spcPct val="0"/>
        </a:spcAft>
        <a:defRPr sz="3100">
          <a:solidFill>
            <a:schemeClr val="tx2"/>
          </a:solidFill>
          <a:latin typeface="Arial" charset="0"/>
          <a:ea typeface="宋体" pitchFamily="2" charset="-122"/>
        </a:defRPr>
      </a:lvl7pPr>
      <a:lvl8pPr marL="964189" algn="ctr" rtl="0" fontAlgn="base">
        <a:spcBef>
          <a:spcPct val="0"/>
        </a:spcBef>
        <a:spcAft>
          <a:spcPct val="0"/>
        </a:spcAft>
        <a:defRPr sz="3100">
          <a:solidFill>
            <a:schemeClr val="tx2"/>
          </a:solidFill>
          <a:latin typeface="Arial" charset="0"/>
          <a:ea typeface="宋体" pitchFamily="2" charset="-122"/>
        </a:defRPr>
      </a:lvl8pPr>
      <a:lvl9pPr marL="1285583" algn="ctr" rtl="0" fontAlgn="base">
        <a:spcBef>
          <a:spcPct val="0"/>
        </a:spcBef>
        <a:spcAft>
          <a:spcPct val="0"/>
        </a:spcAft>
        <a:defRPr sz="3100">
          <a:solidFill>
            <a:schemeClr val="tx2"/>
          </a:solidFill>
          <a:latin typeface="Arial" charset="0"/>
          <a:ea typeface="宋体" pitchFamily="2" charset="-122"/>
        </a:defRPr>
      </a:lvl9pPr>
    </p:titleStyle>
    <p:bodyStyle>
      <a:lvl1pPr marL="241047" indent="-241047" algn="l" rtl="0" eaLnBrk="0" fontAlgn="base" hangingPunct="0">
        <a:spcBef>
          <a:spcPct val="20000"/>
        </a:spcBef>
        <a:spcAft>
          <a:spcPct val="0"/>
        </a:spcAft>
        <a:buChar char="•"/>
        <a:defRPr sz="2200">
          <a:solidFill>
            <a:schemeClr val="tx1"/>
          </a:solidFill>
          <a:latin typeface="+mn-lt"/>
          <a:ea typeface="+mn-ea"/>
          <a:cs typeface="+mn-cs"/>
        </a:defRPr>
      </a:lvl1pPr>
      <a:lvl2pPr marL="522268" indent="-201989" algn="l" rtl="0" eaLnBrk="0" fontAlgn="base" hangingPunct="0">
        <a:spcBef>
          <a:spcPct val="20000"/>
        </a:spcBef>
        <a:spcAft>
          <a:spcPct val="0"/>
        </a:spcAft>
        <a:buChar char="–"/>
        <a:defRPr sz="2000">
          <a:solidFill>
            <a:schemeClr val="tx1"/>
          </a:solidFill>
          <a:latin typeface="+mn-lt"/>
          <a:ea typeface="+mn-ea"/>
        </a:defRPr>
      </a:lvl2pPr>
      <a:lvl3pPr marL="803490" indent="-160698" algn="l" rtl="0" eaLnBrk="0" fontAlgn="base" hangingPunct="0">
        <a:spcBef>
          <a:spcPct val="20000"/>
        </a:spcBef>
        <a:spcAft>
          <a:spcPct val="0"/>
        </a:spcAft>
        <a:buChar char="•"/>
        <a:defRPr sz="1700">
          <a:solidFill>
            <a:schemeClr val="tx1"/>
          </a:solidFill>
          <a:latin typeface="+mn-lt"/>
          <a:ea typeface="+mn-ea"/>
        </a:defRPr>
      </a:lvl3pPr>
      <a:lvl4pPr marL="1124888" indent="-161814" algn="l" rtl="0" eaLnBrk="0" fontAlgn="base" hangingPunct="0">
        <a:spcBef>
          <a:spcPct val="20000"/>
        </a:spcBef>
        <a:spcAft>
          <a:spcPct val="0"/>
        </a:spcAft>
        <a:buChar char="–"/>
        <a:defRPr sz="1400">
          <a:solidFill>
            <a:schemeClr val="tx1"/>
          </a:solidFill>
          <a:latin typeface="+mn-lt"/>
          <a:ea typeface="+mn-ea"/>
        </a:defRPr>
      </a:lvl4pPr>
      <a:lvl5pPr marL="1446282" indent="-160698" algn="l" rtl="0" eaLnBrk="0" fontAlgn="base" hangingPunct="0">
        <a:spcBef>
          <a:spcPct val="20000"/>
        </a:spcBef>
        <a:spcAft>
          <a:spcPct val="0"/>
        </a:spcAft>
        <a:buChar char="»"/>
        <a:defRPr sz="1400">
          <a:solidFill>
            <a:schemeClr val="tx1"/>
          </a:solidFill>
          <a:latin typeface="+mn-lt"/>
          <a:ea typeface="+mn-ea"/>
        </a:defRPr>
      </a:lvl5pPr>
      <a:lvl6pPr marL="1767679" indent="-160698" algn="l" rtl="0" fontAlgn="base">
        <a:spcBef>
          <a:spcPct val="20000"/>
        </a:spcBef>
        <a:spcAft>
          <a:spcPct val="0"/>
        </a:spcAft>
        <a:buChar char="»"/>
        <a:defRPr sz="1400">
          <a:solidFill>
            <a:schemeClr val="tx1"/>
          </a:solidFill>
          <a:latin typeface="+mn-lt"/>
          <a:ea typeface="+mn-ea"/>
        </a:defRPr>
      </a:lvl6pPr>
      <a:lvl7pPr marL="2089075" indent="-160698" algn="l" rtl="0" fontAlgn="base">
        <a:spcBef>
          <a:spcPct val="20000"/>
        </a:spcBef>
        <a:spcAft>
          <a:spcPct val="0"/>
        </a:spcAft>
        <a:buChar char="»"/>
        <a:defRPr sz="1400">
          <a:solidFill>
            <a:schemeClr val="tx1"/>
          </a:solidFill>
          <a:latin typeface="+mn-lt"/>
          <a:ea typeface="+mn-ea"/>
        </a:defRPr>
      </a:lvl7pPr>
      <a:lvl8pPr marL="2410469" indent="-160698" algn="l" rtl="0" fontAlgn="base">
        <a:spcBef>
          <a:spcPct val="20000"/>
        </a:spcBef>
        <a:spcAft>
          <a:spcPct val="0"/>
        </a:spcAft>
        <a:buChar char="»"/>
        <a:defRPr sz="1400">
          <a:solidFill>
            <a:schemeClr val="tx1"/>
          </a:solidFill>
          <a:latin typeface="+mn-lt"/>
          <a:ea typeface="+mn-ea"/>
        </a:defRPr>
      </a:lvl8pPr>
      <a:lvl9pPr marL="2731866" indent="-16069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93" rtl="0" eaLnBrk="1" latinLnBrk="0" hangingPunct="1">
        <a:defRPr sz="1300" kern="1200">
          <a:solidFill>
            <a:schemeClr val="tx1"/>
          </a:solidFill>
          <a:latin typeface="+mn-lt"/>
          <a:ea typeface="+mn-ea"/>
          <a:cs typeface="+mn-cs"/>
        </a:defRPr>
      </a:lvl1pPr>
      <a:lvl2pPr marL="321396" algn="l" defTabSz="642793" rtl="0" eaLnBrk="1" latinLnBrk="0" hangingPunct="1">
        <a:defRPr sz="1300" kern="1200">
          <a:solidFill>
            <a:schemeClr val="tx1"/>
          </a:solidFill>
          <a:latin typeface="+mn-lt"/>
          <a:ea typeface="+mn-ea"/>
          <a:cs typeface="+mn-cs"/>
        </a:defRPr>
      </a:lvl2pPr>
      <a:lvl3pPr marL="642793" algn="l" defTabSz="642793" rtl="0" eaLnBrk="1" latinLnBrk="0" hangingPunct="1">
        <a:defRPr sz="1300" kern="1200">
          <a:solidFill>
            <a:schemeClr val="tx1"/>
          </a:solidFill>
          <a:latin typeface="+mn-lt"/>
          <a:ea typeface="+mn-ea"/>
          <a:cs typeface="+mn-cs"/>
        </a:defRPr>
      </a:lvl3pPr>
      <a:lvl4pPr marL="964189" algn="l" defTabSz="642793" rtl="0" eaLnBrk="1" latinLnBrk="0" hangingPunct="1">
        <a:defRPr sz="1300" kern="1200">
          <a:solidFill>
            <a:schemeClr val="tx1"/>
          </a:solidFill>
          <a:latin typeface="+mn-lt"/>
          <a:ea typeface="+mn-ea"/>
          <a:cs typeface="+mn-cs"/>
        </a:defRPr>
      </a:lvl4pPr>
      <a:lvl5pPr marL="1285583" algn="l" defTabSz="642793" rtl="0" eaLnBrk="1" latinLnBrk="0" hangingPunct="1">
        <a:defRPr sz="1300" kern="1200">
          <a:solidFill>
            <a:schemeClr val="tx1"/>
          </a:solidFill>
          <a:latin typeface="+mn-lt"/>
          <a:ea typeface="+mn-ea"/>
          <a:cs typeface="+mn-cs"/>
        </a:defRPr>
      </a:lvl5pPr>
      <a:lvl6pPr marL="1606982" algn="l" defTabSz="642793" rtl="0" eaLnBrk="1" latinLnBrk="0" hangingPunct="1">
        <a:defRPr sz="1300" kern="1200">
          <a:solidFill>
            <a:schemeClr val="tx1"/>
          </a:solidFill>
          <a:latin typeface="+mn-lt"/>
          <a:ea typeface="+mn-ea"/>
          <a:cs typeface="+mn-cs"/>
        </a:defRPr>
      </a:lvl6pPr>
      <a:lvl7pPr marL="1928376" algn="l" defTabSz="642793" rtl="0" eaLnBrk="1" latinLnBrk="0" hangingPunct="1">
        <a:defRPr sz="1300" kern="1200">
          <a:solidFill>
            <a:schemeClr val="tx1"/>
          </a:solidFill>
          <a:latin typeface="+mn-lt"/>
          <a:ea typeface="+mn-ea"/>
          <a:cs typeface="+mn-cs"/>
        </a:defRPr>
      </a:lvl7pPr>
      <a:lvl8pPr marL="2249772" algn="l" defTabSz="642793" rtl="0" eaLnBrk="1" latinLnBrk="0" hangingPunct="1">
        <a:defRPr sz="1300" kern="1200">
          <a:solidFill>
            <a:schemeClr val="tx1"/>
          </a:solidFill>
          <a:latin typeface="+mn-lt"/>
          <a:ea typeface="+mn-ea"/>
          <a:cs typeface="+mn-cs"/>
        </a:defRPr>
      </a:lvl8pPr>
      <a:lvl9pPr marL="2571168" algn="l" defTabSz="642793"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7">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AAC65BA3-EF8F-408F-A22D-18BBE8C1E8E8}"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4114422936"/>
      </p:ext>
    </p:extLst>
  </p:cSld>
  <p:clrMap bg1="lt1" tx1="dk1" bg2="lt2" tx2="dk2" accent1="accent1" accent2="accent2" accent3="accent3" accent4="accent4" accent5="accent5" accent6="accent6" hlink="hlink" folHlink="folHlink"/>
  <p:sldLayoutIdLst>
    <p:sldLayoutId id="2147484636" r:id="rId1"/>
    <p:sldLayoutId id="2147484637" r:id="rId2"/>
    <p:sldLayoutId id="2147484638" r:id="rId3"/>
    <p:sldLayoutId id="2147484639" r:id="rId4"/>
    <p:sldLayoutId id="2147484640" r:id="rId5"/>
    <p:sldLayoutId id="2147484641" r:id="rId6"/>
    <p:sldLayoutId id="2147484642" r:id="rId7"/>
    <p:sldLayoutId id="2147484643" r:id="rId8"/>
    <p:sldLayoutId id="2147484644" r:id="rId9"/>
    <p:sldLayoutId id="2147484645" r:id="rId10"/>
    <p:sldLayoutId id="2147484646" r:id="rId11"/>
    <p:sldLayoutId id="2147484647" r:id="rId12"/>
    <p:sldLayoutId id="2147484648" r:id="rId13"/>
    <p:sldLayoutId id="2147484649" r:id="rId14"/>
    <p:sldLayoutId id="2147484650" r:id="rId1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2">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D203FF89-D6BC-427F-AEEF-1C1BC6695141}"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852148186"/>
      </p:ext>
    </p:extLst>
  </p:cSld>
  <p:clrMap bg1="lt1" tx1="dk1" bg2="lt2" tx2="dk2" accent1="accent1" accent2="accent2" accent3="accent3" accent4="accent4" accent5="accent5" accent6="accent6" hlink="hlink" folHlink="folHlink"/>
  <p:sldLayoutIdLst>
    <p:sldLayoutId id="2147484652" r:id="rId1"/>
    <p:sldLayoutId id="2147484653" r:id="rId2"/>
    <p:sldLayoutId id="2147484654" r:id="rId3"/>
    <p:sldLayoutId id="2147484655" r:id="rId4"/>
    <p:sldLayoutId id="2147484656" r:id="rId5"/>
    <p:sldLayoutId id="2147484657" r:id="rId6"/>
    <p:sldLayoutId id="2147484658" r:id="rId7"/>
    <p:sldLayoutId id="2147484659" r:id="rId8"/>
    <p:sldLayoutId id="2147484660" r:id="rId9"/>
    <p:sldLayoutId id="2147484661" r:id="rId10"/>
    <p:sldLayoutId id="2147484662" r:id="rId11"/>
    <p:sldLayoutId id="2147484663" r:id="rId12"/>
    <p:sldLayoutId id="2147484664" r:id="rId13"/>
    <p:sldLayoutId id="2147484665" r:id="rId14"/>
    <p:sldLayoutId id="2147484666" r:id="rId15"/>
    <p:sldLayoutId id="2147484667" r:id="rId16"/>
    <p:sldLayoutId id="2147484668" r:id="rId17"/>
    <p:sldLayoutId id="2147484669" r:id="rId18"/>
    <p:sldLayoutId id="2147484670" r:id="rId19"/>
    <p:sldLayoutId id="2147484671" r:id="rId20"/>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2400">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grpSp>
      <p:sp>
        <p:nvSpPr>
          <p:cNvPr id="120" name="Line 136"/>
          <p:cNvSpPr>
            <a:spLocks noChangeShapeType="1"/>
          </p:cNvSpPr>
          <p:nvPr/>
        </p:nvSpPr>
        <p:spPr bwMode="auto">
          <a:xfrm>
            <a:off x="46553"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1796894543"/>
      </p:ext>
    </p:extLst>
  </p:cSld>
  <p:clrMap bg1="lt1" tx1="dk1" bg2="lt2" tx2="dk2" accent1="accent1" accent2="accent2" accent3="accent3" accent4="accent4" accent5="accent5" accent6="accent6" hlink="hlink" folHlink="folHlink"/>
  <p:sldLayoutIdLst>
    <p:sldLayoutId id="2147484951" r:id="rId1"/>
    <p:sldLayoutId id="2147484952" r:id="rId2"/>
    <p:sldLayoutId id="2147484953" r:id="rId3"/>
    <p:sldLayoutId id="2147484954" r:id="rId4"/>
    <p:sldLayoutId id="2147484955" r:id="rId5"/>
    <p:sldLayoutId id="2147484956" r:id="rId6"/>
    <p:sldLayoutId id="2147484957" r:id="rId7"/>
    <p:sldLayoutId id="2147484958" r:id="rId8"/>
    <p:sldLayoutId id="2147484959" r:id="rId9"/>
    <p:sldLayoutId id="2147484960" r:id="rId10"/>
    <p:sldLayoutId id="2147484961" r:id="rId11"/>
    <p:sldLayoutId id="2147484962" r:id="rId12"/>
    <p:sldLayoutId id="2147484963" r:id="rId13"/>
    <p:sldLayoutId id="2147484964" r:id="rId14"/>
    <p:sldLayoutId id="2147484965" r:id="rId15"/>
    <p:sldLayoutId id="2147484966" r:id="rId16"/>
    <p:sldLayoutId id="2147484967" r:id="rId17"/>
  </p:sldLayoutIdLst>
  <p:txStyles>
    <p:titleStyle>
      <a:lvl1pPr algn="ctr" defTabSz="1219042" rtl="0" eaLnBrk="1" latinLnBrk="0" hangingPunct="1">
        <a:spcBef>
          <a:spcPct val="0"/>
        </a:spcBef>
        <a:buNone/>
        <a:defRPr sz="5867" kern="1200">
          <a:solidFill>
            <a:schemeClr val="tx1"/>
          </a:solidFill>
          <a:latin typeface="+mj-lt"/>
          <a:ea typeface="+mj-ea"/>
          <a:cs typeface="+mj-cs"/>
        </a:defRPr>
      </a:lvl1pPr>
    </p:titleStyle>
    <p:bodyStyle>
      <a:lvl1pPr marL="457141" indent="-457141" algn="l" defTabSz="1219042" rtl="0" eaLnBrk="1" latinLnBrk="0" hangingPunct="1">
        <a:spcBef>
          <a:spcPct val="20000"/>
        </a:spcBef>
        <a:buFont typeface="Arial" panose="020B0604020202020204" pitchFamily="34" charset="0"/>
        <a:buChar char="•"/>
        <a:defRPr sz="4267" kern="1200">
          <a:solidFill>
            <a:schemeClr val="tx1"/>
          </a:solidFill>
          <a:latin typeface="+mn-lt"/>
          <a:ea typeface="+mn-ea"/>
          <a:cs typeface="+mn-cs"/>
        </a:defRPr>
      </a:lvl1pPr>
      <a:lvl2pPr marL="990470" indent="-380950" algn="l" defTabSz="1219042" rtl="0" eaLnBrk="1" latinLnBrk="0" hangingPunct="1">
        <a:spcBef>
          <a:spcPct val="20000"/>
        </a:spcBef>
        <a:buFont typeface="Arial" panose="020B0604020202020204" pitchFamily="34" charset="0"/>
        <a:buChar char="–"/>
        <a:defRPr sz="3733" kern="1200">
          <a:solidFill>
            <a:schemeClr val="tx1"/>
          </a:solidFill>
          <a:latin typeface="+mn-lt"/>
          <a:ea typeface="+mn-ea"/>
          <a:cs typeface="+mn-cs"/>
        </a:defRPr>
      </a:lvl2pPr>
      <a:lvl3pPr marL="1523802" indent="-304760" algn="l" defTabSz="1219042"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320"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839"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36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88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40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92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42" rtl="0" eaLnBrk="1" latinLnBrk="0" hangingPunct="1">
        <a:defRPr sz="2400" kern="1200">
          <a:solidFill>
            <a:schemeClr val="tx1"/>
          </a:solidFill>
          <a:latin typeface="+mn-lt"/>
          <a:ea typeface="+mn-ea"/>
          <a:cs typeface="+mn-cs"/>
        </a:defRPr>
      </a:lvl1pPr>
      <a:lvl2pPr marL="609521" algn="l" defTabSz="1219042" rtl="0" eaLnBrk="1" latinLnBrk="0" hangingPunct="1">
        <a:defRPr sz="2400" kern="1200">
          <a:solidFill>
            <a:schemeClr val="tx1"/>
          </a:solidFill>
          <a:latin typeface="+mn-lt"/>
          <a:ea typeface="+mn-ea"/>
          <a:cs typeface="+mn-cs"/>
        </a:defRPr>
      </a:lvl2pPr>
      <a:lvl3pPr marL="1219042" algn="l" defTabSz="1219042" rtl="0" eaLnBrk="1" latinLnBrk="0" hangingPunct="1">
        <a:defRPr sz="2400" kern="1200">
          <a:solidFill>
            <a:schemeClr val="tx1"/>
          </a:solidFill>
          <a:latin typeface="+mn-lt"/>
          <a:ea typeface="+mn-ea"/>
          <a:cs typeface="+mn-cs"/>
        </a:defRPr>
      </a:lvl3pPr>
      <a:lvl4pPr marL="1828561" algn="l" defTabSz="1219042" rtl="0" eaLnBrk="1" latinLnBrk="0" hangingPunct="1">
        <a:defRPr sz="2400" kern="1200">
          <a:solidFill>
            <a:schemeClr val="tx1"/>
          </a:solidFill>
          <a:latin typeface="+mn-lt"/>
          <a:ea typeface="+mn-ea"/>
          <a:cs typeface="+mn-cs"/>
        </a:defRPr>
      </a:lvl4pPr>
      <a:lvl5pPr marL="2438080" algn="l" defTabSz="1219042" rtl="0" eaLnBrk="1" latinLnBrk="0" hangingPunct="1">
        <a:defRPr sz="2400" kern="1200">
          <a:solidFill>
            <a:schemeClr val="tx1"/>
          </a:solidFill>
          <a:latin typeface="+mn-lt"/>
          <a:ea typeface="+mn-ea"/>
          <a:cs typeface="+mn-cs"/>
        </a:defRPr>
      </a:lvl5pPr>
      <a:lvl6pPr marL="3047601" algn="l" defTabSz="1219042" rtl="0" eaLnBrk="1" latinLnBrk="0" hangingPunct="1">
        <a:defRPr sz="2400" kern="1200">
          <a:solidFill>
            <a:schemeClr val="tx1"/>
          </a:solidFill>
          <a:latin typeface="+mn-lt"/>
          <a:ea typeface="+mn-ea"/>
          <a:cs typeface="+mn-cs"/>
        </a:defRPr>
      </a:lvl6pPr>
      <a:lvl7pPr marL="3657122" algn="l" defTabSz="1219042" rtl="0" eaLnBrk="1" latinLnBrk="0" hangingPunct="1">
        <a:defRPr sz="2400" kern="1200">
          <a:solidFill>
            <a:schemeClr val="tx1"/>
          </a:solidFill>
          <a:latin typeface="+mn-lt"/>
          <a:ea typeface="+mn-ea"/>
          <a:cs typeface="+mn-cs"/>
        </a:defRPr>
      </a:lvl7pPr>
      <a:lvl8pPr marL="4266641" algn="l" defTabSz="1219042" rtl="0" eaLnBrk="1" latinLnBrk="0" hangingPunct="1">
        <a:defRPr sz="2400" kern="1200">
          <a:solidFill>
            <a:schemeClr val="tx1"/>
          </a:solidFill>
          <a:latin typeface="+mn-lt"/>
          <a:ea typeface="+mn-ea"/>
          <a:cs typeface="+mn-cs"/>
        </a:defRPr>
      </a:lvl8pPr>
      <a:lvl9pPr marL="4876162" algn="l" defTabSz="1219042"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9"/>
          <a:stretch>
            <a:fillRect/>
          </a:stretch>
        </p:blipFill>
        <p:spPr>
          <a:xfrm>
            <a:off x="104824" y="9968"/>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68838937"/>
      </p:ext>
    </p:extLst>
  </p:cSld>
  <p:clrMap bg1="lt1" tx1="dk1" bg2="lt2" tx2="dk2" accent1="accent1" accent2="accent2" accent3="accent3" accent4="accent4" accent5="accent5" accent6="accent6" hlink="hlink" folHlink="folHlink"/>
  <p:sldLayoutIdLst>
    <p:sldLayoutId id="2147484969" r:id="rId1"/>
    <p:sldLayoutId id="2147484970" r:id="rId2"/>
    <p:sldLayoutId id="2147484971" r:id="rId3"/>
    <p:sldLayoutId id="2147484972" r:id="rId4"/>
    <p:sldLayoutId id="2147484973" r:id="rId5"/>
    <p:sldLayoutId id="2147484974" r:id="rId6"/>
    <p:sldLayoutId id="2147484975" r:id="rId7"/>
    <p:sldLayoutId id="2147484976" r:id="rId8"/>
    <p:sldLayoutId id="2147484977" r:id="rId9"/>
    <p:sldLayoutId id="2147484978" r:id="rId10"/>
    <p:sldLayoutId id="2147484979" r:id="rId11"/>
    <p:sldLayoutId id="2147484980" r:id="rId12"/>
    <p:sldLayoutId id="2147484981" r:id="rId13"/>
    <p:sldLayoutId id="2147484982" r:id="rId14"/>
    <p:sldLayoutId id="2147484983" r:id="rId15"/>
    <p:sldLayoutId id="2147484984" r:id="rId16"/>
    <p:sldLayoutId id="2147484985" r:id="rId17"/>
    <p:sldLayoutId id="2147484986" r:id="rId18"/>
    <p:sldLayoutId id="2147484987" r:id="rId19"/>
    <p:sldLayoutId id="2147484988" r:id="rId20"/>
    <p:sldLayoutId id="2147484989" r:id="rId21"/>
    <p:sldLayoutId id="2147484990" r:id="rId22"/>
    <p:sldLayoutId id="2147484991" r:id="rId23"/>
    <p:sldLayoutId id="2147484992" r:id="rId24"/>
    <p:sldLayoutId id="2147484993" r:id="rId25"/>
    <p:sldLayoutId id="2147484994" r:id="rId26"/>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25" algn="ctr" rtl="0" fontAlgn="base">
        <a:spcBef>
          <a:spcPct val="0"/>
        </a:spcBef>
        <a:spcAft>
          <a:spcPct val="0"/>
        </a:spcAft>
        <a:defRPr sz="3100">
          <a:solidFill>
            <a:schemeClr val="tx2"/>
          </a:solidFill>
          <a:latin typeface="Arial" charset="0"/>
          <a:ea typeface="宋体" pitchFamily="2" charset="-122"/>
        </a:defRPr>
      </a:lvl6pPr>
      <a:lvl7pPr marL="642652" algn="ctr" rtl="0" fontAlgn="base">
        <a:spcBef>
          <a:spcPct val="0"/>
        </a:spcBef>
        <a:spcAft>
          <a:spcPct val="0"/>
        </a:spcAft>
        <a:defRPr sz="3100">
          <a:solidFill>
            <a:schemeClr val="tx2"/>
          </a:solidFill>
          <a:latin typeface="Arial" charset="0"/>
          <a:ea typeface="宋体" pitchFamily="2" charset="-122"/>
        </a:defRPr>
      </a:lvl7pPr>
      <a:lvl8pPr marL="963979" algn="ctr" rtl="0" fontAlgn="base">
        <a:spcBef>
          <a:spcPct val="0"/>
        </a:spcBef>
        <a:spcAft>
          <a:spcPct val="0"/>
        </a:spcAft>
        <a:defRPr sz="3100">
          <a:solidFill>
            <a:schemeClr val="tx2"/>
          </a:solidFill>
          <a:latin typeface="Arial" charset="0"/>
          <a:ea typeface="宋体" pitchFamily="2" charset="-122"/>
        </a:defRPr>
      </a:lvl8pPr>
      <a:lvl9pPr marL="1285304" algn="ctr" rtl="0" fontAlgn="base">
        <a:spcBef>
          <a:spcPct val="0"/>
        </a:spcBef>
        <a:spcAft>
          <a:spcPct val="0"/>
        </a:spcAft>
        <a:defRPr sz="3100">
          <a:solidFill>
            <a:schemeClr val="tx2"/>
          </a:solidFill>
          <a:latin typeface="Arial" charset="0"/>
          <a:ea typeface="宋体" pitchFamily="2" charset="-122"/>
        </a:defRPr>
      </a:lvl9pPr>
    </p:titleStyle>
    <p:bodyStyle>
      <a:lvl1pPr marL="240995" indent="-240995" algn="l" rtl="0" eaLnBrk="0" fontAlgn="base" hangingPunct="0">
        <a:spcBef>
          <a:spcPct val="20000"/>
        </a:spcBef>
        <a:spcAft>
          <a:spcPct val="0"/>
        </a:spcAft>
        <a:buChar char="•"/>
        <a:defRPr sz="2200">
          <a:solidFill>
            <a:schemeClr val="tx1"/>
          </a:solidFill>
          <a:latin typeface="+mn-lt"/>
          <a:ea typeface="+mn-ea"/>
          <a:cs typeface="+mn-cs"/>
        </a:defRPr>
      </a:lvl1pPr>
      <a:lvl2pPr marL="522155" indent="-201946" algn="l" rtl="0" eaLnBrk="0" fontAlgn="base" hangingPunct="0">
        <a:spcBef>
          <a:spcPct val="20000"/>
        </a:spcBef>
        <a:spcAft>
          <a:spcPct val="0"/>
        </a:spcAft>
        <a:buChar char="–"/>
        <a:defRPr sz="2000">
          <a:solidFill>
            <a:schemeClr val="tx1"/>
          </a:solidFill>
          <a:latin typeface="+mn-lt"/>
          <a:ea typeface="+mn-ea"/>
        </a:defRPr>
      </a:lvl2pPr>
      <a:lvl3pPr marL="803316" indent="-160664" algn="l" rtl="0" eaLnBrk="0" fontAlgn="base" hangingPunct="0">
        <a:spcBef>
          <a:spcPct val="20000"/>
        </a:spcBef>
        <a:spcAft>
          <a:spcPct val="0"/>
        </a:spcAft>
        <a:buChar char="•"/>
        <a:defRPr sz="1700">
          <a:solidFill>
            <a:schemeClr val="tx1"/>
          </a:solidFill>
          <a:latin typeface="+mn-lt"/>
          <a:ea typeface="+mn-ea"/>
        </a:defRPr>
      </a:lvl3pPr>
      <a:lvl4pPr marL="1124644" indent="-161780" algn="l" rtl="0" eaLnBrk="0" fontAlgn="base" hangingPunct="0">
        <a:spcBef>
          <a:spcPct val="20000"/>
        </a:spcBef>
        <a:spcAft>
          <a:spcPct val="0"/>
        </a:spcAft>
        <a:buChar char="–"/>
        <a:defRPr sz="1400">
          <a:solidFill>
            <a:schemeClr val="tx1"/>
          </a:solidFill>
          <a:latin typeface="+mn-lt"/>
          <a:ea typeface="+mn-ea"/>
        </a:defRPr>
      </a:lvl4pPr>
      <a:lvl5pPr marL="1445969" indent="-160664" algn="l" rtl="0" eaLnBrk="0" fontAlgn="base" hangingPunct="0">
        <a:spcBef>
          <a:spcPct val="20000"/>
        </a:spcBef>
        <a:spcAft>
          <a:spcPct val="0"/>
        </a:spcAft>
        <a:buChar char="»"/>
        <a:defRPr sz="1400">
          <a:solidFill>
            <a:schemeClr val="tx1"/>
          </a:solidFill>
          <a:latin typeface="+mn-lt"/>
          <a:ea typeface="+mn-ea"/>
        </a:defRPr>
      </a:lvl5pPr>
      <a:lvl6pPr marL="1767294" indent="-160664" algn="l" rtl="0" fontAlgn="base">
        <a:spcBef>
          <a:spcPct val="20000"/>
        </a:spcBef>
        <a:spcAft>
          <a:spcPct val="0"/>
        </a:spcAft>
        <a:buChar char="»"/>
        <a:defRPr sz="1400">
          <a:solidFill>
            <a:schemeClr val="tx1"/>
          </a:solidFill>
          <a:latin typeface="+mn-lt"/>
          <a:ea typeface="+mn-ea"/>
        </a:defRPr>
      </a:lvl6pPr>
      <a:lvl7pPr marL="2088621" indent="-160664" algn="l" rtl="0" fontAlgn="base">
        <a:spcBef>
          <a:spcPct val="20000"/>
        </a:spcBef>
        <a:spcAft>
          <a:spcPct val="0"/>
        </a:spcAft>
        <a:buChar char="»"/>
        <a:defRPr sz="1400">
          <a:solidFill>
            <a:schemeClr val="tx1"/>
          </a:solidFill>
          <a:latin typeface="+mn-lt"/>
          <a:ea typeface="+mn-ea"/>
        </a:defRPr>
      </a:lvl7pPr>
      <a:lvl8pPr marL="2409946" indent="-160664" algn="l" rtl="0" fontAlgn="base">
        <a:spcBef>
          <a:spcPct val="20000"/>
        </a:spcBef>
        <a:spcAft>
          <a:spcPct val="0"/>
        </a:spcAft>
        <a:buChar char="»"/>
        <a:defRPr sz="1400">
          <a:solidFill>
            <a:schemeClr val="tx1"/>
          </a:solidFill>
          <a:latin typeface="+mn-lt"/>
          <a:ea typeface="+mn-ea"/>
        </a:defRPr>
      </a:lvl8pPr>
      <a:lvl9pPr marL="2731272" indent="-160664"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52" rtl="0" eaLnBrk="1" latinLnBrk="0" hangingPunct="1">
        <a:defRPr sz="1300" kern="1200">
          <a:solidFill>
            <a:schemeClr val="tx1"/>
          </a:solidFill>
          <a:latin typeface="+mn-lt"/>
          <a:ea typeface="+mn-ea"/>
          <a:cs typeface="+mn-cs"/>
        </a:defRPr>
      </a:lvl1pPr>
      <a:lvl2pPr marL="321325" algn="l" defTabSz="642652" rtl="0" eaLnBrk="1" latinLnBrk="0" hangingPunct="1">
        <a:defRPr sz="1300" kern="1200">
          <a:solidFill>
            <a:schemeClr val="tx1"/>
          </a:solidFill>
          <a:latin typeface="+mn-lt"/>
          <a:ea typeface="+mn-ea"/>
          <a:cs typeface="+mn-cs"/>
        </a:defRPr>
      </a:lvl2pPr>
      <a:lvl3pPr marL="642652" algn="l" defTabSz="642652" rtl="0" eaLnBrk="1" latinLnBrk="0" hangingPunct="1">
        <a:defRPr sz="1300" kern="1200">
          <a:solidFill>
            <a:schemeClr val="tx1"/>
          </a:solidFill>
          <a:latin typeface="+mn-lt"/>
          <a:ea typeface="+mn-ea"/>
          <a:cs typeface="+mn-cs"/>
        </a:defRPr>
      </a:lvl3pPr>
      <a:lvl4pPr marL="963979" algn="l" defTabSz="642652" rtl="0" eaLnBrk="1" latinLnBrk="0" hangingPunct="1">
        <a:defRPr sz="1300" kern="1200">
          <a:solidFill>
            <a:schemeClr val="tx1"/>
          </a:solidFill>
          <a:latin typeface="+mn-lt"/>
          <a:ea typeface="+mn-ea"/>
          <a:cs typeface="+mn-cs"/>
        </a:defRPr>
      </a:lvl4pPr>
      <a:lvl5pPr marL="1285304" algn="l" defTabSz="642652" rtl="0" eaLnBrk="1" latinLnBrk="0" hangingPunct="1">
        <a:defRPr sz="1300" kern="1200">
          <a:solidFill>
            <a:schemeClr val="tx1"/>
          </a:solidFill>
          <a:latin typeface="+mn-lt"/>
          <a:ea typeface="+mn-ea"/>
          <a:cs typeface="+mn-cs"/>
        </a:defRPr>
      </a:lvl5pPr>
      <a:lvl6pPr marL="1606633" algn="l" defTabSz="642652" rtl="0" eaLnBrk="1" latinLnBrk="0" hangingPunct="1">
        <a:defRPr sz="1300" kern="1200">
          <a:solidFill>
            <a:schemeClr val="tx1"/>
          </a:solidFill>
          <a:latin typeface="+mn-lt"/>
          <a:ea typeface="+mn-ea"/>
          <a:cs typeface="+mn-cs"/>
        </a:defRPr>
      </a:lvl6pPr>
      <a:lvl7pPr marL="1927956" algn="l" defTabSz="642652" rtl="0" eaLnBrk="1" latinLnBrk="0" hangingPunct="1">
        <a:defRPr sz="1300" kern="1200">
          <a:solidFill>
            <a:schemeClr val="tx1"/>
          </a:solidFill>
          <a:latin typeface="+mn-lt"/>
          <a:ea typeface="+mn-ea"/>
          <a:cs typeface="+mn-cs"/>
        </a:defRPr>
      </a:lvl7pPr>
      <a:lvl8pPr marL="2249284" algn="l" defTabSz="642652" rtl="0" eaLnBrk="1" latinLnBrk="0" hangingPunct="1">
        <a:defRPr sz="1300" kern="1200">
          <a:solidFill>
            <a:schemeClr val="tx1"/>
          </a:solidFill>
          <a:latin typeface="+mn-lt"/>
          <a:ea typeface="+mn-ea"/>
          <a:cs typeface="+mn-cs"/>
        </a:defRPr>
      </a:lvl8pPr>
      <a:lvl9pPr marL="2570608" algn="l" defTabSz="642652" rtl="0" eaLnBrk="1" latinLnBrk="0" hangingPunct="1">
        <a:defRPr sz="13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3332">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grpSp>
      <p:sp>
        <p:nvSpPr>
          <p:cNvPr id="120" name="Line 136"/>
          <p:cNvSpPr>
            <a:spLocks noChangeShapeType="1"/>
          </p:cNvSpPr>
          <p:nvPr/>
        </p:nvSpPr>
        <p:spPr bwMode="auto">
          <a:xfrm>
            <a:off x="46551"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332">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2089915709"/>
      </p:ext>
    </p:extLst>
  </p:cSld>
  <p:clrMap bg1="lt1" tx1="dk1" bg2="lt2" tx2="dk2" accent1="accent1" accent2="accent2" accent3="accent3" accent4="accent4" accent5="accent5" accent6="accent6" hlink="hlink" folHlink="folHlink"/>
  <p:sldLayoutIdLst>
    <p:sldLayoutId id="2147484996" r:id="rId1"/>
    <p:sldLayoutId id="2147484997" r:id="rId2"/>
    <p:sldLayoutId id="2147484998" r:id="rId3"/>
    <p:sldLayoutId id="2147484999" r:id="rId4"/>
    <p:sldLayoutId id="2147485000" r:id="rId5"/>
    <p:sldLayoutId id="2147485001" r:id="rId6"/>
    <p:sldLayoutId id="2147485002" r:id="rId7"/>
    <p:sldLayoutId id="2147485003" r:id="rId8"/>
    <p:sldLayoutId id="2147485004" r:id="rId9"/>
    <p:sldLayoutId id="2147485005" r:id="rId10"/>
    <p:sldLayoutId id="2147485006" r:id="rId11"/>
    <p:sldLayoutId id="2147485007" r:id="rId12"/>
    <p:sldLayoutId id="2147485008" r:id="rId13"/>
    <p:sldLayoutId id="2147485009" r:id="rId14"/>
    <p:sldLayoutId id="2147485010" r:id="rId15"/>
    <p:sldLayoutId id="2147485011" r:id="rId16"/>
    <p:sldLayoutId id="2147485012" r:id="rId17"/>
  </p:sldLayoutIdLst>
  <p:txStyles>
    <p:titleStyle>
      <a:lvl1pPr algn="ctr" defTabSz="1219008" rtl="0" eaLnBrk="1" latinLnBrk="0" hangingPunct="1">
        <a:spcBef>
          <a:spcPct val="0"/>
        </a:spcBef>
        <a:buNone/>
        <a:defRPr sz="5867" kern="1200">
          <a:solidFill>
            <a:schemeClr val="tx1"/>
          </a:solidFill>
          <a:latin typeface="+mj-lt"/>
          <a:ea typeface="+mj-ea"/>
          <a:cs typeface="+mj-cs"/>
        </a:defRPr>
      </a:lvl1pPr>
    </p:titleStyle>
    <p:bodyStyle>
      <a:lvl1pPr marL="457127" indent="-457127" algn="l" defTabSz="1219008"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445" indent="-380940" algn="l" defTabSz="1219008" rtl="0" eaLnBrk="1" latinLnBrk="0" hangingPunct="1">
        <a:spcBef>
          <a:spcPct val="20000"/>
        </a:spcBef>
        <a:buFont typeface="Arial" panose="020B0604020202020204" pitchFamily="34" charset="0"/>
        <a:buChar char="–"/>
        <a:defRPr sz="3732" kern="1200">
          <a:solidFill>
            <a:schemeClr val="tx1"/>
          </a:solidFill>
          <a:latin typeface="+mn-lt"/>
          <a:ea typeface="+mn-ea"/>
          <a:cs typeface="+mn-cs"/>
        </a:defRPr>
      </a:lvl2pPr>
      <a:lvl3pPr marL="1523761" indent="-304752" algn="l" defTabSz="1219008"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264"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769"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27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777"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28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785"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08" rtl="0" eaLnBrk="1" latinLnBrk="0" hangingPunct="1">
        <a:defRPr sz="2400" kern="1200">
          <a:solidFill>
            <a:schemeClr val="tx1"/>
          </a:solidFill>
          <a:latin typeface="+mn-lt"/>
          <a:ea typeface="+mn-ea"/>
          <a:cs typeface="+mn-cs"/>
        </a:defRPr>
      </a:lvl1pPr>
      <a:lvl2pPr marL="609503" algn="l" defTabSz="1219008" rtl="0" eaLnBrk="1" latinLnBrk="0" hangingPunct="1">
        <a:defRPr sz="2400" kern="1200">
          <a:solidFill>
            <a:schemeClr val="tx1"/>
          </a:solidFill>
          <a:latin typeface="+mn-lt"/>
          <a:ea typeface="+mn-ea"/>
          <a:cs typeface="+mn-cs"/>
        </a:defRPr>
      </a:lvl2pPr>
      <a:lvl3pPr marL="1219008" algn="l" defTabSz="1219008" rtl="0" eaLnBrk="1" latinLnBrk="0" hangingPunct="1">
        <a:defRPr sz="2400" kern="1200">
          <a:solidFill>
            <a:schemeClr val="tx1"/>
          </a:solidFill>
          <a:latin typeface="+mn-lt"/>
          <a:ea typeface="+mn-ea"/>
          <a:cs typeface="+mn-cs"/>
        </a:defRPr>
      </a:lvl3pPr>
      <a:lvl4pPr marL="1828512" algn="l" defTabSz="1219008" rtl="0" eaLnBrk="1" latinLnBrk="0" hangingPunct="1">
        <a:defRPr sz="2400" kern="1200">
          <a:solidFill>
            <a:schemeClr val="tx1"/>
          </a:solidFill>
          <a:latin typeface="+mn-lt"/>
          <a:ea typeface="+mn-ea"/>
          <a:cs typeface="+mn-cs"/>
        </a:defRPr>
      </a:lvl4pPr>
      <a:lvl5pPr marL="2438016" algn="l" defTabSz="1219008" rtl="0" eaLnBrk="1" latinLnBrk="0" hangingPunct="1">
        <a:defRPr sz="2400" kern="1200">
          <a:solidFill>
            <a:schemeClr val="tx1"/>
          </a:solidFill>
          <a:latin typeface="+mn-lt"/>
          <a:ea typeface="+mn-ea"/>
          <a:cs typeface="+mn-cs"/>
        </a:defRPr>
      </a:lvl5pPr>
      <a:lvl6pPr marL="3047521" algn="l" defTabSz="1219008" rtl="0" eaLnBrk="1" latinLnBrk="0" hangingPunct="1">
        <a:defRPr sz="2400" kern="1200">
          <a:solidFill>
            <a:schemeClr val="tx1"/>
          </a:solidFill>
          <a:latin typeface="+mn-lt"/>
          <a:ea typeface="+mn-ea"/>
          <a:cs typeface="+mn-cs"/>
        </a:defRPr>
      </a:lvl6pPr>
      <a:lvl7pPr marL="3657025" algn="l" defTabSz="1219008" rtl="0" eaLnBrk="1" latinLnBrk="0" hangingPunct="1">
        <a:defRPr sz="2400" kern="1200">
          <a:solidFill>
            <a:schemeClr val="tx1"/>
          </a:solidFill>
          <a:latin typeface="+mn-lt"/>
          <a:ea typeface="+mn-ea"/>
          <a:cs typeface="+mn-cs"/>
        </a:defRPr>
      </a:lvl7pPr>
      <a:lvl8pPr marL="4266529" algn="l" defTabSz="1219008" rtl="0" eaLnBrk="1" latinLnBrk="0" hangingPunct="1">
        <a:defRPr sz="2400" kern="1200">
          <a:solidFill>
            <a:schemeClr val="tx1"/>
          </a:solidFill>
          <a:latin typeface="+mn-lt"/>
          <a:ea typeface="+mn-ea"/>
          <a:cs typeface="+mn-cs"/>
        </a:defRPr>
      </a:lvl8pPr>
      <a:lvl9pPr marL="4876034" algn="l" defTabSz="1219008"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6"/>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80778278"/>
      </p:ext>
    </p:extLst>
  </p:cSld>
  <p:clrMap bg1="lt1" tx1="dk1" bg2="lt2" tx2="dk2" accent1="accent1" accent2="accent2" accent3="accent3" accent4="accent4" accent5="accent5" accent6="accent6" hlink="hlink" folHlink="folHlink"/>
  <p:sldLayoutIdLst>
    <p:sldLayoutId id="2147485045" r:id="rId1"/>
    <p:sldLayoutId id="2147485046" r:id="rId2"/>
    <p:sldLayoutId id="2147485047" r:id="rId3"/>
    <p:sldLayoutId id="2147485048" r:id="rId4"/>
    <p:sldLayoutId id="2147485049" r:id="rId5"/>
    <p:sldLayoutId id="2147485050" r:id="rId6"/>
    <p:sldLayoutId id="2147485051" r:id="rId7"/>
    <p:sldLayoutId id="2147485052" r:id="rId8"/>
    <p:sldLayoutId id="2147485053" r:id="rId9"/>
    <p:sldLayoutId id="2147485054" r:id="rId10"/>
    <p:sldLayoutId id="2147485055" r:id="rId11"/>
    <p:sldLayoutId id="2147485056" r:id="rId12"/>
    <p:sldLayoutId id="2147485057" r:id="rId13"/>
    <p:sldLayoutId id="2147485058" r:id="rId14"/>
    <p:sldLayoutId id="2147485059" r:id="rId15"/>
    <p:sldLayoutId id="2147485060" r:id="rId16"/>
    <p:sldLayoutId id="2147485061" r:id="rId17"/>
    <p:sldLayoutId id="2147485062" r:id="rId18"/>
    <p:sldLayoutId id="2147485063" r:id="rId19"/>
    <p:sldLayoutId id="2147485064" r:id="rId20"/>
    <p:sldLayoutId id="2147485065" r:id="rId21"/>
    <p:sldLayoutId id="2147485066" r:id="rId22"/>
    <p:sldLayoutId id="2147485067" r:id="rId23"/>
    <p:sldLayoutId id="2147485068" r:id="rId24"/>
    <p:sldLayoutId id="2147485069" r:id="rId25"/>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48" algn="ctr" rtl="0" fontAlgn="base">
        <a:spcBef>
          <a:spcPct val="0"/>
        </a:spcBef>
        <a:spcAft>
          <a:spcPct val="0"/>
        </a:spcAft>
        <a:defRPr sz="3100">
          <a:solidFill>
            <a:schemeClr val="tx2"/>
          </a:solidFill>
          <a:latin typeface="Arial" charset="0"/>
          <a:ea typeface="宋体" pitchFamily="2" charset="-122"/>
        </a:defRPr>
      </a:lvl6pPr>
      <a:lvl7pPr marL="642700" algn="ctr" rtl="0" fontAlgn="base">
        <a:spcBef>
          <a:spcPct val="0"/>
        </a:spcBef>
        <a:spcAft>
          <a:spcPct val="0"/>
        </a:spcAft>
        <a:defRPr sz="3100">
          <a:solidFill>
            <a:schemeClr val="tx2"/>
          </a:solidFill>
          <a:latin typeface="Arial" charset="0"/>
          <a:ea typeface="宋体" pitchFamily="2" charset="-122"/>
        </a:defRPr>
      </a:lvl7pPr>
      <a:lvl8pPr marL="964048" algn="ctr" rtl="0" fontAlgn="base">
        <a:spcBef>
          <a:spcPct val="0"/>
        </a:spcBef>
        <a:spcAft>
          <a:spcPct val="0"/>
        </a:spcAft>
        <a:defRPr sz="3100">
          <a:solidFill>
            <a:schemeClr val="tx2"/>
          </a:solidFill>
          <a:latin typeface="Arial" charset="0"/>
          <a:ea typeface="宋体" pitchFamily="2" charset="-122"/>
        </a:defRPr>
      </a:lvl8pPr>
      <a:lvl9pPr marL="1285396" algn="ctr" rtl="0" fontAlgn="base">
        <a:spcBef>
          <a:spcPct val="0"/>
        </a:spcBef>
        <a:spcAft>
          <a:spcPct val="0"/>
        </a:spcAft>
        <a:defRPr sz="3100">
          <a:solidFill>
            <a:schemeClr val="tx2"/>
          </a:solidFill>
          <a:latin typeface="Arial" charset="0"/>
          <a:ea typeface="宋体" pitchFamily="2" charset="-122"/>
        </a:defRPr>
      </a:lvl9pPr>
    </p:titleStyle>
    <p:bodyStyle>
      <a:lvl1pPr marL="241013" indent="-241013" algn="l" rtl="0" eaLnBrk="0" fontAlgn="base" hangingPunct="0">
        <a:spcBef>
          <a:spcPct val="20000"/>
        </a:spcBef>
        <a:spcAft>
          <a:spcPct val="0"/>
        </a:spcAft>
        <a:buChar char="•"/>
        <a:defRPr sz="2200">
          <a:solidFill>
            <a:schemeClr val="tx1"/>
          </a:solidFill>
          <a:latin typeface="+mn-lt"/>
          <a:ea typeface="+mn-ea"/>
          <a:cs typeface="+mn-cs"/>
        </a:defRPr>
      </a:lvl1pPr>
      <a:lvl2pPr marL="522191" indent="-201960" algn="l" rtl="0" eaLnBrk="0" fontAlgn="base" hangingPunct="0">
        <a:spcBef>
          <a:spcPct val="20000"/>
        </a:spcBef>
        <a:spcAft>
          <a:spcPct val="0"/>
        </a:spcAft>
        <a:buChar char="–"/>
        <a:defRPr sz="2000">
          <a:solidFill>
            <a:schemeClr val="tx1"/>
          </a:solidFill>
          <a:latin typeface="+mn-lt"/>
          <a:ea typeface="+mn-ea"/>
        </a:defRPr>
      </a:lvl2pPr>
      <a:lvl3pPr marL="803373" indent="-160676" algn="l" rtl="0" eaLnBrk="0" fontAlgn="base" hangingPunct="0">
        <a:spcBef>
          <a:spcPct val="20000"/>
        </a:spcBef>
        <a:spcAft>
          <a:spcPct val="0"/>
        </a:spcAft>
        <a:buChar char="•"/>
        <a:defRPr sz="1700">
          <a:solidFill>
            <a:schemeClr val="tx1"/>
          </a:solidFill>
          <a:latin typeface="+mn-lt"/>
          <a:ea typeface="+mn-ea"/>
        </a:defRPr>
      </a:lvl3pPr>
      <a:lvl4pPr marL="1124725" indent="-161791" algn="l" rtl="0" eaLnBrk="0" fontAlgn="base" hangingPunct="0">
        <a:spcBef>
          <a:spcPct val="20000"/>
        </a:spcBef>
        <a:spcAft>
          <a:spcPct val="0"/>
        </a:spcAft>
        <a:buChar char="–"/>
        <a:defRPr sz="1400">
          <a:solidFill>
            <a:schemeClr val="tx1"/>
          </a:solidFill>
          <a:latin typeface="+mn-lt"/>
          <a:ea typeface="+mn-ea"/>
        </a:defRPr>
      </a:lvl4pPr>
      <a:lvl5pPr marL="1446073" indent="-160676" algn="l" rtl="0" eaLnBrk="0" fontAlgn="base" hangingPunct="0">
        <a:spcBef>
          <a:spcPct val="20000"/>
        </a:spcBef>
        <a:spcAft>
          <a:spcPct val="0"/>
        </a:spcAft>
        <a:buChar char="»"/>
        <a:defRPr sz="1400">
          <a:solidFill>
            <a:schemeClr val="tx1"/>
          </a:solidFill>
          <a:latin typeface="+mn-lt"/>
          <a:ea typeface="+mn-ea"/>
        </a:defRPr>
      </a:lvl5pPr>
      <a:lvl6pPr marL="1767422" indent="-160676" algn="l" rtl="0" fontAlgn="base">
        <a:spcBef>
          <a:spcPct val="20000"/>
        </a:spcBef>
        <a:spcAft>
          <a:spcPct val="0"/>
        </a:spcAft>
        <a:buChar char="»"/>
        <a:defRPr sz="1400">
          <a:solidFill>
            <a:schemeClr val="tx1"/>
          </a:solidFill>
          <a:latin typeface="+mn-lt"/>
          <a:ea typeface="+mn-ea"/>
        </a:defRPr>
      </a:lvl6pPr>
      <a:lvl7pPr marL="2088773" indent="-160676" algn="l" rtl="0" fontAlgn="base">
        <a:spcBef>
          <a:spcPct val="20000"/>
        </a:spcBef>
        <a:spcAft>
          <a:spcPct val="0"/>
        </a:spcAft>
        <a:buChar char="»"/>
        <a:defRPr sz="1400">
          <a:solidFill>
            <a:schemeClr val="tx1"/>
          </a:solidFill>
          <a:latin typeface="+mn-lt"/>
          <a:ea typeface="+mn-ea"/>
        </a:defRPr>
      </a:lvl7pPr>
      <a:lvl8pPr marL="2410121" indent="-160676" algn="l" rtl="0" fontAlgn="base">
        <a:spcBef>
          <a:spcPct val="20000"/>
        </a:spcBef>
        <a:spcAft>
          <a:spcPct val="0"/>
        </a:spcAft>
        <a:buChar char="»"/>
        <a:defRPr sz="1400">
          <a:solidFill>
            <a:schemeClr val="tx1"/>
          </a:solidFill>
          <a:latin typeface="+mn-lt"/>
          <a:ea typeface="+mn-ea"/>
        </a:defRPr>
      </a:lvl8pPr>
      <a:lvl9pPr marL="2731469" indent="-160676"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00" rtl="0" eaLnBrk="1" latinLnBrk="0" hangingPunct="1">
        <a:defRPr sz="1300" kern="1200">
          <a:solidFill>
            <a:schemeClr val="tx1"/>
          </a:solidFill>
          <a:latin typeface="+mn-lt"/>
          <a:ea typeface="+mn-ea"/>
          <a:cs typeface="+mn-cs"/>
        </a:defRPr>
      </a:lvl1pPr>
      <a:lvl2pPr marL="321348" algn="l" defTabSz="642700" rtl="0" eaLnBrk="1" latinLnBrk="0" hangingPunct="1">
        <a:defRPr sz="1300" kern="1200">
          <a:solidFill>
            <a:schemeClr val="tx1"/>
          </a:solidFill>
          <a:latin typeface="+mn-lt"/>
          <a:ea typeface="+mn-ea"/>
          <a:cs typeface="+mn-cs"/>
        </a:defRPr>
      </a:lvl2pPr>
      <a:lvl3pPr marL="642700" algn="l" defTabSz="642700" rtl="0" eaLnBrk="1" latinLnBrk="0" hangingPunct="1">
        <a:defRPr sz="1300" kern="1200">
          <a:solidFill>
            <a:schemeClr val="tx1"/>
          </a:solidFill>
          <a:latin typeface="+mn-lt"/>
          <a:ea typeface="+mn-ea"/>
          <a:cs typeface="+mn-cs"/>
        </a:defRPr>
      </a:lvl3pPr>
      <a:lvl4pPr marL="964048" algn="l" defTabSz="642700" rtl="0" eaLnBrk="1" latinLnBrk="0" hangingPunct="1">
        <a:defRPr sz="1300" kern="1200">
          <a:solidFill>
            <a:schemeClr val="tx1"/>
          </a:solidFill>
          <a:latin typeface="+mn-lt"/>
          <a:ea typeface="+mn-ea"/>
          <a:cs typeface="+mn-cs"/>
        </a:defRPr>
      </a:lvl4pPr>
      <a:lvl5pPr marL="1285396" algn="l" defTabSz="642700" rtl="0" eaLnBrk="1" latinLnBrk="0" hangingPunct="1">
        <a:defRPr sz="1300" kern="1200">
          <a:solidFill>
            <a:schemeClr val="tx1"/>
          </a:solidFill>
          <a:latin typeface="+mn-lt"/>
          <a:ea typeface="+mn-ea"/>
          <a:cs typeface="+mn-cs"/>
        </a:defRPr>
      </a:lvl5pPr>
      <a:lvl6pPr marL="1606749" algn="l" defTabSz="642700" rtl="0" eaLnBrk="1" latinLnBrk="0" hangingPunct="1">
        <a:defRPr sz="1300" kern="1200">
          <a:solidFill>
            <a:schemeClr val="tx1"/>
          </a:solidFill>
          <a:latin typeface="+mn-lt"/>
          <a:ea typeface="+mn-ea"/>
          <a:cs typeface="+mn-cs"/>
        </a:defRPr>
      </a:lvl6pPr>
      <a:lvl7pPr marL="1928096" algn="l" defTabSz="642700" rtl="0" eaLnBrk="1" latinLnBrk="0" hangingPunct="1">
        <a:defRPr sz="1300" kern="1200">
          <a:solidFill>
            <a:schemeClr val="tx1"/>
          </a:solidFill>
          <a:latin typeface="+mn-lt"/>
          <a:ea typeface="+mn-ea"/>
          <a:cs typeface="+mn-cs"/>
        </a:defRPr>
      </a:lvl7pPr>
      <a:lvl8pPr marL="2249446" algn="l" defTabSz="642700" rtl="0" eaLnBrk="1" latinLnBrk="0" hangingPunct="1">
        <a:defRPr sz="1300" kern="1200">
          <a:solidFill>
            <a:schemeClr val="tx1"/>
          </a:solidFill>
          <a:latin typeface="+mn-lt"/>
          <a:ea typeface="+mn-ea"/>
          <a:cs typeface="+mn-cs"/>
        </a:defRPr>
      </a:lvl8pPr>
      <a:lvl9pPr marL="2570794" algn="l" defTabSz="642700" rtl="0" eaLnBrk="1" latinLnBrk="0" hangingPunct="1">
        <a:defRPr sz="13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4">
            <a:extLst>
              <a:ext uri="{28A0092B-C50C-407E-A947-70E740481C1C}">
                <a14:useLocalDpi xmlns:a14="http://schemas.microsoft.com/office/drawing/2010/main" val="0"/>
              </a:ext>
            </a:extLst>
          </a:blip>
          <a:srcRect b="91440"/>
          <a:stretch/>
        </p:blipFill>
        <p:spPr>
          <a:xfrm>
            <a:off x="0" y="0"/>
            <a:ext cx="12192000" cy="587029"/>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5"/>
          <a:stretch>
            <a:fillRect/>
          </a:stretch>
        </p:blipFill>
        <p:spPr>
          <a:xfrm>
            <a:off x="104820" y="9961"/>
            <a:ext cx="793019" cy="589809"/>
          </a:xfrm>
          <a:prstGeom prst="rect">
            <a:avLst/>
          </a:prstGeom>
        </p:spPr>
      </p:pic>
    </p:spTree>
    <p:extLst>
      <p:ext uri="{BB962C8B-B14F-4D97-AF65-F5344CB8AC3E}">
        <p14:creationId xmlns:p14="http://schemas.microsoft.com/office/powerpoint/2010/main" val="1700741087"/>
      </p:ext>
    </p:extLst>
  </p:cSld>
  <p:clrMap bg1="lt1" tx1="dk1" bg2="lt2" tx2="dk2" accent1="accent1" accent2="accent2" accent3="accent3" accent4="accent4" accent5="accent5" accent6="accent6" hlink="hlink" folHlink="folHlink"/>
  <p:sldLayoutIdLst>
    <p:sldLayoutId id="2147485106" r:id="rId1"/>
    <p:sldLayoutId id="2147485107" r:id="rId2"/>
    <p:sldLayoutId id="2147485108" r:id="rId3"/>
    <p:sldLayoutId id="2147485109" r:id="rId4"/>
    <p:sldLayoutId id="2147485110" r:id="rId5"/>
    <p:sldLayoutId id="2147485111" r:id="rId6"/>
    <p:sldLayoutId id="2147485112" r:id="rId7"/>
    <p:sldLayoutId id="2147485113" r:id="rId8"/>
    <p:sldLayoutId id="2147485114" r:id="rId9"/>
    <p:sldLayoutId id="2147485115" r:id="rId10"/>
    <p:sldLayoutId id="2147485116" r:id="rId11"/>
    <p:sldLayoutId id="2147485117" r:id="rId12"/>
    <p:sldLayoutId id="2147485118" r:id="rId13"/>
    <p:sldLayoutId id="2147485119" r:id="rId14"/>
    <p:sldLayoutId id="2147485120" r:id="rId15"/>
    <p:sldLayoutId id="2147485121" r:id="rId16"/>
    <p:sldLayoutId id="2147485122" r:id="rId17"/>
    <p:sldLayoutId id="2147485123" r:id="rId18"/>
    <p:sldLayoutId id="2147485124" r:id="rId19"/>
    <p:sldLayoutId id="2147485125" r:id="rId20"/>
    <p:sldLayoutId id="2147485126" r:id="rId21"/>
    <p:sldLayoutId id="2147485127" r:id="rId22"/>
  </p:sldLayoutIdLst>
  <mc:AlternateContent xmlns:mc="http://schemas.openxmlformats.org/markup-compatibility/2006" xmlns:p14="http://schemas.microsoft.com/office/powerpoint/2010/main">
    <mc:Choice Requires="p14">
      <p:transition p14:dur="250"/>
    </mc:Choice>
    <mc:Fallback xmlns="">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00" algn="ctr" rtl="0" fontAlgn="base">
        <a:spcBef>
          <a:spcPct val="0"/>
        </a:spcBef>
        <a:spcAft>
          <a:spcPct val="0"/>
        </a:spcAft>
        <a:defRPr sz="3100">
          <a:solidFill>
            <a:schemeClr val="tx2"/>
          </a:solidFill>
          <a:latin typeface="Arial" charset="0"/>
          <a:ea typeface="宋体" pitchFamily="2" charset="-122"/>
        </a:defRPr>
      </a:lvl6pPr>
      <a:lvl7pPr marL="642803" algn="ctr" rtl="0" fontAlgn="base">
        <a:spcBef>
          <a:spcPct val="0"/>
        </a:spcBef>
        <a:spcAft>
          <a:spcPct val="0"/>
        </a:spcAft>
        <a:defRPr sz="3100">
          <a:solidFill>
            <a:schemeClr val="tx2"/>
          </a:solidFill>
          <a:latin typeface="Arial" charset="0"/>
          <a:ea typeface="宋体" pitchFamily="2" charset="-122"/>
        </a:defRPr>
      </a:lvl7pPr>
      <a:lvl8pPr marL="964204" algn="ctr" rtl="0" fontAlgn="base">
        <a:spcBef>
          <a:spcPct val="0"/>
        </a:spcBef>
        <a:spcAft>
          <a:spcPct val="0"/>
        </a:spcAft>
        <a:defRPr sz="3100">
          <a:solidFill>
            <a:schemeClr val="tx2"/>
          </a:solidFill>
          <a:latin typeface="Arial" charset="0"/>
          <a:ea typeface="宋体" pitchFamily="2" charset="-122"/>
        </a:defRPr>
      </a:lvl8pPr>
      <a:lvl9pPr marL="1285604" algn="ctr" rtl="0" fontAlgn="base">
        <a:spcBef>
          <a:spcPct val="0"/>
        </a:spcBef>
        <a:spcAft>
          <a:spcPct val="0"/>
        </a:spcAft>
        <a:defRPr sz="3100">
          <a:solidFill>
            <a:schemeClr val="tx2"/>
          </a:solidFill>
          <a:latin typeface="Arial" charset="0"/>
          <a:ea typeface="宋体" pitchFamily="2" charset="-122"/>
        </a:defRPr>
      </a:lvl9pPr>
    </p:titleStyle>
    <p:bodyStyle>
      <a:lvl1pPr marL="241050" indent="-241050" algn="l" rtl="0" eaLnBrk="0" fontAlgn="base" hangingPunct="0">
        <a:spcBef>
          <a:spcPct val="20000"/>
        </a:spcBef>
        <a:spcAft>
          <a:spcPct val="0"/>
        </a:spcAft>
        <a:buChar char="•"/>
        <a:defRPr sz="2200">
          <a:solidFill>
            <a:schemeClr val="tx1"/>
          </a:solidFill>
          <a:latin typeface="+mn-lt"/>
          <a:ea typeface="+mn-ea"/>
          <a:cs typeface="+mn-cs"/>
        </a:defRPr>
      </a:lvl1pPr>
      <a:lvl2pPr marL="522276" indent="-201992" algn="l" rtl="0" eaLnBrk="0" fontAlgn="base" hangingPunct="0">
        <a:spcBef>
          <a:spcPct val="20000"/>
        </a:spcBef>
        <a:spcAft>
          <a:spcPct val="0"/>
        </a:spcAft>
        <a:buChar char="–"/>
        <a:defRPr sz="2000">
          <a:solidFill>
            <a:schemeClr val="tx1"/>
          </a:solidFill>
          <a:latin typeface="+mn-lt"/>
          <a:ea typeface="+mn-ea"/>
        </a:defRPr>
      </a:lvl2pPr>
      <a:lvl3pPr marL="803503" indent="-160701" algn="l" rtl="0" eaLnBrk="0" fontAlgn="base" hangingPunct="0">
        <a:spcBef>
          <a:spcPct val="20000"/>
        </a:spcBef>
        <a:spcAft>
          <a:spcPct val="0"/>
        </a:spcAft>
        <a:buChar char="•"/>
        <a:defRPr sz="1700">
          <a:solidFill>
            <a:schemeClr val="tx1"/>
          </a:solidFill>
          <a:latin typeface="+mn-lt"/>
          <a:ea typeface="+mn-ea"/>
        </a:defRPr>
      </a:lvl3pPr>
      <a:lvl4pPr marL="1124905" indent="-161817" algn="l" rtl="0" eaLnBrk="0" fontAlgn="base" hangingPunct="0">
        <a:spcBef>
          <a:spcPct val="20000"/>
        </a:spcBef>
        <a:spcAft>
          <a:spcPct val="0"/>
        </a:spcAft>
        <a:buChar char="–"/>
        <a:defRPr sz="1400">
          <a:solidFill>
            <a:schemeClr val="tx1"/>
          </a:solidFill>
          <a:latin typeface="+mn-lt"/>
          <a:ea typeface="+mn-ea"/>
        </a:defRPr>
      </a:lvl4pPr>
      <a:lvl5pPr marL="1446305" indent="-160701" algn="l" rtl="0" eaLnBrk="0" fontAlgn="base" hangingPunct="0">
        <a:spcBef>
          <a:spcPct val="20000"/>
        </a:spcBef>
        <a:spcAft>
          <a:spcPct val="0"/>
        </a:spcAft>
        <a:buChar char="»"/>
        <a:defRPr sz="1400">
          <a:solidFill>
            <a:schemeClr val="tx1"/>
          </a:solidFill>
          <a:latin typeface="+mn-lt"/>
          <a:ea typeface="+mn-ea"/>
        </a:defRPr>
      </a:lvl5pPr>
      <a:lvl6pPr marL="1767706" indent="-160701" algn="l" rtl="0" fontAlgn="base">
        <a:spcBef>
          <a:spcPct val="20000"/>
        </a:spcBef>
        <a:spcAft>
          <a:spcPct val="0"/>
        </a:spcAft>
        <a:buChar char="»"/>
        <a:defRPr sz="1400">
          <a:solidFill>
            <a:schemeClr val="tx1"/>
          </a:solidFill>
          <a:latin typeface="+mn-lt"/>
          <a:ea typeface="+mn-ea"/>
        </a:defRPr>
      </a:lvl6pPr>
      <a:lvl7pPr marL="2089108" indent="-160701" algn="l" rtl="0" fontAlgn="base">
        <a:spcBef>
          <a:spcPct val="20000"/>
        </a:spcBef>
        <a:spcAft>
          <a:spcPct val="0"/>
        </a:spcAft>
        <a:buChar char="»"/>
        <a:defRPr sz="1400">
          <a:solidFill>
            <a:schemeClr val="tx1"/>
          </a:solidFill>
          <a:latin typeface="+mn-lt"/>
          <a:ea typeface="+mn-ea"/>
        </a:defRPr>
      </a:lvl7pPr>
      <a:lvl8pPr marL="2410509" indent="-160701" algn="l" rtl="0" fontAlgn="base">
        <a:spcBef>
          <a:spcPct val="20000"/>
        </a:spcBef>
        <a:spcAft>
          <a:spcPct val="0"/>
        </a:spcAft>
        <a:buChar char="»"/>
        <a:defRPr sz="1400">
          <a:solidFill>
            <a:schemeClr val="tx1"/>
          </a:solidFill>
          <a:latin typeface="+mn-lt"/>
          <a:ea typeface="+mn-ea"/>
        </a:defRPr>
      </a:lvl8pPr>
      <a:lvl9pPr marL="2731909" indent="-160701"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03" rtl="0" eaLnBrk="1" latinLnBrk="0" hangingPunct="1">
        <a:defRPr sz="1300" kern="1200">
          <a:solidFill>
            <a:schemeClr val="tx1"/>
          </a:solidFill>
          <a:latin typeface="+mn-lt"/>
          <a:ea typeface="+mn-ea"/>
          <a:cs typeface="+mn-cs"/>
        </a:defRPr>
      </a:lvl1pPr>
      <a:lvl2pPr marL="321400" algn="l" defTabSz="642803" rtl="0" eaLnBrk="1" latinLnBrk="0" hangingPunct="1">
        <a:defRPr sz="1300" kern="1200">
          <a:solidFill>
            <a:schemeClr val="tx1"/>
          </a:solidFill>
          <a:latin typeface="+mn-lt"/>
          <a:ea typeface="+mn-ea"/>
          <a:cs typeface="+mn-cs"/>
        </a:defRPr>
      </a:lvl2pPr>
      <a:lvl3pPr marL="642803" algn="l" defTabSz="642803" rtl="0" eaLnBrk="1" latinLnBrk="0" hangingPunct="1">
        <a:defRPr sz="1300" kern="1200">
          <a:solidFill>
            <a:schemeClr val="tx1"/>
          </a:solidFill>
          <a:latin typeface="+mn-lt"/>
          <a:ea typeface="+mn-ea"/>
          <a:cs typeface="+mn-cs"/>
        </a:defRPr>
      </a:lvl3pPr>
      <a:lvl4pPr marL="964204" algn="l" defTabSz="642803" rtl="0" eaLnBrk="1" latinLnBrk="0" hangingPunct="1">
        <a:defRPr sz="1300" kern="1200">
          <a:solidFill>
            <a:schemeClr val="tx1"/>
          </a:solidFill>
          <a:latin typeface="+mn-lt"/>
          <a:ea typeface="+mn-ea"/>
          <a:cs typeface="+mn-cs"/>
        </a:defRPr>
      </a:lvl4pPr>
      <a:lvl5pPr marL="1285604" algn="l" defTabSz="642803" rtl="0" eaLnBrk="1" latinLnBrk="0" hangingPunct="1">
        <a:defRPr sz="1300" kern="1200">
          <a:solidFill>
            <a:schemeClr val="tx1"/>
          </a:solidFill>
          <a:latin typeface="+mn-lt"/>
          <a:ea typeface="+mn-ea"/>
          <a:cs typeface="+mn-cs"/>
        </a:defRPr>
      </a:lvl5pPr>
      <a:lvl6pPr marL="1607006" algn="l" defTabSz="642803" rtl="0" eaLnBrk="1" latinLnBrk="0" hangingPunct="1">
        <a:defRPr sz="1300" kern="1200">
          <a:solidFill>
            <a:schemeClr val="tx1"/>
          </a:solidFill>
          <a:latin typeface="+mn-lt"/>
          <a:ea typeface="+mn-ea"/>
          <a:cs typeface="+mn-cs"/>
        </a:defRPr>
      </a:lvl6pPr>
      <a:lvl7pPr marL="1928406" algn="l" defTabSz="642803" rtl="0" eaLnBrk="1" latinLnBrk="0" hangingPunct="1">
        <a:defRPr sz="1300" kern="1200">
          <a:solidFill>
            <a:schemeClr val="tx1"/>
          </a:solidFill>
          <a:latin typeface="+mn-lt"/>
          <a:ea typeface="+mn-ea"/>
          <a:cs typeface="+mn-cs"/>
        </a:defRPr>
      </a:lvl7pPr>
      <a:lvl8pPr marL="2249808" algn="l" defTabSz="642803" rtl="0" eaLnBrk="1" latinLnBrk="0" hangingPunct="1">
        <a:defRPr sz="1300" kern="1200">
          <a:solidFill>
            <a:schemeClr val="tx1"/>
          </a:solidFill>
          <a:latin typeface="+mn-lt"/>
          <a:ea typeface="+mn-ea"/>
          <a:cs typeface="+mn-cs"/>
        </a:defRPr>
      </a:lvl8pPr>
      <a:lvl9pPr marL="2571209" algn="l" defTabSz="642803"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6.sv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8.svg"/></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8.svg"/></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0.svg"/></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2.svg"/></Relationships>
</file>

<file path=ppt/slides/_rels/slide9.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8.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CBC5161-4448-DA26-9386-B6055113A398}"/>
              </a:ext>
            </a:extLst>
          </p:cNvPr>
          <p:cNvSpPr txBox="1">
            <a:spLocks/>
          </p:cNvSpPr>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2.4</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数据可视化</a:t>
            </a:r>
            <a:endParaRPr lang="en-US" altLang="zh-CN" b="0" dirty="0">
              <a:ea typeface="华光综艺_CNKI" panose="02000500000000000000" pitchFamily="2" charset="-122"/>
            </a:endParaRPr>
          </a:p>
        </p:txBody>
      </p:sp>
    </p:spTree>
    <p:extLst>
      <p:ext uri="{BB962C8B-B14F-4D97-AF65-F5344CB8AC3E}">
        <p14:creationId xmlns:p14="http://schemas.microsoft.com/office/powerpoint/2010/main" val="38309531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4B536-A18F-2B1B-8F1F-2882FB9ED22B}"/>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2B537DC0-F4BE-6724-1330-CDCA8268D233}"/>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条形图</a:t>
            </a:r>
            <a:endParaRPr kumimoji="0" 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0FDBF35D-1811-E453-3027-485898E79B3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文本框 1">
            <a:extLst>
              <a:ext uri="{FF2B5EF4-FFF2-40B4-BE49-F238E27FC236}">
                <a16:creationId xmlns:a16="http://schemas.microsoft.com/office/drawing/2014/main" id="{536C5608-3E76-53F5-AE6D-F6FEB95728A6}"/>
              </a:ext>
            </a:extLst>
          </p:cNvPr>
          <p:cNvSpPr txBox="1"/>
          <p:nvPr/>
        </p:nvSpPr>
        <p:spPr>
          <a:xfrm>
            <a:off x="551180" y="1228083"/>
            <a:ext cx="10821670" cy="1114664"/>
          </a:xfrm>
          <a:prstGeom prst="rect">
            <a:avLst/>
          </a:prstGeom>
          <a:noFill/>
        </p:spPr>
        <p:txBody>
          <a:bodyPr wrap="square">
            <a:spAutoFit/>
          </a:bodyPr>
          <a:lstStyle/>
          <a:p>
            <a:pPr indent="306070" algn="just">
              <a:lnSpc>
                <a:spcPct val="125000"/>
              </a:lnSpc>
            </a:pPr>
            <a:r>
              <a:rPr lang="zh-CN" altLang="en-US"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条形图</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Bar chart</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是用不同的条形显示一组数据中各项的数量或频率的图形。</a:t>
            </a:r>
            <a:endParaRPr lang="zh-CN" alt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 name="内容占位符 5">
            <a:extLst>
              <a:ext uri="{FF2B5EF4-FFF2-40B4-BE49-F238E27FC236}">
                <a16:creationId xmlns:a16="http://schemas.microsoft.com/office/drawing/2014/main" id="{4FD53F3E-6435-DBAB-66A5-2541E2E11704}"/>
              </a:ext>
            </a:extLst>
          </p:cNvPr>
          <p:cNvGraphicFramePr>
            <a:graphicFrameLocks/>
          </p:cNvGraphicFramePr>
          <p:nvPr>
            <p:extLst>
              <p:ext uri="{D42A27DB-BD31-4B8C-83A1-F6EECF244321}">
                <p14:modId xmlns:p14="http://schemas.microsoft.com/office/powerpoint/2010/main" val="402172085"/>
              </p:ext>
            </p:extLst>
          </p:nvPr>
        </p:nvGraphicFramePr>
        <p:xfrm>
          <a:off x="838200" y="2506662"/>
          <a:ext cx="10515600" cy="435133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584645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95E9C-F85F-42B0-4730-ABD8ADE0C020}"/>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0B9B13E5-8F72-EB5E-0391-41F3C88B778F}"/>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饼图</a:t>
            </a:r>
            <a:endParaRPr kumimoji="0" 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5ABDF6CF-E170-766F-53AF-28B902AFBD7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文本框 1">
            <a:extLst>
              <a:ext uri="{FF2B5EF4-FFF2-40B4-BE49-F238E27FC236}">
                <a16:creationId xmlns:a16="http://schemas.microsoft.com/office/drawing/2014/main" id="{7797F90B-C419-1609-6061-DC8121770175}"/>
              </a:ext>
            </a:extLst>
          </p:cNvPr>
          <p:cNvSpPr txBox="1"/>
          <p:nvPr/>
        </p:nvSpPr>
        <p:spPr>
          <a:xfrm>
            <a:off x="551180" y="1228083"/>
            <a:ext cx="10821670" cy="1114664"/>
          </a:xfrm>
          <a:prstGeom prst="rect">
            <a:avLst/>
          </a:prstGeom>
          <a:noFill/>
        </p:spPr>
        <p:txBody>
          <a:bodyPr wrap="square">
            <a:spAutoFit/>
          </a:bodyPr>
          <a:lstStyle/>
          <a:p>
            <a:pPr indent="306070" algn="just">
              <a:lnSpc>
                <a:spcPct val="125000"/>
              </a:lnSpc>
            </a:pPr>
            <a:r>
              <a:rPr lang="zh-CN" altLang="en-US"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饼图</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Bar chart</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是用圆形和圆内扇形角度显示一组数据中各项的数量或频率的图形，通常用于展示不同类别的数据所占的比例。</a:t>
            </a:r>
            <a:endParaRPr lang="zh-CN" alt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5" name="图表 4">
            <a:extLst>
              <a:ext uri="{FF2B5EF4-FFF2-40B4-BE49-F238E27FC236}">
                <a16:creationId xmlns:a16="http://schemas.microsoft.com/office/drawing/2014/main" id="{1164D64F-83F0-0FFE-AE82-5D22D0BEB42C}"/>
              </a:ext>
            </a:extLst>
          </p:cNvPr>
          <p:cNvGraphicFramePr/>
          <p:nvPr>
            <p:extLst>
              <p:ext uri="{D42A27DB-BD31-4B8C-83A1-F6EECF244321}">
                <p14:modId xmlns:p14="http://schemas.microsoft.com/office/powerpoint/2010/main" val="3195727444"/>
              </p:ext>
            </p:extLst>
          </p:nvPr>
        </p:nvGraphicFramePr>
        <p:xfrm>
          <a:off x="2768600" y="2579774"/>
          <a:ext cx="6654800" cy="387096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98257675"/>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C7FF9-D3FC-82A1-D7E3-30EB5B1FF7BD}"/>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57005D81-430D-B0FF-1733-DC53172ABCDC}"/>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箱线</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图</a:t>
            </a:r>
            <a:endParaRPr kumimoji="0" 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3779438A-6514-27E2-7022-900693858C2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文本框 1">
            <a:extLst>
              <a:ext uri="{FF2B5EF4-FFF2-40B4-BE49-F238E27FC236}">
                <a16:creationId xmlns:a16="http://schemas.microsoft.com/office/drawing/2014/main" id="{EE6C3D00-0301-0559-16A0-E5A2917A3428}"/>
              </a:ext>
            </a:extLst>
          </p:cNvPr>
          <p:cNvSpPr txBox="1"/>
          <p:nvPr/>
        </p:nvSpPr>
        <p:spPr>
          <a:xfrm>
            <a:off x="551180" y="1228083"/>
            <a:ext cx="10821670" cy="1653273"/>
          </a:xfrm>
          <a:prstGeom prst="rect">
            <a:avLst/>
          </a:prstGeom>
          <a:noFill/>
        </p:spPr>
        <p:txBody>
          <a:bodyPr wrap="square">
            <a:spAutoFit/>
          </a:bodyPr>
          <a:lstStyle/>
          <a:p>
            <a:pPr indent="306070" algn="just">
              <a:lnSpc>
                <a:spcPct val="125000"/>
              </a:lnSpc>
            </a:pPr>
            <a:r>
              <a:rPr lang="zh-CN" altLang="en-US"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箱线图</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Box plot</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是根据一组或多组连续型数据的最大值、最小值、中位数、上下四分位数这五个特征绘制而成的图形，可较为全面地反映数据的分布特征。</a:t>
            </a:r>
            <a:endParaRPr lang="zh-CN" alt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6" name="图形 5">
            <a:extLst>
              <a:ext uri="{FF2B5EF4-FFF2-40B4-BE49-F238E27FC236}">
                <a16:creationId xmlns:a16="http://schemas.microsoft.com/office/drawing/2014/main" id="{AA9EE870-C50E-D484-0BCD-2CDAAE48A783}"/>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971" t="4428" r="1814" b="4677"/>
          <a:stretch/>
        </p:blipFill>
        <p:spPr>
          <a:xfrm>
            <a:off x="2399182" y="2881356"/>
            <a:ext cx="7125665" cy="3846597"/>
          </a:xfrm>
          <a:prstGeom prst="rect">
            <a:avLst/>
          </a:prstGeom>
        </p:spPr>
      </p:pic>
    </p:spTree>
    <p:extLst>
      <p:ext uri="{BB962C8B-B14F-4D97-AF65-F5344CB8AC3E}">
        <p14:creationId xmlns:p14="http://schemas.microsoft.com/office/powerpoint/2010/main" val="508129551"/>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7BA25-9310-3D43-0CA8-1F8EEE4A0F88}"/>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E2E8FFC7-0B74-00BB-E434-B550B1003399}"/>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直方</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图</a:t>
            </a:r>
            <a:endParaRPr kumimoji="0" 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B3FE6356-51B8-4A94-234B-DF97EC89DCA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文本框 1">
            <a:extLst>
              <a:ext uri="{FF2B5EF4-FFF2-40B4-BE49-F238E27FC236}">
                <a16:creationId xmlns:a16="http://schemas.microsoft.com/office/drawing/2014/main" id="{52A49FB5-231E-A7D6-215C-34C0761AD0C1}"/>
              </a:ext>
            </a:extLst>
          </p:cNvPr>
          <p:cNvSpPr txBox="1"/>
          <p:nvPr/>
        </p:nvSpPr>
        <p:spPr>
          <a:xfrm>
            <a:off x="510540" y="933169"/>
            <a:ext cx="10821670" cy="1653273"/>
          </a:xfrm>
          <a:prstGeom prst="rect">
            <a:avLst/>
          </a:prstGeom>
          <a:noFill/>
        </p:spPr>
        <p:txBody>
          <a:bodyPr wrap="square">
            <a:spAutoFit/>
          </a:bodyPr>
          <a:lstStyle/>
          <a:p>
            <a:pPr indent="306070" algn="just">
              <a:lnSpc>
                <a:spcPct val="125000"/>
              </a:lnSpc>
            </a:pPr>
            <a:r>
              <a:rPr lang="zh-CN" altLang="en-US"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直方图</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Histogram</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是一种用于展示数据分布频率的统计图表。它通过将数据范围划分为多个连续的、互不重叠的区间或“箱子”，并以柱形的高度表示每个区间内数据点的频数或频率。</a:t>
            </a:r>
            <a:endParaRPr lang="zh-CN" alt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8" name="图形 9">
            <a:extLst>
              <a:ext uri="{FF2B5EF4-FFF2-40B4-BE49-F238E27FC236}">
                <a16:creationId xmlns:a16="http://schemas.microsoft.com/office/drawing/2014/main" id="{81B45D5A-E5D2-69B2-6B50-A9D663A22A20}"/>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t="1" r="54170" b="9898"/>
          <a:stretch/>
        </p:blipFill>
        <p:spPr>
          <a:xfrm>
            <a:off x="3655891" y="2586442"/>
            <a:ext cx="4696952" cy="4042294"/>
          </a:xfrm>
          <a:prstGeom prst="rect">
            <a:avLst/>
          </a:prstGeom>
        </p:spPr>
      </p:pic>
    </p:spTree>
    <p:extLst>
      <p:ext uri="{BB962C8B-B14F-4D97-AF65-F5344CB8AC3E}">
        <p14:creationId xmlns:p14="http://schemas.microsoft.com/office/powerpoint/2010/main" val="2102703100"/>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76114-621F-0D4C-3E78-00F87AE0ED7A}"/>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F681422E-CF6D-9A13-910C-AFEE62AA6A7A}"/>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折线图</a:t>
            </a:r>
            <a:endParaRPr kumimoji="0" 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455A0AA7-8693-F804-B012-112F8EA0BB3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文本框 1">
            <a:extLst>
              <a:ext uri="{FF2B5EF4-FFF2-40B4-BE49-F238E27FC236}">
                <a16:creationId xmlns:a16="http://schemas.microsoft.com/office/drawing/2014/main" id="{D90460C0-EF88-EECD-279C-1D8077BD9934}"/>
              </a:ext>
            </a:extLst>
          </p:cNvPr>
          <p:cNvSpPr txBox="1"/>
          <p:nvPr/>
        </p:nvSpPr>
        <p:spPr>
          <a:xfrm>
            <a:off x="551180" y="1228083"/>
            <a:ext cx="10821670" cy="1114664"/>
          </a:xfrm>
          <a:prstGeom prst="rect">
            <a:avLst/>
          </a:prstGeom>
          <a:noFill/>
        </p:spPr>
        <p:txBody>
          <a:bodyPr wrap="square">
            <a:spAutoFit/>
          </a:bodyPr>
          <a:lstStyle/>
          <a:p>
            <a:pPr indent="306070" algn="just">
              <a:lnSpc>
                <a:spcPct val="125000"/>
              </a:lnSpc>
            </a:pPr>
            <a:r>
              <a:rPr lang="zh-CN" altLang="en-US"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折线图</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Line plot</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是一种用线段连接数据点以展示数据随时间或其他连续变量变化趋势的图形表示方法。</a:t>
            </a:r>
            <a:endParaRPr lang="zh-CN" alt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形 9">
            <a:extLst>
              <a:ext uri="{FF2B5EF4-FFF2-40B4-BE49-F238E27FC236}">
                <a16:creationId xmlns:a16="http://schemas.microsoft.com/office/drawing/2014/main" id="{BF724676-D30C-308F-4435-B24B4F9D83E7}"/>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48467" t="1" b="10427"/>
          <a:stretch/>
        </p:blipFill>
        <p:spPr>
          <a:xfrm>
            <a:off x="3556000" y="2342747"/>
            <a:ext cx="5080000" cy="4419450"/>
          </a:xfrm>
          <a:prstGeom prst="rect">
            <a:avLst/>
          </a:prstGeom>
        </p:spPr>
      </p:pic>
    </p:spTree>
    <p:extLst>
      <p:ext uri="{BB962C8B-B14F-4D97-AF65-F5344CB8AC3E}">
        <p14:creationId xmlns:p14="http://schemas.microsoft.com/office/powerpoint/2010/main" val="4064813389"/>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5E225-3812-EE5B-4902-E79C105547E4}"/>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6B41226E-7335-4BE2-D090-6754ABCC5661}"/>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散点图</a:t>
            </a:r>
            <a:endParaRPr kumimoji="0" 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A945E965-9625-B928-E3A3-FD0CE41E55D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文本框 1">
            <a:extLst>
              <a:ext uri="{FF2B5EF4-FFF2-40B4-BE49-F238E27FC236}">
                <a16:creationId xmlns:a16="http://schemas.microsoft.com/office/drawing/2014/main" id="{CD4D392F-D7F5-F380-53CD-5F71C422C9A2}"/>
              </a:ext>
            </a:extLst>
          </p:cNvPr>
          <p:cNvSpPr txBox="1"/>
          <p:nvPr/>
        </p:nvSpPr>
        <p:spPr>
          <a:xfrm>
            <a:off x="551180" y="1228083"/>
            <a:ext cx="10821670" cy="1114664"/>
          </a:xfrm>
          <a:prstGeom prst="rect">
            <a:avLst/>
          </a:prstGeom>
          <a:noFill/>
        </p:spPr>
        <p:txBody>
          <a:bodyPr wrap="square">
            <a:spAutoFit/>
          </a:bodyPr>
          <a:lstStyle/>
          <a:p>
            <a:pPr indent="306070" algn="just">
              <a:lnSpc>
                <a:spcPct val="125000"/>
              </a:lnSpc>
            </a:pPr>
            <a:r>
              <a:rPr lang="zh-CN" altLang="en-US"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散点图</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Scatter diagram</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是在直角坐标系中将两个变量的取值组合成一个点的图形，可以用于展示两个变量之间的关系。</a:t>
            </a:r>
            <a:endParaRPr lang="zh-CN" alt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5" name="图形 2">
            <a:extLst>
              <a:ext uri="{FF2B5EF4-FFF2-40B4-BE49-F238E27FC236}">
                <a16:creationId xmlns:a16="http://schemas.microsoft.com/office/drawing/2014/main" id="{A9F6770E-BE4A-06C0-D2AC-B2E79DBB9C0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090" t="3630" r="1054" b="8134"/>
          <a:stretch>
            <a:fillRect/>
          </a:stretch>
        </p:blipFill>
        <p:spPr>
          <a:xfrm>
            <a:off x="680699" y="2698115"/>
            <a:ext cx="10830601" cy="2931802"/>
          </a:xfrm>
          <a:prstGeom prst="rect">
            <a:avLst/>
          </a:prstGeom>
        </p:spPr>
      </p:pic>
    </p:spTree>
    <p:extLst>
      <p:ext uri="{BB962C8B-B14F-4D97-AF65-F5344CB8AC3E}">
        <p14:creationId xmlns:p14="http://schemas.microsoft.com/office/powerpoint/2010/main" val="1570675098"/>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5A8D8-CFE8-383A-8AC8-2B7BDD26D4DF}"/>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77DC0FB1-B16A-EB3F-A847-A025D4648081}"/>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气泡图</a:t>
            </a:r>
            <a:endParaRPr kumimoji="0" 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EF864EB7-EA55-0A8C-6354-3398A5DCBE7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文本框 1">
            <a:extLst>
              <a:ext uri="{FF2B5EF4-FFF2-40B4-BE49-F238E27FC236}">
                <a16:creationId xmlns:a16="http://schemas.microsoft.com/office/drawing/2014/main" id="{CA781215-FC89-7FA6-0CA9-05D6EBFD1255}"/>
              </a:ext>
            </a:extLst>
          </p:cNvPr>
          <p:cNvSpPr txBox="1"/>
          <p:nvPr/>
        </p:nvSpPr>
        <p:spPr>
          <a:xfrm>
            <a:off x="551180" y="1228083"/>
            <a:ext cx="10821670" cy="576055"/>
          </a:xfrm>
          <a:prstGeom prst="rect">
            <a:avLst/>
          </a:prstGeom>
          <a:noFill/>
        </p:spPr>
        <p:txBody>
          <a:bodyPr wrap="square">
            <a:spAutoFit/>
          </a:bodyPr>
          <a:lstStyle/>
          <a:p>
            <a:pPr indent="306070" algn="just">
              <a:lnSpc>
                <a:spcPct val="125000"/>
              </a:lnSpc>
            </a:pPr>
            <a:r>
              <a:rPr lang="zh-CN" altLang="en-US"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气泡图</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Bubble chart</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可用于展示多个变量之间关系。</a:t>
            </a:r>
            <a:endParaRPr lang="zh-CN" alt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形 1">
            <a:extLst>
              <a:ext uri="{FF2B5EF4-FFF2-40B4-BE49-F238E27FC236}">
                <a16:creationId xmlns:a16="http://schemas.microsoft.com/office/drawing/2014/main" id="{59F181E6-41BF-2E67-A298-C084F83E05C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2275" t="3536" r="1205" b="4328"/>
          <a:stretch>
            <a:fillRect/>
          </a:stretch>
        </p:blipFill>
        <p:spPr>
          <a:xfrm>
            <a:off x="5650230" y="2199260"/>
            <a:ext cx="5879324" cy="4213947"/>
          </a:xfrm>
          <a:prstGeom prst="rect">
            <a:avLst/>
          </a:prstGeom>
        </p:spPr>
      </p:pic>
      <p:sp>
        <p:nvSpPr>
          <p:cNvPr id="6" name="文本框 5">
            <a:extLst>
              <a:ext uri="{FF2B5EF4-FFF2-40B4-BE49-F238E27FC236}">
                <a16:creationId xmlns:a16="http://schemas.microsoft.com/office/drawing/2014/main" id="{DC056C93-C452-39FD-1B1C-0C015B286FBC}"/>
              </a:ext>
            </a:extLst>
          </p:cNvPr>
          <p:cNvSpPr txBox="1"/>
          <p:nvPr/>
        </p:nvSpPr>
        <p:spPr>
          <a:xfrm>
            <a:off x="456943" y="3195352"/>
            <a:ext cx="4877057" cy="2221762"/>
          </a:xfrm>
          <a:prstGeom prst="rect">
            <a:avLst/>
          </a:prstGeom>
          <a:noFill/>
          <a:ln w="19050">
            <a:solidFill>
              <a:srgbClr val="3484FF"/>
            </a:solidFill>
            <a:prstDash val="dash"/>
          </a:ln>
        </p:spPr>
        <p:txBody>
          <a:bodyPr wrap="square" rtlCol="0">
            <a:spAutoFit/>
          </a:bodyPr>
          <a:lstStyle/>
          <a:p>
            <a:pPr>
              <a:lnSpc>
                <a:spcPct val="150000"/>
              </a:lnSpc>
            </a:pPr>
            <a:r>
              <a:rPr lang="zh-CN" altLang="en-US" sz="2400" dirty="0">
                <a:latin typeface="楷体" panose="02010609060101010101" pitchFamily="49" charset="-122"/>
                <a:ea typeface="楷体" panose="02010609060101010101" pitchFamily="49" charset="-122"/>
              </a:rPr>
              <a:t>在绘制时可以将变量</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用横轴展示，变量</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用纵轴展示，变量</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用气泡的大小来表示，变量</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用气泡颜色加以区分。</a:t>
            </a:r>
          </a:p>
        </p:txBody>
      </p:sp>
    </p:spTree>
    <p:extLst>
      <p:ext uri="{BB962C8B-B14F-4D97-AF65-F5344CB8AC3E}">
        <p14:creationId xmlns:p14="http://schemas.microsoft.com/office/powerpoint/2010/main" val="1104270547"/>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1ED48-BD15-E4E8-63AA-BA4899402E5C}"/>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7A8AFBD8-49A0-C9A1-CC74-33284B8C22D9}"/>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数据可视化常用工具</a:t>
            </a:r>
            <a:endParaRPr kumimoji="0" 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7773A5A9-4E8C-9C97-1145-4FBB49C5C92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 name="图片 4">
            <a:extLst>
              <a:ext uri="{FF2B5EF4-FFF2-40B4-BE49-F238E27FC236}">
                <a16:creationId xmlns:a16="http://schemas.microsoft.com/office/drawing/2014/main" id="{9D3A4964-0E37-CFDC-3E9E-6E36700E9E9A}"/>
              </a:ext>
            </a:extLst>
          </p:cNvPr>
          <p:cNvPicPr>
            <a:picLocks noChangeAspect="1"/>
          </p:cNvPicPr>
          <p:nvPr/>
        </p:nvPicPr>
        <p:blipFill>
          <a:blip r:embed="rId3"/>
          <a:stretch>
            <a:fillRect/>
          </a:stretch>
        </p:blipFill>
        <p:spPr>
          <a:xfrm>
            <a:off x="643766" y="1676400"/>
            <a:ext cx="10904467" cy="4714239"/>
          </a:xfrm>
          <a:prstGeom prst="rect">
            <a:avLst/>
          </a:prstGeom>
        </p:spPr>
      </p:pic>
    </p:spTree>
    <p:extLst>
      <p:ext uri="{BB962C8B-B14F-4D97-AF65-F5344CB8AC3E}">
        <p14:creationId xmlns:p14="http://schemas.microsoft.com/office/powerpoint/2010/main" val="954441192"/>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78DAC-B673-4353-40D8-657961795A6C}"/>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2217CF0-DCC2-44E5-5A0D-3969EA560FAC}"/>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实践案例：钻石属性数据可视化分析</a:t>
            </a:r>
          </a:p>
        </p:txBody>
      </p:sp>
      <p:sp>
        <p:nvSpPr>
          <p:cNvPr id="15" name="Rectangle 3">
            <a:extLst>
              <a:ext uri="{FF2B5EF4-FFF2-40B4-BE49-F238E27FC236}">
                <a16:creationId xmlns:a16="http://schemas.microsoft.com/office/drawing/2014/main" id="{EF0F45D7-A32A-18E1-50F7-27F83F9B1CB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2C004A51-C1AA-CF2A-A8B5-528DA9AA262B}"/>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文本框 5">
            <a:extLst>
              <a:ext uri="{FF2B5EF4-FFF2-40B4-BE49-F238E27FC236}">
                <a16:creationId xmlns:a16="http://schemas.microsoft.com/office/drawing/2014/main" id="{6DA32EFD-7084-A974-325F-A82DAEC98D7F}"/>
              </a:ext>
            </a:extLst>
          </p:cNvPr>
          <p:cNvSpPr txBox="1"/>
          <p:nvPr/>
        </p:nvSpPr>
        <p:spPr>
          <a:xfrm>
            <a:off x="166155" y="983047"/>
            <a:ext cx="11873445" cy="1688860"/>
          </a:xfrm>
          <a:prstGeom prst="rect">
            <a:avLst/>
          </a:prstGeom>
          <a:noFill/>
        </p:spPr>
        <p:txBody>
          <a:bodyPr wrap="square">
            <a:spAutoFit/>
          </a:bodyPr>
          <a:lstStyle/>
          <a:p>
            <a:pPr>
              <a:lnSpc>
                <a:spcPct val="15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本节对钻石属性数据进行可视化分析，数据来自</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Kaggle</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数据集</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Diamonds</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（钻石），该数据集包含了</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53940</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颗钻石的</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个属性。具体字段包括：克拉、切割质量、颜色、清晰度、深度占比、工作台宽度、价格、长、宽、深度。</a:t>
            </a:r>
          </a:p>
        </p:txBody>
      </p:sp>
      <p:pic>
        <p:nvPicPr>
          <p:cNvPr id="4" name="图片 3">
            <a:extLst>
              <a:ext uri="{FF2B5EF4-FFF2-40B4-BE49-F238E27FC236}">
                <a16:creationId xmlns:a16="http://schemas.microsoft.com/office/drawing/2014/main" id="{18064B73-0167-4D12-337D-05B40ACE57AC}"/>
              </a:ext>
            </a:extLst>
          </p:cNvPr>
          <p:cNvPicPr>
            <a:picLocks noChangeAspect="1"/>
          </p:cNvPicPr>
          <p:nvPr/>
        </p:nvPicPr>
        <p:blipFill>
          <a:blip r:embed="rId3"/>
          <a:stretch>
            <a:fillRect/>
          </a:stretch>
        </p:blipFill>
        <p:spPr>
          <a:xfrm>
            <a:off x="789287" y="2821993"/>
            <a:ext cx="10613426" cy="4092573"/>
          </a:xfrm>
          <a:prstGeom prst="rect">
            <a:avLst/>
          </a:prstGeom>
        </p:spPr>
      </p:pic>
    </p:spTree>
    <p:extLst>
      <p:ext uri="{BB962C8B-B14F-4D97-AF65-F5344CB8AC3E}">
        <p14:creationId xmlns:p14="http://schemas.microsoft.com/office/powerpoint/2010/main" val="3243947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7DC9D-830F-624C-17DD-7576EE4717A6}"/>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B6C7267-53D0-32F3-C99D-8BA94523D832}"/>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实践案例：钻石属性数据可视化分析</a:t>
            </a:r>
          </a:p>
        </p:txBody>
      </p:sp>
      <p:sp>
        <p:nvSpPr>
          <p:cNvPr id="15" name="Rectangle 3">
            <a:extLst>
              <a:ext uri="{FF2B5EF4-FFF2-40B4-BE49-F238E27FC236}">
                <a16:creationId xmlns:a16="http://schemas.microsoft.com/office/drawing/2014/main" id="{6B8B8B41-6F4D-567D-0DAC-706E3FCB658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10F6AF56-ED5C-0485-F2E2-33E1F71B6A1C}"/>
              </a:ext>
            </a:extLst>
          </p:cNvPr>
          <p:cNvSpPr>
            <a:spLocks noChangeArrowheads="1"/>
          </p:cNvSpPr>
          <p:nvPr/>
        </p:nvSpPr>
        <p:spPr bwMode="auto">
          <a:xfrm>
            <a:off x="12700" y="136907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文本框 5">
            <a:extLst>
              <a:ext uri="{FF2B5EF4-FFF2-40B4-BE49-F238E27FC236}">
                <a16:creationId xmlns:a16="http://schemas.microsoft.com/office/drawing/2014/main" id="{DE1B75B8-9A68-1F8D-4F2F-A68D1C2BF9DB}"/>
              </a:ext>
            </a:extLst>
          </p:cNvPr>
          <p:cNvSpPr txBox="1"/>
          <p:nvPr/>
        </p:nvSpPr>
        <p:spPr>
          <a:xfrm>
            <a:off x="175197" y="1216723"/>
            <a:ext cx="4254499" cy="5393079"/>
          </a:xfrm>
          <a:prstGeom prst="rect">
            <a:avLst/>
          </a:prstGeom>
          <a:noFill/>
        </p:spPr>
        <p:txBody>
          <a:bodyPr wrap="square">
            <a:spAutoFit/>
          </a:bodyPr>
          <a:lstStyle/>
          <a:p>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绘图。</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绘制条形图。使用</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collections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模块的</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Counter</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函数统计了不同钻石颜色的数量，然后使用</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plt.bar</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函数绘制了表示颜色数量的条形图。</a:t>
            </a:r>
          </a:p>
          <a:p>
            <a:pPr>
              <a:lnSpc>
                <a:spcPct val="15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绘制饼图。使用</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value_counts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函数统计了不同清晰度等级的钻石数量，然后使用</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plt.pie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函数绘制了表示清晰度等级分布的饼图。</a:t>
            </a:r>
          </a:p>
          <a:p>
            <a:pPr>
              <a:lnSpc>
                <a:spcPct val="15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绘制箱线图。使用</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plt.boxplot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函数绘制了钻石长度属性的箱线图。</a:t>
            </a:r>
          </a:p>
        </p:txBody>
      </p:sp>
      <p:pic>
        <p:nvPicPr>
          <p:cNvPr id="2" name="图片 1">
            <a:extLst>
              <a:ext uri="{FF2B5EF4-FFF2-40B4-BE49-F238E27FC236}">
                <a16:creationId xmlns:a16="http://schemas.microsoft.com/office/drawing/2014/main" id="{8BA9BF57-6CB7-98C0-1D3E-0CE5E2D352FB}"/>
              </a:ext>
            </a:extLst>
          </p:cNvPr>
          <p:cNvPicPr>
            <a:picLocks noChangeAspect="1"/>
          </p:cNvPicPr>
          <p:nvPr/>
        </p:nvPicPr>
        <p:blipFill>
          <a:blip r:embed="rId3"/>
          <a:stretch>
            <a:fillRect/>
          </a:stretch>
        </p:blipFill>
        <p:spPr>
          <a:xfrm>
            <a:off x="4592192" y="832961"/>
            <a:ext cx="7081647" cy="5946126"/>
          </a:xfrm>
          <a:prstGeom prst="rect">
            <a:avLst/>
          </a:prstGeom>
        </p:spPr>
      </p:pic>
    </p:spTree>
    <p:extLst>
      <p:ext uri="{BB962C8B-B14F-4D97-AF65-F5344CB8AC3E}">
        <p14:creationId xmlns:p14="http://schemas.microsoft.com/office/powerpoint/2010/main" val="5140397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63F52-6615-3758-AC01-F34A6195D0F1}"/>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451E3A6C-B6B6-C265-EEC7-123A4D6E7725}"/>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实践案例：钻石属性数据可视化分析</a:t>
            </a:r>
          </a:p>
        </p:txBody>
      </p:sp>
      <p:sp>
        <p:nvSpPr>
          <p:cNvPr id="15" name="Rectangle 3">
            <a:extLst>
              <a:ext uri="{FF2B5EF4-FFF2-40B4-BE49-F238E27FC236}">
                <a16:creationId xmlns:a16="http://schemas.microsoft.com/office/drawing/2014/main" id="{CA764825-C5E8-EDD3-2AB2-6A1187FF8D2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A943A3E2-C631-8C3A-3C43-CC336BB62E6F}"/>
              </a:ext>
            </a:extLst>
          </p:cNvPr>
          <p:cNvSpPr>
            <a:spLocks noChangeArrowheads="1"/>
          </p:cNvSpPr>
          <p:nvPr/>
        </p:nvSpPr>
        <p:spPr bwMode="auto">
          <a:xfrm>
            <a:off x="12700" y="136907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文本框 5">
            <a:extLst>
              <a:ext uri="{FF2B5EF4-FFF2-40B4-BE49-F238E27FC236}">
                <a16:creationId xmlns:a16="http://schemas.microsoft.com/office/drawing/2014/main" id="{46DCECCE-4A0E-79FC-535C-14D19DAA6F56}"/>
              </a:ext>
            </a:extLst>
          </p:cNvPr>
          <p:cNvSpPr txBox="1"/>
          <p:nvPr/>
        </p:nvSpPr>
        <p:spPr>
          <a:xfrm>
            <a:off x="281940" y="1369077"/>
            <a:ext cx="4975860" cy="4931415"/>
          </a:xfrm>
          <a:prstGeom prst="rect">
            <a:avLst/>
          </a:prstGeom>
          <a:noFill/>
        </p:spPr>
        <p:txBody>
          <a:bodyPr wrap="square">
            <a:spAutoFit/>
          </a:bodyPr>
          <a:lstStyle/>
          <a:p>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绘图。</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绘制直方图。使用</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plt.hist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函数绘制了钻石价格属性的频数分布直方图。</a:t>
            </a:r>
          </a:p>
          <a:p>
            <a:pPr>
              <a:lnSpc>
                <a:spcPct val="15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绘制折线图。与饼图类似，首先使用</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value_counts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函数统计了各切割质量等级的钻石数量，然后使用</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plt.plot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函数绘制对应的折线图。</a:t>
            </a:r>
          </a:p>
          <a:p>
            <a:pPr>
              <a:lnSpc>
                <a:spcPct val="15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绘制散点图。首先提取切割质量为“好”的钻石数据，然后使用</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plt.scatter</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函数绘制刻画钻石克拉与价格关系的散点图。</a:t>
            </a:r>
          </a:p>
        </p:txBody>
      </p:sp>
      <p:pic>
        <p:nvPicPr>
          <p:cNvPr id="4" name="图片 3">
            <a:extLst>
              <a:ext uri="{FF2B5EF4-FFF2-40B4-BE49-F238E27FC236}">
                <a16:creationId xmlns:a16="http://schemas.microsoft.com/office/drawing/2014/main" id="{A8437533-BEDA-2447-B32F-E531A6439CDF}"/>
              </a:ext>
            </a:extLst>
          </p:cNvPr>
          <p:cNvPicPr>
            <a:picLocks noChangeAspect="1"/>
          </p:cNvPicPr>
          <p:nvPr/>
        </p:nvPicPr>
        <p:blipFill>
          <a:blip r:embed="rId3"/>
          <a:stretch>
            <a:fillRect/>
          </a:stretch>
        </p:blipFill>
        <p:spPr>
          <a:xfrm>
            <a:off x="5527040" y="920585"/>
            <a:ext cx="5862319" cy="6018166"/>
          </a:xfrm>
          <a:prstGeom prst="rect">
            <a:avLst/>
          </a:prstGeom>
        </p:spPr>
      </p:pic>
    </p:spTree>
    <p:extLst>
      <p:ext uri="{BB962C8B-B14F-4D97-AF65-F5344CB8AC3E}">
        <p14:creationId xmlns:p14="http://schemas.microsoft.com/office/powerpoint/2010/main" val="1184889052"/>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F52B3-1794-ED10-FF7A-308472B42C76}"/>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269B7D8D-2F78-6B0D-AB1E-7467AD29B7EC}"/>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实践案例：钻石属性数据可视化分析</a:t>
            </a:r>
          </a:p>
        </p:txBody>
      </p:sp>
      <p:sp>
        <p:nvSpPr>
          <p:cNvPr id="15" name="Rectangle 3">
            <a:extLst>
              <a:ext uri="{FF2B5EF4-FFF2-40B4-BE49-F238E27FC236}">
                <a16:creationId xmlns:a16="http://schemas.microsoft.com/office/drawing/2014/main" id="{F8B87B86-6446-995A-1B36-6AB9B060E49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B69DAF80-43D4-0CD6-1866-22EA2FF8D360}"/>
              </a:ext>
            </a:extLst>
          </p:cNvPr>
          <p:cNvSpPr>
            <a:spLocks noChangeArrowheads="1"/>
          </p:cNvSpPr>
          <p:nvPr/>
        </p:nvSpPr>
        <p:spPr bwMode="auto">
          <a:xfrm>
            <a:off x="12700" y="136907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文本框 5">
            <a:extLst>
              <a:ext uri="{FF2B5EF4-FFF2-40B4-BE49-F238E27FC236}">
                <a16:creationId xmlns:a16="http://schemas.microsoft.com/office/drawing/2014/main" id="{C4ADC2E6-A588-5284-47A6-CA44ABA2B393}"/>
              </a:ext>
            </a:extLst>
          </p:cNvPr>
          <p:cNvSpPr txBox="1"/>
          <p:nvPr/>
        </p:nvSpPr>
        <p:spPr>
          <a:xfrm>
            <a:off x="281940" y="1369077"/>
            <a:ext cx="4975860" cy="461665"/>
          </a:xfrm>
          <a:prstGeom prst="rect">
            <a:avLst/>
          </a:prstGeom>
          <a:noFill/>
        </p:spPr>
        <p:txBody>
          <a:bodyPr wrap="square">
            <a:spAutoFit/>
          </a:bodyPr>
          <a:lstStyle/>
          <a:p>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输出结果。</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 name="图形 12">
            <a:extLst>
              <a:ext uri="{FF2B5EF4-FFF2-40B4-BE49-F238E27FC236}">
                <a16:creationId xmlns:a16="http://schemas.microsoft.com/office/drawing/2014/main" id="{58ACB9DD-AC6D-2E02-159B-E2A5C57EA2A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17011" y="1051559"/>
            <a:ext cx="8496300" cy="5664200"/>
          </a:xfrm>
          <a:prstGeom prst="rect">
            <a:avLst/>
          </a:prstGeom>
        </p:spPr>
      </p:pic>
    </p:spTree>
    <p:extLst>
      <p:ext uri="{BB962C8B-B14F-4D97-AF65-F5344CB8AC3E}">
        <p14:creationId xmlns:p14="http://schemas.microsoft.com/office/powerpoint/2010/main" val="4129563814"/>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1035ED6-ED79-6653-E473-3F5FCA3CC077}"/>
              </a:ext>
            </a:extLst>
          </p:cNvPr>
          <p:cNvSpPr txBox="1">
            <a:spLocks/>
          </p:cNvSpPr>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6235327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057fef28-e1f3-418f-8f7b-57f60670b37e"/>
  <p:tag name="COMMONDATA" val="eyJoZGlkIjoiNGZlODdkOGY2N2FkZjEzZjVmYjI5NGY1MTQ2NGRhNj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7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2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uant0k">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9">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8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9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6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1-绿主题">
    <a:dk1>
      <a:sysClr val="windowText" lastClr="000000"/>
    </a:dk1>
    <a:lt1>
      <a:sysClr val="window" lastClr="FFFFFF"/>
    </a:lt1>
    <a:dk2>
      <a:srgbClr val="000000"/>
    </a:dk2>
    <a:lt2>
      <a:srgbClr val="FFFFFF"/>
    </a:lt2>
    <a:accent1>
      <a:srgbClr val="00261C"/>
    </a:accent1>
    <a:accent2>
      <a:srgbClr val="044D29"/>
    </a:accent2>
    <a:accent3>
      <a:srgbClr val="168039"/>
    </a:accent3>
    <a:accent4>
      <a:srgbClr val="45BF55"/>
    </a:accent4>
    <a:accent5>
      <a:srgbClr val="96ED89"/>
    </a:accent5>
    <a:accent6>
      <a:srgbClr val="7F7F7F"/>
    </a:accent6>
    <a:hlink>
      <a:srgbClr val="0563C1"/>
    </a:hlink>
    <a:folHlink>
      <a:srgbClr val="954F72"/>
    </a:folHlink>
  </a:clrScheme>
  <a:fontScheme name="自定义 2">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87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B3E28D3-CC25-4935-9535-3CA44F295BD0}">
  <we:reference id="wa200005669" version="2.0.0.0" store="en-US" storeType="OMEX"/>
  <we:alternateReferences>
    <we:reference id="WA200005669"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5113</TotalTime>
  <Words>581</Words>
  <Application>Microsoft Office PowerPoint</Application>
  <PresentationFormat>宽屏</PresentationFormat>
  <Paragraphs>55</Paragraphs>
  <Slides>14</Slides>
  <Notes>14</Notes>
  <HiddenSlides>0</HiddenSlides>
  <MMClips>0</MMClips>
  <ScaleCrop>false</ScaleCrop>
  <HeadingPairs>
    <vt:vector size="8" baseType="variant">
      <vt:variant>
        <vt:lpstr>已用的字体</vt:lpstr>
      </vt:variant>
      <vt:variant>
        <vt:i4>11</vt:i4>
      </vt:variant>
      <vt:variant>
        <vt:lpstr>主题</vt:lpstr>
      </vt:variant>
      <vt:variant>
        <vt:i4>12</vt:i4>
      </vt:variant>
      <vt:variant>
        <vt:lpstr>嵌入 OLE 服务器</vt:lpstr>
      </vt:variant>
      <vt:variant>
        <vt:i4>1</vt:i4>
      </vt:variant>
      <vt:variant>
        <vt:lpstr>幻灯片标题</vt:lpstr>
      </vt:variant>
      <vt:variant>
        <vt:i4>14</vt:i4>
      </vt:variant>
    </vt:vector>
  </HeadingPairs>
  <TitlesOfParts>
    <vt:vector size="38" baseType="lpstr">
      <vt:lpstr>等线</vt:lpstr>
      <vt:lpstr>华光综艺_CNKI</vt:lpstr>
      <vt:lpstr>楷体</vt:lpstr>
      <vt:lpstr>思源黑体</vt:lpstr>
      <vt:lpstr>思源黑体 CN Bold</vt:lpstr>
      <vt:lpstr>宋体</vt:lpstr>
      <vt:lpstr>微软雅黑</vt:lpstr>
      <vt:lpstr>Arial</vt:lpstr>
      <vt:lpstr>Calibri</vt:lpstr>
      <vt:lpstr>Times New Roman</vt:lpstr>
      <vt:lpstr>Wingdings</vt:lpstr>
      <vt:lpstr>Office 主题​​</vt:lpstr>
      <vt:lpstr>10_自定义设计方案</vt:lpstr>
      <vt:lpstr>17_自定义设计方案</vt:lpstr>
      <vt:lpstr>21_自定义设计方案</vt:lpstr>
      <vt:lpstr>11_自定义设计方案</vt:lpstr>
      <vt:lpstr>2_默认设计模板</vt:lpstr>
      <vt:lpstr>1_默认设计模板</vt:lpstr>
      <vt:lpstr>7_自定义设计方案</vt:lpstr>
      <vt:lpstr>18_自定义设计方案</vt:lpstr>
      <vt:lpstr>12_自定义设计方案</vt:lpstr>
      <vt:lpstr>19_自定义设计方案</vt:lpstr>
      <vt:lpstr>16_自定义设计方案</vt:lpstr>
      <vt:lpstr>Photo Editor 照片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大数据分析-模版-吕欣.pptx</dc:title>
  <dc:creator>吕欣</dc:creator>
  <cp:lastModifiedBy>Mengxin Ou</cp:lastModifiedBy>
  <cp:revision>2901</cp:revision>
  <dcterms:created xsi:type="dcterms:W3CDTF">2022-05-23T09:13:00Z</dcterms:created>
  <dcterms:modified xsi:type="dcterms:W3CDTF">2025-04-17T17:22:58Z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03DF3E81453D43789918EC1D3CAC176D_12</vt:lpwstr>
  </property>
  <property fmtid="{D5CDD505-2E9C-101B-9397-08002B2CF9AE}" pid="3" name="KSOProductBuildVer">
    <vt:lpwstr>2052-11.1.0.14309</vt:lpwstr>
  </property>
</Properties>
</file>