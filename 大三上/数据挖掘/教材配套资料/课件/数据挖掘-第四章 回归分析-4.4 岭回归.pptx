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3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4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theme/theme5.xml" ContentType="application/vnd.openxmlformats-officedocument.theme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theme/theme6.xml" ContentType="application/vnd.openxmlformats-officedocument.theme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theme/theme7.xml" ContentType="application/vnd.openxmlformats-officedocument.theme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theme/theme8.xml" ContentType="application/vnd.openxmlformats-officedocument.theme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theme/theme9.xml" ContentType="application/vnd.openxmlformats-officedocument.theme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theme/theme10.xml" ContentType="application/vnd.openxmlformats-officedocument.theme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theme/theme11.xml" ContentType="application/vnd.openxmlformats-officedocument.theme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6">
  <p:sldMasterIdLst>
    <p:sldMasterId id="2147483648" r:id="rId1"/>
    <p:sldMasterId id="2147484409" r:id="rId2"/>
    <p:sldMasterId id="2147484466" r:id="rId3"/>
    <p:sldMasterId id="2147484493" r:id="rId4"/>
    <p:sldMasterId id="2147484519" r:id="rId5"/>
    <p:sldMasterId id="2147484635" r:id="rId6"/>
    <p:sldMasterId id="2147484651" r:id="rId7"/>
    <p:sldMasterId id="2147484950" r:id="rId8"/>
    <p:sldMasterId id="2147484968" r:id="rId9"/>
    <p:sldMasterId id="2147484995" r:id="rId10"/>
    <p:sldMasterId id="2147485044" r:id="rId11"/>
    <p:sldMasterId id="2147485105" r:id="rId12"/>
  </p:sldMasterIdLst>
  <p:notesMasterIdLst>
    <p:notesMasterId r:id="rId26"/>
  </p:notesMasterIdLst>
  <p:handoutMasterIdLst>
    <p:handoutMasterId r:id="rId27"/>
  </p:handoutMasterIdLst>
  <p:sldIdLst>
    <p:sldId id="15638" r:id="rId13"/>
    <p:sldId id="15733" r:id="rId14"/>
    <p:sldId id="15734" r:id="rId15"/>
    <p:sldId id="15776" r:id="rId16"/>
    <p:sldId id="15735" r:id="rId17"/>
    <p:sldId id="15736" r:id="rId18"/>
    <p:sldId id="15777" r:id="rId19"/>
    <p:sldId id="15737" r:id="rId20"/>
    <p:sldId id="15739" r:id="rId21"/>
    <p:sldId id="15740" r:id="rId22"/>
    <p:sldId id="15741" r:id="rId23"/>
    <p:sldId id="15742" r:id="rId24"/>
    <p:sldId id="15502" r:id="rId25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第一节" id="{B76A38E9-E72E-4BCB-B362-B21FAC086E6B}">
          <p14:sldIdLst>
            <p14:sldId id="15638"/>
            <p14:sldId id="15733"/>
            <p14:sldId id="15734"/>
            <p14:sldId id="15776"/>
            <p14:sldId id="15735"/>
            <p14:sldId id="15736"/>
            <p14:sldId id="15777"/>
            <p14:sldId id="15737"/>
            <p14:sldId id="15739"/>
            <p14:sldId id="15740"/>
            <p14:sldId id="15741"/>
            <p14:sldId id="15742"/>
          </p14:sldIdLst>
        </p14:section>
        <p14:section name="第三节" id="{D73DEBA0-8DA1-425E-BF8D-3499E83F0652}">
          <p14:sldIdLst>
            <p14:sldId id="15502"/>
          </p14:sldIdLst>
        </p14:section>
      </p14:sectionLst>
    </p:ext>
    <p:ext uri="{EFAFB233-063F-42B5-8137-9DF3F51BA10A}">
      <p15:sldGuideLst xmlns:p15="http://schemas.microsoft.com/office/powerpoint/2012/main">
        <p15:guide id="4" pos="2280" userDrawn="1">
          <p15:clr>
            <a:srgbClr val="A4A3A4"/>
          </p15:clr>
        </p15:guide>
        <p15:guide id="5" orient="horz" pos="290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08BD5"/>
    <a:srgbClr val="E77500"/>
    <a:srgbClr val="0066FF"/>
    <a:srgbClr val="033BA7"/>
    <a:srgbClr val="FFFFFF"/>
    <a:srgbClr val="FD5C0C"/>
    <a:srgbClr val="7EA4EE"/>
    <a:srgbClr val="00FF00"/>
    <a:srgbClr val="F6F9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242" autoAdjust="0"/>
    <p:restoredTop sz="78121" autoAdjust="0"/>
  </p:normalViewPr>
  <p:slideViewPr>
    <p:cSldViewPr snapToGrid="0">
      <p:cViewPr varScale="1">
        <p:scale>
          <a:sx n="79" d="100"/>
          <a:sy n="79" d="100"/>
        </p:scale>
        <p:origin x="91" y="394"/>
      </p:cViewPr>
      <p:guideLst>
        <p:guide pos="2280"/>
        <p:guide orient="horz" pos="29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2428" y="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9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2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tags" Target="tags/tag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5682E4-1D3E-4E21-8E57-F0A36E8AFBBC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C971F6-C60D-4682-BD97-627ABF3553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B80EC0-271A-47A3-B94A-5AACB63D0D64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6F833C-0931-4030-8352-AFD9186768B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6F833C-0931-4030-8352-AFD9186768B5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FA851-66B1-90F3-3262-67C697AC3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D50B59A-A1C8-F87C-D531-5FBBA53820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FC3B7E0-5F53-7825-1C7D-74DEFBEC70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EB3CD6-9775-D564-0E51-A659193837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09675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53691-2B44-E9DE-FEDC-79BE266E2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47EC331-B442-D4C5-3C0E-C12405EFE6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080F3E3-BDF3-9F73-0592-90F1892D2B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345351-3317-FD11-E0AB-435234B9B6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78439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9BC7C-3EDD-FA0E-4249-EB558BF6F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D335753-DC46-473E-D1FC-F2B5DADE26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C2E4643-40DD-54D5-86A1-A18045BBA9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9FCB40-8156-3084-7A99-2F14F25FB8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56236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C4875-010E-3C11-0C69-00812B1C4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BF533B5-5FCC-77BB-C648-9B188EAC3D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582DD34-7899-ABA3-3197-8814868C7F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本节使用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Scikit-learn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库中的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load_diabetes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函数加载糖尿病数据集绘制岭迹图示例，见图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4‑4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。该数据集包含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442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名患者的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10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个生理特征和一个反映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1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年后疾病进展情况的定量测量值。其中，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10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个生理特征具体为：年龄（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age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）、性别（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sex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）、体质指数（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body mass index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）、血压（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blood pressure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）、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S1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：血清总胆固醇（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serum total cholesterol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）、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S2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：低密度脂蛋白胆固醇（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LDL cholesterol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）、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S3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：高密度脂蛋白胆固醇（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HDL cholesterol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）、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S4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：血清甘油三酯（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serum triglycerides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）、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S5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：血清胰岛素（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serum insulin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）、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S6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：血清尿酸（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serum uric acid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）；因变量为血糖的定量测量值。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800" u="sng" kern="100" dirty="0">
              <a:effectLst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观察图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4‑4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，岭迹曲线在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=0.1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左右趋于稳定，即可选择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</a:rPr>
              <a:t>=0.1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建立岭回归模型。</a:t>
            </a: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B4B44E-8966-DB89-D720-964F10C624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42398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FB2E0-F29F-56B2-96F8-1A3FE77CC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FF43354-C12F-401A-A282-832C9FE38B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5113877-B506-20FD-3E75-87D93203DF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B3F22F-B654-C104-1DC0-551D6BD449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69059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AFB0B-B097-6420-C424-EBE835DAB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73F938A-3B95-0A31-D92A-19A6ADFFA0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36C8E0-98D2-A390-9886-D377CA27FA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B27D5F-7E1D-E429-E5C1-673DCE86F6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3272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79CBC-612C-B9E8-1E98-1ACA58842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60D94DC-DD21-6575-0D3F-989C29E348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53CE6A3-A01D-D1B7-616D-5467C73482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31BC43-4E11-71EA-09BC-8CE96A90F1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91661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C2A04-6637-AC43-02E3-09E834704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071CCC3-5742-1291-863E-239A5D368A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EE5338E-258B-A6D6-C739-8C3EC17CAE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F8C572-5596-1463-BAEB-AAB34A6296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70978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4020A-D008-0186-F08A-07DE98D90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6E6E7B1-A045-2D7D-1391-2999AD5C81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BA8E018-5729-72B8-0744-82FDEF686D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4F8605-4677-CAE6-7AEE-DDA5E216D7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47141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D1A75-51C5-2703-8EFB-B5152BBCE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ECB796D-2ED0-0221-8A79-1ED0089751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4B39CB0-A0CA-0359-1C69-4A73A126D6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BD6886-AA43-C500-5F09-B0F7C86874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65338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0025B-1C2E-DDFB-E5D9-CE29356EF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F4B959E-5139-65F3-B6BE-196BCF4F54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8DF5AEE-25F7-5212-246A-7DEDA4E6D8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74FB49-C561-91A1-0D13-348A6CDA5C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83023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2409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6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6.xml"/><Relationship Id="rId4" Type="http://schemas.microsoft.com/office/2007/relationships/hdphoto" Target="../media/hdphoto1.wdp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6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6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6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6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7.xml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7.xml"/><Relationship Id="rId4" Type="http://schemas.microsoft.com/office/2007/relationships/hdphoto" Target="../media/hdphoto1.wdp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7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7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7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7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24.png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24.png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9.xml"/></Relationships>
</file>

<file path=ppt/slideLayouts/_rels/slideLayout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9.xml"/></Relationships>
</file>

<file path=ppt/slideLayouts/_rels/slideLayout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9.xml"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9.xml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9.xml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9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9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24.png"/></Relationships>
</file>

<file path=ppt/slideLayouts/_rels/slideLayout20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24.png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1.xml"/></Relationships>
</file>

<file path=ppt/slideLayouts/_rels/slideLayout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1.xml"/></Relationships>
</file>

<file path=ppt/slideLayouts/_rels/slideLayout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1.xml"/></Relationships>
</file>

<file path=ppt/slideLayouts/_rels/slideLayout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1.xml"/></Relationships>
</file>

<file path=ppt/slideLayouts/_rels/slideLayout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1.xml"/></Relationships>
</file>

<file path=ppt/slideLayouts/_rels/slideLayout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1.xml"/></Relationships>
</file>

<file path=ppt/slideLayouts/_rels/slideLayout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1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2.xml"/></Relationships>
</file>

<file path=ppt/slideLayouts/_rels/slideLayout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2.xml"/></Relationships>
</file>

<file path=ppt/slideLayouts/_rels/slideLayout2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2.xml"/></Relationships>
</file>

<file path=ppt/slideLayouts/_rels/slideLayout2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2.xml"/></Relationships>
</file>

<file path=ppt/slideLayouts/_rels/slideLayout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2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主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 bwMode="auto">
          <a:xfrm>
            <a:off x="0" y="1771650"/>
            <a:ext cx="12192000" cy="1261491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50000">
                <a:schemeClr val="accent5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algn="ctr">
              <a:spcBef>
                <a:spcPct val="50000"/>
              </a:spcBef>
            </a:pP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2394901"/>
            <a:ext cx="12192000" cy="3796496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928495"/>
            <a:endParaRPr lang="zh-CN" altLang="en-US" sz="1400" dirty="0"/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0" y="2291460"/>
            <a:ext cx="12192000" cy="4004169"/>
            <a:chOff x="1960583" y="2188019"/>
            <a:chExt cx="9297266" cy="4004169"/>
          </a:xfrm>
        </p:grpSpPr>
        <p:pic>
          <p:nvPicPr>
            <p:cNvPr id="23" name="图片 22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rot="10800000" flipH="1">
              <a:off x="1960583" y="6087956"/>
              <a:ext cx="9297266" cy="104232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flipH="1">
              <a:off x="1960583" y="2188019"/>
              <a:ext cx="9297266" cy="104232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508FBC-A264-6F1A-7977-DAFCBAF387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5"/>
          <a:stretch/>
        </p:blipFill>
        <p:spPr>
          <a:xfrm>
            <a:off x="916640" y="227763"/>
            <a:ext cx="11161059" cy="603504"/>
          </a:xfrm>
          <a:prstGeom prst="rect">
            <a:avLst/>
          </a:prstGeom>
        </p:spPr>
      </p:pic>
      <p:pic>
        <p:nvPicPr>
          <p:cNvPr id="3" name="Picture 2" descr="A logo with dots and lines&#10;&#10;Description automatically generated">
            <a:extLst>
              <a:ext uri="{FF2B5EF4-FFF2-40B4-BE49-F238E27FC236}">
                <a16:creationId xmlns:a16="http://schemas.microsoft.com/office/drawing/2014/main" id="{5467157C-6AAC-7C52-2017-1FE36A3D10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8" r="8389" b="36069"/>
          <a:stretch/>
        </p:blipFill>
        <p:spPr>
          <a:xfrm>
            <a:off x="11249224" y="166730"/>
            <a:ext cx="828475" cy="72557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71D0F9-5031-B629-E802-6AEAF0F1C6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53"/>
          <a:stretch/>
        </p:blipFill>
        <p:spPr>
          <a:xfrm>
            <a:off x="0" y="0"/>
            <a:ext cx="12192000" cy="101499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3F803D8-0039-D24A-E8C1-26F5161CAA45}"/>
              </a:ext>
            </a:extLst>
          </p:cNvPr>
          <p:cNvSpPr/>
          <p:nvPr userDrawn="1"/>
        </p:nvSpPr>
        <p:spPr>
          <a:xfrm>
            <a:off x="5982657" y="0"/>
            <a:ext cx="202179" cy="1014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899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7483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二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二、主要工作</a:t>
            </a:r>
          </a:p>
        </p:txBody>
      </p:sp>
      <p:sp>
        <p:nvSpPr>
          <p:cNvPr id="2" name="矩形 26">
            <a:extLst>
              <a:ext uri="{FF2B5EF4-FFF2-40B4-BE49-F238E27FC236}">
                <a16:creationId xmlns:a16="http://schemas.microsoft.com/office/drawing/2014/main" id="{09687F67-AA25-9614-8E73-69B387358195}"/>
              </a:ext>
            </a:extLst>
          </p:cNvPr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三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三、总结展望</a:t>
            </a:r>
          </a:p>
        </p:txBody>
      </p:sp>
      <p:sp>
        <p:nvSpPr>
          <p:cNvPr id="2" name="矩形 26">
            <a:extLst>
              <a:ext uri="{FF2B5EF4-FFF2-40B4-BE49-F238E27FC236}">
                <a16:creationId xmlns:a16="http://schemas.microsoft.com/office/drawing/2014/main" id="{237FF217-6AE0-9A66-FE88-108698555006}"/>
              </a:ext>
            </a:extLst>
          </p:cNvPr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1531166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结束语</a:t>
            </a:r>
          </a:p>
        </p:txBody>
      </p:sp>
      <p:sp>
        <p:nvSpPr>
          <p:cNvPr id="2" name="矩形 26">
            <a:extLst>
              <a:ext uri="{FF2B5EF4-FFF2-40B4-BE49-F238E27FC236}">
                <a16:creationId xmlns:a16="http://schemas.microsoft.com/office/drawing/2014/main" id="{E96EBE77-5145-3DED-C2A2-D3DD459293CF}"/>
              </a:ext>
            </a:extLst>
          </p:cNvPr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纯背景带校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4" y="202985"/>
            <a:ext cx="10036507" cy="422454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8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7017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9235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743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7618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3528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8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19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9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4" y="4863384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4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5812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8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19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9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4" y="4863384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4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5071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8" y="1316727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8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1840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9AAD130C-ED07-484A-9AB4-E1251588E4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58164" y="124413"/>
            <a:ext cx="322937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en-US" sz="2000" b="1" kern="120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cs typeface="Times New Roman" panose="02020603050405020304" pitchFamily="18" charset="0"/>
              </a:defRPr>
            </a:lvl1pPr>
          </a:lstStyle>
          <a:p>
            <a:pPr marL="0" lvl="0" algn="r" defTabSz="914400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7A302F4-29FB-4385-966A-B8B23A0BA4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72871" y="83597"/>
            <a:ext cx="311943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4273" tIns="32136" rIns="64273" bIns="32136">
            <a:spAutoFit/>
          </a:bodyPr>
          <a:lstStyle>
            <a:lvl1pPr marL="0" indent="0" algn="l">
              <a:buFontTx/>
              <a:buNone/>
              <a:defRPr lang="en-US" sz="2400" b="1" kern="1200" smtClean="0">
                <a:solidFill>
                  <a:srgbClr val="FFFFFF"/>
                </a:solidFill>
                <a:latin typeface="+mn-ea"/>
                <a:cs typeface="Times New Roman" panose="02020603050405020304" pitchFamily="18" charset="0"/>
              </a:defRPr>
            </a:lvl1pPr>
            <a:lvl2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>
              <a:defRPr lang="en-US" sz="2600" kern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lvl="0" defTabSz="1300480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8216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3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257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3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1" y="124413"/>
            <a:ext cx="50449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457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3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4" y="124413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807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26843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3334619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3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643333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3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3588084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3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4207485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1838632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3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3369776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4565" y="124410"/>
            <a:ext cx="4519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0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3760490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480203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3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1495772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657071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803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CFAC3-5A54-4C24-B1C2-7ACDC1C03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3F0A2-8D54-42B6-A1EF-0C2F8892D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6CA9A-ECD6-464E-B3EA-9096A8DA1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74627-CDE5-4A8F-897B-5EFB05EA8145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DF2BC-1743-4566-BE9E-A92FD07F2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5D4BB-D5EC-458E-BA84-2D7C1FB2B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6834-A87A-4DEE-945A-772F6B935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325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5" y="202986"/>
            <a:ext cx="10036507" cy="422455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9863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1660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247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7241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31222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1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7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1608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1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7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7289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8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9220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9AAD130C-ED07-484A-9AB4-E1251588E4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58164" y="124413"/>
            <a:ext cx="322937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en-US" sz="2000" b="1" kern="120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cs typeface="Times New Roman" panose="02020603050405020304" pitchFamily="18" charset="0"/>
              </a:defRPr>
            </a:lvl1pPr>
          </a:lstStyle>
          <a:p>
            <a:pPr marL="0" lvl="0" algn="r" defTabSz="914377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7A302F4-29FB-4385-966A-B8B23A0BA4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72872" y="83597"/>
            <a:ext cx="311943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4273" tIns="32136" rIns="64273" bIns="32136">
            <a:spAutoFit/>
          </a:bodyPr>
          <a:lstStyle>
            <a:lvl1pPr marL="0" indent="0" algn="l">
              <a:buFontTx/>
              <a:buNone/>
              <a:defRPr lang="en-US" sz="2400" b="1" kern="1200" smtClean="0">
                <a:solidFill>
                  <a:srgbClr val="FFFFFF"/>
                </a:solidFill>
                <a:latin typeface="+mn-ea"/>
                <a:cs typeface="Times New Roman" panose="02020603050405020304" pitchFamily="18" charset="0"/>
              </a:defRPr>
            </a:lvl1pPr>
            <a:lvl2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>
              <a:defRPr lang="en-US" sz="2600" kern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lvl="0" defTabSz="1300447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7616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787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3" y="124413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960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6" y="124413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496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342809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167902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3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1502986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3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676059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643217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355559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2950847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7132" y="124409"/>
            <a:ext cx="4516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1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453083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354756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113326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3257550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2114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CFAC3-5A54-4C24-B1C2-7ACDC1C03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3F0A2-8D54-42B6-A1EF-0C2F8892D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6CA9A-ECD6-464E-B3EA-9096A8DA1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74627-CDE5-4A8F-897B-5EFB05EA8145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DF2BC-1743-4566-BE9E-A92FD07F2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5D4BB-D5EC-458E-BA84-2D7C1FB2B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6834-A87A-4DEE-945A-772F6B935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942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6714000"/>
            <a:ext cx="12192000" cy="144000"/>
          </a:xfrm>
          <a:prstGeom prst="rect">
            <a:avLst/>
          </a:prstGeom>
          <a:solidFill>
            <a:srgbClr val="2B5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zh-CN" altLang="en-US" sz="1351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2192000" cy="864000"/>
          </a:xfrm>
          <a:prstGeom prst="rect">
            <a:avLst/>
          </a:prstGeom>
          <a:solidFill>
            <a:srgbClr val="2B5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zh-CN" altLang="en-US" sz="1351">
              <a:solidFill>
                <a:prstClr val="white"/>
              </a:solidFill>
            </a:endParaRPr>
          </a:p>
        </p:txBody>
      </p:sp>
      <p:sp>
        <p:nvSpPr>
          <p:cNvPr id="4" name="文本框 3"/>
          <p:cNvSpPr txBox="1">
            <a:spLocks noChangeArrowheads="1"/>
          </p:cNvSpPr>
          <p:nvPr userDrawn="1"/>
        </p:nvSpPr>
        <p:spPr bwMode="auto">
          <a:xfrm>
            <a:off x="0" y="137411"/>
            <a:ext cx="12192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  研究成果与主要创新</a:t>
            </a:r>
            <a:endParaRPr lang="zh-CN" altLang="en-US" sz="3600" b="1" spc="300" dirty="0">
              <a:solidFill>
                <a:schemeClr val="accent4">
                  <a:lumMod val="40000"/>
                  <a:lumOff val="6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7"/>
          <p:cNvSpPr/>
          <p:nvPr userDrawn="1"/>
        </p:nvSpPr>
        <p:spPr>
          <a:xfrm>
            <a:off x="0" y="6713999"/>
            <a:ext cx="12192000" cy="144000"/>
          </a:xfrm>
          <a:prstGeom prst="rect">
            <a:avLst/>
          </a:prstGeom>
          <a:solidFill>
            <a:srgbClr val="2B5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zh-CN" altLang="en-US" sz="1351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9905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5" y="202986"/>
            <a:ext cx="10036507" cy="422455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5" tIns="45717" rIns="91435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2" y="87767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71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1879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17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7088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2286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9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3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297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6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9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9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4254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9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3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297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6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9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9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3595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8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5" tIns="45717" rIns="91435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440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647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570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3" y="124415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110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7" y="124415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85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393110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2965815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5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499919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5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598476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460970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194409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1792415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7132" y="124411"/>
            <a:ext cx="4516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1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75473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2857828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3999054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2654063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775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564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4" y="202986"/>
            <a:ext cx="10036507" cy="422454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4" tIns="45717" rIns="91434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8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0" y="87766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55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4059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512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4662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27170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2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20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2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5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2353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2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20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2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5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0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7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4" tIns="45717" rIns="91434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8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7277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942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635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1" y="124414"/>
            <a:ext cx="50449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935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5" y="124414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658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731682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3997330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4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698974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4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946501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856367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2208879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1915876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4565" y="124411"/>
            <a:ext cx="4519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0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512071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4037663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3835037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108626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6696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048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1967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 bwMode="auto">
          <a:xfrm flipV="1">
            <a:off x="0" y="3648210"/>
            <a:ext cx="12192000" cy="45719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9000">
                <a:srgbClr val="FFFFFF"/>
              </a:gs>
              <a:gs pos="29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3658257"/>
          </a:xfrm>
          <a:prstGeom prst="rect">
            <a:avLst/>
          </a:prstGeom>
        </p:spPr>
      </p:pic>
      <p:sp>
        <p:nvSpPr>
          <p:cNvPr id="15" name="Rectangle: Rounded Corners 19"/>
          <p:cNvSpPr/>
          <p:nvPr userDrawn="1"/>
        </p:nvSpPr>
        <p:spPr>
          <a:xfrm>
            <a:off x="4003118" y="5517233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系统工程学院装备管理工程系</a:t>
            </a:r>
          </a:p>
        </p:txBody>
      </p:sp>
      <p:sp>
        <p:nvSpPr>
          <p:cNvPr id="16" name="TextBox 9"/>
          <p:cNvSpPr txBox="1"/>
          <p:nvPr userDrawn="1"/>
        </p:nvSpPr>
        <p:spPr>
          <a:xfrm>
            <a:off x="216536" y="546389"/>
            <a:ext cx="7172129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1" i="0" u="none" strike="noStrike" kern="1200" cap="none" spc="300" normalizeH="0" baseline="0" noProof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rgbClr val="1967A5">
                        <a:shade val="30000"/>
                        <a:satMod val="115000"/>
                      </a:srgbClr>
                    </a:gs>
                    <a:gs pos="50000">
                      <a:srgbClr val="1967A5">
                        <a:shade val="67500"/>
                        <a:satMod val="115000"/>
                      </a:srgbClr>
                    </a:gs>
                    <a:gs pos="100000">
                      <a:srgbClr val="1967A5">
                        <a:shade val="100000"/>
                        <a:satMod val="115000"/>
                      </a:srgbClr>
                    </a:gs>
                  </a:gsLst>
                  <a:lin ang="13500000" scaled="1"/>
                  <a:tileRect/>
                </a:gradFill>
                <a:effectLst>
                  <a:glow rad="38100">
                    <a:prstClr val="white">
                      <a:alpha val="82000"/>
                    </a:prstClr>
                  </a:glow>
                </a:effectLst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Liberation Sans" panose="020B0604020202020204" pitchFamily="34" charset="0"/>
                <a:sym typeface="Times New Roman" panose="02020603050405020304" pitchFamily="18" charset="0"/>
              </a:rPr>
              <a:t>应用统计学</a:t>
            </a:r>
            <a:endParaRPr kumimoji="0" lang="zh-CN" altLang="en-US" sz="7200" b="1" i="0" u="none" strike="noStrike" kern="1200" cap="none" spc="300" normalizeH="0" baseline="0" noProof="0" dirty="0">
              <a:ln w="3175">
                <a:noFill/>
                <a:prstDash val="solid"/>
              </a:ln>
              <a:gradFill flip="none" rotWithShape="1">
                <a:gsLst>
                  <a:gs pos="0">
                    <a:srgbClr val="1967A5">
                      <a:shade val="30000"/>
                      <a:satMod val="115000"/>
                    </a:srgbClr>
                  </a:gs>
                  <a:gs pos="50000">
                    <a:srgbClr val="1967A5">
                      <a:shade val="67500"/>
                      <a:satMod val="115000"/>
                    </a:srgbClr>
                  </a:gs>
                  <a:gs pos="100000">
                    <a:srgbClr val="1967A5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effectLst>
                <a:glow rad="38100">
                  <a:prstClr val="white">
                    <a:alpha val="82000"/>
                  </a:prstClr>
                </a:glow>
              </a:effectLst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Liberation Sans" panose="020B0604020202020204" pitchFamily="34" charset="0"/>
              <a:sym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4964919" y="4878034"/>
            <a:ext cx="2262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黄生俊   副教授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8" name="Rectangle: Rounded Corners 18"/>
          <p:cNvSpPr/>
          <p:nvPr userDrawn="1"/>
        </p:nvSpPr>
        <p:spPr>
          <a:xfrm>
            <a:off x="2509937" y="3182187"/>
            <a:ext cx="7172129" cy="9521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101600" dir="5400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30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第四讲 统计调查</a:t>
            </a:r>
          </a:p>
        </p:txBody>
      </p:sp>
    </p:spTree>
    <p:extLst>
      <p:ext uri="{BB962C8B-B14F-4D97-AF65-F5344CB8AC3E}">
        <p14:creationId xmlns:p14="http://schemas.microsoft.com/office/powerpoint/2010/main" val="823770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2598854" y="2846974"/>
            <a:ext cx="158569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Q&amp;A</a:t>
            </a:r>
            <a:endParaRPr kumimoji="0" lang="zh-CN" altLang="en-US" sz="44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6" name="Picture 3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86" b="99414" l="10938" r="97656">
                        <a14:foregroundMark x1="41016" y1="6250" x2="41016" y2="6250"/>
                        <a14:foregroundMark x1="39063" y1="4883" x2="39063" y2="4883"/>
                        <a14:foregroundMark x1="31250" y1="5859" x2="31250" y2="5859"/>
                        <a14:foregroundMark x1="33594" y1="5859" x2="33594" y2="5859"/>
                        <a14:foregroundMark x1="29492" y1="6641" x2="29492" y2="6641"/>
                        <a14:foregroundMark x1="46289" y1="6250" x2="46289" y2="6250"/>
                        <a14:foregroundMark x1="43750" y1="4297" x2="43750" y2="4297"/>
                        <a14:foregroundMark x1="41016" y1="4297" x2="41016" y2="4297"/>
                        <a14:foregroundMark x1="37695" y1="4492" x2="37695" y2="4492"/>
                        <a14:foregroundMark x1="35547" y1="5273" x2="35547" y2="5273"/>
                      </a14:backgroundRemoval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15851" y="1357117"/>
            <a:ext cx="5103488" cy="3827617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910306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15497" y="978875"/>
            <a:ext cx="4869095" cy="447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309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8504" cy="6858001"/>
          </a:xfrm>
          <a:prstGeom prst="rect">
            <a:avLst/>
          </a:prstGeom>
        </p:spPr>
      </p:pic>
      <p:sp>
        <p:nvSpPr>
          <p:cNvPr id="29" name="矩形: 圆角 28"/>
          <p:cNvSpPr/>
          <p:nvPr userDrawn="1"/>
        </p:nvSpPr>
        <p:spPr bwMode="auto">
          <a:xfrm>
            <a:off x="336000" y="483688"/>
            <a:ext cx="11520000" cy="6149312"/>
          </a:xfrm>
          <a:prstGeom prst="roundRect">
            <a:avLst>
              <a:gd name="adj" fmla="val 4879"/>
            </a:avLst>
          </a:prstGeom>
          <a:solidFill>
            <a:schemeClr val="bg1">
              <a:alpha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19" name="椭圆 18"/>
          <p:cNvSpPr/>
          <p:nvPr userDrawn="1"/>
        </p:nvSpPr>
        <p:spPr>
          <a:xfrm>
            <a:off x="2749563" y="2348880"/>
            <a:ext cx="864000" cy="648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</a:t>
            </a:r>
          </a:p>
        </p:txBody>
      </p:sp>
      <p:sp>
        <p:nvSpPr>
          <p:cNvPr id="20" name="矩形 19"/>
          <p:cNvSpPr/>
          <p:nvPr userDrawn="1"/>
        </p:nvSpPr>
        <p:spPr>
          <a:xfrm>
            <a:off x="3791744" y="2380494"/>
            <a:ext cx="5431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5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统计调查概述</a:t>
            </a:r>
          </a:p>
        </p:txBody>
      </p:sp>
      <p:sp>
        <p:nvSpPr>
          <p:cNvPr id="23" name="椭圆 22"/>
          <p:cNvSpPr/>
          <p:nvPr userDrawn="1"/>
        </p:nvSpPr>
        <p:spPr>
          <a:xfrm>
            <a:off x="2749563" y="3388677"/>
            <a:ext cx="864000" cy="648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二</a:t>
            </a:r>
          </a:p>
        </p:txBody>
      </p:sp>
      <p:sp>
        <p:nvSpPr>
          <p:cNvPr id="24" name="矩形 23"/>
          <p:cNvSpPr/>
          <p:nvPr userDrawn="1"/>
        </p:nvSpPr>
        <p:spPr>
          <a:xfrm>
            <a:off x="3791744" y="3420291"/>
            <a:ext cx="5431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5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统计调查的实施</a:t>
            </a:r>
          </a:p>
        </p:txBody>
      </p:sp>
      <p:sp>
        <p:nvSpPr>
          <p:cNvPr id="28" name="任意多边形: 形状 27"/>
          <p:cNvSpPr/>
          <p:nvPr userDrawn="1"/>
        </p:nvSpPr>
        <p:spPr>
          <a:xfrm rot="5400000">
            <a:off x="5222531" y="-453329"/>
            <a:ext cx="1746938" cy="2653596"/>
          </a:xfrm>
          <a:custGeom>
            <a:avLst/>
            <a:gdLst>
              <a:gd name="connsiteX0" fmla="*/ 0 w 2026508"/>
              <a:gd name="connsiteY0" fmla="*/ 2308696 h 2308696"/>
              <a:gd name="connsiteX1" fmla="*/ 0 w 2026508"/>
              <a:gd name="connsiteY1" fmla="*/ 0 h 2308696"/>
              <a:gd name="connsiteX2" fmla="*/ 872160 w 2026508"/>
              <a:gd name="connsiteY2" fmla="*/ 0 h 2308696"/>
              <a:gd name="connsiteX3" fmla="*/ 2026508 w 2026508"/>
              <a:gd name="connsiteY3" fmla="*/ 1154348 h 2308696"/>
              <a:gd name="connsiteX4" fmla="*/ 2026507 w 2026508"/>
              <a:gd name="connsiteY4" fmla="*/ 1154348 h 2308696"/>
              <a:gd name="connsiteX5" fmla="*/ 872159 w 2026508"/>
              <a:gd name="connsiteY5" fmla="*/ 2308696 h 230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26508" h="2308696">
                <a:moveTo>
                  <a:pt x="0" y="2308696"/>
                </a:moveTo>
                <a:lnTo>
                  <a:pt x="0" y="0"/>
                </a:lnTo>
                <a:lnTo>
                  <a:pt x="872160" y="0"/>
                </a:lnTo>
                <a:cubicBezTo>
                  <a:pt x="1509689" y="0"/>
                  <a:pt x="2026508" y="516819"/>
                  <a:pt x="2026508" y="1154348"/>
                </a:cubicBezTo>
                <a:lnTo>
                  <a:pt x="2026507" y="1154348"/>
                </a:lnTo>
                <a:cubicBezTo>
                  <a:pt x="2026507" y="1791877"/>
                  <a:pt x="1509688" y="2308696"/>
                  <a:pt x="872159" y="2308696"/>
                </a:cubicBezTo>
                <a:close/>
              </a:path>
            </a:pathLst>
          </a:custGeom>
          <a:solidFill>
            <a:srgbClr val="1967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6" name="文本框 41"/>
          <p:cNvSpPr txBox="1"/>
          <p:nvPr userDrawn="1"/>
        </p:nvSpPr>
        <p:spPr>
          <a:xfrm>
            <a:off x="5355252" y="146761"/>
            <a:ext cx="14814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目 录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7" name="文本框 42"/>
          <p:cNvSpPr txBox="1"/>
          <p:nvPr userDrawn="1"/>
        </p:nvSpPr>
        <p:spPr>
          <a:xfrm>
            <a:off x="4911477" y="901341"/>
            <a:ext cx="2369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CONTENTS</a:t>
            </a:r>
          </a:p>
        </p:txBody>
      </p:sp>
      <p:sp>
        <p:nvSpPr>
          <p:cNvPr id="11" name="椭圆 10"/>
          <p:cNvSpPr/>
          <p:nvPr userDrawn="1"/>
        </p:nvSpPr>
        <p:spPr>
          <a:xfrm>
            <a:off x="2735627" y="4437112"/>
            <a:ext cx="864000" cy="648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三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3777808" y="4468726"/>
            <a:ext cx="5431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5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调查问卷</a:t>
            </a:r>
          </a:p>
        </p:txBody>
      </p:sp>
    </p:spTree>
    <p:extLst>
      <p:ext uri="{BB962C8B-B14F-4D97-AF65-F5344CB8AC3E}">
        <p14:creationId xmlns:p14="http://schemas.microsoft.com/office/powerpoint/2010/main" val="2101771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1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复习回顾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370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2" y="78012"/>
            <a:ext cx="984565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引 言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75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8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第一部分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503718" y="2852936"/>
            <a:ext cx="11184565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360000" tIns="45720" rIns="360000" bIns="4572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统计调查概述</a:t>
            </a:r>
          </a:p>
        </p:txBody>
      </p:sp>
    </p:spTree>
    <p:extLst>
      <p:ext uri="{BB962C8B-B14F-4D97-AF65-F5344CB8AC3E}">
        <p14:creationId xmlns:p14="http://schemas.microsoft.com/office/powerpoint/2010/main" val="1641888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00595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一、统计调查概述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295959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第二部分 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503718" y="2852936"/>
            <a:ext cx="11184565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360000" tIns="45720" rIns="360000" bIns="4572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统计调查的实施</a:t>
            </a:r>
          </a:p>
        </p:txBody>
      </p:sp>
    </p:spTree>
    <p:extLst>
      <p:ext uri="{BB962C8B-B14F-4D97-AF65-F5344CB8AC3E}">
        <p14:creationId xmlns:p14="http://schemas.microsoft.com/office/powerpoint/2010/main" val="38381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35861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二、统计调查的实施</a:t>
            </a:r>
          </a:p>
        </p:txBody>
      </p:sp>
    </p:spTree>
    <p:extLst>
      <p:ext uri="{BB962C8B-B14F-4D97-AF65-F5344CB8AC3E}">
        <p14:creationId xmlns:p14="http://schemas.microsoft.com/office/powerpoint/2010/main" val="2968123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第三部分 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4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调查问卷</a:t>
            </a:r>
          </a:p>
        </p:txBody>
      </p:sp>
    </p:spTree>
    <p:extLst>
      <p:ext uri="{BB962C8B-B14F-4D97-AF65-F5344CB8AC3E}">
        <p14:creationId xmlns:p14="http://schemas.microsoft.com/office/powerpoint/2010/main" val="2510669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三、调查问卷</a:t>
            </a:r>
          </a:p>
        </p:txBody>
      </p:sp>
    </p:spTree>
    <p:extLst>
      <p:ext uri="{BB962C8B-B14F-4D97-AF65-F5344CB8AC3E}">
        <p14:creationId xmlns:p14="http://schemas.microsoft.com/office/powerpoint/2010/main" val="315777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课堂总结</a:t>
            </a:r>
          </a:p>
        </p:txBody>
      </p:sp>
    </p:spTree>
    <p:extLst>
      <p:ext uri="{BB962C8B-B14F-4D97-AF65-F5344CB8AC3E}">
        <p14:creationId xmlns:p14="http://schemas.microsoft.com/office/powerpoint/2010/main" val="1118251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课后作业</a:t>
            </a:r>
          </a:p>
        </p:txBody>
      </p:sp>
    </p:spTree>
    <p:extLst>
      <p:ext uri="{BB962C8B-B14F-4D97-AF65-F5344CB8AC3E}">
        <p14:creationId xmlns:p14="http://schemas.microsoft.com/office/powerpoint/2010/main" val="2574505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5083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1967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 bwMode="auto">
          <a:xfrm flipV="1">
            <a:off x="0" y="3648210"/>
            <a:ext cx="12192000" cy="45719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9000">
                <a:srgbClr val="FFFFFF"/>
              </a:gs>
              <a:gs pos="29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3658257"/>
          </a:xfrm>
          <a:prstGeom prst="rect">
            <a:avLst/>
          </a:prstGeom>
        </p:spPr>
      </p:pic>
      <p:sp>
        <p:nvSpPr>
          <p:cNvPr id="15" name="Rectangle: Rounded Corners 19"/>
          <p:cNvSpPr/>
          <p:nvPr userDrawn="1"/>
        </p:nvSpPr>
        <p:spPr>
          <a:xfrm>
            <a:off x="4003118" y="5517233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系统工程学院装备管理工程系</a:t>
            </a:r>
          </a:p>
        </p:txBody>
      </p:sp>
      <p:sp>
        <p:nvSpPr>
          <p:cNvPr id="16" name="TextBox 9"/>
          <p:cNvSpPr txBox="1"/>
          <p:nvPr userDrawn="1"/>
        </p:nvSpPr>
        <p:spPr>
          <a:xfrm>
            <a:off x="216536" y="546389"/>
            <a:ext cx="7172129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1" i="0" u="none" strike="noStrike" kern="1200" cap="none" spc="300" normalizeH="0" baseline="0" noProof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rgbClr val="1967A5">
                        <a:shade val="30000"/>
                        <a:satMod val="115000"/>
                      </a:srgbClr>
                    </a:gs>
                    <a:gs pos="50000">
                      <a:srgbClr val="1967A5">
                        <a:shade val="67500"/>
                        <a:satMod val="115000"/>
                      </a:srgbClr>
                    </a:gs>
                    <a:gs pos="100000">
                      <a:srgbClr val="1967A5">
                        <a:shade val="100000"/>
                        <a:satMod val="115000"/>
                      </a:srgbClr>
                    </a:gs>
                  </a:gsLst>
                  <a:lin ang="13500000" scaled="1"/>
                  <a:tileRect/>
                </a:gradFill>
                <a:effectLst>
                  <a:glow rad="38100">
                    <a:prstClr val="white">
                      <a:alpha val="82000"/>
                    </a:prstClr>
                  </a:glow>
                </a:effectLst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Liberation Sans" panose="020B0604020202020204" pitchFamily="34" charset="0"/>
                <a:sym typeface="Times New Roman" panose="02020603050405020304" pitchFamily="18" charset="0"/>
              </a:rPr>
              <a:t>应用统计学</a:t>
            </a:r>
            <a:endParaRPr kumimoji="0" lang="zh-CN" altLang="en-US" sz="7200" b="1" i="0" u="none" strike="noStrike" kern="1200" cap="none" spc="300" normalizeH="0" baseline="0" noProof="0" dirty="0">
              <a:ln w="3175">
                <a:noFill/>
                <a:prstDash val="solid"/>
              </a:ln>
              <a:gradFill flip="none" rotWithShape="1">
                <a:gsLst>
                  <a:gs pos="0">
                    <a:srgbClr val="1967A5">
                      <a:shade val="30000"/>
                      <a:satMod val="115000"/>
                    </a:srgbClr>
                  </a:gs>
                  <a:gs pos="50000">
                    <a:srgbClr val="1967A5">
                      <a:shade val="67500"/>
                      <a:satMod val="115000"/>
                    </a:srgbClr>
                  </a:gs>
                  <a:gs pos="100000">
                    <a:srgbClr val="1967A5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effectLst>
                <a:glow rad="38100">
                  <a:prstClr val="white">
                    <a:alpha val="82000"/>
                  </a:prstClr>
                </a:glow>
              </a:effectLst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Liberation Sans" panose="020B0604020202020204" pitchFamily="34" charset="0"/>
              <a:sym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4964918" y="4878034"/>
            <a:ext cx="2262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刘亚杰   研究员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8" name="Rectangle: Rounded Corners 18"/>
          <p:cNvSpPr/>
          <p:nvPr userDrawn="1"/>
        </p:nvSpPr>
        <p:spPr>
          <a:xfrm>
            <a:off x="1902991" y="3182187"/>
            <a:ext cx="8386019" cy="9521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101600" dir="5400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30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第四讲  抽样与估计</a:t>
            </a:r>
            <a:r>
              <a:rPr kumimoji="0" lang="en-US" altLang="zh-CN" sz="4400" b="1" i="0" u="none" strike="noStrike" kern="1200" cap="none" spc="30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1</a:t>
            </a:r>
            <a:endParaRPr kumimoji="0" lang="zh-CN" altLang="en-US" sz="4400" b="1" i="0" u="none" strike="noStrike" kern="1200" cap="none" spc="300" normalizeH="0" baseline="0" noProof="0" dirty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48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2598854" y="2846974"/>
            <a:ext cx="158569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Q&amp;A</a:t>
            </a:r>
            <a:endParaRPr kumimoji="0" lang="zh-CN" altLang="en-US" sz="44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6" name="Picture 3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86" b="99414" l="10938" r="97656">
                        <a14:foregroundMark x1="41016" y1="6250" x2="41016" y2="6250"/>
                        <a14:foregroundMark x1="39063" y1="4883" x2="39063" y2="4883"/>
                        <a14:foregroundMark x1="31250" y1="5859" x2="31250" y2="5859"/>
                        <a14:foregroundMark x1="33594" y1="5859" x2="33594" y2="5859"/>
                        <a14:foregroundMark x1="29492" y1="6641" x2="29492" y2="6641"/>
                        <a14:foregroundMark x1="46289" y1="6250" x2="46289" y2="6250"/>
                        <a14:foregroundMark x1="43750" y1="4297" x2="43750" y2="4297"/>
                        <a14:foregroundMark x1="41016" y1="4297" x2="41016" y2="4297"/>
                        <a14:foregroundMark x1="37695" y1="4492" x2="37695" y2="4492"/>
                        <a14:foregroundMark x1="35547" y1="5273" x2="35547" y2="5273"/>
                      </a14:backgroundRemoval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15851" y="1357117"/>
            <a:ext cx="5103488" cy="3827617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515268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15497" y="978875"/>
            <a:ext cx="4869095" cy="447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36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8504" cy="6858001"/>
          </a:xfrm>
          <a:prstGeom prst="rect">
            <a:avLst/>
          </a:prstGeom>
        </p:spPr>
      </p:pic>
      <p:sp>
        <p:nvSpPr>
          <p:cNvPr id="29" name="矩形: 圆角 28"/>
          <p:cNvSpPr/>
          <p:nvPr userDrawn="1"/>
        </p:nvSpPr>
        <p:spPr bwMode="auto">
          <a:xfrm>
            <a:off x="336000" y="483688"/>
            <a:ext cx="11520000" cy="6149312"/>
          </a:xfrm>
          <a:prstGeom prst="roundRect">
            <a:avLst>
              <a:gd name="adj" fmla="val 4879"/>
            </a:avLst>
          </a:prstGeom>
          <a:solidFill>
            <a:schemeClr val="bg1">
              <a:alpha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19" name="椭圆 18"/>
          <p:cNvSpPr/>
          <p:nvPr userDrawn="1"/>
        </p:nvSpPr>
        <p:spPr>
          <a:xfrm>
            <a:off x="3387976" y="2204864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</a:t>
            </a:r>
          </a:p>
        </p:txBody>
      </p:sp>
      <p:sp>
        <p:nvSpPr>
          <p:cNvPr id="20" name="矩形 19"/>
          <p:cNvSpPr/>
          <p:nvPr userDrawn="1"/>
        </p:nvSpPr>
        <p:spPr>
          <a:xfrm>
            <a:off x="4430158" y="2231254"/>
            <a:ext cx="427973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抽样的基本概念</a:t>
            </a:r>
          </a:p>
        </p:txBody>
      </p:sp>
      <p:sp>
        <p:nvSpPr>
          <p:cNvPr id="21" name="椭圆 20"/>
          <p:cNvSpPr/>
          <p:nvPr userDrawn="1"/>
        </p:nvSpPr>
        <p:spPr>
          <a:xfrm>
            <a:off x="3387976" y="3902552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三</a:t>
            </a:r>
          </a:p>
        </p:txBody>
      </p:sp>
      <p:sp>
        <p:nvSpPr>
          <p:cNvPr id="22" name="矩形 21"/>
          <p:cNvSpPr/>
          <p:nvPr userDrawn="1"/>
        </p:nvSpPr>
        <p:spPr>
          <a:xfrm>
            <a:off x="4430157" y="3931554"/>
            <a:ext cx="42797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分层抽样</a:t>
            </a:r>
          </a:p>
        </p:txBody>
      </p:sp>
      <p:sp>
        <p:nvSpPr>
          <p:cNvPr id="23" name="椭圆 22"/>
          <p:cNvSpPr/>
          <p:nvPr userDrawn="1"/>
        </p:nvSpPr>
        <p:spPr>
          <a:xfrm>
            <a:off x="3387976" y="3053708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二</a:t>
            </a:r>
          </a:p>
        </p:txBody>
      </p:sp>
      <p:sp>
        <p:nvSpPr>
          <p:cNvPr id="24" name="矩形 23"/>
          <p:cNvSpPr/>
          <p:nvPr userDrawn="1"/>
        </p:nvSpPr>
        <p:spPr>
          <a:xfrm>
            <a:off x="4430158" y="3081404"/>
            <a:ext cx="427973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简单随机抽样</a:t>
            </a:r>
          </a:p>
        </p:txBody>
      </p:sp>
      <p:sp>
        <p:nvSpPr>
          <p:cNvPr id="28" name="任意多边形: 形状 27"/>
          <p:cNvSpPr/>
          <p:nvPr userDrawn="1"/>
        </p:nvSpPr>
        <p:spPr>
          <a:xfrm rot="5400000">
            <a:off x="5222531" y="-453329"/>
            <a:ext cx="1746938" cy="2653596"/>
          </a:xfrm>
          <a:custGeom>
            <a:avLst/>
            <a:gdLst>
              <a:gd name="connsiteX0" fmla="*/ 0 w 2026508"/>
              <a:gd name="connsiteY0" fmla="*/ 2308696 h 2308696"/>
              <a:gd name="connsiteX1" fmla="*/ 0 w 2026508"/>
              <a:gd name="connsiteY1" fmla="*/ 0 h 2308696"/>
              <a:gd name="connsiteX2" fmla="*/ 872160 w 2026508"/>
              <a:gd name="connsiteY2" fmla="*/ 0 h 2308696"/>
              <a:gd name="connsiteX3" fmla="*/ 2026508 w 2026508"/>
              <a:gd name="connsiteY3" fmla="*/ 1154348 h 2308696"/>
              <a:gd name="connsiteX4" fmla="*/ 2026507 w 2026508"/>
              <a:gd name="connsiteY4" fmla="*/ 1154348 h 2308696"/>
              <a:gd name="connsiteX5" fmla="*/ 872159 w 2026508"/>
              <a:gd name="connsiteY5" fmla="*/ 2308696 h 230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26508" h="2308696">
                <a:moveTo>
                  <a:pt x="0" y="2308696"/>
                </a:moveTo>
                <a:lnTo>
                  <a:pt x="0" y="0"/>
                </a:lnTo>
                <a:lnTo>
                  <a:pt x="872160" y="0"/>
                </a:lnTo>
                <a:cubicBezTo>
                  <a:pt x="1509689" y="0"/>
                  <a:pt x="2026508" y="516819"/>
                  <a:pt x="2026508" y="1154348"/>
                </a:cubicBezTo>
                <a:lnTo>
                  <a:pt x="2026507" y="1154348"/>
                </a:lnTo>
                <a:cubicBezTo>
                  <a:pt x="2026507" y="1791877"/>
                  <a:pt x="1509688" y="2308696"/>
                  <a:pt x="872159" y="2308696"/>
                </a:cubicBezTo>
                <a:close/>
              </a:path>
            </a:pathLst>
          </a:custGeom>
          <a:solidFill>
            <a:srgbClr val="1967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6" name="文本框 41"/>
          <p:cNvSpPr txBox="1"/>
          <p:nvPr userDrawn="1"/>
        </p:nvSpPr>
        <p:spPr>
          <a:xfrm>
            <a:off x="5355252" y="146761"/>
            <a:ext cx="14814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目 录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7" name="文本框 42"/>
          <p:cNvSpPr txBox="1"/>
          <p:nvPr userDrawn="1"/>
        </p:nvSpPr>
        <p:spPr>
          <a:xfrm>
            <a:off x="4911477" y="901341"/>
            <a:ext cx="2369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CONTENTS</a:t>
            </a:r>
          </a:p>
        </p:txBody>
      </p:sp>
      <p:sp>
        <p:nvSpPr>
          <p:cNvPr id="13" name="椭圆 12"/>
          <p:cNvSpPr/>
          <p:nvPr userDrawn="1"/>
        </p:nvSpPr>
        <p:spPr>
          <a:xfrm>
            <a:off x="3387976" y="4751396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四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4430157" y="4781704"/>
            <a:ext cx="42797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整群抽样</a:t>
            </a:r>
          </a:p>
        </p:txBody>
      </p:sp>
      <p:sp>
        <p:nvSpPr>
          <p:cNvPr id="15" name="椭圆 14"/>
          <p:cNvSpPr/>
          <p:nvPr userDrawn="1"/>
        </p:nvSpPr>
        <p:spPr>
          <a:xfrm>
            <a:off x="3387976" y="5600241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五</a:t>
            </a:r>
          </a:p>
        </p:txBody>
      </p:sp>
      <p:sp>
        <p:nvSpPr>
          <p:cNvPr id="16" name="矩形 15"/>
          <p:cNvSpPr/>
          <p:nvPr userDrawn="1"/>
        </p:nvSpPr>
        <p:spPr>
          <a:xfrm>
            <a:off x="4430157" y="5631854"/>
            <a:ext cx="42797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系统抽样</a:t>
            </a:r>
          </a:p>
        </p:txBody>
      </p:sp>
    </p:spTree>
    <p:extLst>
      <p:ext uri="{BB962C8B-B14F-4D97-AF65-F5344CB8AC3E}">
        <p14:creationId xmlns:p14="http://schemas.microsoft.com/office/powerpoint/2010/main" val="3781325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1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复习回顾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247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2" y="78012"/>
            <a:ext cx="984565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引 言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881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8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第一部分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1272000" y="2852936"/>
            <a:ext cx="9648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432000" rIns="432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抽样的基本概念</a:t>
            </a:r>
          </a:p>
        </p:txBody>
      </p:sp>
    </p:spTree>
    <p:extLst>
      <p:ext uri="{BB962C8B-B14F-4D97-AF65-F5344CB8AC3E}">
        <p14:creationId xmlns:p14="http://schemas.microsoft.com/office/powerpoint/2010/main" val="2495539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35861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一、抽样的基本概念</a:t>
            </a:r>
          </a:p>
        </p:txBody>
      </p:sp>
    </p:spTree>
    <p:extLst>
      <p:ext uri="{BB962C8B-B14F-4D97-AF65-F5344CB8AC3E}">
        <p14:creationId xmlns:p14="http://schemas.microsoft.com/office/powerpoint/2010/main" val="2723002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第二部分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4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504000" rIns="504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简单随机抽样</a:t>
            </a:r>
          </a:p>
        </p:txBody>
      </p:sp>
    </p:spTree>
    <p:extLst>
      <p:ext uri="{BB962C8B-B14F-4D97-AF65-F5344CB8AC3E}">
        <p14:creationId xmlns:p14="http://schemas.microsoft.com/office/powerpoint/2010/main" val="3524559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00595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二、简单随机抽样</a:t>
            </a:r>
          </a:p>
        </p:txBody>
      </p:sp>
    </p:spTree>
    <p:extLst>
      <p:ext uri="{BB962C8B-B14F-4D97-AF65-F5344CB8AC3E}">
        <p14:creationId xmlns:p14="http://schemas.microsoft.com/office/powerpoint/2010/main" val="3964333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第三部分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4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分层抽样</a:t>
            </a:r>
          </a:p>
        </p:txBody>
      </p:sp>
    </p:spTree>
    <p:extLst>
      <p:ext uri="{BB962C8B-B14F-4D97-AF65-F5344CB8AC3E}">
        <p14:creationId xmlns:p14="http://schemas.microsoft.com/office/powerpoint/2010/main" val="3379862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三、分层抽样</a:t>
            </a:r>
          </a:p>
        </p:txBody>
      </p:sp>
    </p:spTree>
    <p:extLst>
      <p:ext uri="{BB962C8B-B14F-4D97-AF65-F5344CB8AC3E}">
        <p14:creationId xmlns:p14="http://schemas.microsoft.com/office/powerpoint/2010/main" val="2527844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第四部分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整群抽样</a:t>
            </a:r>
          </a:p>
        </p:txBody>
      </p:sp>
    </p:spTree>
    <p:extLst>
      <p:ext uri="{BB962C8B-B14F-4D97-AF65-F5344CB8AC3E}">
        <p14:creationId xmlns:p14="http://schemas.microsoft.com/office/powerpoint/2010/main" val="3362027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四、整群抽样</a:t>
            </a:r>
          </a:p>
        </p:txBody>
      </p:sp>
    </p:spTree>
    <p:extLst>
      <p:ext uri="{BB962C8B-B14F-4D97-AF65-F5344CB8AC3E}">
        <p14:creationId xmlns:p14="http://schemas.microsoft.com/office/powerpoint/2010/main" val="2150209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第五部分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系统抽样</a:t>
            </a:r>
          </a:p>
        </p:txBody>
      </p:sp>
    </p:spTree>
    <p:extLst>
      <p:ext uri="{BB962C8B-B14F-4D97-AF65-F5344CB8AC3E}">
        <p14:creationId xmlns:p14="http://schemas.microsoft.com/office/powerpoint/2010/main" val="403943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五、系统抽样</a:t>
            </a:r>
          </a:p>
        </p:txBody>
      </p:sp>
    </p:spTree>
    <p:extLst>
      <p:ext uri="{BB962C8B-B14F-4D97-AF65-F5344CB8AC3E}">
        <p14:creationId xmlns:p14="http://schemas.microsoft.com/office/powerpoint/2010/main" val="4087879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课堂总结</a:t>
            </a:r>
          </a:p>
        </p:txBody>
      </p:sp>
    </p:spTree>
    <p:extLst>
      <p:ext uri="{BB962C8B-B14F-4D97-AF65-F5344CB8AC3E}">
        <p14:creationId xmlns:p14="http://schemas.microsoft.com/office/powerpoint/2010/main" val="3847791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课后作业</a:t>
            </a:r>
          </a:p>
        </p:txBody>
      </p:sp>
    </p:spTree>
    <p:extLst>
      <p:ext uri="{BB962C8B-B14F-4D97-AF65-F5344CB8AC3E}">
        <p14:creationId xmlns:p14="http://schemas.microsoft.com/office/powerpoint/2010/main" val="1665477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6252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064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533" y="2130441"/>
            <a:ext cx="10362961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055" y="3886200"/>
            <a:ext cx="8533924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5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1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6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9073367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97" y="1600205"/>
            <a:ext cx="10972641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91747" y="6356356"/>
            <a:ext cx="4234125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国家重点研发计划项目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306138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744" y="4406905"/>
            <a:ext cx="10362961" cy="1362075"/>
          </a:xfrm>
          <a:prstGeom prst="rect">
            <a:avLst/>
          </a:prstGeo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744" y="2906713"/>
            <a:ext cx="1036296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21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042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56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0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60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12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64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16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132400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83" y="1600205"/>
            <a:ext cx="5409317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1416" y="1600205"/>
            <a:ext cx="5410904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540086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89" y="1535113"/>
            <a:ext cx="5387089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21" indent="0">
              <a:buNone/>
              <a:defRPr sz="2667" b="1"/>
            </a:lvl2pPr>
            <a:lvl3pPr marL="1219042" indent="0">
              <a:buNone/>
              <a:defRPr sz="2400" b="1"/>
            </a:lvl3pPr>
            <a:lvl4pPr marL="1828561" indent="0">
              <a:buNone/>
              <a:defRPr sz="2133" b="1"/>
            </a:lvl4pPr>
            <a:lvl5pPr marL="2438080" indent="0">
              <a:buNone/>
              <a:defRPr sz="2133" b="1"/>
            </a:lvl5pPr>
            <a:lvl6pPr marL="3047601" indent="0">
              <a:buNone/>
              <a:defRPr sz="2133" b="1"/>
            </a:lvl6pPr>
            <a:lvl7pPr marL="3657122" indent="0">
              <a:buNone/>
              <a:defRPr sz="2133" b="1"/>
            </a:lvl7pPr>
            <a:lvl8pPr marL="4266641" indent="0">
              <a:buNone/>
              <a:defRPr sz="2133" b="1"/>
            </a:lvl8pPr>
            <a:lvl9pPr marL="4876162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89" y="2174875"/>
            <a:ext cx="5387089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665" y="1535113"/>
            <a:ext cx="5388676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21" indent="0">
              <a:buNone/>
              <a:defRPr sz="2667" b="1"/>
            </a:lvl2pPr>
            <a:lvl3pPr marL="1219042" indent="0">
              <a:buNone/>
              <a:defRPr sz="2400" b="1"/>
            </a:lvl3pPr>
            <a:lvl4pPr marL="1828561" indent="0">
              <a:buNone/>
              <a:defRPr sz="2133" b="1"/>
            </a:lvl4pPr>
            <a:lvl5pPr marL="2438080" indent="0">
              <a:buNone/>
              <a:defRPr sz="2133" b="1"/>
            </a:lvl5pPr>
            <a:lvl6pPr marL="3047601" indent="0">
              <a:buNone/>
              <a:defRPr sz="2133" b="1"/>
            </a:lvl6pPr>
            <a:lvl7pPr marL="3657122" indent="0">
              <a:buNone/>
              <a:defRPr sz="2133" b="1"/>
            </a:lvl7pPr>
            <a:lvl8pPr marL="4266641" indent="0">
              <a:buNone/>
              <a:defRPr sz="2133" b="1"/>
            </a:lvl8pPr>
            <a:lvl9pPr marL="4876162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665" y="2174875"/>
            <a:ext cx="5388676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558282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801042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96582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81" y="273049"/>
            <a:ext cx="4010547" cy="1162051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304" y="273066"/>
            <a:ext cx="6816025" cy="5853113"/>
          </a:xfrm>
          <a:prstGeom prst="rect">
            <a:avLst/>
          </a:prstGeo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81" y="1435106"/>
            <a:ext cx="4010547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21" indent="0">
              <a:buNone/>
              <a:defRPr sz="1600"/>
            </a:lvl2pPr>
            <a:lvl3pPr marL="1219042" indent="0">
              <a:buNone/>
              <a:defRPr sz="1333"/>
            </a:lvl3pPr>
            <a:lvl4pPr marL="1828561" indent="0">
              <a:buNone/>
              <a:defRPr sz="1200"/>
            </a:lvl4pPr>
            <a:lvl5pPr marL="2438080" indent="0">
              <a:buNone/>
              <a:defRPr sz="1200"/>
            </a:lvl5pPr>
            <a:lvl6pPr marL="3047601" indent="0">
              <a:buNone/>
              <a:defRPr sz="1200"/>
            </a:lvl6pPr>
            <a:lvl7pPr marL="3657122" indent="0">
              <a:buNone/>
              <a:defRPr sz="1200"/>
            </a:lvl7pPr>
            <a:lvl8pPr marL="4266641" indent="0">
              <a:buNone/>
              <a:defRPr sz="1200"/>
            </a:lvl8pPr>
            <a:lvl9pPr marL="4876162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1105580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499" y="4800601"/>
            <a:ext cx="7316152" cy="566739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499" y="612775"/>
            <a:ext cx="7316152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7"/>
            </a:lvl1pPr>
            <a:lvl2pPr marL="609521" indent="0">
              <a:buNone/>
              <a:defRPr sz="3733"/>
            </a:lvl2pPr>
            <a:lvl3pPr marL="1219042" indent="0">
              <a:buNone/>
              <a:defRPr sz="3200"/>
            </a:lvl3pPr>
            <a:lvl4pPr marL="1828561" indent="0">
              <a:buNone/>
              <a:defRPr sz="2667"/>
            </a:lvl4pPr>
            <a:lvl5pPr marL="2438080" indent="0">
              <a:buNone/>
              <a:defRPr sz="2667"/>
            </a:lvl5pPr>
            <a:lvl6pPr marL="3047601" indent="0">
              <a:buNone/>
              <a:defRPr sz="2667"/>
            </a:lvl6pPr>
            <a:lvl7pPr marL="3657122" indent="0">
              <a:buNone/>
              <a:defRPr sz="2667"/>
            </a:lvl7pPr>
            <a:lvl8pPr marL="4266641" indent="0">
              <a:buNone/>
              <a:defRPr sz="2667"/>
            </a:lvl8pPr>
            <a:lvl9pPr marL="4876162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499" y="5367347"/>
            <a:ext cx="7316152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21" indent="0">
              <a:buNone/>
              <a:defRPr sz="1600"/>
            </a:lvl2pPr>
            <a:lvl3pPr marL="1219042" indent="0">
              <a:buNone/>
              <a:defRPr sz="1333"/>
            </a:lvl3pPr>
            <a:lvl4pPr marL="1828561" indent="0">
              <a:buNone/>
              <a:defRPr sz="1200"/>
            </a:lvl4pPr>
            <a:lvl5pPr marL="2438080" indent="0">
              <a:buNone/>
              <a:defRPr sz="1200"/>
            </a:lvl5pPr>
            <a:lvl6pPr marL="3047601" indent="0">
              <a:buNone/>
              <a:defRPr sz="1200"/>
            </a:lvl6pPr>
            <a:lvl7pPr marL="3657122" indent="0">
              <a:buNone/>
              <a:defRPr sz="1200"/>
            </a:lvl7pPr>
            <a:lvl8pPr marL="4266641" indent="0">
              <a:buNone/>
              <a:defRPr sz="1200"/>
            </a:lvl8pPr>
            <a:lvl9pPr marL="4876162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6231279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7" y="1600205"/>
            <a:ext cx="10972641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06571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364" y="274644"/>
            <a:ext cx="2741969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4" y="274644"/>
            <a:ext cx="8078252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8765625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6" y="304810"/>
            <a:ext cx="9076267" cy="3424239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0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6" name="Rectangle 127"/>
          <p:cNvSpPr>
            <a:spLocks noChangeArrowheads="1"/>
          </p:cNvSpPr>
          <p:nvPr userDrawn="1"/>
        </p:nvSpPr>
        <p:spPr bwMode="invGray">
          <a:xfrm>
            <a:off x="0" y="2470793"/>
            <a:ext cx="12192000" cy="191229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 w="0" algn="ctr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spcBef>
                <a:spcPct val="20000"/>
              </a:spcBef>
              <a:buClr>
                <a:srgbClr val="0066CC"/>
              </a:buClr>
              <a:buFont typeface="Wingdings" pitchFamily="2" charset="2"/>
              <a:buChar char="v"/>
              <a:defRPr/>
            </a:pPr>
            <a:endParaRPr lang="zh-CN" altLang="en-US" sz="1867" b="1">
              <a:solidFill>
                <a:srgbClr val="093575"/>
              </a:solidFill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3">
              <a:solidFill>
                <a:prstClr val="black"/>
              </a:solidFill>
            </a:endParaRPr>
          </a:p>
        </p:txBody>
      </p:sp>
      <p:graphicFrame>
        <p:nvGraphicFramePr>
          <p:cNvPr id="118" name="Object 15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4174451897"/>
              </p:ext>
            </p:extLst>
          </p:nvPr>
        </p:nvGraphicFramePr>
        <p:xfrm>
          <a:off x="2370668" y="1646193"/>
          <a:ext cx="3115733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11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668" y="1646193"/>
                        <a:ext cx="3115733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568592"/>
            <a:ext cx="12192000" cy="1317625"/>
          </a:xfrm>
          <a:prstGeom prst="rect">
            <a:avLst/>
          </a:prstGeom>
        </p:spPr>
        <p:txBody>
          <a:bodyPr/>
          <a:lstStyle>
            <a:lvl1pPr algn="r">
              <a:defRPr sz="6399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17183462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6" y="304810"/>
            <a:ext cx="9076267" cy="3424239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0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3">
              <a:solidFill>
                <a:prstClr val="black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4124130156"/>
              </p:ext>
            </p:extLst>
          </p:nvPr>
        </p:nvGraphicFramePr>
        <p:xfrm>
          <a:off x="8974469" y="103199"/>
          <a:ext cx="3116668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74469" y="103199"/>
                        <a:ext cx="3116668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37960715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4966576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1628801"/>
            <a:ext cx="10992544" cy="266429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7492560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 txBox="1">
            <a:spLocks/>
          </p:cNvSpPr>
          <p:nvPr userDrawn="1"/>
        </p:nvSpPr>
        <p:spPr>
          <a:xfrm>
            <a:off x="9168341" y="6381336"/>
            <a:ext cx="2844800" cy="365125"/>
          </a:xfrm>
          <a:prstGeom prst="rect">
            <a:avLst/>
          </a:prstGeom>
        </p:spPr>
        <p:txBody>
          <a:bodyPr vert="horz" lIns="121916" tIns="60959" rIns="121916" bIns="60959" rtlCol="0" anchor="ctr"/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华文隶书" pitchFamily="2" charset="-122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endParaRPr lang="zh-CN" altLang="en-US" sz="1867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245552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4072092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5" y="202987"/>
            <a:ext cx="10036507" cy="422453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3" y="87768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473426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0573167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561138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2055062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5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8175703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70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7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8" tIns="45704" rIns="91408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1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7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70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9" y="5832602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70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4763363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70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7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8" tIns="45704" rIns="91408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1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7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70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9" y="5832602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70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0252322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81" y="1316728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1346797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637126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575122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6" y="124416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001943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8" y="124416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886211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356594338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1180185388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2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678604256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2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1223116158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688470857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779513701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1649633970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2004" y="124412"/>
            <a:ext cx="4521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09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67770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4" y="77015"/>
            <a:ext cx="3207555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4027927788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4" y="77015"/>
            <a:ext cx="3207555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2619967837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4" y="77015"/>
            <a:ext cx="3207555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1861590437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2237137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248556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1628801"/>
            <a:ext cx="10992544" cy="266429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56481458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533" y="2130437"/>
            <a:ext cx="10362961" cy="1470027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054" y="3886200"/>
            <a:ext cx="8533924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0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0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535992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97" y="1600206"/>
            <a:ext cx="10972641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91747" y="6356358"/>
            <a:ext cx="4234125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国家重点研发计划项目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908976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744" y="4406908"/>
            <a:ext cx="10362961" cy="1362075"/>
          </a:xfrm>
          <a:prstGeom prst="rect">
            <a:avLst/>
          </a:prstGeo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744" y="2906715"/>
            <a:ext cx="1036296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0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00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5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016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52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02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52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03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1406441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83" y="1600206"/>
            <a:ext cx="5409317" cy="4525963"/>
          </a:xfrm>
          <a:prstGeom prst="rect">
            <a:avLst/>
          </a:prstGeom>
        </p:spPr>
        <p:txBody>
          <a:bodyPr/>
          <a:lstStyle>
            <a:lvl1pPr>
              <a:defRPr sz="3732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1416" y="1600206"/>
            <a:ext cx="5410904" cy="4525963"/>
          </a:xfrm>
          <a:prstGeom prst="rect">
            <a:avLst/>
          </a:prstGeom>
        </p:spPr>
        <p:txBody>
          <a:bodyPr/>
          <a:lstStyle>
            <a:lvl1pPr>
              <a:defRPr sz="3732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9081048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88" y="1535115"/>
            <a:ext cx="5387089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03" indent="0">
              <a:buNone/>
              <a:defRPr sz="2667" b="1"/>
            </a:lvl2pPr>
            <a:lvl3pPr marL="1219008" indent="0">
              <a:buNone/>
              <a:defRPr sz="2400" b="1"/>
            </a:lvl3pPr>
            <a:lvl4pPr marL="1828512" indent="0">
              <a:buNone/>
              <a:defRPr sz="2133" b="1"/>
            </a:lvl4pPr>
            <a:lvl5pPr marL="2438016" indent="0">
              <a:buNone/>
              <a:defRPr sz="2133" b="1"/>
            </a:lvl5pPr>
            <a:lvl6pPr marL="3047521" indent="0">
              <a:buNone/>
              <a:defRPr sz="2133" b="1"/>
            </a:lvl6pPr>
            <a:lvl7pPr marL="3657025" indent="0">
              <a:buNone/>
              <a:defRPr sz="2133" b="1"/>
            </a:lvl7pPr>
            <a:lvl8pPr marL="4266529" indent="0">
              <a:buNone/>
              <a:defRPr sz="2133" b="1"/>
            </a:lvl8pPr>
            <a:lvl9pPr marL="4876034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88" y="2174875"/>
            <a:ext cx="5387089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665" y="1535115"/>
            <a:ext cx="5388676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03" indent="0">
              <a:buNone/>
              <a:defRPr sz="2667" b="1"/>
            </a:lvl2pPr>
            <a:lvl3pPr marL="1219008" indent="0">
              <a:buNone/>
              <a:defRPr sz="2400" b="1"/>
            </a:lvl3pPr>
            <a:lvl4pPr marL="1828512" indent="0">
              <a:buNone/>
              <a:defRPr sz="2133" b="1"/>
            </a:lvl4pPr>
            <a:lvl5pPr marL="2438016" indent="0">
              <a:buNone/>
              <a:defRPr sz="2133" b="1"/>
            </a:lvl5pPr>
            <a:lvl6pPr marL="3047521" indent="0">
              <a:buNone/>
              <a:defRPr sz="2133" b="1"/>
            </a:lvl6pPr>
            <a:lvl7pPr marL="3657025" indent="0">
              <a:buNone/>
              <a:defRPr sz="2133" b="1"/>
            </a:lvl7pPr>
            <a:lvl8pPr marL="4266529" indent="0">
              <a:buNone/>
              <a:defRPr sz="2133" b="1"/>
            </a:lvl8pPr>
            <a:lvl9pPr marL="4876034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665" y="2174875"/>
            <a:ext cx="5388676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558549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400213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9481677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81" y="273052"/>
            <a:ext cx="4010547" cy="1162049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302" y="273066"/>
            <a:ext cx="6816025" cy="5853113"/>
          </a:xfrm>
          <a:prstGeom prst="rect">
            <a:avLst/>
          </a:prstGeom>
        </p:spPr>
        <p:txBody>
          <a:bodyPr/>
          <a:lstStyle>
            <a:lvl1pPr>
              <a:defRPr sz="4265"/>
            </a:lvl1pPr>
            <a:lvl2pPr>
              <a:defRPr sz="3732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81" y="1435106"/>
            <a:ext cx="4010547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03" indent="0">
              <a:buNone/>
              <a:defRPr sz="1600"/>
            </a:lvl2pPr>
            <a:lvl3pPr marL="1219008" indent="0">
              <a:buNone/>
              <a:defRPr sz="1333"/>
            </a:lvl3pPr>
            <a:lvl4pPr marL="1828512" indent="0">
              <a:buNone/>
              <a:defRPr sz="1200"/>
            </a:lvl4pPr>
            <a:lvl5pPr marL="2438016" indent="0">
              <a:buNone/>
              <a:defRPr sz="1200"/>
            </a:lvl5pPr>
            <a:lvl6pPr marL="3047521" indent="0">
              <a:buNone/>
              <a:defRPr sz="1200"/>
            </a:lvl6pPr>
            <a:lvl7pPr marL="3657025" indent="0">
              <a:buNone/>
              <a:defRPr sz="1200"/>
            </a:lvl7pPr>
            <a:lvl8pPr marL="4266529" indent="0">
              <a:buNone/>
              <a:defRPr sz="1200"/>
            </a:lvl8pPr>
            <a:lvl9pPr marL="4876034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7715691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499" y="4800604"/>
            <a:ext cx="7316152" cy="566737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499" y="612775"/>
            <a:ext cx="7316152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5"/>
            </a:lvl1pPr>
            <a:lvl2pPr marL="609503" indent="0">
              <a:buNone/>
              <a:defRPr sz="3732"/>
            </a:lvl2pPr>
            <a:lvl3pPr marL="1219008" indent="0">
              <a:buNone/>
              <a:defRPr sz="3200"/>
            </a:lvl3pPr>
            <a:lvl4pPr marL="1828512" indent="0">
              <a:buNone/>
              <a:defRPr sz="2667"/>
            </a:lvl4pPr>
            <a:lvl5pPr marL="2438016" indent="0">
              <a:buNone/>
              <a:defRPr sz="2667"/>
            </a:lvl5pPr>
            <a:lvl6pPr marL="3047521" indent="0">
              <a:buNone/>
              <a:defRPr sz="2667"/>
            </a:lvl6pPr>
            <a:lvl7pPr marL="3657025" indent="0">
              <a:buNone/>
              <a:defRPr sz="2667"/>
            </a:lvl7pPr>
            <a:lvl8pPr marL="4266529" indent="0">
              <a:buNone/>
              <a:defRPr sz="2667"/>
            </a:lvl8pPr>
            <a:lvl9pPr marL="4876034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499" y="5367346"/>
            <a:ext cx="7316152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03" indent="0">
              <a:buNone/>
              <a:defRPr sz="1600"/>
            </a:lvl2pPr>
            <a:lvl3pPr marL="1219008" indent="0">
              <a:buNone/>
              <a:defRPr sz="1333"/>
            </a:lvl3pPr>
            <a:lvl4pPr marL="1828512" indent="0">
              <a:buNone/>
              <a:defRPr sz="1200"/>
            </a:lvl4pPr>
            <a:lvl5pPr marL="2438016" indent="0">
              <a:buNone/>
              <a:defRPr sz="1200"/>
            </a:lvl5pPr>
            <a:lvl6pPr marL="3047521" indent="0">
              <a:buNone/>
              <a:defRPr sz="1200"/>
            </a:lvl6pPr>
            <a:lvl7pPr marL="3657025" indent="0">
              <a:buNone/>
              <a:defRPr sz="1200"/>
            </a:lvl7pPr>
            <a:lvl8pPr marL="4266529" indent="0">
              <a:buNone/>
              <a:defRPr sz="1200"/>
            </a:lvl8pPr>
            <a:lvl9pPr marL="4876034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251516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7" y="1600206"/>
            <a:ext cx="10972641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9767217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362" y="274646"/>
            <a:ext cx="2741969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4" y="274646"/>
            <a:ext cx="8078252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454049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5" y="304810"/>
            <a:ext cx="9076267" cy="3424237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1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6" name="Rectangle 127"/>
          <p:cNvSpPr>
            <a:spLocks noChangeArrowheads="1"/>
          </p:cNvSpPr>
          <p:nvPr userDrawn="1"/>
        </p:nvSpPr>
        <p:spPr bwMode="invGray">
          <a:xfrm>
            <a:off x="0" y="2470793"/>
            <a:ext cx="12192000" cy="191229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 w="0" algn="ctr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spcBef>
                <a:spcPct val="20000"/>
              </a:spcBef>
              <a:buClr>
                <a:srgbClr val="0066CC"/>
              </a:buClr>
              <a:buFont typeface="Wingdings" pitchFamily="2" charset="2"/>
              <a:buChar char="v"/>
              <a:defRPr/>
            </a:pPr>
            <a:endParaRPr lang="zh-CN" altLang="en-US" sz="1867" b="1">
              <a:solidFill>
                <a:srgbClr val="093575"/>
              </a:solidFill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2">
              <a:solidFill>
                <a:prstClr val="black"/>
              </a:solidFill>
            </a:endParaRPr>
          </a:p>
        </p:txBody>
      </p:sp>
      <p:graphicFrame>
        <p:nvGraphicFramePr>
          <p:cNvPr id="118" name="Object 15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675348321"/>
              </p:ext>
            </p:extLst>
          </p:nvPr>
        </p:nvGraphicFramePr>
        <p:xfrm>
          <a:off x="2370668" y="1646193"/>
          <a:ext cx="3115733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11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668" y="1646193"/>
                        <a:ext cx="3115733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568590"/>
            <a:ext cx="12192000" cy="1317625"/>
          </a:xfrm>
          <a:prstGeom prst="rect">
            <a:avLst/>
          </a:prstGeom>
        </p:spPr>
        <p:txBody>
          <a:bodyPr/>
          <a:lstStyle>
            <a:lvl1pPr algn="r">
              <a:defRPr sz="6399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10005484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5" y="304810"/>
            <a:ext cx="9076267" cy="3424237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1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2">
              <a:solidFill>
                <a:prstClr val="black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718987335"/>
              </p:ext>
            </p:extLst>
          </p:nvPr>
        </p:nvGraphicFramePr>
        <p:xfrm>
          <a:off x="8974469" y="103199"/>
          <a:ext cx="3116668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74469" y="103199"/>
                        <a:ext cx="3116668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30065691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5225702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1628801"/>
            <a:ext cx="10992544" cy="266429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9259243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 txBox="1">
            <a:spLocks/>
          </p:cNvSpPr>
          <p:nvPr userDrawn="1"/>
        </p:nvSpPr>
        <p:spPr>
          <a:xfrm>
            <a:off x="9168341" y="6381338"/>
            <a:ext cx="2844800" cy="365125"/>
          </a:xfrm>
          <a:prstGeom prst="rect">
            <a:avLst/>
          </a:prstGeom>
        </p:spPr>
        <p:txBody>
          <a:bodyPr vert="horz" lIns="121912" tIns="60956" rIns="121912" bIns="60956" rtlCol="0" anchor="ctr"/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华文隶书" pitchFamily="2" charset="-122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endParaRPr lang="zh-CN" altLang="en-US" sz="1867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1227162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3763641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7" y="202986"/>
            <a:ext cx="10036507" cy="422453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9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2" y="87767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809434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1117324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000382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4106546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76178270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7" tIns="45704" rIns="91407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8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7" y="5832601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1288357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7" tIns="45704" rIns="91407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8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7" y="5832601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8046193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9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9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5921409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922690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7522471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6" y="124416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015495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8" y="124416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921563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473182540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2088016884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1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708961625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1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3867872023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450110946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2867925218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990947103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2003" y="124411"/>
            <a:ext cx="4521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09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654656536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3207555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3713739972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3207555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309380426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3207555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1923270866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9320787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80919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250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8094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5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3" y="3807209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49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7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3" y="4430617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3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1" y="4863381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3" y="4776427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2" y="5832595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3" y="5745641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1003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5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3" y="3807209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49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7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3" y="4430617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3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1" y="4863381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3" y="4776427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2" y="5832595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3" y="5745641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3847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5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3" y="3807209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49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7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3" y="4430617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3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1" y="4863381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3" y="4776427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2" y="5832595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3" y="5745641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8640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（一）个人简历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753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0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198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17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59" y="124411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254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0" y="124411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117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2533514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3963261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6" y="124411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1561384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6" y="124411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696489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1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67273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729280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1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2462630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1999" y="124411"/>
            <a:ext cx="4521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09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992497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0"/>
            <a:ext cx="3207565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1398044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0"/>
            <a:ext cx="3207565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0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716374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0"/>
            <a:ext cx="3207565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3286216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8128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6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21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8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31.xml"/><Relationship Id="rId28" Type="http://schemas.openxmlformats.org/officeDocument/2006/relationships/image" Target="../media/image9.gif"/><Relationship Id="rId10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27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0.xml"/><Relationship Id="rId27" Type="http://schemas.openxmlformats.org/officeDocument/2006/relationships/image" Target="../media/image8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51.xml"/><Relationship Id="rId26" Type="http://schemas.openxmlformats.org/officeDocument/2006/relationships/slideLayout" Target="../slideLayouts/slideLayout59.xml"/><Relationship Id="rId3" Type="http://schemas.openxmlformats.org/officeDocument/2006/relationships/slideLayout" Target="../slideLayouts/slideLayout36.xml"/><Relationship Id="rId21" Type="http://schemas.openxmlformats.org/officeDocument/2006/relationships/slideLayout" Target="../slideLayouts/slideLayout54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5" Type="http://schemas.openxmlformats.org/officeDocument/2006/relationships/slideLayout" Target="../slideLayouts/slideLayout58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53.xml"/><Relationship Id="rId29" Type="http://schemas.openxmlformats.org/officeDocument/2006/relationships/image" Target="../media/image13.gif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24" Type="http://schemas.openxmlformats.org/officeDocument/2006/relationships/slideLayout" Target="../slideLayouts/slideLayout57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56.xml"/><Relationship Id="rId28" Type="http://schemas.openxmlformats.org/officeDocument/2006/relationships/image" Target="../media/image8.jpg"/><Relationship Id="rId10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52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55.xml"/><Relationship Id="rId27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13" Type="http://schemas.openxmlformats.org/officeDocument/2006/relationships/slideLayout" Target="../slideLayouts/slideLayout72.xml"/><Relationship Id="rId18" Type="http://schemas.openxmlformats.org/officeDocument/2006/relationships/slideLayout" Target="../slideLayouts/slideLayout77.xml"/><Relationship Id="rId26" Type="http://schemas.openxmlformats.org/officeDocument/2006/relationships/theme" Target="../theme/theme4.xml"/><Relationship Id="rId3" Type="http://schemas.openxmlformats.org/officeDocument/2006/relationships/slideLayout" Target="../slideLayouts/slideLayout62.xml"/><Relationship Id="rId21" Type="http://schemas.openxmlformats.org/officeDocument/2006/relationships/slideLayout" Target="../slideLayouts/slideLayout80.xml"/><Relationship Id="rId7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71.xml"/><Relationship Id="rId17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84.xml"/><Relationship Id="rId2" Type="http://schemas.openxmlformats.org/officeDocument/2006/relationships/slideLayout" Target="../slideLayouts/slideLayout61.xml"/><Relationship Id="rId16" Type="http://schemas.openxmlformats.org/officeDocument/2006/relationships/slideLayout" Target="../slideLayouts/slideLayout75.xml"/><Relationship Id="rId20" Type="http://schemas.openxmlformats.org/officeDocument/2006/relationships/slideLayout" Target="../slideLayouts/slideLayout79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24" Type="http://schemas.openxmlformats.org/officeDocument/2006/relationships/slideLayout" Target="../slideLayouts/slideLayout83.xml"/><Relationship Id="rId5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82.xml"/><Relationship Id="rId28" Type="http://schemas.openxmlformats.org/officeDocument/2006/relationships/image" Target="../media/image14.png"/><Relationship Id="rId10" Type="http://schemas.openxmlformats.org/officeDocument/2006/relationships/slideLayout" Target="../slideLayouts/slideLayout69.xml"/><Relationship Id="rId19" Type="http://schemas.openxmlformats.org/officeDocument/2006/relationships/slideLayout" Target="../slideLayouts/slideLayout78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14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81.xml"/><Relationship Id="rId27" Type="http://schemas.openxmlformats.org/officeDocument/2006/relationships/image" Target="../media/image8.jp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slideLayout" Target="../slideLayouts/slideLayout97.xml"/><Relationship Id="rId18" Type="http://schemas.openxmlformats.org/officeDocument/2006/relationships/slideLayout" Target="../slideLayouts/slideLayout102.xml"/><Relationship Id="rId26" Type="http://schemas.openxmlformats.org/officeDocument/2006/relationships/theme" Target="../theme/theme5.xml"/><Relationship Id="rId3" Type="http://schemas.openxmlformats.org/officeDocument/2006/relationships/slideLayout" Target="../slideLayouts/slideLayout87.xml"/><Relationship Id="rId21" Type="http://schemas.openxmlformats.org/officeDocument/2006/relationships/slideLayout" Target="../slideLayouts/slideLayout105.xml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17" Type="http://schemas.openxmlformats.org/officeDocument/2006/relationships/slideLayout" Target="../slideLayouts/slideLayout101.xml"/><Relationship Id="rId25" Type="http://schemas.openxmlformats.org/officeDocument/2006/relationships/slideLayout" Target="../slideLayouts/slideLayout109.xml"/><Relationship Id="rId2" Type="http://schemas.openxmlformats.org/officeDocument/2006/relationships/slideLayout" Target="../slideLayouts/slideLayout86.xml"/><Relationship Id="rId16" Type="http://schemas.openxmlformats.org/officeDocument/2006/relationships/slideLayout" Target="../slideLayouts/slideLayout100.xml"/><Relationship Id="rId20" Type="http://schemas.openxmlformats.org/officeDocument/2006/relationships/slideLayout" Target="../slideLayouts/slideLayout104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24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89.xml"/><Relationship Id="rId15" Type="http://schemas.openxmlformats.org/officeDocument/2006/relationships/slideLayout" Target="../slideLayouts/slideLayout99.xml"/><Relationship Id="rId23" Type="http://schemas.openxmlformats.org/officeDocument/2006/relationships/slideLayout" Target="../slideLayouts/slideLayout107.xml"/><Relationship Id="rId28" Type="http://schemas.openxmlformats.org/officeDocument/2006/relationships/image" Target="../media/image14.png"/><Relationship Id="rId10" Type="http://schemas.openxmlformats.org/officeDocument/2006/relationships/slideLayout" Target="../slideLayouts/slideLayout94.xml"/><Relationship Id="rId19" Type="http://schemas.openxmlformats.org/officeDocument/2006/relationships/slideLayout" Target="../slideLayouts/slideLayout103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14" Type="http://schemas.openxmlformats.org/officeDocument/2006/relationships/slideLayout" Target="../slideLayouts/slideLayout98.xml"/><Relationship Id="rId22" Type="http://schemas.openxmlformats.org/officeDocument/2006/relationships/slideLayout" Target="../slideLayouts/slideLayout106.xml"/><Relationship Id="rId27" Type="http://schemas.openxmlformats.org/officeDocument/2006/relationships/image" Target="../media/image8.jp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7.xml"/><Relationship Id="rId13" Type="http://schemas.openxmlformats.org/officeDocument/2006/relationships/slideLayout" Target="../slideLayouts/slideLayout122.xml"/><Relationship Id="rId3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121.xml"/><Relationship Id="rId17" Type="http://schemas.openxmlformats.org/officeDocument/2006/relationships/image" Target="../media/image15.png"/><Relationship Id="rId2" Type="http://schemas.openxmlformats.org/officeDocument/2006/relationships/slideLayout" Target="../slideLayouts/slideLayout111.xml"/><Relationship Id="rId16" Type="http://schemas.openxmlformats.org/officeDocument/2006/relationships/theme" Target="../theme/theme6.xml"/><Relationship Id="rId1" Type="http://schemas.openxmlformats.org/officeDocument/2006/relationships/slideLayout" Target="../slideLayouts/slideLayout110.xml"/><Relationship Id="rId6" Type="http://schemas.openxmlformats.org/officeDocument/2006/relationships/slideLayout" Target="../slideLayouts/slideLayout115.xml"/><Relationship Id="rId11" Type="http://schemas.openxmlformats.org/officeDocument/2006/relationships/slideLayout" Target="../slideLayouts/slideLayout120.xml"/><Relationship Id="rId5" Type="http://schemas.openxmlformats.org/officeDocument/2006/relationships/slideLayout" Target="../slideLayouts/slideLayout114.xml"/><Relationship Id="rId15" Type="http://schemas.openxmlformats.org/officeDocument/2006/relationships/slideLayout" Target="../slideLayouts/slideLayout124.xml"/><Relationship Id="rId10" Type="http://schemas.openxmlformats.org/officeDocument/2006/relationships/slideLayout" Target="../slideLayouts/slideLayout119.xml"/><Relationship Id="rId4" Type="http://schemas.openxmlformats.org/officeDocument/2006/relationships/slideLayout" Target="../slideLayouts/slideLayout113.xml"/><Relationship Id="rId9" Type="http://schemas.openxmlformats.org/officeDocument/2006/relationships/slideLayout" Target="../slideLayouts/slideLayout118.xml"/><Relationship Id="rId14" Type="http://schemas.openxmlformats.org/officeDocument/2006/relationships/slideLayout" Target="../slideLayouts/slideLayout123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2.xml"/><Relationship Id="rId13" Type="http://schemas.openxmlformats.org/officeDocument/2006/relationships/slideLayout" Target="../slideLayouts/slideLayout137.xml"/><Relationship Id="rId18" Type="http://schemas.openxmlformats.org/officeDocument/2006/relationships/slideLayout" Target="../slideLayouts/slideLayout142.xml"/><Relationship Id="rId3" Type="http://schemas.openxmlformats.org/officeDocument/2006/relationships/slideLayout" Target="../slideLayouts/slideLayout127.xml"/><Relationship Id="rId21" Type="http://schemas.openxmlformats.org/officeDocument/2006/relationships/theme" Target="../theme/theme7.xml"/><Relationship Id="rId7" Type="http://schemas.openxmlformats.org/officeDocument/2006/relationships/slideLayout" Target="../slideLayouts/slideLayout131.xml"/><Relationship Id="rId12" Type="http://schemas.openxmlformats.org/officeDocument/2006/relationships/slideLayout" Target="../slideLayouts/slideLayout136.xml"/><Relationship Id="rId17" Type="http://schemas.openxmlformats.org/officeDocument/2006/relationships/slideLayout" Target="../slideLayouts/slideLayout141.xml"/><Relationship Id="rId2" Type="http://schemas.openxmlformats.org/officeDocument/2006/relationships/slideLayout" Target="../slideLayouts/slideLayout126.xml"/><Relationship Id="rId16" Type="http://schemas.openxmlformats.org/officeDocument/2006/relationships/slideLayout" Target="../slideLayouts/slideLayout140.xml"/><Relationship Id="rId20" Type="http://schemas.openxmlformats.org/officeDocument/2006/relationships/slideLayout" Target="../slideLayouts/slideLayout144.xml"/><Relationship Id="rId1" Type="http://schemas.openxmlformats.org/officeDocument/2006/relationships/slideLayout" Target="../slideLayouts/slideLayout125.xml"/><Relationship Id="rId6" Type="http://schemas.openxmlformats.org/officeDocument/2006/relationships/slideLayout" Target="../slideLayouts/slideLayout130.xml"/><Relationship Id="rId11" Type="http://schemas.openxmlformats.org/officeDocument/2006/relationships/slideLayout" Target="../slideLayouts/slideLayout135.xml"/><Relationship Id="rId5" Type="http://schemas.openxmlformats.org/officeDocument/2006/relationships/slideLayout" Target="../slideLayouts/slideLayout129.xml"/><Relationship Id="rId15" Type="http://schemas.openxmlformats.org/officeDocument/2006/relationships/slideLayout" Target="../slideLayouts/slideLayout139.xml"/><Relationship Id="rId10" Type="http://schemas.openxmlformats.org/officeDocument/2006/relationships/slideLayout" Target="../slideLayouts/slideLayout134.xml"/><Relationship Id="rId19" Type="http://schemas.openxmlformats.org/officeDocument/2006/relationships/slideLayout" Target="../slideLayouts/slideLayout143.xml"/><Relationship Id="rId4" Type="http://schemas.openxmlformats.org/officeDocument/2006/relationships/slideLayout" Target="../slideLayouts/slideLayout128.xml"/><Relationship Id="rId9" Type="http://schemas.openxmlformats.org/officeDocument/2006/relationships/slideLayout" Target="../slideLayouts/slideLayout133.xml"/><Relationship Id="rId14" Type="http://schemas.openxmlformats.org/officeDocument/2006/relationships/slideLayout" Target="../slideLayouts/slideLayout138.xml"/><Relationship Id="rId22" Type="http://schemas.openxmlformats.org/officeDocument/2006/relationships/image" Target="../media/image15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2.xml"/><Relationship Id="rId13" Type="http://schemas.openxmlformats.org/officeDocument/2006/relationships/slideLayout" Target="../slideLayouts/slideLayout157.xml"/><Relationship Id="rId18" Type="http://schemas.openxmlformats.org/officeDocument/2006/relationships/theme" Target="../theme/theme8.xml"/><Relationship Id="rId3" Type="http://schemas.openxmlformats.org/officeDocument/2006/relationships/slideLayout" Target="../slideLayouts/slideLayout147.xml"/><Relationship Id="rId7" Type="http://schemas.openxmlformats.org/officeDocument/2006/relationships/slideLayout" Target="../slideLayouts/slideLayout151.xml"/><Relationship Id="rId12" Type="http://schemas.openxmlformats.org/officeDocument/2006/relationships/slideLayout" Target="../slideLayouts/slideLayout156.xml"/><Relationship Id="rId17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46.xml"/><Relationship Id="rId16" Type="http://schemas.openxmlformats.org/officeDocument/2006/relationships/slideLayout" Target="../slideLayouts/slideLayout160.xml"/><Relationship Id="rId1" Type="http://schemas.openxmlformats.org/officeDocument/2006/relationships/slideLayout" Target="../slideLayouts/slideLayout145.xml"/><Relationship Id="rId6" Type="http://schemas.openxmlformats.org/officeDocument/2006/relationships/slideLayout" Target="../slideLayouts/slideLayout150.xml"/><Relationship Id="rId11" Type="http://schemas.openxmlformats.org/officeDocument/2006/relationships/slideLayout" Target="../slideLayouts/slideLayout155.xml"/><Relationship Id="rId5" Type="http://schemas.openxmlformats.org/officeDocument/2006/relationships/slideLayout" Target="../slideLayouts/slideLayout149.xml"/><Relationship Id="rId15" Type="http://schemas.openxmlformats.org/officeDocument/2006/relationships/slideLayout" Target="../slideLayouts/slideLayout159.xml"/><Relationship Id="rId10" Type="http://schemas.openxmlformats.org/officeDocument/2006/relationships/slideLayout" Target="../slideLayouts/slideLayout154.xml"/><Relationship Id="rId4" Type="http://schemas.openxmlformats.org/officeDocument/2006/relationships/slideLayout" Target="../slideLayouts/slideLayout148.xml"/><Relationship Id="rId9" Type="http://schemas.openxmlformats.org/officeDocument/2006/relationships/slideLayout" Target="../slideLayouts/slideLayout153.xml"/><Relationship Id="rId14" Type="http://schemas.openxmlformats.org/officeDocument/2006/relationships/slideLayout" Target="../slideLayouts/slideLayout15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9.xml"/><Relationship Id="rId13" Type="http://schemas.openxmlformats.org/officeDocument/2006/relationships/slideLayout" Target="../slideLayouts/slideLayout174.xml"/><Relationship Id="rId18" Type="http://schemas.openxmlformats.org/officeDocument/2006/relationships/slideLayout" Target="../slideLayouts/slideLayout179.xml"/><Relationship Id="rId26" Type="http://schemas.openxmlformats.org/officeDocument/2006/relationships/slideLayout" Target="../slideLayouts/slideLayout187.xml"/><Relationship Id="rId3" Type="http://schemas.openxmlformats.org/officeDocument/2006/relationships/slideLayout" Target="../slideLayouts/slideLayout164.xml"/><Relationship Id="rId21" Type="http://schemas.openxmlformats.org/officeDocument/2006/relationships/slideLayout" Target="../slideLayouts/slideLayout182.xml"/><Relationship Id="rId7" Type="http://schemas.openxmlformats.org/officeDocument/2006/relationships/slideLayout" Target="../slideLayouts/slideLayout168.xml"/><Relationship Id="rId12" Type="http://schemas.openxmlformats.org/officeDocument/2006/relationships/slideLayout" Target="../slideLayouts/slideLayout173.xml"/><Relationship Id="rId17" Type="http://schemas.openxmlformats.org/officeDocument/2006/relationships/slideLayout" Target="../slideLayouts/slideLayout178.xml"/><Relationship Id="rId25" Type="http://schemas.openxmlformats.org/officeDocument/2006/relationships/slideLayout" Target="../slideLayouts/slideLayout186.xml"/><Relationship Id="rId2" Type="http://schemas.openxmlformats.org/officeDocument/2006/relationships/slideLayout" Target="../slideLayouts/slideLayout163.xml"/><Relationship Id="rId16" Type="http://schemas.openxmlformats.org/officeDocument/2006/relationships/slideLayout" Target="../slideLayouts/slideLayout177.xml"/><Relationship Id="rId20" Type="http://schemas.openxmlformats.org/officeDocument/2006/relationships/slideLayout" Target="../slideLayouts/slideLayout181.xml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162.xml"/><Relationship Id="rId6" Type="http://schemas.openxmlformats.org/officeDocument/2006/relationships/slideLayout" Target="../slideLayouts/slideLayout167.xml"/><Relationship Id="rId11" Type="http://schemas.openxmlformats.org/officeDocument/2006/relationships/slideLayout" Target="../slideLayouts/slideLayout172.xml"/><Relationship Id="rId24" Type="http://schemas.openxmlformats.org/officeDocument/2006/relationships/slideLayout" Target="../slideLayouts/slideLayout185.xml"/><Relationship Id="rId5" Type="http://schemas.openxmlformats.org/officeDocument/2006/relationships/slideLayout" Target="../slideLayouts/slideLayout166.xml"/><Relationship Id="rId15" Type="http://schemas.openxmlformats.org/officeDocument/2006/relationships/slideLayout" Target="../slideLayouts/slideLayout176.xml"/><Relationship Id="rId23" Type="http://schemas.openxmlformats.org/officeDocument/2006/relationships/slideLayout" Target="../slideLayouts/slideLayout184.xml"/><Relationship Id="rId28" Type="http://schemas.openxmlformats.org/officeDocument/2006/relationships/image" Target="../media/image8.jpg"/><Relationship Id="rId10" Type="http://schemas.openxmlformats.org/officeDocument/2006/relationships/slideLayout" Target="../slideLayouts/slideLayout171.xml"/><Relationship Id="rId19" Type="http://schemas.openxmlformats.org/officeDocument/2006/relationships/slideLayout" Target="../slideLayouts/slideLayout180.xml"/><Relationship Id="rId4" Type="http://schemas.openxmlformats.org/officeDocument/2006/relationships/slideLayout" Target="../slideLayouts/slideLayout165.xml"/><Relationship Id="rId9" Type="http://schemas.openxmlformats.org/officeDocument/2006/relationships/slideLayout" Target="../slideLayouts/slideLayout170.xml"/><Relationship Id="rId14" Type="http://schemas.openxmlformats.org/officeDocument/2006/relationships/slideLayout" Target="../slideLayouts/slideLayout175.xml"/><Relationship Id="rId22" Type="http://schemas.openxmlformats.org/officeDocument/2006/relationships/slideLayout" Target="../slideLayouts/slideLayout183.xml"/><Relationship Id="rId27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5.xml"/><Relationship Id="rId13" Type="http://schemas.openxmlformats.org/officeDocument/2006/relationships/slideLayout" Target="../slideLayouts/slideLayout200.xml"/><Relationship Id="rId18" Type="http://schemas.openxmlformats.org/officeDocument/2006/relationships/theme" Target="../theme/theme10.xml"/><Relationship Id="rId3" Type="http://schemas.openxmlformats.org/officeDocument/2006/relationships/slideLayout" Target="../slideLayouts/slideLayout190.xml"/><Relationship Id="rId7" Type="http://schemas.openxmlformats.org/officeDocument/2006/relationships/slideLayout" Target="../slideLayouts/slideLayout194.xml"/><Relationship Id="rId12" Type="http://schemas.openxmlformats.org/officeDocument/2006/relationships/slideLayout" Target="../slideLayouts/slideLayout199.xml"/><Relationship Id="rId17" Type="http://schemas.openxmlformats.org/officeDocument/2006/relationships/slideLayout" Target="../slideLayouts/slideLayout204.xml"/><Relationship Id="rId2" Type="http://schemas.openxmlformats.org/officeDocument/2006/relationships/slideLayout" Target="../slideLayouts/slideLayout189.xml"/><Relationship Id="rId16" Type="http://schemas.openxmlformats.org/officeDocument/2006/relationships/slideLayout" Target="../slideLayouts/slideLayout203.xml"/><Relationship Id="rId1" Type="http://schemas.openxmlformats.org/officeDocument/2006/relationships/slideLayout" Target="../slideLayouts/slideLayout188.xml"/><Relationship Id="rId6" Type="http://schemas.openxmlformats.org/officeDocument/2006/relationships/slideLayout" Target="../slideLayouts/slideLayout193.xml"/><Relationship Id="rId11" Type="http://schemas.openxmlformats.org/officeDocument/2006/relationships/slideLayout" Target="../slideLayouts/slideLayout198.xml"/><Relationship Id="rId5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202.xml"/><Relationship Id="rId10" Type="http://schemas.openxmlformats.org/officeDocument/2006/relationships/slideLayout" Target="../slideLayouts/slideLayout197.xml"/><Relationship Id="rId4" Type="http://schemas.openxmlformats.org/officeDocument/2006/relationships/slideLayout" Target="../slideLayouts/slideLayout191.xml"/><Relationship Id="rId9" Type="http://schemas.openxmlformats.org/officeDocument/2006/relationships/slideLayout" Target="../slideLayouts/slideLayout196.xml"/><Relationship Id="rId14" Type="http://schemas.openxmlformats.org/officeDocument/2006/relationships/slideLayout" Target="../slideLayouts/slideLayout201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2.xml"/><Relationship Id="rId13" Type="http://schemas.openxmlformats.org/officeDocument/2006/relationships/slideLayout" Target="../slideLayouts/slideLayout217.xml"/><Relationship Id="rId18" Type="http://schemas.openxmlformats.org/officeDocument/2006/relationships/slideLayout" Target="../slideLayouts/slideLayout222.xml"/><Relationship Id="rId26" Type="http://schemas.openxmlformats.org/officeDocument/2006/relationships/theme" Target="../theme/theme11.xml"/><Relationship Id="rId3" Type="http://schemas.openxmlformats.org/officeDocument/2006/relationships/slideLayout" Target="../slideLayouts/slideLayout207.xml"/><Relationship Id="rId21" Type="http://schemas.openxmlformats.org/officeDocument/2006/relationships/slideLayout" Target="../slideLayouts/slideLayout225.xml"/><Relationship Id="rId7" Type="http://schemas.openxmlformats.org/officeDocument/2006/relationships/slideLayout" Target="../slideLayouts/slideLayout211.xml"/><Relationship Id="rId12" Type="http://schemas.openxmlformats.org/officeDocument/2006/relationships/slideLayout" Target="../slideLayouts/slideLayout216.xml"/><Relationship Id="rId17" Type="http://schemas.openxmlformats.org/officeDocument/2006/relationships/slideLayout" Target="../slideLayouts/slideLayout221.xml"/><Relationship Id="rId25" Type="http://schemas.openxmlformats.org/officeDocument/2006/relationships/slideLayout" Target="../slideLayouts/slideLayout229.xml"/><Relationship Id="rId2" Type="http://schemas.openxmlformats.org/officeDocument/2006/relationships/slideLayout" Target="../slideLayouts/slideLayout206.xml"/><Relationship Id="rId16" Type="http://schemas.openxmlformats.org/officeDocument/2006/relationships/slideLayout" Target="../slideLayouts/slideLayout220.xml"/><Relationship Id="rId20" Type="http://schemas.openxmlformats.org/officeDocument/2006/relationships/slideLayout" Target="../slideLayouts/slideLayout224.xml"/><Relationship Id="rId1" Type="http://schemas.openxmlformats.org/officeDocument/2006/relationships/slideLayout" Target="../slideLayouts/slideLayout205.xml"/><Relationship Id="rId6" Type="http://schemas.openxmlformats.org/officeDocument/2006/relationships/slideLayout" Target="../slideLayouts/slideLayout210.xml"/><Relationship Id="rId11" Type="http://schemas.openxmlformats.org/officeDocument/2006/relationships/slideLayout" Target="../slideLayouts/slideLayout215.xml"/><Relationship Id="rId24" Type="http://schemas.openxmlformats.org/officeDocument/2006/relationships/slideLayout" Target="../slideLayouts/slideLayout228.xml"/><Relationship Id="rId5" Type="http://schemas.openxmlformats.org/officeDocument/2006/relationships/slideLayout" Target="../slideLayouts/slideLayout209.xml"/><Relationship Id="rId15" Type="http://schemas.openxmlformats.org/officeDocument/2006/relationships/slideLayout" Target="../slideLayouts/slideLayout219.xml"/><Relationship Id="rId23" Type="http://schemas.openxmlformats.org/officeDocument/2006/relationships/slideLayout" Target="../slideLayouts/slideLayout227.xml"/><Relationship Id="rId28" Type="http://schemas.openxmlformats.org/officeDocument/2006/relationships/image" Target="../media/image14.png"/><Relationship Id="rId10" Type="http://schemas.openxmlformats.org/officeDocument/2006/relationships/slideLayout" Target="../slideLayouts/slideLayout214.xml"/><Relationship Id="rId19" Type="http://schemas.openxmlformats.org/officeDocument/2006/relationships/slideLayout" Target="../slideLayouts/slideLayout223.xml"/><Relationship Id="rId4" Type="http://schemas.openxmlformats.org/officeDocument/2006/relationships/slideLayout" Target="../slideLayouts/slideLayout208.xml"/><Relationship Id="rId9" Type="http://schemas.openxmlformats.org/officeDocument/2006/relationships/slideLayout" Target="../slideLayouts/slideLayout213.xml"/><Relationship Id="rId14" Type="http://schemas.openxmlformats.org/officeDocument/2006/relationships/slideLayout" Target="../slideLayouts/slideLayout218.xml"/><Relationship Id="rId22" Type="http://schemas.openxmlformats.org/officeDocument/2006/relationships/slideLayout" Target="../slideLayouts/slideLayout226.xml"/><Relationship Id="rId27" Type="http://schemas.openxmlformats.org/officeDocument/2006/relationships/image" Target="../media/image8.jpg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7.xml"/><Relationship Id="rId13" Type="http://schemas.openxmlformats.org/officeDocument/2006/relationships/slideLayout" Target="../slideLayouts/slideLayout242.xml"/><Relationship Id="rId18" Type="http://schemas.openxmlformats.org/officeDocument/2006/relationships/slideLayout" Target="../slideLayouts/slideLayout247.xml"/><Relationship Id="rId3" Type="http://schemas.openxmlformats.org/officeDocument/2006/relationships/slideLayout" Target="../slideLayouts/slideLayout232.xml"/><Relationship Id="rId21" Type="http://schemas.openxmlformats.org/officeDocument/2006/relationships/slideLayout" Target="../slideLayouts/slideLayout250.xml"/><Relationship Id="rId7" Type="http://schemas.openxmlformats.org/officeDocument/2006/relationships/slideLayout" Target="../slideLayouts/slideLayout236.xml"/><Relationship Id="rId12" Type="http://schemas.openxmlformats.org/officeDocument/2006/relationships/slideLayout" Target="../slideLayouts/slideLayout241.xml"/><Relationship Id="rId17" Type="http://schemas.openxmlformats.org/officeDocument/2006/relationships/slideLayout" Target="../slideLayouts/slideLayout246.xml"/><Relationship Id="rId25" Type="http://schemas.openxmlformats.org/officeDocument/2006/relationships/image" Target="../media/image14.png"/><Relationship Id="rId2" Type="http://schemas.openxmlformats.org/officeDocument/2006/relationships/slideLayout" Target="../slideLayouts/slideLayout231.xml"/><Relationship Id="rId16" Type="http://schemas.openxmlformats.org/officeDocument/2006/relationships/slideLayout" Target="../slideLayouts/slideLayout245.xml"/><Relationship Id="rId20" Type="http://schemas.openxmlformats.org/officeDocument/2006/relationships/slideLayout" Target="../slideLayouts/slideLayout249.xml"/><Relationship Id="rId1" Type="http://schemas.openxmlformats.org/officeDocument/2006/relationships/slideLayout" Target="../slideLayouts/slideLayout230.xml"/><Relationship Id="rId6" Type="http://schemas.openxmlformats.org/officeDocument/2006/relationships/slideLayout" Target="../slideLayouts/slideLayout235.xml"/><Relationship Id="rId11" Type="http://schemas.openxmlformats.org/officeDocument/2006/relationships/slideLayout" Target="../slideLayouts/slideLayout240.xml"/><Relationship Id="rId24" Type="http://schemas.openxmlformats.org/officeDocument/2006/relationships/image" Target="../media/image8.jpg"/><Relationship Id="rId5" Type="http://schemas.openxmlformats.org/officeDocument/2006/relationships/slideLayout" Target="../slideLayouts/slideLayout234.xml"/><Relationship Id="rId15" Type="http://schemas.openxmlformats.org/officeDocument/2006/relationships/slideLayout" Target="../slideLayouts/slideLayout244.xml"/><Relationship Id="rId23" Type="http://schemas.openxmlformats.org/officeDocument/2006/relationships/theme" Target="../theme/theme12.xml"/><Relationship Id="rId10" Type="http://schemas.openxmlformats.org/officeDocument/2006/relationships/slideLayout" Target="../slideLayouts/slideLayout239.xml"/><Relationship Id="rId19" Type="http://schemas.openxmlformats.org/officeDocument/2006/relationships/slideLayout" Target="../slideLayouts/slideLayout248.xml"/><Relationship Id="rId4" Type="http://schemas.openxmlformats.org/officeDocument/2006/relationships/slideLayout" Target="../slideLayouts/slideLayout233.xml"/><Relationship Id="rId9" Type="http://schemas.openxmlformats.org/officeDocument/2006/relationships/slideLayout" Target="../slideLayouts/slideLayout238.xml"/><Relationship Id="rId14" Type="http://schemas.openxmlformats.org/officeDocument/2006/relationships/slideLayout" Target="../slideLayouts/slideLayout243.xml"/><Relationship Id="rId22" Type="http://schemas.openxmlformats.org/officeDocument/2006/relationships/slideLayout" Target="../slideLayouts/slideLayout2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11803774" y="6581013"/>
            <a:ext cx="372196" cy="276987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fld id="{5E083074-D3FF-49A6-8E12-2ECAA15AAAA1}" type="slidenum">
              <a:rPr lang="zh-CN" altLang="en-US" sz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‹#›</a:t>
            </a:fld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4634" r:id="rId3"/>
    <p:sldLayoutId id="2147484633" r:id="rId4"/>
    <p:sldLayoutId id="2147483651" r:id="rId5"/>
    <p:sldLayoutId id="2147483652" r:id="rId6"/>
    <p:sldLayoutId id="2147483653" r:id="rId7"/>
    <p:sldLayoutId id="2147483654" r:id="rId8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1">
            <a:extLst>
              <a:ext uri="{FF2B5EF4-FFF2-40B4-BE49-F238E27FC236}">
                <a16:creationId xmlns:a16="http://schemas.microsoft.com/office/drawing/2014/main" id="{BF0A28E6-27C8-F660-D593-EFD6DA2267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5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3" name="Picture 2" descr="A blue and white logo&#10;&#10;Description automatically generated">
            <a:extLst>
              <a:ext uri="{FF2B5EF4-FFF2-40B4-BE49-F238E27FC236}">
                <a16:creationId xmlns:a16="http://schemas.microsoft.com/office/drawing/2014/main" id="{C2F7084D-7EAE-2DD4-8488-B494D6C147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09" t="23955" r="40919" b="37048"/>
          <a:stretch/>
        </p:blipFill>
        <p:spPr>
          <a:xfrm>
            <a:off x="152401" y="50489"/>
            <a:ext cx="461681" cy="51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50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0" r:id="rId1"/>
    <p:sldLayoutId id="2147484411" r:id="rId2"/>
    <p:sldLayoutId id="2147484412" r:id="rId3"/>
    <p:sldLayoutId id="2147484413" r:id="rId4"/>
    <p:sldLayoutId id="2147484414" r:id="rId5"/>
    <p:sldLayoutId id="2147484415" r:id="rId6"/>
    <p:sldLayoutId id="2147484416" r:id="rId7"/>
    <p:sldLayoutId id="2147484417" r:id="rId8"/>
    <p:sldLayoutId id="2147484418" r:id="rId9"/>
    <p:sldLayoutId id="2147484419" r:id="rId10"/>
    <p:sldLayoutId id="2147484420" r:id="rId11"/>
    <p:sldLayoutId id="2147484421" r:id="rId12"/>
    <p:sldLayoutId id="2147484422" r:id="rId13"/>
    <p:sldLayoutId id="2147484423" r:id="rId14"/>
    <p:sldLayoutId id="2147484424" r:id="rId15"/>
    <p:sldLayoutId id="2147484425" r:id="rId16"/>
    <p:sldLayoutId id="2147484426" r:id="rId17"/>
    <p:sldLayoutId id="2147484427" r:id="rId18"/>
    <p:sldLayoutId id="2147484428" r:id="rId19"/>
    <p:sldLayoutId id="2147484429" r:id="rId20"/>
    <p:sldLayoutId id="2147484430" r:id="rId21"/>
    <p:sldLayoutId id="2147484431" r:id="rId22"/>
    <p:sldLayoutId id="2147484432" r:id="rId23"/>
    <p:sldLayoutId id="2147484433" r:id="rId24"/>
    <p:sldLayoutId id="2147484435" r:id="rId2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421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84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266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687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66" indent="-241066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310" indent="-202006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555" indent="-160712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978" indent="-161828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400" indent="-160712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822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245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666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2087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421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845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266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687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12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532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955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376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5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B61907-CE38-43EF-ABC9-71DF18B992B9}"/>
              </a:ext>
            </a:extLst>
          </p:cNvPr>
          <p:cNvPicPr>
            <a:picLocks noChangeAspect="1"/>
          </p:cNvPicPr>
          <p:nvPr userDrawn="1"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35" y="0"/>
            <a:ext cx="612000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582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67" r:id="rId1"/>
    <p:sldLayoutId id="2147484468" r:id="rId2"/>
    <p:sldLayoutId id="2147484469" r:id="rId3"/>
    <p:sldLayoutId id="2147484470" r:id="rId4"/>
    <p:sldLayoutId id="2147484471" r:id="rId5"/>
    <p:sldLayoutId id="2147484472" r:id="rId6"/>
    <p:sldLayoutId id="2147484473" r:id="rId7"/>
    <p:sldLayoutId id="2147484474" r:id="rId8"/>
    <p:sldLayoutId id="2147484475" r:id="rId9"/>
    <p:sldLayoutId id="2147484476" r:id="rId10"/>
    <p:sldLayoutId id="2147484477" r:id="rId11"/>
    <p:sldLayoutId id="2147484478" r:id="rId12"/>
    <p:sldLayoutId id="2147484479" r:id="rId13"/>
    <p:sldLayoutId id="2147484480" r:id="rId14"/>
    <p:sldLayoutId id="2147484481" r:id="rId15"/>
    <p:sldLayoutId id="2147484482" r:id="rId16"/>
    <p:sldLayoutId id="2147484483" r:id="rId17"/>
    <p:sldLayoutId id="2147484484" r:id="rId18"/>
    <p:sldLayoutId id="2147484485" r:id="rId19"/>
    <p:sldLayoutId id="2147484486" r:id="rId20"/>
    <p:sldLayoutId id="2147484487" r:id="rId21"/>
    <p:sldLayoutId id="2147484488" r:id="rId22"/>
    <p:sldLayoutId id="2147484489" r:id="rId23"/>
    <p:sldLayoutId id="2147484490" r:id="rId24"/>
    <p:sldLayoutId id="2147484491" r:id="rId25"/>
    <p:sldLayoutId id="2147484492" r:id="rId26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41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829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24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65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61" indent="-241061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98" indent="-202002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535" indent="-160708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951" indent="-161824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364" indent="-160708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778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193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606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2018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413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829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243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655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072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84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898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312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6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4823" y="9965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36"/>
            <a:ext cx="7879080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9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9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1155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94" r:id="rId1"/>
    <p:sldLayoutId id="2147484495" r:id="rId2"/>
    <p:sldLayoutId id="2147484496" r:id="rId3"/>
    <p:sldLayoutId id="2147484497" r:id="rId4"/>
    <p:sldLayoutId id="2147484498" r:id="rId5"/>
    <p:sldLayoutId id="2147484499" r:id="rId6"/>
    <p:sldLayoutId id="2147484500" r:id="rId7"/>
    <p:sldLayoutId id="2147484501" r:id="rId8"/>
    <p:sldLayoutId id="2147484502" r:id="rId9"/>
    <p:sldLayoutId id="2147484503" r:id="rId10"/>
    <p:sldLayoutId id="2147484504" r:id="rId11"/>
    <p:sldLayoutId id="2147484505" r:id="rId12"/>
    <p:sldLayoutId id="2147484506" r:id="rId13"/>
    <p:sldLayoutId id="2147484507" r:id="rId14"/>
    <p:sldLayoutId id="2147484508" r:id="rId15"/>
    <p:sldLayoutId id="2147484509" r:id="rId16"/>
    <p:sldLayoutId id="2147484510" r:id="rId17"/>
    <p:sldLayoutId id="2147484511" r:id="rId18"/>
    <p:sldLayoutId id="2147484512" r:id="rId19"/>
    <p:sldLayoutId id="2147484513" r:id="rId20"/>
    <p:sldLayoutId id="2147484514" r:id="rId21"/>
    <p:sldLayoutId id="2147484515" r:id="rId22"/>
    <p:sldLayoutId id="2147484516" r:id="rId23"/>
    <p:sldLayoutId id="2147484517" r:id="rId24"/>
    <p:sldLayoutId id="2147484518" r:id="rId2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88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777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16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551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41" indent="-241041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55" indent="-201984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471" indent="-160695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860" indent="-161811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247" indent="-160695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634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022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409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798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88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777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165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551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942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328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716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104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5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4822" y="9963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36"/>
            <a:ext cx="7879080" cy="101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8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8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1306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20" r:id="rId1"/>
    <p:sldLayoutId id="2147484521" r:id="rId2"/>
    <p:sldLayoutId id="2147484522" r:id="rId3"/>
    <p:sldLayoutId id="2147484523" r:id="rId4"/>
    <p:sldLayoutId id="2147484524" r:id="rId5"/>
    <p:sldLayoutId id="2147484525" r:id="rId6"/>
    <p:sldLayoutId id="2147484526" r:id="rId7"/>
    <p:sldLayoutId id="2147484527" r:id="rId8"/>
    <p:sldLayoutId id="2147484528" r:id="rId9"/>
    <p:sldLayoutId id="2147484529" r:id="rId10"/>
    <p:sldLayoutId id="2147484530" r:id="rId11"/>
    <p:sldLayoutId id="2147484531" r:id="rId12"/>
    <p:sldLayoutId id="2147484532" r:id="rId13"/>
    <p:sldLayoutId id="2147484533" r:id="rId14"/>
    <p:sldLayoutId id="2147484534" r:id="rId15"/>
    <p:sldLayoutId id="2147484535" r:id="rId16"/>
    <p:sldLayoutId id="2147484536" r:id="rId17"/>
    <p:sldLayoutId id="2147484537" r:id="rId18"/>
    <p:sldLayoutId id="2147484538" r:id="rId19"/>
    <p:sldLayoutId id="2147484539" r:id="rId20"/>
    <p:sldLayoutId id="2147484540" r:id="rId21"/>
    <p:sldLayoutId id="2147484541" r:id="rId22"/>
    <p:sldLayoutId id="2147484542" r:id="rId23"/>
    <p:sldLayoutId id="2147484543" r:id="rId24"/>
    <p:sldLayoutId id="2147484544" r:id="rId2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96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79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189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58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47" indent="-241047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68" indent="-201989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490" indent="-160698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888" indent="-161814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282" indent="-160698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679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075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469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866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96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793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189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583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982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376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772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168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1648046" y="281227"/>
            <a:ext cx="457176" cy="246221"/>
          </a:xfrm>
          <a:prstGeom prst="rect">
            <a:avLst/>
          </a:prstGeom>
          <a:noFill/>
        </p:spPr>
        <p:txBody>
          <a:bodyPr wrap="none" tIns="0" bIns="0" rtlCol="0" anchor="ctr" anchorCtr="1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C65BA3-EF8F-408F-A22D-18BBE8C1E8E8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442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36" r:id="rId1"/>
    <p:sldLayoutId id="2147484637" r:id="rId2"/>
    <p:sldLayoutId id="2147484638" r:id="rId3"/>
    <p:sldLayoutId id="2147484639" r:id="rId4"/>
    <p:sldLayoutId id="2147484640" r:id="rId5"/>
    <p:sldLayoutId id="2147484641" r:id="rId6"/>
    <p:sldLayoutId id="2147484642" r:id="rId7"/>
    <p:sldLayoutId id="2147484643" r:id="rId8"/>
    <p:sldLayoutId id="2147484644" r:id="rId9"/>
    <p:sldLayoutId id="2147484645" r:id="rId10"/>
    <p:sldLayoutId id="2147484646" r:id="rId11"/>
    <p:sldLayoutId id="2147484647" r:id="rId12"/>
    <p:sldLayoutId id="2147484648" r:id="rId13"/>
    <p:sldLayoutId id="2147484649" r:id="rId14"/>
    <p:sldLayoutId id="2147484650" r:id="rId1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2131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4262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96456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28587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3585" indent="-28575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835" indent="-22860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defTabSz="9144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37871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70002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02133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34264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1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2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56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87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8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9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5044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75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2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1648046" y="281227"/>
            <a:ext cx="457176" cy="246221"/>
          </a:xfrm>
          <a:prstGeom prst="rect">
            <a:avLst/>
          </a:prstGeom>
          <a:noFill/>
        </p:spPr>
        <p:txBody>
          <a:bodyPr wrap="none" tIns="0" bIns="0" rtlCol="0" anchor="ctr" anchorCtr="1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03FF89-D6BC-427F-AEEF-1C1BC6695141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214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52" r:id="rId1"/>
    <p:sldLayoutId id="2147484653" r:id="rId2"/>
    <p:sldLayoutId id="2147484654" r:id="rId3"/>
    <p:sldLayoutId id="2147484655" r:id="rId4"/>
    <p:sldLayoutId id="2147484656" r:id="rId5"/>
    <p:sldLayoutId id="2147484657" r:id="rId6"/>
    <p:sldLayoutId id="2147484658" r:id="rId7"/>
    <p:sldLayoutId id="2147484659" r:id="rId8"/>
    <p:sldLayoutId id="2147484660" r:id="rId9"/>
    <p:sldLayoutId id="2147484661" r:id="rId10"/>
    <p:sldLayoutId id="2147484662" r:id="rId11"/>
    <p:sldLayoutId id="2147484663" r:id="rId12"/>
    <p:sldLayoutId id="2147484664" r:id="rId13"/>
    <p:sldLayoutId id="2147484665" r:id="rId14"/>
    <p:sldLayoutId id="2147484666" r:id="rId15"/>
    <p:sldLayoutId id="2147484667" r:id="rId16"/>
    <p:sldLayoutId id="2147484668" r:id="rId17"/>
    <p:sldLayoutId id="2147484669" r:id="rId18"/>
    <p:sldLayoutId id="2147484670" r:id="rId19"/>
    <p:sldLayoutId id="2147484671" r:id="rId20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2131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4262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96456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28587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3585" indent="-28575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835" indent="-22860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defTabSz="9144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37871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70002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02133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34264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1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2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56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87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8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9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5044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75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7"/>
          <p:cNvSpPr>
            <a:spLocks noChangeArrowheads="1"/>
          </p:cNvSpPr>
          <p:nvPr/>
        </p:nvSpPr>
        <p:spPr bwMode="gray">
          <a:xfrm>
            <a:off x="1595" y="10"/>
            <a:ext cx="12190412" cy="2557463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2400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grpSp>
        <p:nvGrpSpPr>
          <p:cNvPr id="8" name="Group 18"/>
          <p:cNvGrpSpPr>
            <a:grpSpLocks/>
          </p:cNvGrpSpPr>
          <p:nvPr/>
        </p:nvGrpSpPr>
        <p:grpSpPr bwMode="auto">
          <a:xfrm>
            <a:off x="827198" y="317504"/>
            <a:ext cx="10742124" cy="2600325"/>
            <a:chOff x="664" y="1951"/>
            <a:chExt cx="4308" cy="2120"/>
          </a:xfrm>
        </p:grpSpPr>
        <p:sp>
          <p:nvSpPr>
            <p:cNvPr id="9" name="Freeform 19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/>
              <a:ahLst/>
              <a:cxnLst>
                <a:cxn ang="0">
                  <a:pos x="116" y="258"/>
                </a:cxn>
                <a:cxn ang="0">
                  <a:pos x="320" y="210"/>
                </a:cxn>
                <a:cxn ang="0">
                  <a:pos x="434" y="240"/>
                </a:cxn>
                <a:cxn ang="0">
                  <a:pos x="416" y="444"/>
                </a:cxn>
                <a:cxn ang="0">
                  <a:pos x="272" y="582"/>
                </a:cxn>
                <a:cxn ang="0">
                  <a:pos x="218" y="714"/>
                </a:cxn>
                <a:cxn ang="0">
                  <a:pos x="284" y="964"/>
                </a:cxn>
                <a:cxn ang="0">
                  <a:pos x="316" y="960"/>
                </a:cxn>
                <a:cxn ang="0">
                  <a:pos x="328" y="906"/>
                </a:cxn>
                <a:cxn ang="0">
                  <a:pos x="478" y="1154"/>
                </a:cxn>
                <a:cxn ang="0">
                  <a:pos x="650" y="1200"/>
                </a:cxn>
                <a:cxn ang="0">
                  <a:pos x="794" y="1350"/>
                </a:cxn>
                <a:cxn ang="0">
                  <a:pos x="854" y="1422"/>
                </a:cxn>
                <a:cxn ang="0">
                  <a:pos x="770" y="1608"/>
                </a:cxn>
                <a:cxn ang="0">
                  <a:pos x="916" y="1782"/>
                </a:cxn>
                <a:cxn ang="0">
                  <a:pos x="1034" y="2022"/>
                </a:cxn>
                <a:cxn ang="0">
                  <a:pos x="1094" y="2310"/>
                </a:cxn>
                <a:cxn ang="0">
                  <a:pos x="1194" y="2540"/>
                </a:cxn>
                <a:cxn ang="0">
                  <a:pos x="1280" y="2520"/>
                </a:cxn>
                <a:cxn ang="0">
                  <a:pos x="1244" y="2394"/>
                </a:cxn>
                <a:cxn ang="0">
                  <a:pos x="1288" y="2306"/>
                </a:cxn>
                <a:cxn ang="0">
                  <a:pos x="1368" y="2228"/>
                </a:cxn>
                <a:cxn ang="0">
                  <a:pos x="1448" y="2076"/>
                </a:cxn>
                <a:cxn ang="0">
                  <a:pos x="1568" y="1950"/>
                </a:cxn>
                <a:cxn ang="0">
                  <a:pos x="1622" y="1746"/>
                </a:cxn>
                <a:cxn ang="0">
                  <a:pos x="1552" y="1538"/>
                </a:cxn>
                <a:cxn ang="0">
                  <a:pos x="1376" y="1410"/>
                </a:cxn>
                <a:cxn ang="0">
                  <a:pos x="1104" y="1280"/>
                </a:cxn>
                <a:cxn ang="0">
                  <a:pos x="974" y="1260"/>
                </a:cxn>
                <a:cxn ang="0">
                  <a:pos x="904" y="1268"/>
                </a:cxn>
                <a:cxn ang="0">
                  <a:pos x="794" y="1308"/>
                </a:cxn>
                <a:cxn ang="0">
                  <a:pos x="758" y="1174"/>
                </a:cxn>
                <a:cxn ang="0">
                  <a:pos x="736" y="1062"/>
                </a:cxn>
                <a:cxn ang="0">
                  <a:pos x="632" y="1104"/>
                </a:cxn>
                <a:cxn ang="0">
                  <a:pos x="568" y="950"/>
                </a:cxn>
                <a:cxn ang="0">
                  <a:pos x="740" y="912"/>
                </a:cxn>
                <a:cxn ang="0">
                  <a:pos x="842" y="906"/>
                </a:cxn>
                <a:cxn ang="0">
                  <a:pos x="896" y="900"/>
                </a:cxn>
                <a:cxn ang="0">
                  <a:pos x="1058" y="750"/>
                </a:cxn>
                <a:cxn ang="0">
                  <a:pos x="1184" y="678"/>
                </a:cxn>
                <a:cxn ang="0">
                  <a:pos x="1278" y="636"/>
                </a:cxn>
                <a:cxn ang="0">
                  <a:pos x="1340" y="538"/>
                </a:cxn>
                <a:cxn ang="0">
                  <a:pos x="1288" y="512"/>
                </a:cxn>
                <a:cxn ang="0">
                  <a:pos x="1526" y="456"/>
                </a:cxn>
                <a:cxn ang="0">
                  <a:pos x="1406" y="342"/>
                </a:cxn>
                <a:cxn ang="0">
                  <a:pos x="1328" y="264"/>
                </a:cxn>
                <a:cxn ang="0">
                  <a:pos x="1222" y="364"/>
                </a:cxn>
                <a:cxn ang="0">
                  <a:pos x="1110" y="444"/>
                </a:cxn>
                <a:cxn ang="0">
                  <a:pos x="1022" y="304"/>
                </a:cxn>
                <a:cxn ang="0">
                  <a:pos x="1212" y="240"/>
                </a:cxn>
                <a:cxn ang="0">
                  <a:pos x="1266" y="198"/>
                </a:cxn>
                <a:cxn ang="0">
                  <a:pos x="1328" y="172"/>
                </a:cxn>
                <a:cxn ang="0">
                  <a:pos x="1286" y="144"/>
                </a:cxn>
                <a:cxn ang="0">
                  <a:pos x="1262" y="120"/>
                </a:cxn>
                <a:cxn ang="0">
                  <a:pos x="1202" y="102"/>
                </a:cxn>
                <a:cxn ang="0">
                  <a:pos x="1106" y="136"/>
                </a:cxn>
                <a:cxn ang="0">
                  <a:pos x="950" y="120"/>
                </a:cxn>
                <a:cxn ang="0">
                  <a:pos x="550" y="0"/>
                </a:cxn>
                <a:cxn ang="0">
                  <a:pos x="344" y="32"/>
                </a:cxn>
                <a:cxn ang="0">
                  <a:pos x="290" y="102"/>
                </a:cxn>
                <a:cxn ang="0">
                  <a:pos x="128" y="174"/>
                </a:cxn>
                <a:cxn ang="0">
                  <a:pos x="128" y="216"/>
                </a:cxn>
                <a:cxn ang="0">
                  <a:pos x="2" y="252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" name="Freeform 20"/>
            <p:cNvSpPr>
              <a:spLocks/>
            </p:cNvSpPr>
            <p:nvPr/>
          </p:nvSpPr>
          <p:spPr bwMode="invGray">
            <a:xfrm>
              <a:off x="703" y="2231"/>
              <a:ext cx="33" cy="27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22"/>
                </a:cxn>
                <a:cxn ang="0">
                  <a:pos x="22" y="38"/>
                </a:cxn>
                <a:cxn ang="0">
                  <a:pos x="46" y="26"/>
                </a:cxn>
                <a:cxn ang="0">
                  <a:pos x="30" y="0"/>
                </a:cxn>
                <a:cxn ang="0">
                  <a:pos x="16" y="4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" name="Freeform 21"/>
            <p:cNvSpPr>
              <a:spLocks/>
            </p:cNvSpPr>
            <p:nvPr/>
          </p:nvSpPr>
          <p:spPr bwMode="invGray">
            <a:xfrm>
              <a:off x="1010" y="2354"/>
              <a:ext cx="39" cy="31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26" y="44"/>
                </a:cxn>
                <a:cxn ang="0">
                  <a:pos x="42" y="42"/>
                </a:cxn>
                <a:cxn ang="0">
                  <a:pos x="38" y="16"/>
                </a:cxn>
                <a:cxn ang="0">
                  <a:pos x="26" y="2"/>
                </a:cxn>
                <a:cxn ang="0">
                  <a:pos x="12" y="0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invGray">
            <a:xfrm>
              <a:off x="1792" y="2410"/>
              <a:ext cx="98" cy="71"/>
            </a:xfrm>
            <a:custGeom>
              <a:avLst/>
              <a:gdLst/>
              <a:ahLst/>
              <a:cxnLst>
                <a:cxn ang="0">
                  <a:pos x="97" y="0"/>
                </a:cxn>
                <a:cxn ang="0">
                  <a:pos x="79" y="8"/>
                </a:cxn>
                <a:cxn ang="0">
                  <a:pos x="53" y="24"/>
                </a:cxn>
                <a:cxn ang="0">
                  <a:pos x="39" y="40"/>
                </a:cxn>
                <a:cxn ang="0">
                  <a:pos x="21" y="52"/>
                </a:cxn>
                <a:cxn ang="0">
                  <a:pos x="63" y="82"/>
                </a:cxn>
                <a:cxn ang="0">
                  <a:pos x="79" y="94"/>
                </a:cxn>
                <a:cxn ang="0">
                  <a:pos x="85" y="92"/>
                </a:cxn>
                <a:cxn ang="0">
                  <a:pos x="89" y="86"/>
                </a:cxn>
                <a:cxn ang="0">
                  <a:pos x="97" y="98"/>
                </a:cxn>
                <a:cxn ang="0">
                  <a:pos x="123" y="86"/>
                </a:cxn>
                <a:cxn ang="0">
                  <a:pos x="129" y="74"/>
                </a:cxn>
                <a:cxn ang="0">
                  <a:pos x="101" y="40"/>
                </a:cxn>
                <a:cxn ang="0">
                  <a:pos x="115" y="24"/>
                </a:cxn>
                <a:cxn ang="0">
                  <a:pos x="111" y="4"/>
                </a:cxn>
                <a:cxn ang="0">
                  <a:pos x="97" y="0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3" name="Freeform 23"/>
            <p:cNvSpPr>
              <a:spLocks/>
            </p:cNvSpPr>
            <p:nvPr/>
          </p:nvSpPr>
          <p:spPr bwMode="invGray">
            <a:xfrm>
              <a:off x="1318" y="2794"/>
              <a:ext cx="158" cy="83"/>
            </a:xfrm>
            <a:custGeom>
              <a:avLst/>
              <a:gdLst/>
              <a:ahLst/>
              <a:cxnLst>
                <a:cxn ang="0">
                  <a:pos x="47" y="12"/>
                </a:cxn>
                <a:cxn ang="0">
                  <a:pos x="17" y="12"/>
                </a:cxn>
                <a:cxn ang="0">
                  <a:pos x="5" y="16"/>
                </a:cxn>
                <a:cxn ang="0">
                  <a:pos x="25" y="52"/>
                </a:cxn>
                <a:cxn ang="0">
                  <a:pos x="51" y="44"/>
                </a:cxn>
                <a:cxn ang="0">
                  <a:pos x="93" y="54"/>
                </a:cxn>
                <a:cxn ang="0">
                  <a:pos x="111" y="60"/>
                </a:cxn>
                <a:cxn ang="0">
                  <a:pos x="133" y="88"/>
                </a:cxn>
                <a:cxn ang="0">
                  <a:pos x="141" y="112"/>
                </a:cxn>
                <a:cxn ang="0">
                  <a:pos x="157" y="100"/>
                </a:cxn>
                <a:cxn ang="0">
                  <a:pos x="169" y="96"/>
                </a:cxn>
                <a:cxn ang="0">
                  <a:pos x="187" y="102"/>
                </a:cxn>
                <a:cxn ang="0">
                  <a:pos x="195" y="80"/>
                </a:cxn>
                <a:cxn ang="0">
                  <a:pos x="153" y="54"/>
                </a:cxn>
                <a:cxn ang="0">
                  <a:pos x="105" y="20"/>
                </a:cxn>
                <a:cxn ang="0">
                  <a:pos x="53" y="26"/>
                </a:cxn>
                <a:cxn ang="0">
                  <a:pos x="47" y="12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4" name="Freeform 24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/>
              <a:ahLst/>
              <a:cxnLst>
                <a:cxn ang="0">
                  <a:pos x="57" y="0"/>
                </a:cxn>
                <a:cxn ang="0">
                  <a:pos x="43" y="6"/>
                </a:cxn>
                <a:cxn ang="0">
                  <a:pos x="31" y="30"/>
                </a:cxn>
                <a:cxn ang="0">
                  <a:pos x="15" y="34"/>
                </a:cxn>
                <a:cxn ang="0">
                  <a:pos x="3" y="42"/>
                </a:cxn>
                <a:cxn ang="0">
                  <a:pos x="13" y="54"/>
                </a:cxn>
                <a:cxn ang="0">
                  <a:pos x="133" y="34"/>
                </a:cxn>
                <a:cxn ang="0">
                  <a:pos x="123" y="16"/>
                </a:cxn>
                <a:cxn ang="0">
                  <a:pos x="105" y="8"/>
                </a:cxn>
                <a:cxn ang="0">
                  <a:pos x="101" y="24"/>
                </a:cxn>
                <a:cxn ang="0">
                  <a:pos x="89" y="18"/>
                </a:cxn>
                <a:cxn ang="0">
                  <a:pos x="67" y="14"/>
                </a:cxn>
                <a:cxn ang="0">
                  <a:pos x="57" y="0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5" name="Freeform 25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6" name="Freeform 26"/>
            <p:cNvSpPr>
              <a:spLocks/>
            </p:cNvSpPr>
            <p:nvPr/>
          </p:nvSpPr>
          <p:spPr bwMode="invGray">
            <a:xfrm>
              <a:off x="1609" y="2885"/>
              <a:ext cx="12" cy="26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4"/>
                </a:cxn>
                <a:cxn ang="0">
                  <a:pos x="16" y="34"/>
                </a:cxn>
                <a:cxn ang="0">
                  <a:pos x="12" y="18"/>
                </a:cxn>
                <a:cxn ang="0">
                  <a:pos x="16" y="6"/>
                </a:cxn>
                <a:cxn ang="0">
                  <a:pos x="14" y="0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7" name="Freeform 27"/>
            <p:cNvSpPr>
              <a:spLocks/>
            </p:cNvSpPr>
            <p:nvPr/>
          </p:nvSpPr>
          <p:spPr bwMode="invGray">
            <a:xfrm>
              <a:off x="1426" y="2039"/>
              <a:ext cx="180" cy="87"/>
            </a:xfrm>
            <a:custGeom>
              <a:avLst/>
              <a:gdLst/>
              <a:ahLst/>
              <a:cxnLst>
                <a:cxn ang="0">
                  <a:pos x="64" y="1"/>
                </a:cxn>
                <a:cxn ang="0">
                  <a:pos x="24" y="31"/>
                </a:cxn>
                <a:cxn ang="0">
                  <a:pos x="6" y="37"/>
                </a:cxn>
                <a:cxn ang="0">
                  <a:pos x="0" y="39"/>
                </a:cxn>
                <a:cxn ang="0">
                  <a:pos x="26" y="59"/>
                </a:cxn>
                <a:cxn ang="0">
                  <a:pos x="38" y="63"/>
                </a:cxn>
                <a:cxn ang="0">
                  <a:pos x="68" y="47"/>
                </a:cxn>
                <a:cxn ang="0">
                  <a:pos x="80" y="43"/>
                </a:cxn>
                <a:cxn ang="0">
                  <a:pos x="82" y="55"/>
                </a:cxn>
                <a:cxn ang="0">
                  <a:pos x="64" y="61"/>
                </a:cxn>
                <a:cxn ang="0">
                  <a:pos x="72" y="73"/>
                </a:cxn>
                <a:cxn ang="0">
                  <a:pos x="40" y="87"/>
                </a:cxn>
                <a:cxn ang="0">
                  <a:pos x="70" y="109"/>
                </a:cxn>
                <a:cxn ang="0">
                  <a:pos x="82" y="113"/>
                </a:cxn>
                <a:cxn ang="0">
                  <a:pos x="118" y="103"/>
                </a:cxn>
                <a:cxn ang="0">
                  <a:pos x="150" y="105"/>
                </a:cxn>
                <a:cxn ang="0">
                  <a:pos x="168" y="117"/>
                </a:cxn>
                <a:cxn ang="0">
                  <a:pos x="204" y="109"/>
                </a:cxn>
                <a:cxn ang="0">
                  <a:pos x="224" y="103"/>
                </a:cxn>
                <a:cxn ang="0">
                  <a:pos x="222" y="77"/>
                </a:cxn>
                <a:cxn ang="0">
                  <a:pos x="234" y="69"/>
                </a:cxn>
                <a:cxn ang="0">
                  <a:pos x="238" y="47"/>
                </a:cxn>
                <a:cxn ang="0">
                  <a:pos x="210" y="57"/>
                </a:cxn>
                <a:cxn ang="0">
                  <a:pos x="200" y="43"/>
                </a:cxn>
                <a:cxn ang="0">
                  <a:pos x="172" y="45"/>
                </a:cxn>
                <a:cxn ang="0">
                  <a:pos x="134" y="9"/>
                </a:cxn>
                <a:cxn ang="0">
                  <a:pos x="94" y="11"/>
                </a:cxn>
                <a:cxn ang="0">
                  <a:pos x="82" y="1"/>
                </a:cxn>
                <a:cxn ang="0">
                  <a:pos x="64" y="1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8" name="Freeform 28"/>
            <p:cNvSpPr>
              <a:spLocks/>
            </p:cNvSpPr>
            <p:nvPr/>
          </p:nvSpPr>
          <p:spPr bwMode="invGray">
            <a:xfrm>
              <a:off x="1506" y="1998"/>
              <a:ext cx="146" cy="61"/>
            </a:xfrm>
            <a:custGeom>
              <a:avLst/>
              <a:gdLst/>
              <a:ahLst/>
              <a:cxnLst>
                <a:cxn ang="0">
                  <a:pos x="97" y="10"/>
                </a:cxn>
                <a:cxn ang="0">
                  <a:pos x="13" y="24"/>
                </a:cxn>
                <a:cxn ang="0">
                  <a:pos x="9" y="34"/>
                </a:cxn>
                <a:cxn ang="0">
                  <a:pos x="57" y="52"/>
                </a:cxn>
                <a:cxn ang="0">
                  <a:pos x="135" y="74"/>
                </a:cxn>
                <a:cxn ang="0">
                  <a:pos x="175" y="68"/>
                </a:cxn>
                <a:cxn ang="0">
                  <a:pos x="187" y="64"/>
                </a:cxn>
                <a:cxn ang="0">
                  <a:pos x="175" y="44"/>
                </a:cxn>
                <a:cxn ang="0">
                  <a:pos x="163" y="36"/>
                </a:cxn>
                <a:cxn ang="0">
                  <a:pos x="129" y="26"/>
                </a:cxn>
                <a:cxn ang="0">
                  <a:pos x="97" y="10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9" name="Freeform 29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/>
              <a:ahLst/>
              <a:cxnLst>
                <a:cxn ang="0">
                  <a:pos x="67" y="9"/>
                </a:cxn>
                <a:cxn ang="0">
                  <a:pos x="51" y="23"/>
                </a:cxn>
                <a:cxn ang="0">
                  <a:pos x="21" y="39"/>
                </a:cxn>
                <a:cxn ang="0">
                  <a:pos x="53" y="77"/>
                </a:cxn>
                <a:cxn ang="0">
                  <a:pos x="79" y="85"/>
                </a:cxn>
                <a:cxn ang="0">
                  <a:pos x="103" y="99"/>
                </a:cxn>
                <a:cxn ang="0">
                  <a:pos x="127" y="85"/>
                </a:cxn>
                <a:cxn ang="0">
                  <a:pos x="143" y="101"/>
                </a:cxn>
                <a:cxn ang="0">
                  <a:pos x="149" y="127"/>
                </a:cxn>
                <a:cxn ang="0">
                  <a:pos x="115" y="151"/>
                </a:cxn>
                <a:cxn ang="0">
                  <a:pos x="89" y="173"/>
                </a:cxn>
                <a:cxn ang="0">
                  <a:pos x="69" y="169"/>
                </a:cxn>
                <a:cxn ang="0">
                  <a:pos x="57" y="165"/>
                </a:cxn>
                <a:cxn ang="0">
                  <a:pos x="43" y="187"/>
                </a:cxn>
                <a:cxn ang="0">
                  <a:pos x="39" y="199"/>
                </a:cxn>
                <a:cxn ang="0">
                  <a:pos x="73" y="205"/>
                </a:cxn>
                <a:cxn ang="0">
                  <a:pos x="95" y="203"/>
                </a:cxn>
                <a:cxn ang="0">
                  <a:pos x="115" y="231"/>
                </a:cxn>
                <a:cxn ang="0">
                  <a:pos x="127" y="235"/>
                </a:cxn>
                <a:cxn ang="0">
                  <a:pos x="139" y="239"/>
                </a:cxn>
                <a:cxn ang="0">
                  <a:pos x="155" y="251"/>
                </a:cxn>
                <a:cxn ang="0">
                  <a:pos x="181" y="237"/>
                </a:cxn>
                <a:cxn ang="0">
                  <a:pos x="203" y="235"/>
                </a:cxn>
                <a:cxn ang="0">
                  <a:pos x="229" y="213"/>
                </a:cxn>
                <a:cxn ang="0">
                  <a:pos x="225" y="185"/>
                </a:cxn>
                <a:cxn ang="0">
                  <a:pos x="217" y="173"/>
                </a:cxn>
                <a:cxn ang="0">
                  <a:pos x="233" y="167"/>
                </a:cxn>
                <a:cxn ang="0">
                  <a:pos x="245" y="183"/>
                </a:cxn>
                <a:cxn ang="0">
                  <a:pos x="247" y="197"/>
                </a:cxn>
                <a:cxn ang="0">
                  <a:pos x="261" y="193"/>
                </a:cxn>
                <a:cxn ang="0">
                  <a:pos x="303" y="169"/>
                </a:cxn>
                <a:cxn ang="0">
                  <a:pos x="293" y="147"/>
                </a:cxn>
                <a:cxn ang="0">
                  <a:pos x="259" y="123"/>
                </a:cxn>
                <a:cxn ang="0">
                  <a:pos x="265" y="107"/>
                </a:cxn>
                <a:cxn ang="0">
                  <a:pos x="277" y="103"/>
                </a:cxn>
                <a:cxn ang="0">
                  <a:pos x="253" y="63"/>
                </a:cxn>
                <a:cxn ang="0">
                  <a:pos x="233" y="59"/>
                </a:cxn>
                <a:cxn ang="0">
                  <a:pos x="221" y="55"/>
                </a:cxn>
                <a:cxn ang="0">
                  <a:pos x="201" y="33"/>
                </a:cxn>
                <a:cxn ang="0">
                  <a:pos x="155" y="45"/>
                </a:cxn>
                <a:cxn ang="0">
                  <a:pos x="167" y="25"/>
                </a:cxn>
                <a:cxn ang="0">
                  <a:pos x="139" y="17"/>
                </a:cxn>
                <a:cxn ang="0">
                  <a:pos x="119" y="19"/>
                </a:cxn>
                <a:cxn ang="0">
                  <a:pos x="67" y="9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0" name="Freeform 30"/>
            <p:cNvSpPr>
              <a:spLocks/>
            </p:cNvSpPr>
            <p:nvPr/>
          </p:nvSpPr>
          <p:spPr bwMode="invGray">
            <a:xfrm>
              <a:off x="1709" y="1987"/>
              <a:ext cx="44" cy="39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0" y="10"/>
                </a:cxn>
                <a:cxn ang="0">
                  <a:pos x="30" y="40"/>
                </a:cxn>
                <a:cxn ang="0">
                  <a:pos x="48" y="50"/>
                </a:cxn>
                <a:cxn ang="0">
                  <a:pos x="58" y="28"/>
                </a:cxn>
                <a:cxn ang="0">
                  <a:pos x="44" y="8"/>
                </a:cxn>
                <a:cxn ang="0">
                  <a:pos x="26" y="0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1" name="Freeform 31"/>
            <p:cNvSpPr>
              <a:spLocks/>
            </p:cNvSpPr>
            <p:nvPr/>
          </p:nvSpPr>
          <p:spPr bwMode="invGray">
            <a:xfrm>
              <a:off x="1625" y="2057"/>
              <a:ext cx="65" cy="41"/>
            </a:xfrm>
            <a:custGeom>
              <a:avLst/>
              <a:gdLst/>
              <a:ahLst/>
              <a:cxnLst>
                <a:cxn ang="0">
                  <a:pos x="44" y="7"/>
                </a:cxn>
                <a:cxn ang="0">
                  <a:pos x="24" y="25"/>
                </a:cxn>
                <a:cxn ang="0">
                  <a:pos x="4" y="27"/>
                </a:cxn>
                <a:cxn ang="0">
                  <a:pos x="16" y="57"/>
                </a:cxn>
                <a:cxn ang="0">
                  <a:pos x="74" y="35"/>
                </a:cxn>
                <a:cxn ang="0">
                  <a:pos x="86" y="17"/>
                </a:cxn>
                <a:cxn ang="0">
                  <a:pos x="56" y="7"/>
                </a:cxn>
                <a:cxn ang="0">
                  <a:pos x="44" y="7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2" name="Freeform 32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/>
              <a:ahLst/>
              <a:cxnLst>
                <a:cxn ang="0">
                  <a:pos x="40" y="0"/>
                </a:cxn>
                <a:cxn ang="0">
                  <a:pos x="10" y="16"/>
                </a:cxn>
                <a:cxn ang="0">
                  <a:pos x="24" y="34"/>
                </a:cxn>
                <a:cxn ang="0">
                  <a:pos x="52" y="28"/>
                </a:cxn>
                <a:cxn ang="0">
                  <a:pos x="64" y="20"/>
                </a:cxn>
                <a:cxn ang="0">
                  <a:pos x="40" y="0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3" name="Freeform 33"/>
            <p:cNvSpPr>
              <a:spLocks/>
            </p:cNvSpPr>
            <p:nvPr/>
          </p:nvSpPr>
          <p:spPr bwMode="invGray">
            <a:xfrm>
              <a:off x="1664" y="2029"/>
              <a:ext cx="64" cy="36"/>
            </a:xfrm>
            <a:custGeom>
              <a:avLst/>
              <a:gdLst/>
              <a:ahLst/>
              <a:cxnLst>
                <a:cxn ang="0">
                  <a:pos x="58" y="10"/>
                </a:cxn>
                <a:cxn ang="0">
                  <a:pos x="28" y="4"/>
                </a:cxn>
                <a:cxn ang="0">
                  <a:pos x="0" y="18"/>
                </a:cxn>
                <a:cxn ang="0">
                  <a:pos x="40" y="32"/>
                </a:cxn>
                <a:cxn ang="0">
                  <a:pos x="64" y="40"/>
                </a:cxn>
                <a:cxn ang="0">
                  <a:pos x="84" y="18"/>
                </a:cxn>
                <a:cxn ang="0">
                  <a:pos x="82" y="6"/>
                </a:cxn>
                <a:cxn ang="0">
                  <a:pos x="64" y="0"/>
                </a:cxn>
                <a:cxn ang="0">
                  <a:pos x="58" y="10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4" name="Freeform 34"/>
            <p:cNvSpPr>
              <a:spLocks/>
            </p:cNvSpPr>
            <p:nvPr/>
          </p:nvSpPr>
          <p:spPr bwMode="invGray">
            <a:xfrm>
              <a:off x="1637" y="1998"/>
              <a:ext cx="44" cy="23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18"/>
                </a:cxn>
                <a:cxn ang="0">
                  <a:pos x="20" y="28"/>
                </a:cxn>
                <a:cxn ang="0">
                  <a:pos x="28" y="20"/>
                </a:cxn>
                <a:cxn ang="0">
                  <a:pos x="52" y="12"/>
                </a:cxn>
                <a:cxn ang="0">
                  <a:pos x="44" y="0"/>
                </a:cxn>
                <a:cxn ang="0">
                  <a:pos x="16" y="4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5" name="Freeform 35"/>
            <p:cNvSpPr>
              <a:spLocks/>
            </p:cNvSpPr>
            <p:nvPr/>
          </p:nvSpPr>
          <p:spPr bwMode="invGray">
            <a:xfrm>
              <a:off x="1751" y="2000"/>
              <a:ext cx="116" cy="79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14" y="6"/>
                </a:cxn>
                <a:cxn ang="0">
                  <a:pos x="4" y="38"/>
                </a:cxn>
                <a:cxn ang="0">
                  <a:pos x="12" y="56"/>
                </a:cxn>
                <a:cxn ang="0">
                  <a:pos x="0" y="72"/>
                </a:cxn>
                <a:cxn ang="0">
                  <a:pos x="56" y="86"/>
                </a:cxn>
                <a:cxn ang="0">
                  <a:pos x="82" y="92"/>
                </a:cxn>
                <a:cxn ang="0">
                  <a:pos x="152" y="86"/>
                </a:cxn>
                <a:cxn ang="0">
                  <a:pos x="76" y="70"/>
                </a:cxn>
                <a:cxn ang="0">
                  <a:pos x="54" y="62"/>
                </a:cxn>
                <a:cxn ang="0">
                  <a:pos x="44" y="52"/>
                </a:cxn>
                <a:cxn ang="0">
                  <a:pos x="50" y="34"/>
                </a:cxn>
                <a:cxn ang="0">
                  <a:pos x="38" y="0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6" name="Freeform 36"/>
            <p:cNvSpPr>
              <a:spLocks/>
            </p:cNvSpPr>
            <p:nvPr/>
          </p:nvSpPr>
          <p:spPr bwMode="invGray">
            <a:xfrm>
              <a:off x="664" y="2246"/>
              <a:ext cx="25" cy="14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24" y="20"/>
                </a:cxn>
                <a:cxn ang="0">
                  <a:pos x="4" y="18"/>
                </a:cxn>
                <a:cxn ang="0">
                  <a:pos x="4" y="6"/>
                </a:cxn>
                <a:cxn ang="0">
                  <a:pos x="34" y="0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7" name="Freeform 37"/>
            <p:cNvSpPr>
              <a:spLocks/>
            </p:cNvSpPr>
            <p:nvPr/>
          </p:nvSpPr>
          <p:spPr bwMode="invGray">
            <a:xfrm>
              <a:off x="1421" y="2756"/>
              <a:ext cx="15" cy="1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8" name="Freeform 38"/>
            <p:cNvSpPr>
              <a:spLocks/>
            </p:cNvSpPr>
            <p:nvPr/>
          </p:nvSpPr>
          <p:spPr bwMode="invGray">
            <a:xfrm>
              <a:off x="1424" y="2781"/>
              <a:ext cx="16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9" name="Freeform 39"/>
            <p:cNvSpPr>
              <a:spLocks/>
            </p:cNvSpPr>
            <p:nvPr/>
          </p:nvSpPr>
          <p:spPr bwMode="invGray">
            <a:xfrm>
              <a:off x="1628" y="2913"/>
              <a:ext cx="15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0" name="Freeform 40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1" name="Freeform 41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2" name="Freeform 42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3" name="Freeform 43"/>
            <p:cNvSpPr>
              <a:spLocks/>
            </p:cNvSpPr>
            <p:nvPr/>
          </p:nvSpPr>
          <p:spPr bwMode="invGray">
            <a:xfrm>
              <a:off x="1780" y="2153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4" name="Freeform 44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/>
              <a:ahLst/>
              <a:cxnLst>
                <a:cxn ang="0">
                  <a:pos x="28" y="56"/>
                </a:cxn>
                <a:cxn ang="0">
                  <a:pos x="6" y="92"/>
                </a:cxn>
                <a:cxn ang="0">
                  <a:pos x="36" y="100"/>
                </a:cxn>
                <a:cxn ang="0">
                  <a:pos x="16" y="116"/>
                </a:cxn>
                <a:cxn ang="0">
                  <a:pos x="104" y="136"/>
                </a:cxn>
                <a:cxn ang="0">
                  <a:pos x="142" y="130"/>
                </a:cxn>
                <a:cxn ang="0">
                  <a:pos x="250" y="78"/>
                </a:cxn>
                <a:cxn ang="0">
                  <a:pos x="300" y="66"/>
                </a:cxn>
                <a:cxn ang="0">
                  <a:pos x="324" y="80"/>
                </a:cxn>
                <a:cxn ang="0">
                  <a:pos x="272" y="88"/>
                </a:cxn>
                <a:cxn ang="0">
                  <a:pos x="242" y="112"/>
                </a:cxn>
                <a:cxn ang="0">
                  <a:pos x="254" y="120"/>
                </a:cxn>
                <a:cxn ang="0">
                  <a:pos x="260" y="158"/>
                </a:cxn>
                <a:cxn ang="0">
                  <a:pos x="350" y="192"/>
                </a:cxn>
                <a:cxn ang="0">
                  <a:pos x="336" y="210"/>
                </a:cxn>
                <a:cxn ang="0">
                  <a:pos x="368" y="246"/>
                </a:cxn>
                <a:cxn ang="0">
                  <a:pos x="348" y="266"/>
                </a:cxn>
                <a:cxn ang="0">
                  <a:pos x="324" y="294"/>
                </a:cxn>
                <a:cxn ang="0">
                  <a:pos x="294" y="324"/>
                </a:cxn>
                <a:cxn ang="0">
                  <a:pos x="292" y="420"/>
                </a:cxn>
                <a:cxn ang="0">
                  <a:pos x="332" y="446"/>
                </a:cxn>
                <a:cxn ang="0">
                  <a:pos x="388" y="448"/>
                </a:cxn>
                <a:cxn ang="0">
                  <a:pos x="412" y="422"/>
                </a:cxn>
                <a:cxn ang="0">
                  <a:pos x="506" y="356"/>
                </a:cxn>
                <a:cxn ang="0">
                  <a:pos x="572" y="334"/>
                </a:cxn>
                <a:cxn ang="0">
                  <a:pos x="646" y="308"/>
                </a:cxn>
                <a:cxn ang="0">
                  <a:pos x="720" y="290"/>
                </a:cxn>
                <a:cxn ang="0">
                  <a:pos x="762" y="260"/>
                </a:cxn>
                <a:cxn ang="0">
                  <a:pos x="800" y="200"/>
                </a:cxn>
                <a:cxn ang="0">
                  <a:pos x="802" y="154"/>
                </a:cxn>
                <a:cxn ang="0">
                  <a:pos x="802" y="124"/>
                </a:cxn>
                <a:cxn ang="0">
                  <a:pos x="832" y="90"/>
                </a:cxn>
                <a:cxn ang="0">
                  <a:pos x="876" y="94"/>
                </a:cxn>
                <a:cxn ang="0">
                  <a:pos x="922" y="52"/>
                </a:cxn>
                <a:cxn ang="0">
                  <a:pos x="888" y="56"/>
                </a:cxn>
                <a:cxn ang="0">
                  <a:pos x="848" y="46"/>
                </a:cxn>
                <a:cxn ang="0">
                  <a:pos x="794" y="22"/>
                </a:cxn>
                <a:cxn ang="0">
                  <a:pos x="642" y="26"/>
                </a:cxn>
                <a:cxn ang="0">
                  <a:pos x="584" y="38"/>
                </a:cxn>
                <a:cxn ang="0">
                  <a:pos x="556" y="38"/>
                </a:cxn>
                <a:cxn ang="0">
                  <a:pos x="516" y="54"/>
                </a:cxn>
                <a:cxn ang="0">
                  <a:pos x="478" y="30"/>
                </a:cxn>
                <a:cxn ang="0">
                  <a:pos x="432" y="40"/>
                </a:cxn>
                <a:cxn ang="0">
                  <a:pos x="366" y="52"/>
                </a:cxn>
                <a:cxn ang="0">
                  <a:pos x="410" y="38"/>
                </a:cxn>
                <a:cxn ang="0">
                  <a:pos x="352" y="8"/>
                </a:cxn>
                <a:cxn ang="0">
                  <a:pos x="334" y="2"/>
                </a:cxn>
                <a:cxn ang="0">
                  <a:pos x="314" y="8"/>
                </a:cxn>
                <a:cxn ang="0">
                  <a:pos x="240" y="16"/>
                </a:cxn>
                <a:cxn ang="0">
                  <a:pos x="160" y="28"/>
                </a:cxn>
                <a:cxn ang="0">
                  <a:pos x="108" y="26"/>
                </a:cxn>
                <a:cxn ang="0">
                  <a:pos x="114" y="68"/>
                </a:cxn>
                <a:cxn ang="0">
                  <a:pos x="104" y="52"/>
                </a:cxn>
                <a:cxn ang="0">
                  <a:pos x="60" y="42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5" name="Freeform 45"/>
            <p:cNvSpPr>
              <a:spLocks/>
            </p:cNvSpPr>
            <p:nvPr/>
          </p:nvSpPr>
          <p:spPr bwMode="invGray">
            <a:xfrm>
              <a:off x="2009" y="2135"/>
              <a:ext cx="39" cy="25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6" name="Freeform 46"/>
            <p:cNvSpPr>
              <a:spLocks/>
            </p:cNvSpPr>
            <p:nvPr/>
          </p:nvSpPr>
          <p:spPr bwMode="invGray">
            <a:xfrm>
              <a:off x="2292" y="2201"/>
              <a:ext cx="127" cy="54"/>
            </a:xfrm>
            <a:custGeom>
              <a:avLst/>
              <a:gdLst/>
              <a:ahLst/>
              <a:cxnLst>
                <a:cxn ang="0">
                  <a:pos x="102" y="8"/>
                </a:cxn>
                <a:cxn ang="0">
                  <a:pos x="66" y="4"/>
                </a:cxn>
                <a:cxn ang="0">
                  <a:pos x="54" y="0"/>
                </a:cxn>
                <a:cxn ang="0">
                  <a:pos x="0" y="28"/>
                </a:cxn>
                <a:cxn ang="0">
                  <a:pos x="28" y="40"/>
                </a:cxn>
                <a:cxn ang="0">
                  <a:pos x="42" y="60"/>
                </a:cxn>
                <a:cxn ang="0">
                  <a:pos x="66" y="68"/>
                </a:cxn>
                <a:cxn ang="0">
                  <a:pos x="78" y="72"/>
                </a:cxn>
                <a:cxn ang="0">
                  <a:pos x="130" y="60"/>
                </a:cxn>
                <a:cxn ang="0">
                  <a:pos x="172" y="44"/>
                </a:cxn>
                <a:cxn ang="0">
                  <a:pos x="148" y="18"/>
                </a:cxn>
                <a:cxn ang="0">
                  <a:pos x="136" y="4"/>
                </a:cxn>
                <a:cxn ang="0">
                  <a:pos x="102" y="8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7" name="Freeform 47"/>
            <p:cNvSpPr>
              <a:spLocks/>
            </p:cNvSpPr>
            <p:nvPr/>
          </p:nvSpPr>
          <p:spPr bwMode="invGray">
            <a:xfrm>
              <a:off x="2393" y="2038"/>
              <a:ext cx="39" cy="26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8" name="Freeform 48"/>
            <p:cNvSpPr>
              <a:spLocks/>
            </p:cNvSpPr>
            <p:nvPr/>
          </p:nvSpPr>
          <p:spPr bwMode="invGray">
            <a:xfrm>
              <a:off x="2662" y="2005"/>
              <a:ext cx="155" cy="62"/>
            </a:xfrm>
            <a:custGeom>
              <a:avLst/>
              <a:gdLst/>
              <a:ahLst/>
              <a:cxnLst>
                <a:cxn ang="0">
                  <a:pos x="191" y="7"/>
                </a:cxn>
                <a:cxn ang="0">
                  <a:pos x="103" y="9"/>
                </a:cxn>
                <a:cxn ang="0">
                  <a:pos x="109" y="25"/>
                </a:cxn>
                <a:cxn ang="0">
                  <a:pos x="107" y="33"/>
                </a:cxn>
                <a:cxn ang="0">
                  <a:pos x="89" y="27"/>
                </a:cxn>
                <a:cxn ang="0">
                  <a:pos x="77" y="19"/>
                </a:cxn>
                <a:cxn ang="0">
                  <a:pos x="23" y="27"/>
                </a:cxn>
                <a:cxn ang="0">
                  <a:pos x="31" y="49"/>
                </a:cxn>
                <a:cxn ang="0">
                  <a:pos x="55" y="53"/>
                </a:cxn>
                <a:cxn ang="0">
                  <a:pos x="75" y="73"/>
                </a:cxn>
                <a:cxn ang="0">
                  <a:pos x="89" y="85"/>
                </a:cxn>
                <a:cxn ang="0">
                  <a:pos x="109" y="67"/>
                </a:cxn>
                <a:cxn ang="0">
                  <a:pos x="121" y="59"/>
                </a:cxn>
                <a:cxn ang="0">
                  <a:pos x="127" y="47"/>
                </a:cxn>
                <a:cxn ang="0">
                  <a:pos x="167" y="35"/>
                </a:cxn>
                <a:cxn ang="0">
                  <a:pos x="187" y="31"/>
                </a:cxn>
                <a:cxn ang="0">
                  <a:pos x="199" y="27"/>
                </a:cxn>
                <a:cxn ang="0">
                  <a:pos x="191" y="7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9" name="Freeform 49"/>
            <p:cNvSpPr>
              <a:spLocks/>
            </p:cNvSpPr>
            <p:nvPr/>
          </p:nvSpPr>
          <p:spPr bwMode="invGray">
            <a:xfrm>
              <a:off x="2759" y="2039"/>
              <a:ext cx="48" cy="19"/>
            </a:xfrm>
            <a:custGeom>
              <a:avLst/>
              <a:gdLst/>
              <a:ahLst/>
              <a:cxnLst>
                <a:cxn ang="0">
                  <a:pos x="36" y="6"/>
                </a:cxn>
                <a:cxn ang="0">
                  <a:pos x="8" y="4"/>
                </a:cxn>
                <a:cxn ang="0">
                  <a:pos x="24" y="28"/>
                </a:cxn>
                <a:cxn ang="0">
                  <a:pos x="54" y="14"/>
                </a:cxn>
                <a:cxn ang="0">
                  <a:pos x="36" y="6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0" name="Freeform 50"/>
            <p:cNvSpPr>
              <a:spLocks/>
            </p:cNvSpPr>
            <p:nvPr/>
          </p:nvSpPr>
          <p:spPr bwMode="invGray">
            <a:xfrm>
              <a:off x="2467" y="2311"/>
              <a:ext cx="110" cy="132"/>
            </a:xfrm>
            <a:custGeom>
              <a:avLst/>
              <a:gdLst/>
              <a:ahLst/>
              <a:cxnLst>
                <a:cxn ang="0">
                  <a:pos x="24" y="19"/>
                </a:cxn>
                <a:cxn ang="0">
                  <a:pos x="0" y="25"/>
                </a:cxn>
                <a:cxn ang="0">
                  <a:pos x="14" y="43"/>
                </a:cxn>
                <a:cxn ang="0">
                  <a:pos x="34" y="87"/>
                </a:cxn>
                <a:cxn ang="0">
                  <a:pos x="52" y="91"/>
                </a:cxn>
                <a:cxn ang="0">
                  <a:pos x="50" y="107"/>
                </a:cxn>
                <a:cxn ang="0">
                  <a:pos x="28" y="113"/>
                </a:cxn>
                <a:cxn ang="0">
                  <a:pos x="16" y="131"/>
                </a:cxn>
                <a:cxn ang="0">
                  <a:pos x="18" y="137"/>
                </a:cxn>
                <a:cxn ang="0">
                  <a:pos x="30" y="141"/>
                </a:cxn>
                <a:cxn ang="0">
                  <a:pos x="18" y="169"/>
                </a:cxn>
                <a:cxn ang="0">
                  <a:pos x="20" y="175"/>
                </a:cxn>
                <a:cxn ang="0">
                  <a:pos x="34" y="171"/>
                </a:cxn>
                <a:cxn ang="0">
                  <a:pos x="58" y="169"/>
                </a:cxn>
                <a:cxn ang="0">
                  <a:pos x="92" y="171"/>
                </a:cxn>
                <a:cxn ang="0">
                  <a:pos x="110" y="169"/>
                </a:cxn>
                <a:cxn ang="0">
                  <a:pos x="122" y="165"/>
                </a:cxn>
                <a:cxn ang="0">
                  <a:pos x="128" y="141"/>
                </a:cxn>
                <a:cxn ang="0">
                  <a:pos x="146" y="133"/>
                </a:cxn>
                <a:cxn ang="0">
                  <a:pos x="110" y="109"/>
                </a:cxn>
                <a:cxn ang="0">
                  <a:pos x="88" y="83"/>
                </a:cxn>
                <a:cxn ang="0">
                  <a:pos x="82" y="69"/>
                </a:cxn>
                <a:cxn ang="0">
                  <a:pos x="64" y="61"/>
                </a:cxn>
                <a:cxn ang="0">
                  <a:pos x="86" y="45"/>
                </a:cxn>
                <a:cxn ang="0">
                  <a:pos x="64" y="31"/>
                </a:cxn>
                <a:cxn ang="0">
                  <a:pos x="70" y="13"/>
                </a:cxn>
                <a:cxn ang="0">
                  <a:pos x="46" y="1"/>
                </a:cxn>
                <a:cxn ang="0">
                  <a:pos x="30" y="9"/>
                </a:cxn>
                <a:cxn ang="0">
                  <a:pos x="24" y="19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1" name="Freeform 51"/>
            <p:cNvSpPr>
              <a:spLocks/>
            </p:cNvSpPr>
            <p:nvPr/>
          </p:nvSpPr>
          <p:spPr bwMode="invGray">
            <a:xfrm>
              <a:off x="2413" y="2359"/>
              <a:ext cx="69" cy="70"/>
            </a:xfrm>
            <a:custGeom>
              <a:avLst/>
              <a:gdLst/>
              <a:ahLst/>
              <a:cxnLst>
                <a:cxn ang="0">
                  <a:pos x="58" y="6"/>
                </a:cxn>
                <a:cxn ang="0">
                  <a:pos x="82" y="8"/>
                </a:cxn>
                <a:cxn ang="0">
                  <a:pos x="92" y="26"/>
                </a:cxn>
                <a:cxn ang="0">
                  <a:pos x="78" y="48"/>
                </a:cxn>
                <a:cxn ang="0">
                  <a:pos x="46" y="76"/>
                </a:cxn>
                <a:cxn ang="0">
                  <a:pos x="18" y="92"/>
                </a:cxn>
                <a:cxn ang="0">
                  <a:pos x="8" y="72"/>
                </a:cxn>
                <a:cxn ang="0">
                  <a:pos x="20" y="64"/>
                </a:cxn>
                <a:cxn ang="0">
                  <a:pos x="14" y="46"/>
                </a:cxn>
                <a:cxn ang="0">
                  <a:pos x="40" y="28"/>
                </a:cxn>
                <a:cxn ang="0">
                  <a:pos x="58" y="6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2" name="Freeform 52"/>
            <p:cNvSpPr>
              <a:spLocks/>
            </p:cNvSpPr>
            <p:nvPr/>
          </p:nvSpPr>
          <p:spPr bwMode="invGray">
            <a:xfrm>
              <a:off x="4099" y="3502"/>
              <a:ext cx="474" cy="493"/>
            </a:xfrm>
            <a:custGeom>
              <a:avLst/>
              <a:gdLst/>
              <a:ahLst/>
              <a:cxnLst>
                <a:cxn ang="0">
                  <a:pos x="212" y="11"/>
                </a:cxn>
                <a:cxn ang="0">
                  <a:pos x="176" y="19"/>
                </a:cxn>
                <a:cxn ang="0">
                  <a:pos x="144" y="51"/>
                </a:cxn>
                <a:cxn ang="0">
                  <a:pos x="104" y="59"/>
                </a:cxn>
                <a:cxn ang="0">
                  <a:pos x="84" y="75"/>
                </a:cxn>
                <a:cxn ang="0">
                  <a:pos x="68" y="115"/>
                </a:cxn>
                <a:cxn ang="0">
                  <a:pos x="36" y="167"/>
                </a:cxn>
                <a:cxn ang="0">
                  <a:pos x="0" y="179"/>
                </a:cxn>
                <a:cxn ang="0">
                  <a:pos x="72" y="323"/>
                </a:cxn>
                <a:cxn ang="0">
                  <a:pos x="120" y="427"/>
                </a:cxn>
                <a:cxn ang="0">
                  <a:pos x="144" y="443"/>
                </a:cxn>
                <a:cxn ang="0">
                  <a:pos x="168" y="451"/>
                </a:cxn>
                <a:cxn ang="0">
                  <a:pos x="228" y="431"/>
                </a:cxn>
                <a:cxn ang="0">
                  <a:pos x="252" y="423"/>
                </a:cxn>
                <a:cxn ang="0">
                  <a:pos x="300" y="451"/>
                </a:cxn>
                <a:cxn ang="0">
                  <a:pos x="324" y="527"/>
                </a:cxn>
                <a:cxn ang="0">
                  <a:pos x="336" y="523"/>
                </a:cxn>
                <a:cxn ang="0">
                  <a:pos x="344" y="511"/>
                </a:cxn>
                <a:cxn ang="0">
                  <a:pos x="368" y="547"/>
                </a:cxn>
                <a:cxn ang="0">
                  <a:pos x="404" y="571"/>
                </a:cxn>
                <a:cxn ang="0">
                  <a:pos x="436" y="603"/>
                </a:cxn>
                <a:cxn ang="0">
                  <a:pos x="444" y="615"/>
                </a:cxn>
                <a:cxn ang="0">
                  <a:pos x="456" y="623"/>
                </a:cxn>
                <a:cxn ang="0">
                  <a:pos x="484" y="655"/>
                </a:cxn>
                <a:cxn ang="0">
                  <a:pos x="492" y="631"/>
                </a:cxn>
                <a:cxn ang="0">
                  <a:pos x="540" y="659"/>
                </a:cxn>
                <a:cxn ang="0">
                  <a:pos x="588" y="655"/>
                </a:cxn>
                <a:cxn ang="0">
                  <a:pos x="616" y="531"/>
                </a:cxn>
                <a:cxn ang="0">
                  <a:pos x="632" y="463"/>
                </a:cxn>
                <a:cxn ang="0">
                  <a:pos x="620" y="367"/>
                </a:cxn>
                <a:cxn ang="0">
                  <a:pos x="536" y="271"/>
                </a:cxn>
                <a:cxn ang="0">
                  <a:pos x="528" y="235"/>
                </a:cxn>
                <a:cxn ang="0">
                  <a:pos x="460" y="179"/>
                </a:cxn>
                <a:cxn ang="0">
                  <a:pos x="472" y="155"/>
                </a:cxn>
                <a:cxn ang="0">
                  <a:pos x="456" y="131"/>
                </a:cxn>
                <a:cxn ang="0">
                  <a:pos x="416" y="79"/>
                </a:cxn>
                <a:cxn ang="0">
                  <a:pos x="392" y="31"/>
                </a:cxn>
                <a:cxn ang="0">
                  <a:pos x="388" y="19"/>
                </a:cxn>
                <a:cxn ang="0">
                  <a:pos x="364" y="151"/>
                </a:cxn>
                <a:cxn ang="0">
                  <a:pos x="324" y="115"/>
                </a:cxn>
                <a:cxn ang="0">
                  <a:pos x="292" y="111"/>
                </a:cxn>
                <a:cxn ang="0">
                  <a:pos x="272" y="87"/>
                </a:cxn>
                <a:cxn ang="0">
                  <a:pos x="264" y="63"/>
                </a:cxn>
                <a:cxn ang="0">
                  <a:pos x="276" y="55"/>
                </a:cxn>
                <a:cxn ang="0">
                  <a:pos x="240" y="19"/>
                </a:cxn>
                <a:cxn ang="0">
                  <a:pos x="216" y="11"/>
                </a:cxn>
                <a:cxn ang="0">
                  <a:pos x="204" y="7"/>
                </a:cxn>
                <a:cxn ang="0">
                  <a:pos x="212" y="11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3" name="Freeform 53"/>
            <p:cNvSpPr>
              <a:spLocks/>
            </p:cNvSpPr>
            <p:nvPr/>
          </p:nvSpPr>
          <p:spPr bwMode="invGray">
            <a:xfrm>
              <a:off x="4246" y="3241"/>
              <a:ext cx="319" cy="207"/>
            </a:xfrm>
            <a:custGeom>
              <a:avLst/>
              <a:gdLst/>
              <a:ahLst/>
              <a:cxnLst>
                <a:cxn ang="0">
                  <a:pos x="84" y="60"/>
                </a:cxn>
                <a:cxn ang="0">
                  <a:pos x="68" y="36"/>
                </a:cxn>
                <a:cxn ang="0">
                  <a:pos x="64" y="16"/>
                </a:cxn>
                <a:cxn ang="0">
                  <a:pos x="52" y="12"/>
                </a:cxn>
                <a:cxn ang="0">
                  <a:pos x="16" y="16"/>
                </a:cxn>
                <a:cxn ang="0">
                  <a:pos x="44" y="40"/>
                </a:cxn>
                <a:cxn ang="0">
                  <a:pos x="48" y="52"/>
                </a:cxn>
                <a:cxn ang="0">
                  <a:pos x="24" y="68"/>
                </a:cxn>
                <a:cxn ang="0">
                  <a:pos x="88" y="92"/>
                </a:cxn>
                <a:cxn ang="0">
                  <a:pos x="124" y="112"/>
                </a:cxn>
                <a:cxn ang="0">
                  <a:pos x="128" y="124"/>
                </a:cxn>
                <a:cxn ang="0">
                  <a:pos x="140" y="132"/>
                </a:cxn>
                <a:cxn ang="0">
                  <a:pos x="148" y="156"/>
                </a:cxn>
                <a:cxn ang="0">
                  <a:pos x="132" y="196"/>
                </a:cxn>
                <a:cxn ang="0">
                  <a:pos x="180" y="188"/>
                </a:cxn>
                <a:cxn ang="0">
                  <a:pos x="192" y="216"/>
                </a:cxn>
                <a:cxn ang="0">
                  <a:pos x="216" y="224"/>
                </a:cxn>
                <a:cxn ang="0">
                  <a:pos x="228" y="228"/>
                </a:cxn>
                <a:cxn ang="0">
                  <a:pos x="252" y="224"/>
                </a:cxn>
                <a:cxn ang="0">
                  <a:pos x="276" y="196"/>
                </a:cxn>
                <a:cxn ang="0">
                  <a:pos x="336" y="252"/>
                </a:cxn>
                <a:cxn ang="0">
                  <a:pos x="364" y="280"/>
                </a:cxn>
                <a:cxn ang="0">
                  <a:pos x="360" y="224"/>
                </a:cxn>
                <a:cxn ang="0">
                  <a:pos x="336" y="200"/>
                </a:cxn>
                <a:cxn ang="0">
                  <a:pos x="372" y="168"/>
                </a:cxn>
                <a:cxn ang="0">
                  <a:pos x="408" y="156"/>
                </a:cxn>
                <a:cxn ang="0">
                  <a:pos x="420" y="152"/>
                </a:cxn>
                <a:cxn ang="0">
                  <a:pos x="424" y="140"/>
                </a:cxn>
                <a:cxn ang="0">
                  <a:pos x="356" y="148"/>
                </a:cxn>
                <a:cxn ang="0">
                  <a:pos x="304" y="140"/>
                </a:cxn>
                <a:cxn ang="0">
                  <a:pos x="300" y="128"/>
                </a:cxn>
                <a:cxn ang="0">
                  <a:pos x="292" y="116"/>
                </a:cxn>
                <a:cxn ang="0">
                  <a:pos x="220" y="80"/>
                </a:cxn>
                <a:cxn ang="0">
                  <a:pos x="160" y="60"/>
                </a:cxn>
                <a:cxn ang="0">
                  <a:pos x="136" y="52"/>
                </a:cxn>
                <a:cxn ang="0">
                  <a:pos x="80" y="52"/>
                </a:cxn>
                <a:cxn ang="0">
                  <a:pos x="68" y="32"/>
                </a:cxn>
                <a:cxn ang="0">
                  <a:pos x="68" y="0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4" name="Freeform 54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0" y="37"/>
                </a:cxn>
                <a:cxn ang="0">
                  <a:pos x="28" y="49"/>
                </a:cxn>
                <a:cxn ang="0">
                  <a:pos x="84" y="89"/>
                </a:cxn>
                <a:cxn ang="0">
                  <a:pos x="120" y="113"/>
                </a:cxn>
                <a:cxn ang="0">
                  <a:pos x="132" y="121"/>
                </a:cxn>
                <a:cxn ang="0">
                  <a:pos x="136" y="169"/>
                </a:cxn>
                <a:cxn ang="0">
                  <a:pos x="116" y="201"/>
                </a:cxn>
                <a:cxn ang="0">
                  <a:pos x="136" y="197"/>
                </a:cxn>
                <a:cxn ang="0">
                  <a:pos x="148" y="189"/>
                </a:cxn>
                <a:cxn ang="0">
                  <a:pos x="160" y="201"/>
                </a:cxn>
                <a:cxn ang="0">
                  <a:pos x="184" y="217"/>
                </a:cxn>
                <a:cxn ang="0">
                  <a:pos x="208" y="233"/>
                </a:cxn>
                <a:cxn ang="0">
                  <a:pos x="240" y="221"/>
                </a:cxn>
                <a:cxn ang="0">
                  <a:pos x="248" y="197"/>
                </a:cxn>
                <a:cxn ang="0">
                  <a:pos x="268" y="201"/>
                </a:cxn>
                <a:cxn ang="0">
                  <a:pos x="292" y="209"/>
                </a:cxn>
                <a:cxn ang="0">
                  <a:pos x="340" y="281"/>
                </a:cxn>
                <a:cxn ang="0">
                  <a:pos x="356" y="277"/>
                </a:cxn>
                <a:cxn ang="0">
                  <a:pos x="352" y="253"/>
                </a:cxn>
                <a:cxn ang="0">
                  <a:pos x="316" y="197"/>
                </a:cxn>
                <a:cxn ang="0">
                  <a:pos x="360" y="173"/>
                </a:cxn>
                <a:cxn ang="0">
                  <a:pos x="408" y="145"/>
                </a:cxn>
                <a:cxn ang="0">
                  <a:pos x="409" y="120"/>
                </a:cxn>
                <a:cxn ang="0">
                  <a:pos x="367" y="138"/>
                </a:cxn>
                <a:cxn ang="0">
                  <a:pos x="308" y="137"/>
                </a:cxn>
                <a:cxn ang="0">
                  <a:pos x="264" y="97"/>
                </a:cxn>
                <a:cxn ang="0">
                  <a:pos x="180" y="61"/>
                </a:cxn>
                <a:cxn ang="0">
                  <a:pos x="132" y="33"/>
                </a:cxn>
                <a:cxn ang="0">
                  <a:pos x="92" y="41"/>
                </a:cxn>
                <a:cxn ang="0">
                  <a:pos x="76" y="57"/>
                </a:cxn>
                <a:cxn ang="0">
                  <a:pos x="56" y="17"/>
                </a:cxn>
                <a:cxn ang="0">
                  <a:pos x="0" y="1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5" name="Freeform 55"/>
            <p:cNvSpPr>
              <a:spLocks/>
            </p:cNvSpPr>
            <p:nvPr/>
          </p:nvSpPr>
          <p:spPr bwMode="invGray">
            <a:xfrm>
              <a:off x="4485" y="4013"/>
              <a:ext cx="44" cy="58"/>
            </a:xfrm>
            <a:custGeom>
              <a:avLst/>
              <a:gdLst/>
              <a:ahLst/>
              <a:cxnLst>
                <a:cxn ang="0">
                  <a:pos x="32" y="18"/>
                </a:cxn>
                <a:cxn ang="0">
                  <a:pos x="0" y="18"/>
                </a:cxn>
                <a:cxn ang="0">
                  <a:pos x="20" y="42"/>
                </a:cxn>
                <a:cxn ang="0">
                  <a:pos x="28" y="66"/>
                </a:cxn>
                <a:cxn ang="0">
                  <a:pos x="32" y="78"/>
                </a:cxn>
                <a:cxn ang="0">
                  <a:pos x="60" y="50"/>
                </a:cxn>
                <a:cxn ang="0">
                  <a:pos x="32" y="18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6" name="Freeform 56"/>
            <p:cNvSpPr>
              <a:spLocks/>
            </p:cNvSpPr>
            <p:nvPr/>
          </p:nvSpPr>
          <p:spPr bwMode="invGray">
            <a:xfrm>
              <a:off x="4621" y="3923"/>
              <a:ext cx="163" cy="84"/>
            </a:xfrm>
            <a:custGeom>
              <a:avLst/>
              <a:gdLst/>
              <a:ahLst/>
              <a:cxnLst>
                <a:cxn ang="0">
                  <a:pos x="47" y="73"/>
                </a:cxn>
                <a:cxn ang="0">
                  <a:pos x="39" y="61"/>
                </a:cxn>
                <a:cxn ang="0">
                  <a:pos x="15" y="69"/>
                </a:cxn>
                <a:cxn ang="0">
                  <a:pos x="39" y="113"/>
                </a:cxn>
                <a:cxn ang="0">
                  <a:pos x="123" y="89"/>
                </a:cxn>
                <a:cxn ang="0">
                  <a:pos x="147" y="73"/>
                </a:cxn>
                <a:cxn ang="0">
                  <a:pos x="171" y="65"/>
                </a:cxn>
                <a:cxn ang="0">
                  <a:pos x="219" y="19"/>
                </a:cxn>
                <a:cxn ang="0">
                  <a:pos x="210" y="0"/>
                </a:cxn>
                <a:cxn ang="0">
                  <a:pos x="179" y="17"/>
                </a:cxn>
                <a:cxn ang="0">
                  <a:pos x="107" y="41"/>
                </a:cxn>
                <a:cxn ang="0">
                  <a:pos x="83" y="45"/>
                </a:cxn>
                <a:cxn ang="0">
                  <a:pos x="59" y="53"/>
                </a:cxn>
                <a:cxn ang="0">
                  <a:pos x="47" y="73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7" name="Freeform 57"/>
            <p:cNvSpPr>
              <a:spLocks/>
            </p:cNvSpPr>
            <p:nvPr/>
          </p:nvSpPr>
          <p:spPr bwMode="invGray">
            <a:xfrm>
              <a:off x="4791" y="3872"/>
              <a:ext cx="104" cy="93"/>
            </a:xfrm>
            <a:custGeom>
              <a:avLst/>
              <a:gdLst/>
              <a:ahLst/>
              <a:cxnLst>
                <a:cxn ang="0">
                  <a:pos x="12" y="60"/>
                </a:cxn>
                <a:cxn ang="0">
                  <a:pos x="8" y="84"/>
                </a:cxn>
                <a:cxn ang="0">
                  <a:pos x="0" y="108"/>
                </a:cxn>
                <a:cxn ang="0">
                  <a:pos x="36" y="116"/>
                </a:cxn>
                <a:cxn ang="0">
                  <a:pos x="52" y="96"/>
                </a:cxn>
                <a:cxn ang="0">
                  <a:pos x="124" y="68"/>
                </a:cxn>
                <a:cxn ang="0">
                  <a:pos x="136" y="44"/>
                </a:cxn>
                <a:cxn ang="0">
                  <a:pos x="112" y="28"/>
                </a:cxn>
                <a:cxn ang="0">
                  <a:pos x="100" y="20"/>
                </a:cxn>
                <a:cxn ang="0">
                  <a:pos x="64" y="12"/>
                </a:cxn>
                <a:cxn ang="0">
                  <a:pos x="52" y="36"/>
                </a:cxn>
                <a:cxn ang="0">
                  <a:pos x="12" y="60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8" name="Freeform 58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8" y="11"/>
                </a:cxn>
                <a:cxn ang="0">
                  <a:pos x="24" y="35"/>
                </a:cxn>
                <a:cxn ang="0">
                  <a:pos x="39" y="26"/>
                </a:cxn>
                <a:cxn ang="0">
                  <a:pos x="29" y="0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9" name="Freeform 59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/>
              <a:ahLst/>
              <a:cxnLst>
                <a:cxn ang="0">
                  <a:pos x="128" y="0"/>
                </a:cxn>
                <a:cxn ang="0">
                  <a:pos x="104" y="28"/>
                </a:cxn>
                <a:cxn ang="0">
                  <a:pos x="88" y="64"/>
                </a:cxn>
                <a:cxn ang="0">
                  <a:pos x="36" y="84"/>
                </a:cxn>
                <a:cxn ang="0">
                  <a:pos x="28" y="96"/>
                </a:cxn>
                <a:cxn ang="0">
                  <a:pos x="16" y="100"/>
                </a:cxn>
                <a:cxn ang="0">
                  <a:pos x="20" y="132"/>
                </a:cxn>
                <a:cxn ang="0">
                  <a:pos x="28" y="156"/>
                </a:cxn>
                <a:cxn ang="0">
                  <a:pos x="0" y="200"/>
                </a:cxn>
                <a:cxn ang="0">
                  <a:pos x="28" y="260"/>
                </a:cxn>
                <a:cxn ang="0">
                  <a:pos x="52" y="268"/>
                </a:cxn>
                <a:cxn ang="0">
                  <a:pos x="88" y="216"/>
                </a:cxn>
                <a:cxn ang="0">
                  <a:pos x="104" y="192"/>
                </a:cxn>
                <a:cxn ang="0">
                  <a:pos x="128" y="116"/>
                </a:cxn>
                <a:cxn ang="0">
                  <a:pos x="140" y="76"/>
                </a:cxn>
                <a:cxn ang="0">
                  <a:pos x="164" y="72"/>
                </a:cxn>
                <a:cxn ang="0">
                  <a:pos x="128" y="0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0" name="Freeform 60"/>
            <p:cNvSpPr>
              <a:spLocks/>
            </p:cNvSpPr>
            <p:nvPr/>
          </p:nvSpPr>
          <p:spPr bwMode="invGray">
            <a:xfrm>
              <a:off x="3655" y="3034"/>
              <a:ext cx="49" cy="5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25" y="60"/>
                </a:cxn>
                <a:cxn ang="0">
                  <a:pos x="29" y="76"/>
                </a:cxn>
                <a:cxn ang="0">
                  <a:pos x="41" y="80"/>
                </a:cxn>
                <a:cxn ang="0">
                  <a:pos x="57" y="76"/>
                </a:cxn>
                <a:cxn ang="0">
                  <a:pos x="29" y="0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1" name="Freeform 61"/>
            <p:cNvSpPr>
              <a:spLocks/>
            </p:cNvSpPr>
            <p:nvPr/>
          </p:nvSpPr>
          <p:spPr bwMode="invGray">
            <a:xfrm>
              <a:off x="3988" y="3100"/>
              <a:ext cx="111" cy="181"/>
            </a:xfrm>
            <a:custGeom>
              <a:avLst/>
              <a:gdLst/>
              <a:ahLst/>
              <a:cxnLst>
                <a:cxn ang="0">
                  <a:pos x="96" y="0"/>
                </a:cxn>
                <a:cxn ang="0">
                  <a:pos x="60" y="84"/>
                </a:cxn>
                <a:cxn ang="0">
                  <a:pos x="36" y="92"/>
                </a:cxn>
                <a:cxn ang="0">
                  <a:pos x="12" y="108"/>
                </a:cxn>
                <a:cxn ang="0">
                  <a:pos x="40" y="188"/>
                </a:cxn>
                <a:cxn ang="0">
                  <a:pos x="52" y="224"/>
                </a:cxn>
                <a:cxn ang="0">
                  <a:pos x="60" y="236"/>
                </a:cxn>
                <a:cxn ang="0">
                  <a:pos x="84" y="244"/>
                </a:cxn>
                <a:cxn ang="0">
                  <a:pos x="96" y="196"/>
                </a:cxn>
                <a:cxn ang="0">
                  <a:pos x="124" y="168"/>
                </a:cxn>
                <a:cxn ang="0">
                  <a:pos x="112" y="68"/>
                </a:cxn>
                <a:cxn ang="0">
                  <a:pos x="140" y="48"/>
                </a:cxn>
                <a:cxn ang="0">
                  <a:pos x="112" y="20"/>
                </a:cxn>
                <a:cxn ang="0">
                  <a:pos x="96" y="0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2" name="Freeform 62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/>
              <a:ahLst/>
              <a:cxnLst>
                <a:cxn ang="0">
                  <a:pos x="48" y="2"/>
                </a:cxn>
                <a:cxn ang="0">
                  <a:pos x="51" y="35"/>
                </a:cxn>
                <a:cxn ang="0">
                  <a:pos x="60" y="62"/>
                </a:cxn>
                <a:cxn ang="0">
                  <a:pos x="62" y="92"/>
                </a:cxn>
                <a:cxn ang="0">
                  <a:pos x="68" y="105"/>
                </a:cxn>
                <a:cxn ang="0">
                  <a:pos x="71" y="126"/>
                </a:cxn>
                <a:cxn ang="0">
                  <a:pos x="57" y="93"/>
                </a:cxn>
                <a:cxn ang="0">
                  <a:pos x="35" y="78"/>
                </a:cxn>
                <a:cxn ang="0">
                  <a:pos x="5" y="83"/>
                </a:cxn>
                <a:cxn ang="0">
                  <a:pos x="8" y="102"/>
                </a:cxn>
                <a:cxn ang="0">
                  <a:pos x="41" y="114"/>
                </a:cxn>
                <a:cxn ang="0">
                  <a:pos x="57" y="135"/>
                </a:cxn>
                <a:cxn ang="0">
                  <a:pos x="71" y="135"/>
                </a:cxn>
                <a:cxn ang="0">
                  <a:pos x="78" y="150"/>
                </a:cxn>
                <a:cxn ang="0">
                  <a:pos x="96" y="179"/>
                </a:cxn>
                <a:cxn ang="0">
                  <a:pos x="81" y="126"/>
                </a:cxn>
                <a:cxn ang="0">
                  <a:pos x="80" y="93"/>
                </a:cxn>
                <a:cxn ang="0">
                  <a:pos x="71" y="63"/>
                </a:cxn>
                <a:cxn ang="0">
                  <a:pos x="63" y="41"/>
                </a:cxn>
                <a:cxn ang="0">
                  <a:pos x="57" y="20"/>
                </a:cxn>
                <a:cxn ang="0">
                  <a:pos x="48" y="2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3" name="Freeform 63"/>
            <p:cNvSpPr>
              <a:spLocks/>
            </p:cNvSpPr>
            <p:nvPr/>
          </p:nvSpPr>
          <p:spPr bwMode="invGray">
            <a:xfrm>
              <a:off x="3943" y="3153"/>
              <a:ext cx="40" cy="132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25"/>
                </a:cxn>
                <a:cxn ang="0">
                  <a:pos x="9" y="54"/>
                </a:cxn>
                <a:cxn ang="0">
                  <a:pos x="18" y="94"/>
                </a:cxn>
                <a:cxn ang="0">
                  <a:pos x="34" y="129"/>
                </a:cxn>
                <a:cxn ang="0">
                  <a:pos x="54" y="175"/>
                </a:cxn>
                <a:cxn ang="0">
                  <a:pos x="40" y="115"/>
                </a:cxn>
                <a:cxn ang="0">
                  <a:pos x="34" y="93"/>
                </a:cxn>
                <a:cxn ang="0">
                  <a:pos x="28" y="61"/>
                </a:cxn>
                <a:cxn ang="0">
                  <a:pos x="25" y="46"/>
                </a:cxn>
                <a:cxn ang="0">
                  <a:pos x="16" y="37"/>
                </a:cxn>
                <a:cxn ang="0">
                  <a:pos x="6" y="0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4" name="Freeform 64"/>
            <p:cNvSpPr>
              <a:spLocks/>
            </p:cNvSpPr>
            <p:nvPr/>
          </p:nvSpPr>
          <p:spPr bwMode="invGray">
            <a:xfrm>
              <a:off x="3988" y="3291"/>
              <a:ext cx="65" cy="5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8" y="34"/>
                </a:cxn>
                <a:cxn ang="0">
                  <a:pos x="23" y="43"/>
                </a:cxn>
                <a:cxn ang="0">
                  <a:pos x="48" y="49"/>
                </a:cxn>
                <a:cxn ang="0">
                  <a:pos x="62" y="57"/>
                </a:cxn>
                <a:cxn ang="0">
                  <a:pos x="74" y="66"/>
                </a:cxn>
                <a:cxn ang="0">
                  <a:pos x="86" y="69"/>
                </a:cxn>
                <a:cxn ang="0">
                  <a:pos x="72" y="39"/>
                </a:cxn>
                <a:cxn ang="0">
                  <a:pos x="63" y="22"/>
                </a:cxn>
                <a:cxn ang="0">
                  <a:pos x="36" y="24"/>
                </a:cxn>
                <a:cxn ang="0">
                  <a:pos x="24" y="19"/>
                </a:cxn>
                <a:cxn ang="0">
                  <a:pos x="6" y="0"/>
                </a:cxn>
                <a:cxn ang="0">
                  <a:pos x="2" y="0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5" name="Freeform 65"/>
            <p:cNvSpPr>
              <a:spLocks/>
            </p:cNvSpPr>
            <p:nvPr/>
          </p:nvSpPr>
          <p:spPr bwMode="invGray">
            <a:xfrm>
              <a:off x="4092" y="3195"/>
              <a:ext cx="86" cy="118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75" y="10"/>
                </a:cxn>
                <a:cxn ang="0">
                  <a:pos x="23" y="15"/>
                </a:cxn>
                <a:cxn ang="0">
                  <a:pos x="14" y="33"/>
                </a:cxn>
                <a:cxn ang="0">
                  <a:pos x="11" y="61"/>
                </a:cxn>
                <a:cxn ang="0">
                  <a:pos x="14" y="75"/>
                </a:cxn>
                <a:cxn ang="0">
                  <a:pos x="3" y="88"/>
                </a:cxn>
                <a:cxn ang="0">
                  <a:pos x="14" y="109"/>
                </a:cxn>
                <a:cxn ang="0">
                  <a:pos x="23" y="124"/>
                </a:cxn>
                <a:cxn ang="0">
                  <a:pos x="15" y="144"/>
                </a:cxn>
                <a:cxn ang="0">
                  <a:pos x="24" y="156"/>
                </a:cxn>
                <a:cxn ang="0">
                  <a:pos x="42" y="144"/>
                </a:cxn>
                <a:cxn ang="0">
                  <a:pos x="50" y="93"/>
                </a:cxn>
                <a:cxn ang="0">
                  <a:pos x="56" y="126"/>
                </a:cxn>
                <a:cxn ang="0">
                  <a:pos x="65" y="145"/>
                </a:cxn>
                <a:cxn ang="0">
                  <a:pos x="62" y="112"/>
                </a:cxn>
                <a:cxn ang="0">
                  <a:pos x="72" y="73"/>
                </a:cxn>
                <a:cxn ang="0">
                  <a:pos x="69" y="51"/>
                </a:cxn>
                <a:cxn ang="0">
                  <a:pos x="54" y="60"/>
                </a:cxn>
                <a:cxn ang="0">
                  <a:pos x="35" y="54"/>
                </a:cxn>
                <a:cxn ang="0">
                  <a:pos x="41" y="36"/>
                </a:cxn>
                <a:cxn ang="0">
                  <a:pos x="62" y="34"/>
                </a:cxn>
                <a:cxn ang="0">
                  <a:pos x="78" y="39"/>
                </a:cxn>
                <a:cxn ang="0">
                  <a:pos x="98" y="30"/>
                </a:cxn>
                <a:cxn ang="0">
                  <a:pos x="111" y="13"/>
                </a:cxn>
                <a:cxn ang="0">
                  <a:pos x="98" y="0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6" name="Freeform 66"/>
            <p:cNvSpPr>
              <a:spLocks/>
            </p:cNvSpPr>
            <p:nvPr/>
          </p:nvSpPr>
          <p:spPr bwMode="invGray">
            <a:xfrm>
              <a:off x="4064" y="2777"/>
              <a:ext cx="21" cy="70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0" y="16"/>
                </a:cxn>
                <a:cxn ang="0">
                  <a:pos x="6" y="37"/>
                </a:cxn>
                <a:cxn ang="0">
                  <a:pos x="1" y="61"/>
                </a:cxn>
                <a:cxn ang="0">
                  <a:pos x="16" y="94"/>
                </a:cxn>
                <a:cxn ang="0">
                  <a:pos x="30" y="82"/>
                </a:cxn>
                <a:cxn ang="0">
                  <a:pos x="22" y="61"/>
                </a:cxn>
                <a:cxn ang="0">
                  <a:pos x="12" y="0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7" name="Freeform 67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0" y="20"/>
                </a:cxn>
                <a:cxn ang="0">
                  <a:pos x="8" y="49"/>
                </a:cxn>
                <a:cxn ang="0">
                  <a:pos x="6" y="107"/>
                </a:cxn>
                <a:cxn ang="0">
                  <a:pos x="17" y="103"/>
                </a:cxn>
                <a:cxn ang="0">
                  <a:pos x="20" y="115"/>
                </a:cxn>
                <a:cxn ang="0">
                  <a:pos x="29" y="122"/>
                </a:cxn>
                <a:cxn ang="0">
                  <a:pos x="38" y="140"/>
                </a:cxn>
                <a:cxn ang="0">
                  <a:pos x="48" y="128"/>
                </a:cxn>
                <a:cxn ang="0">
                  <a:pos x="65" y="134"/>
                </a:cxn>
                <a:cxn ang="0">
                  <a:pos x="63" y="109"/>
                </a:cxn>
                <a:cxn ang="0">
                  <a:pos x="48" y="104"/>
                </a:cxn>
                <a:cxn ang="0">
                  <a:pos x="39" y="91"/>
                </a:cxn>
                <a:cxn ang="0">
                  <a:pos x="33" y="73"/>
                </a:cxn>
                <a:cxn ang="0">
                  <a:pos x="41" y="53"/>
                </a:cxn>
                <a:cxn ang="0">
                  <a:pos x="35" y="35"/>
                </a:cxn>
                <a:cxn ang="0">
                  <a:pos x="42" y="20"/>
                </a:cxn>
                <a:cxn ang="0">
                  <a:pos x="29" y="4"/>
                </a:cxn>
                <a:cxn ang="0">
                  <a:pos x="18" y="7"/>
                </a:cxn>
                <a:cxn ang="0">
                  <a:pos x="12" y="2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8" name="Freeform 68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/>
              <a:ahLst/>
              <a:cxnLst>
                <a:cxn ang="0">
                  <a:pos x="52" y="0"/>
                </a:cxn>
                <a:cxn ang="0">
                  <a:pos x="44" y="18"/>
                </a:cxn>
                <a:cxn ang="0">
                  <a:pos x="32" y="30"/>
                </a:cxn>
                <a:cxn ang="0">
                  <a:pos x="16" y="35"/>
                </a:cxn>
                <a:cxn ang="0">
                  <a:pos x="8" y="48"/>
                </a:cxn>
                <a:cxn ang="0">
                  <a:pos x="4" y="74"/>
                </a:cxn>
                <a:cxn ang="0">
                  <a:pos x="13" y="71"/>
                </a:cxn>
                <a:cxn ang="0">
                  <a:pos x="25" y="62"/>
                </a:cxn>
                <a:cxn ang="0">
                  <a:pos x="34" y="69"/>
                </a:cxn>
                <a:cxn ang="0">
                  <a:pos x="58" y="99"/>
                </a:cxn>
                <a:cxn ang="0">
                  <a:pos x="71" y="72"/>
                </a:cxn>
                <a:cxn ang="0">
                  <a:pos x="85" y="68"/>
                </a:cxn>
                <a:cxn ang="0">
                  <a:pos x="74" y="39"/>
                </a:cxn>
                <a:cxn ang="0">
                  <a:pos x="52" y="0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9" name="Freeform 69"/>
            <p:cNvSpPr>
              <a:spLocks/>
            </p:cNvSpPr>
            <p:nvPr/>
          </p:nvSpPr>
          <p:spPr bwMode="invGray">
            <a:xfrm>
              <a:off x="4197" y="3193"/>
              <a:ext cx="29" cy="48"/>
            </a:xfrm>
            <a:custGeom>
              <a:avLst/>
              <a:gdLst/>
              <a:ahLst/>
              <a:cxnLst>
                <a:cxn ang="0">
                  <a:pos x="6" y="27"/>
                </a:cxn>
                <a:cxn ang="0">
                  <a:pos x="26" y="66"/>
                </a:cxn>
                <a:cxn ang="0">
                  <a:pos x="30" y="52"/>
                </a:cxn>
                <a:cxn ang="0">
                  <a:pos x="38" y="40"/>
                </a:cxn>
                <a:cxn ang="0">
                  <a:pos x="30" y="25"/>
                </a:cxn>
                <a:cxn ang="0">
                  <a:pos x="20" y="13"/>
                </a:cxn>
                <a:cxn ang="0">
                  <a:pos x="11" y="1"/>
                </a:cxn>
                <a:cxn ang="0">
                  <a:pos x="2" y="12"/>
                </a:cxn>
                <a:cxn ang="0">
                  <a:pos x="6" y="2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0" name="Freeform 70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3"/>
                </a:cxn>
                <a:cxn ang="0">
                  <a:pos x="24" y="11"/>
                </a:cxn>
                <a:cxn ang="0">
                  <a:pos x="0" y="0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1" name="Freeform 71"/>
            <p:cNvSpPr>
              <a:spLocks/>
            </p:cNvSpPr>
            <p:nvPr/>
          </p:nvSpPr>
          <p:spPr bwMode="invGray">
            <a:xfrm>
              <a:off x="4208" y="3265"/>
              <a:ext cx="45" cy="39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8"/>
                </a:cxn>
                <a:cxn ang="0">
                  <a:pos x="28" y="33"/>
                </a:cxn>
                <a:cxn ang="0">
                  <a:pos x="42" y="46"/>
                </a:cxn>
                <a:cxn ang="0">
                  <a:pos x="60" y="42"/>
                </a:cxn>
                <a:cxn ang="0">
                  <a:pos x="49" y="24"/>
                </a:cxn>
                <a:cxn ang="0">
                  <a:pos x="28" y="3"/>
                </a:cxn>
                <a:cxn ang="0">
                  <a:pos x="19" y="16"/>
                </a:cxn>
                <a:cxn ang="0">
                  <a:pos x="9" y="0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2" name="Freeform 72"/>
            <p:cNvSpPr>
              <a:spLocks/>
            </p:cNvSpPr>
            <p:nvPr/>
          </p:nvSpPr>
          <p:spPr bwMode="invGray">
            <a:xfrm>
              <a:off x="4277" y="3335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3" name="Freeform 73"/>
            <p:cNvSpPr>
              <a:spLocks/>
            </p:cNvSpPr>
            <p:nvPr/>
          </p:nvSpPr>
          <p:spPr bwMode="invGray">
            <a:xfrm>
              <a:off x="4544" y="3293"/>
              <a:ext cx="46" cy="45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14"/>
                </a:cxn>
                <a:cxn ang="0">
                  <a:pos x="24" y="35"/>
                </a:cxn>
                <a:cxn ang="0">
                  <a:pos x="36" y="54"/>
                </a:cxn>
                <a:cxn ang="0">
                  <a:pos x="46" y="63"/>
                </a:cxn>
                <a:cxn ang="0">
                  <a:pos x="61" y="56"/>
                </a:cxn>
                <a:cxn ang="0">
                  <a:pos x="33" y="17"/>
                </a:cxn>
                <a:cxn ang="0">
                  <a:pos x="7" y="0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4" name="Freeform 74"/>
            <p:cNvSpPr>
              <a:spLocks/>
            </p:cNvSpPr>
            <p:nvPr/>
          </p:nvSpPr>
          <p:spPr bwMode="invGray">
            <a:xfrm>
              <a:off x="4147" y="3351"/>
              <a:ext cx="46" cy="49"/>
            </a:xfrm>
            <a:custGeom>
              <a:avLst/>
              <a:gdLst/>
              <a:ahLst/>
              <a:cxnLst>
                <a:cxn ang="0">
                  <a:pos x="28" y="7"/>
                </a:cxn>
                <a:cxn ang="0">
                  <a:pos x="30" y="34"/>
                </a:cxn>
                <a:cxn ang="0">
                  <a:pos x="16" y="43"/>
                </a:cxn>
                <a:cxn ang="0">
                  <a:pos x="22" y="67"/>
                </a:cxn>
                <a:cxn ang="0">
                  <a:pos x="48" y="58"/>
                </a:cxn>
                <a:cxn ang="0">
                  <a:pos x="60" y="47"/>
                </a:cxn>
                <a:cxn ang="0">
                  <a:pos x="51" y="28"/>
                </a:cxn>
                <a:cxn ang="0">
                  <a:pos x="57" y="14"/>
                </a:cxn>
                <a:cxn ang="0">
                  <a:pos x="55" y="2"/>
                </a:cxn>
                <a:cxn ang="0">
                  <a:pos x="46" y="4"/>
                </a:cxn>
                <a:cxn ang="0">
                  <a:pos x="51" y="5"/>
                </a:cxn>
                <a:cxn ang="0">
                  <a:pos x="49" y="16"/>
                </a:cxn>
                <a:cxn ang="0">
                  <a:pos x="43" y="23"/>
                </a:cxn>
                <a:cxn ang="0">
                  <a:pos x="28" y="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5" name="Freeform 75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/>
              <a:ahLst/>
              <a:cxnLst>
                <a:cxn ang="0">
                  <a:pos x="21" y="3"/>
                </a:cxn>
                <a:cxn ang="0">
                  <a:pos x="6" y="6"/>
                </a:cxn>
                <a:cxn ang="0">
                  <a:pos x="33" y="36"/>
                </a:cxn>
                <a:cxn ang="0">
                  <a:pos x="42" y="30"/>
                </a:cxn>
                <a:cxn ang="0">
                  <a:pos x="21" y="3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6" name="Freeform 76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26"/>
                </a:cxn>
                <a:cxn ang="0">
                  <a:pos x="16" y="24"/>
                </a:cxn>
                <a:cxn ang="0">
                  <a:pos x="19" y="29"/>
                </a:cxn>
                <a:cxn ang="0">
                  <a:pos x="16" y="35"/>
                </a:cxn>
                <a:cxn ang="0">
                  <a:pos x="30" y="21"/>
                </a:cxn>
                <a:cxn ang="0">
                  <a:pos x="24" y="9"/>
                </a:cxn>
                <a:cxn ang="0">
                  <a:pos x="21" y="0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7" name="Freeform 77"/>
            <p:cNvSpPr>
              <a:spLocks/>
            </p:cNvSpPr>
            <p:nvPr/>
          </p:nvSpPr>
          <p:spPr bwMode="invGray">
            <a:xfrm>
              <a:off x="4111" y="3351"/>
              <a:ext cx="33" cy="26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7"/>
                </a:cxn>
                <a:cxn ang="0">
                  <a:pos x="27" y="31"/>
                </a:cxn>
                <a:cxn ang="0">
                  <a:pos x="45" y="24"/>
                </a:cxn>
                <a:cxn ang="0">
                  <a:pos x="22" y="10"/>
                </a:cxn>
                <a:cxn ang="0">
                  <a:pos x="21" y="0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8" name="Freeform 78"/>
            <p:cNvSpPr>
              <a:spLocks/>
            </p:cNvSpPr>
            <p:nvPr/>
          </p:nvSpPr>
          <p:spPr bwMode="invGray">
            <a:xfrm>
              <a:off x="4062" y="3021"/>
              <a:ext cx="27" cy="53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1" y="15"/>
                </a:cxn>
                <a:cxn ang="0">
                  <a:pos x="9" y="36"/>
                </a:cxn>
                <a:cxn ang="0">
                  <a:pos x="0" y="59"/>
                </a:cxn>
                <a:cxn ang="0">
                  <a:pos x="8" y="74"/>
                </a:cxn>
                <a:cxn ang="0">
                  <a:pos x="20" y="59"/>
                </a:cxn>
                <a:cxn ang="0">
                  <a:pos x="35" y="32"/>
                </a:cxn>
                <a:cxn ang="0">
                  <a:pos x="30" y="0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9" name="Freeform 79"/>
            <p:cNvSpPr>
              <a:spLocks/>
            </p:cNvSpPr>
            <p:nvPr/>
          </p:nvSpPr>
          <p:spPr bwMode="invGray">
            <a:xfrm>
              <a:off x="4113" y="3012"/>
              <a:ext cx="19" cy="53"/>
            </a:xfrm>
            <a:custGeom>
              <a:avLst/>
              <a:gdLst/>
              <a:ahLst/>
              <a:cxnLst>
                <a:cxn ang="0">
                  <a:pos x="13" y="7"/>
                </a:cxn>
                <a:cxn ang="0">
                  <a:pos x="4" y="8"/>
                </a:cxn>
                <a:cxn ang="0">
                  <a:pos x="0" y="22"/>
                </a:cxn>
                <a:cxn ang="0">
                  <a:pos x="15" y="41"/>
                </a:cxn>
                <a:cxn ang="0">
                  <a:pos x="25" y="56"/>
                </a:cxn>
                <a:cxn ang="0">
                  <a:pos x="16" y="20"/>
                </a:cxn>
                <a:cxn ang="0">
                  <a:pos x="13" y="7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0" name="Freeform 80"/>
            <p:cNvSpPr>
              <a:spLocks/>
            </p:cNvSpPr>
            <p:nvPr/>
          </p:nvSpPr>
          <p:spPr bwMode="invGray">
            <a:xfrm>
              <a:off x="4135" y="2995"/>
              <a:ext cx="9" cy="25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" y="10"/>
                </a:cxn>
                <a:cxn ang="0">
                  <a:pos x="11" y="25"/>
                </a:cxn>
                <a:cxn ang="0">
                  <a:pos x="11" y="0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1" name="Freeform 81"/>
            <p:cNvSpPr>
              <a:spLocks/>
            </p:cNvSpPr>
            <p:nvPr/>
          </p:nvSpPr>
          <p:spPr bwMode="invGray">
            <a:xfrm>
              <a:off x="4145" y="3007"/>
              <a:ext cx="21" cy="4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1" y="14"/>
                </a:cxn>
                <a:cxn ang="0">
                  <a:pos x="20" y="21"/>
                </a:cxn>
                <a:cxn ang="0">
                  <a:pos x="8" y="39"/>
                </a:cxn>
                <a:cxn ang="0">
                  <a:pos x="0" y="56"/>
                </a:cxn>
                <a:cxn ang="0">
                  <a:pos x="11" y="57"/>
                </a:cxn>
                <a:cxn ang="0">
                  <a:pos x="26" y="26"/>
                </a:cxn>
                <a:cxn ang="0">
                  <a:pos x="5" y="0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2" name="Freeform 82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/>
              <a:ahLst/>
              <a:cxnLst>
                <a:cxn ang="0">
                  <a:pos x="14" y="3"/>
                </a:cxn>
                <a:cxn ang="0">
                  <a:pos x="0" y="7"/>
                </a:cxn>
                <a:cxn ang="0">
                  <a:pos x="8" y="22"/>
                </a:cxn>
                <a:cxn ang="0">
                  <a:pos x="14" y="3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3" name="Freeform 83"/>
            <p:cNvSpPr>
              <a:spLocks/>
            </p:cNvSpPr>
            <p:nvPr/>
          </p:nvSpPr>
          <p:spPr bwMode="invGray">
            <a:xfrm>
              <a:off x="3866" y="3052"/>
              <a:ext cx="10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4" name="Freeform 84"/>
            <p:cNvSpPr>
              <a:spLocks/>
            </p:cNvSpPr>
            <p:nvPr/>
          </p:nvSpPr>
          <p:spPr bwMode="invGray">
            <a:xfrm>
              <a:off x="3862" y="3036"/>
              <a:ext cx="12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0" y="10"/>
                </a:cxn>
                <a:cxn ang="0">
                  <a:pos x="12" y="19"/>
                </a:cxn>
                <a:cxn ang="0">
                  <a:pos x="10" y="5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5" name="Freeform 85"/>
            <p:cNvSpPr>
              <a:spLocks/>
            </p:cNvSpPr>
            <p:nvPr/>
          </p:nvSpPr>
          <p:spPr bwMode="invGray">
            <a:xfrm>
              <a:off x="3850" y="2995"/>
              <a:ext cx="11" cy="17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6" name="Freeform 86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9" y="18"/>
                </a:cxn>
                <a:cxn ang="0">
                  <a:pos x="14" y="6"/>
                </a:cxn>
                <a:cxn ang="0">
                  <a:pos x="13" y="0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7" name="Freeform 87"/>
            <p:cNvSpPr>
              <a:spLocks/>
            </p:cNvSpPr>
            <p:nvPr/>
          </p:nvSpPr>
          <p:spPr bwMode="invGray">
            <a:xfrm>
              <a:off x="4688" y="3643"/>
              <a:ext cx="45" cy="61"/>
            </a:xfrm>
            <a:custGeom>
              <a:avLst/>
              <a:gdLst/>
              <a:ahLst/>
              <a:cxnLst>
                <a:cxn ang="0">
                  <a:pos x="10" y="7"/>
                </a:cxn>
                <a:cxn ang="0">
                  <a:pos x="3" y="18"/>
                </a:cxn>
                <a:cxn ang="0">
                  <a:pos x="15" y="39"/>
                </a:cxn>
                <a:cxn ang="0">
                  <a:pos x="27" y="54"/>
                </a:cxn>
                <a:cxn ang="0">
                  <a:pos x="40" y="63"/>
                </a:cxn>
                <a:cxn ang="0">
                  <a:pos x="51" y="81"/>
                </a:cxn>
                <a:cxn ang="0">
                  <a:pos x="52" y="57"/>
                </a:cxn>
                <a:cxn ang="0">
                  <a:pos x="43" y="37"/>
                </a:cxn>
                <a:cxn ang="0">
                  <a:pos x="25" y="18"/>
                </a:cxn>
                <a:cxn ang="0">
                  <a:pos x="10" y="7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8" name="Freeform 88"/>
            <p:cNvSpPr>
              <a:spLocks/>
            </p:cNvSpPr>
            <p:nvPr/>
          </p:nvSpPr>
          <p:spPr bwMode="invGray">
            <a:xfrm>
              <a:off x="4919" y="3593"/>
              <a:ext cx="53" cy="47"/>
            </a:xfrm>
            <a:custGeom>
              <a:avLst/>
              <a:gdLst/>
              <a:ahLst/>
              <a:cxnLst>
                <a:cxn ang="0">
                  <a:pos x="28" y="23"/>
                </a:cxn>
                <a:cxn ang="0">
                  <a:pos x="13" y="32"/>
                </a:cxn>
                <a:cxn ang="0">
                  <a:pos x="1" y="44"/>
                </a:cxn>
                <a:cxn ang="0">
                  <a:pos x="13" y="59"/>
                </a:cxn>
                <a:cxn ang="0">
                  <a:pos x="28" y="44"/>
                </a:cxn>
                <a:cxn ang="0">
                  <a:pos x="40" y="23"/>
                </a:cxn>
                <a:cxn ang="0">
                  <a:pos x="55" y="0"/>
                </a:cxn>
                <a:cxn ang="0">
                  <a:pos x="71" y="11"/>
                </a:cxn>
                <a:cxn ang="0">
                  <a:pos x="35" y="23"/>
                </a:cxn>
                <a:cxn ang="0">
                  <a:pos x="28" y="23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9" name="Freeform 89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4"/>
                </a:cxn>
                <a:cxn ang="0">
                  <a:pos x="12" y="30"/>
                </a:cxn>
                <a:cxn ang="0">
                  <a:pos x="9" y="0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0" name="Freeform 90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0" y="14"/>
                </a:cxn>
                <a:cxn ang="0">
                  <a:pos x="21" y="20"/>
                </a:cxn>
                <a:cxn ang="0">
                  <a:pos x="19" y="0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1" name="Freeform 91"/>
            <p:cNvSpPr>
              <a:spLocks/>
            </p:cNvSpPr>
            <p:nvPr/>
          </p:nvSpPr>
          <p:spPr bwMode="invGray">
            <a:xfrm>
              <a:off x="4598" y="3351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2" name="Freeform 92"/>
            <p:cNvSpPr>
              <a:spLocks/>
            </p:cNvSpPr>
            <p:nvPr/>
          </p:nvSpPr>
          <p:spPr bwMode="invGray">
            <a:xfrm>
              <a:off x="4632" y="3395"/>
              <a:ext cx="26" cy="34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10" y="9"/>
                </a:cxn>
                <a:cxn ang="0">
                  <a:pos x="14" y="32"/>
                </a:cxn>
                <a:cxn ang="0">
                  <a:pos x="26" y="36"/>
                </a:cxn>
                <a:cxn ang="0">
                  <a:pos x="30" y="0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3" name="Freeform 93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4" y="25"/>
                </a:cxn>
                <a:cxn ang="0">
                  <a:pos x="26" y="29"/>
                </a:cxn>
                <a:cxn ang="0">
                  <a:pos x="34" y="2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4" name="Freeform 94"/>
            <p:cNvSpPr>
              <a:spLocks/>
            </p:cNvSpPr>
            <p:nvPr/>
          </p:nvSpPr>
          <p:spPr bwMode="invGray">
            <a:xfrm>
              <a:off x="4693" y="3448"/>
              <a:ext cx="28" cy="27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6" y="22"/>
                </a:cxn>
                <a:cxn ang="0">
                  <a:pos x="27" y="22"/>
                </a:cxn>
                <a:cxn ang="0">
                  <a:pos x="34" y="2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5" name="Freeform 95"/>
            <p:cNvSpPr>
              <a:spLocks/>
            </p:cNvSpPr>
            <p:nvPr/>
          </p:nvSpPr>
          <p:spPr bwMode="invGray">
            <a:xfrm>
              <a:off x="4683" y="3414"/>
              <a:ext cx="27" cy="19"/>
            </a:xfrm>
            <a:custGeom>
              <a:avLst/>
              <a:gdLst/>
              <a:ahLst/>
              <a:cxnLst>
                <a:cxn ang="0">
                  <a:pos x="31" y="1"/>
                </a:cxn>
                <a:cxn ang="0">
                  <a:pos x="10" y="2"/>
                </a:cxn>
                <a:cxn ang="0">
                  <a:pos x="13" y="15"/>
                </a:cxn>
                <a:cxn ang="0">
                  <a:pos x="25" y="19"/>
                </a:cxn>
                <a:cxn ang="0">
                  <a:pos x="31" y="1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6" name="Freeform 96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/>
              <a:ahLst/>
              <a:cxnLst>
                <a:cxn ang="0">
                  <a:pos x="28" y="16"/>
                </a:cxn>
                <a:cxn ang="0">
                  <a:pos x="19" y="2"/>
                </a:cxn>
                <a:cxn ang="0">
                  <a:pos x="10" y="25"/>
                </a:cxn>
                <a:cxn ang="0">
                  <a:pos x="19" y="35"/>
                </a:cxn>
                <a:cxn ang="0">
                  <a:pos x="27" y="29"/>
                </a:cxn>
                <a:cxn ang="0">
                  <a:pos x="28" y="16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7" name="Freeform 97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8" name="Freeform 98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9" name="Freeform 99"/>
            <p:cNvSpPr>
              <a:spLocks/>
            </p:cNvSpPr>
            <p:nvPr/>
          </p:nvSpPr>
          <p:spPr bwMode="invGray">
            <a:xfrm>
              <a:off x="3055" y="2051"/>
              <a:ext cx="141" cy="109"/>
            </a:xfrm>
            <a:custGeom>
              <a:avLst/>
              <a:gdLst/>
              <a:ahLst/>
              <a:cxnLst>
                <a:cxn ang="0">
                  <a:pos x="171" y="4"/>
                </a:cxn>
                <a:cxn ang="0">
                  <a:pos x="185" y="4"/>
                </a:cxn>
                <a:cxn ang="0">
                  <a:pos x="189" y="16"/>
                </a:cxn>
                <a:cxn ang="0">
                  <a:pos x="187" y="24"/>
                </a:cxn>
                <a:cxn ang="0">
                  <a:pos x="131" y="44"/>
                </a:cxn>
                <a:cxn ang="0">
                  <a:pos x="109" y="58"/>
                </a:cxn>
                <a:cxn ang="0">
                  <a:pos x="97" y="62"/>
                </a:cxn>
                <a:cxn ang="0">
                  <a:pos x="71" y="82"/>
                </a:cxn>
                <a:cxn ang="0">
                  <a:pos x="75" y="92"/>
                </a:cxn>
                <a:cxn ang="0">
                  <a:pos x="83" y="116"/>
                </a:cxn>
                <a:cxn ang="0">
                  <a:pos x="107" y="126"/>
                </a:cxn>
                <a:cxn ang="0">
                  <a:pos x="93" y="140"/>
                </a:cxn>
                <a:cxn ang="0">
                  <a:pos x="83" y="130"/>
                </a:cxn>
                <a:cxn ang="0">
                  <a:pos x="71" y="134"/>
                </a:cxn>
                <a:cxn ang="0">
                  <a:pos x="21" y="122"/>
                </a:cxn>
                <a:cxn ang="0">
                  <a:pos x="19" y="106"/>
                </a:cxn>
                <a:cxn ang="0">
                  <a:pos x="47" y="90"/>
                </a:cxn>
                <a:cxn ang="0">
                  <a:pos x="51" y="76"/>
                </a:cxn>
                <a:cxn ang="0">
                  <a:pos x="47" y="64"/>
                </a:cxn>
                <a:cxn ang="0">
                  <a:pos x="73" y="46"/>
                </a:cxn>
                <a:cxn ang="0">
                  <a:pos x="97" y="36"/>
                </a:cxn>
                <a:cxn ang="0">
                  <a:pos x="113" y="24"/>
                </a:cxn>
                <a:cxn ang="0">
                  <a:pos x="171" y="4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0" name="Freeform 100"/>
            <p:cNvSpPr>
              <a:spLocks/>
            </p:cNvSpPr>
            <p:nvPr/>
          </p:nvSpPr>
          <p:spPr bwMode="invGray">
            <a:xfrm>
              <a:off x="3139" y="2155"/>
              <a:ext cx="39" cy="1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12" y="2"/>
                </a:cxn>
                <a:cxn ang="0">
                  <a:pos x="32" y="16"/>
                </a:cxn>
                <a:cxn ang="0">
                  <a:pos x="44" y="14"/>
                </a:cxn>
                <a:cxn ang="0">
                  <a:pos x="24" y="0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1" name="Freeform 101"/>
            <p:cNvSpPr>
              <a:spLocks/>
            </p:cNvSpPr>
            <p:nvPr/>
          </p:nvSpPr>
          <p:spPr bwMode="invGray">
            <a:xfrm>
              <a:off x="3344" y="1998"/>
              <a:ext cx="42" cy="28"/>
            </a:xfrm>
            <a:custGeom>
              <a:avLst/>
              <a:gdLst/>
              <a:ahLst/>
              <a:cxnLst>
                <a:cxn ang="0">
                  <a:pos x="57" y="4"/>
                </a:cxn>
                <a:cxn ang="0">
                  <a:pos x="25" y="24"/>
                </a:cxn>
                <a:cxn ang="0">
                  <a:pos x="11" y="34"/>
                </a:cxn>
                <a:cxn ang="0">
                  <a:pos x="9" y="4"/>
                </a:cxn>
                <a:cxn ang="0">
                  <a:pos x="21" y="0"/>
                </a:cxn>
                <a:cxn ang="0">
                  <a:pos x="57" y="4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2" name="Freeform 102"/>
            <p:cNvSpPr>
              <a:spLocks/>
            </p:cNvSpPr>
            <p:nvPr/>
          </p:nvSpPr>
          <p:spPr bwMode="invGray">
            <a:xfrm>
              <a:off x="3374" y="2012"/>
              <a:ext cx="50" cy="1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11" y="6"/>
                </a:cxn>
                <a:cxn ang="0">
                  <a:pos x="57" y="26"/>
                </a:cxn>
                <a:cxn ang="0">
                  <a:pos x="63" y="24"/>
                </a:cxn>
                <a:cxn ang="0">
                  <a:pos x="29" y="0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3" name="Freeform 103"/>
            <p:cNvSpPr>
              <a:spLocks/>
            </p:cNvSpPr>
            <p:nvPr/>
          </p:nvSpPr>
          <p:spPr bwMode="invGray">
            <a:xfrm>
              <a:off x="3428" y="2014"/>
              <a:ext cx="50" cy="31"/>
            </a:xfrm>
            <a:custGeom>
              <a:avLst/>
              <a:gdLst/>
              <a:ahLst/>
              <a:cxnLst>
                <a:cxn ang="0">
                  <a:pos x="50" y="9"/>
                </a:cxn>
                <a:cxn ang="0">
                  <a:pos x="26" y="9"/>
                </a:cxn>
                <a:cxn ang="0">
                  <a:pos x="10" y="9"/>
                </a:cxn>
                <a:cxn ang="0">
                  <a:pos x="8" y="35"/>
                </a:cxn>
                <a:cxn ang="0">
                  <a:pos x="32" y="43"/>
                </a:cxn>
                <a:cxn ang="0">
                  <a:pos x="62" y="27"/>
                </a:cxn>
                <a:cxn ang="0">
                  <a:pos x="50" y="9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4" name="Freeform 104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8" y="16"/>
                </a:cxn>
                <a:cxn ang="0">
                  <a:pos x="50" y="30"/>
                </a:cxn>
                <a:cxn ang="0">
                  <a:pos x="76" y="36"/>
                </a:cxn>
                <a:cxn ang="0">
                  <a:pos x="112" y="22"/>
                </a:cxn>
                <a:cxn ang="0">
                  <a:pos x="78" y="4"/>
                </a:cxn>
                <a:cxn ang="0">
                  <a:pos x="14" y="0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5" name="Freeform 105"/>
            <p:cNvSpPr>
              <a:spLocks/>
            </p:cNvSpPr>
            <p:nvPr/>
          </p:nvSpPr>
          <p:spPr bwMode="invGray">
            <a:xfrm>
              <a:off x="3867" y="2042"/>
              <a:ext cx="44" cy="26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62" y="10"/>
                </a:cxn>
                <a:cxn ang="0">
                  <a:pos x="30" y="32"/>
                </a:cxn>
                <a:cxn ang="0">
                  <a:pos x="6" y="22"/>
                </a:cxn>
                <a:cxn ang="0">
                  <a:pos x="32" y="4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6" name="Freeform 106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6" y="5"/>
                </a:cxn>
                <a:cxn ang="0">
                  <a:pos x="38" y="23"/>
                </a:cxn>
                <a:cxn ang="0">
                  <a:pos x="20" y="1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7" name="Freeform 107"/>
            <p:cNvSpPr>
              <a:spLocks/>
            </p:cNvSpPr>
            <p:nvPr/>
          </p:nvSpPr>
          <p:spPr bwMode="invGray">
            <a:xfrm>
              <a:off x="4098" y="2294"/>
              <a:ext cx="74" cy="114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8"/>
                </a:cxn>
                <a:cxn ang="0">
                  <a:pos x="14" y="42"/>
                </a:cxn>
                <a:cxn ang="0">
                  <a:pos x="32" y="72"/>
                </a:cxn>
                <a:cxn ang="0">
                  <a:pos x="36" y="104"/>
                </a:cxn>
                <a:cxn ang="0">
                  <a:pos x="80" y="152"/>
                </a:cxn>
                <a:cxn ang="0">
                  <a:pos x="86" y="124"/>
                </a:cxn>
                <a:cxn ang="0">
                  <a:pos x="74" y="102"/>
                </a:cxn>
                <a:cxn ang="0">
                  <a:pos x="62" y="92"/>
                </a:cxn>
                <a:cxn ang="0">
                  <a:pos x="52" y="74"/>
                </a:cxn>
                <a:cxn ang="0">
                  <a:pos x="42" y="44"/>
                </a:cxn>
                <a:cxn ang="0">
                  <a:pos x="4" y="12"/>
                </a:cxn>
                <a:cxn ang="0">
                  <a:pos x="6" y="0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8" name="Freeform 108"/>
            <p:cNvSpPr>
              <a:spLocks/>
            </p:cNvSpPr>
            <p:nvPr/>
          </p:nvSpPr>
          <p:spPr bwMode="invGray">
            <a:xfrm>
              <a:off x="4159" y="2412"/>
              <a:ext cx="55" cy="80"/>
            </a:xfrm>
            <a:custGeom>
              <a:avLst/>
              <a:gdLst/>
              <a:ahLst/>
              <a:cxnLst>
                <a:cxn ang="0">
                  <a:pos x="64" y="22"/>
                </a:cxn>
                <a:cxn ang="0">
                  <a:pos x="74" y="40"/>
                </a:cxn>
                <a:cxn ang="0">
                  <a:pos x="30" y="84"/>
                </a:cxn>
                <a:cxn ang="0">
                  <a:pos x="32" y="100"/>
                </a:cxn>
                <a:cxn ang="0">
                  <a:pos x="20" y="94"/>
                </a:cxn>
                <a:cxn ang="0">
                  <a:pos x="6" y="84"/>
                </a:cxn>
                <a:cxn ang="0">
                  <a:pos x="0" y="82"/>
                </a:cxn>
                <a:cxn ang="0">
                  <a:pos x="10" y="58"/>
                </a:cxn>
                <a:cxn ang="0">
                  <a:pos x="12" y="52"/>
                </a:cxn>
                <a:cxn ang="0">
                  <a:pos x="2" y="24"/>
                </a:cxn>
                <a:cxn ang="0">
                  <a:pos x="4" y="14"/>
                </a:cxn>
                <a:cxn ang="0">
                  <a:pos x="26" y="22"/>
                </a:cxn>
                <a:cxn ang="0">
                  <a:pos x="36" y="36"/>
                </a:cxn>
                <a:cxn ang="0">
                  <a:pos x="64" y="22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9" name="Freeform 109"/>
            <p:cNvSpPr>
              <a:spLocks/>
            </p:cNvSpPr>
            <p:nvPr/>
          </p:nvSpPr>
          <p:spPr bwMode="invGray">
            <a:xfrm>
              <a:off x="4123" y="2492"/>
              <a:ext cx="109" cy="192"/>
            </a:xfrm>
            <a:custGeom>
              <a:avLst/>
              <a:gdLst/>
              <a:ahLst/>
              <a:cxnLst>
                <a:cxn ang="0">
                  <a:pos x="82" y="100"/>
                </a:cxn>
                <a:cxn ang="0">
                  <a:pos x="66" y="106"/>
                </a:cxn>
                <a:cxn ang="0">
                  <a:pos x="64" y="132"/>
                </a:cxn>
                <a:cxn ang="0">
                  <a:pos x="22" y="146"/>
                </a:cxn>
                <a:cxn ang="0">
                  <a:pos x="8" y="168"/>
                </a:cxn>
                <a:cxn ang="0">
                  <a:pos x="20" y="182"/>
                </a:cxn>
                <a:cxn ang="0">
                  <a:pos x="8" y="198"/>
                </a:cxn>
                <a:cxn ang="0">
                  <a:pos x="24" y="252"/>
                </a:cxn>
                <a:cxn ang="0">
                  <a:pos x="28" y="214"/>
                </a:cxn>
                <a:cxn ang="0">
                  <a:pos x="22" y="192"/>
                </a:cxn>
                <a:cxn ang="0">
                  <a:pos x="42" y="176"/>
                </a:cxn>
                <a:cxn ang="0">
                  <a:pos x="52" y="158"/>
                </a:cxn>
                <a:cxn ang="0">
                  <a:pos x="66" y="174"/>
                </a:cxn>
                <a:cxn ang="0">
                  <a:pos x="44" y="190"/>
                </a:cxn>
                <a:cxn ang="0">
                  <a:pos x="56" y="200"/>
                </a:cxn>
                <a:cxn ang="0">
                  <a:pos x="68" y="178"/>
                </a:cxn>
                <a:cxn ang="0">
                  <a:pos x="84" y="184"/>
                </a:cxn>
                <a:cxn ang="0">
                  <a:pos x="104" y="148"/>
                </a:cxn>
                <a:cxn ang="0">
                  <a:pos x="114" y="156"/>
                </a:cxn>
                <a:cxn ang="0">
                  <a:pos x="136" y="148"/>
                </a:cxn>
                <a:cxn ang="0">
                  <a:pos x="146" y="130"/>
                </a:cxn>
                <a:cxn ang="0">
                  <a:pos x="142" y="110"/>
                </a:cxn>
                <a:cxn ang="0">
                  <a:pos x="134" y="98"/>
                </a:cxn>
                <a:cxn ang="0">
                  <a:pos x="122" y="40"/>
                </a:cxn>
                <a:cxn ang="0">
                  <a:pos x="94" y="0"/>
                </a:cxn>
                <a:cxn ang="0">
                  <a:pos x="78" y="12"/>
                </a:cxn>
                <a:cxn ang="0">
                  <a:pos x="96" y="34"/>
                </a:cxn>
                <a:cxn ang="0">
                  <a:pos x="96" y="64"/>
                </a:cxn>
                <a:cxn ang="0">
                  <a:pos x="82" y="100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0" name="Freeform 110"/>
            <p:cNvSpPr>
              <a:spLocks/>
            </p:cNvSpPr>
            <p:nvPr/>
          </p:nvSpPr>
          <p:spPr bwMode="invGray">
            <a:xfrm>
              <a:off x="3062" y="1989"/>
              <a:ext cx="50" cy="31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65" y="20"/>
                </a:cxn>
                <a:cxn ang="0">
                  <a:pos x="41" y="24"/>
                </a:cxn>
                <a:cxn ang="0">
                  <a:pos x="31" y="40"/>
                </a:cxn>
                <a:cxn ang="0">
                  <a:pos x="7" y="38"/>
                </a:cxn>
                <a:cxn ang="0">
                  <a:pos x="1" y="36"/>
                </a:cxn>
                <a:cxn ang="0">
                  <a:pos x="33" y="20"/>
                </a:cxn>
                <a:cxn ang="0">
                  <a:pos x="59" y="0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1" name="Freeform 111"/>
            <p:cNvSpPr>
              <a:spLocks/>
            </p:cNvSpPr>
            <p:nvPr/>
          </p:nvSpPr>
          <p:spPr bwMode="invGray">
            <a:xfrm>
              <a:off x="2955" y="1998"/>
              <a:ext cx="19" cy="22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0" y="18"/>
                </a:cxn>
                <a:cxn ang="0">
                  <a:pos x="18" y="26"/>
                </a:cxn>
                <a:cxn ang="0">
                  <a:pos x="18" y="0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2" name="Freeform 112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/>
              <a:ahLst/>
              <a:cxnLst>
                <a:cxn ang="0">
                  <a:pos x="14" y="6"/>
                </a:cxn>
                <a:cxn ang="0">
                  <a:pos x="0" y="18"/>
                </a:cxn>
                <a:cxn ang="0">
                  <a:pos x="6" y="32"/>
                </a:cxn>
                <a:cxn ang="0">
                  <a:pos x="18" y="36"/>
                </a:cxn>
                <a:cxn ang="0">
                  <a:pos x="40" y="26"/>
                </a:cxn>
                <a:cxn ang="0">
                  <a:pos x="14" y="6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3" name="Freeform 113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3" y="12"/>
                </a:cxn>
                <a:cxn ang="0">
                  <a:pos x="19" y="22"/>
                </a:cxn>
                <a:cxn ang="0">
                  <a:pos x="11" y="0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4" name="Freeform 114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9" y="18"/>
                </a:cxn>
                <a:cxn ang="0">
                  <a:pos x="11" y="0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5" name="Freeform 115"/>
            <p:cNvSpPr>
              <a:spLocks/>
            </p:cNvSpPr>
            <p:nvPr/>
          </p:nvSpPr>
          <p:spPr bwMode="invGray">
            <a:xfrm>
              <a:off x="4162" y="2021"/>
              <a:ext cx="18" cy="3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8" y="16"/>
                </a:cxn>
                <a:cxn ang="0">
                  <a:pos x="0" y="34"/>
                </a:cxn>
                <a:cxn ang="0">
                  <a:pos x="16" y="40"/>
                </a:cxn>
                <a:cxn ang="0">
                  <a:pos x="24" y="0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6" name="Freeform 116"/>
            <p:cNvSpPr>
              <a:spLocks/>
            </p:cNvSpPr>
            <p:nvPr/>
          </p:nvSpPr>
          <p:spPr bwMode="invGray">
            <a:xfrm>
              <a:off x="3278" y="3473"/>
              <a:ext cx="31" cy="16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6" y="24"/>
                </a:cxn>
                <a:cxn ang="0">
                  <a:pos x="30" y="0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7" name="Freeform 117"/>
            <p:cNvSpPr>
              <a:spLocks/>
            </p:cNvSpPr>
            <p:nvPr/>
          </p:nvSpPr>
          <p:spPr bwMode="invGray">
            <a:xfrm>
              <a:off x="3318" y="3467"/>
              <a:ext cx="10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8" name="Freeform 118"/>
            <p:cNvSpPr>
              <a:spLocks/>
            </p:cNvSpPr>
            <p:nvPr/>
          </p:nvSpPr>
          <p:spPr bwMode="invGray">
            <a:xfrm>
              <a:off x="3251" y="3311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9" name="Freeform 119"/>
            <p:cNvSpPr>
              <a:spLocks/>
            </p:cNvSpPr>
            <p:nvPr/>
          </p:nvSpPr>
          <p:spPr bwMode="invGray">
            <a:xfrm>
              <a:off x="3311" y="3239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0" name="Freeform 120"/>
            <p:cNvSpPr>
              <a:spLocks/>
            </p:cNvSpPr>
            <p:nvPr/>
          </p:nvSpPr>
          <p:spPr bwMode="invGray">
            <a:xfrm>
              <a:off x="3287" y="3237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1" name="Freeform 121"/>
            <p:cNvSpPr>
              <a:spLocks/>
            </p:cNvSpPr>
            <p:nvPr/>
          </p:nvSpPr>
          <p:spPr bwMode="invGray">
            <a:xfrm>
              <a:off x="3276" y="3259"/>
              <a:ext cx="9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2" name="Freeform 122"/>
            <p:cNvSpPr>
              <a:spLocks/>
            </p:cNvSpPr>
            <p:nvPr/>
          </p:nvSpPr>
          <p:spPr bwMode="invGray">
            <a:xfrm>
              <a:off x="3251" y="3294"/>
              <a:ext cx="9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3" name="Freeform 123"/>
            <p:cNvSpPr>
              <a:spLocks/>
            </p:cNvSpPr>
            <p:nvPr/>
          </p:nvSpPr>
          <p:spPr bwMode="invGray">
            <a:xfrm>
              <a:off x="3270" y="3282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4" name="Freeform 124"/>
            <p:cNvSpPr>
              <a:spLocks/>
            </p:cNvSpPr>
            <p:nvPr/>
          </p:nvSpPr>
          <p:spPr bwMode="invGray">
            <a:xfrm>
              <a:off x="2537" y="2293"/>
              <a:ext cx="10" cy="17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5" name="Freeform 125"/>
            <p:cNvSpPr>
              <a:spLocks/>
            </p:cNvSpPr>
            <p:nvPr/>
          </p:nvSpPr>
          <p:spPr bwMode="invGray">
            <a:xfrm>
              <a:off x="2476" y="2258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6" name="Freeform 126"/>
            <p:cNvSpPr>
              <a:spLocks/>
            </p:cNvSpPr>
            <p:nvPr/>
          </p:nvSpPr>
          <p:spPr bwMode="invGray">
            <a:xfrm>
              <a:off x="2238" y="2042"/>
              <a:ext cx="2059" cy="1645"/>
            </a:xfrm>
            <a:custGeom>
              <a:avLst/>
              <a:gdLst/>
              <a:ahLst/>
              <a:cxnLst>
                <a:cxn ang="0">
                  <a:pos x="452" y="653"/>
                </a:cxn>
                <a:cxn ang="0">
                  <a:pos x="333" y="595"/>
                </a:cxn>
                <a:cxn ang="0">
                  <a:pos x="158" y="645"/>
                </a:cxn>
                <a:cxn ang="0">
                  <a:pos x="46" y="759"/>
                </a:cxn>
                <a:cxn ang="0">
                  <a:pos x="12" y="941"/>
                </a:cxn>
                <a:cxn ang="0">
                  <a:pos x="146" y="1059"/>
                </a:cxn>
                <a:cxn ang="0">
                  <a:pos x="308" y="1041"/>
                </a:cxn>
                <a:cxn ang="0">
                  <a:pos x="396" y="1138"/>
                </a:cxn>
                <a:cxn ang="0">
                  <a:pos x="452" y="1447"/>
                </a:cxn>
                <a:cxn ang="0">
                  <a:pos x="497" y="1628"/>
                </a:cxn>
                <a:cxn ang="0">
                  <a:pos x="704" y="1574"/>
                </a:cxn>
                <a:cxn ang="0">
                  <a:pos x="817" y="1380"/>
                </a:cxn>
                <a:cxn ang="0">
                  <a:pos x="885" y="1153"/>
                </a:cxn>
                <a:cxn ang="0">
                  <a:pos x="998" y="999"/>
                </a:cxn>
                <a:cxn ang="0">
                  <a:pos x="796" y="856"/>
                </a:cxn>
                <a:cxn ang="0">
                  <a:pos x="817" y="819"/>
                </a:cxn>
                <a:cxn ang="0">
                  <a:pos x="1003" y="916"/>
                </a:cxn>
                <a:cxn ang="0">
                  <a:pos x="1098" y="792"/>
                </a:cxn>
                <a:cxn ang="0">
                  <a:pos x="1046" y="763"/>
                </a:cxn>
                <a:cxn ang="0">
                  <a:pos x="929" y="716"/>
                </a:cxn>
                <a:cxn ang="0">
                  <a:pos x="1141" y="761"/>
                </a:cxn>
                <a:cxn ang="0">
                  <a:pos x="1296" y="852"/>
                </a:cxn>
                <a:cxn ang="0">
                  <a:pos x="1373" y="1033"/>
                </a:cxn>
                <a:cxn ang="0">
                  <a:pos x="1608" y="847"/>
                </a:cxn>
                <a:cxn ang="0">
                  <a:pos x="1704" y="1030"/>
                </a:cxn>
                <a:cxn ang="0">
                  <a:pos x="1707" y="874"/>
                </a:cxn>
                <a:cxn ang="0">
                  <a:pos x="1759" y="800"/>
                </a:cxn>
                <a:cxn ang="0">
                  <a:pos x="1783" y="544"/>
                </a:cxn>
                <a:cxn ang="0">
                  <a:pos x="1824" y="528"/>
                </a:cxn>
                <a:cxn ang="0">
                  <a:pos x="1844" y="427"/>
                </a:cxn>
                <a:cxn ang="0">
                  <a:pos x="1805" y="226"/>
                </a:cxn>
                <a:cxn ang="0">
                  <a:pos x="1899" y="108"/>
                </a:cxn>
                <a:cxn ang="0">
                  <a:pos x="1947" y="209"/>
                </a:cxn>
                <a:cxn ang="0">
                  <a:pos x="1943" y="123"/>
                </a:cxn>
                <a:cxn ang="0">
                  <a:pos x="1975" y="51"/>
                </a:cxn>
                <a:cxn ang="0">
                  <a:pos x="2038" y="0"/>
                </a:cxn>
                <a:cxn ang="0">
                  <a:pos x="1820" y="63"/>
                </a:cxn>
                <a:cxn ang="0">
                  <a:pos x="1583" y="83"/>
                </a:cxn>
                <a:cxn ang="0">
                  <a:pos x="1349" y="30"/>
                </a:cxn>
                <a:cxn ang="0">
                  <a:pos x="1132" y="65"/>
                </a:cxn>
                <a:cxn ang="0">
                  <a:pos x="1040" y="170"/>
                </a:cxn>
                <a:cxn ang="0">
                  <a:pos x="926" y="137"/>
                </a:cxn>
                <a:cxn ang="0">
                  <a:pos x="758" y="183"/>
                </a:cxn>
                <a:cxn ang="0">
                  <a:pos x="667" y="140"/>
                </a:cxn>
                <a:cxn ang="0">
                  <a:pos x="364" y="248"/>
                </a:cxn>
                <a:cxn ang="0">
                  <a:pos x="535" y="213"/>
                </a:cxn>
                <a:cxn ang="0">
                  <a:pos x="638" y="276"/>
                </a:cxn>
                <a:cxn ang="0">
                  <a:pos x="443" y="357"/>
                </a:cxn>
                <a:cxn ang="0">
                  <a:pos x="275" y="416"/>
                </a:cxn>
                <a:cxn ang="0">
                  <a:pos x="167" y="537"/>
                </a:cxn>
                <a:cxn ang="0">
                  <a:pos x="283" y="552"/>
                </a:cxn>
                <a:cxn ang="0">
                  <a:pos x="381" y="573"/>
                </a:cxn>
                <a:cxn ang="0">
                  <a:pos x="493" y="590"/>
                </a:cxn>
                <a:cxn ang="0">
                  <a:pos x="487" y="512"/>
                </a:cxn>
                <a:cxn ang="0">
                  <a:pos x="592" y="548"/>
                </a:cxn>
                <a:cxn ang="0">
                  <a:pos x="686" y="470"/>
                </a:cxn>
                <a:cxn ang="0">
                  <a:pos x="772" y="480"/>
                </a:cxn>
                <a:cxn ang="0">
                  <a:pos x="639" y="598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</p:grpSp>
      <p:sp>
        <p:nvSpPr>
          <p:cNvPr id="120" name="Line 136"/>
          <p:cNvSpPr>
            <a:spLocks noChangeShapeType="1"/>
          </p:cNvSpPr>
          <p:nvPr/>
        </p:nvSpPr>
        <p:spPr bwMode="auto">
          <a:xfrm>
            <a:off x="46553" y="688504"/>
            <a:ext cx="8919343" cy="0"/>
          </a:xfrm>
          <a:prstGeom prst="line">
            <a:avLst/>
          </a:prstGeom>
          <a:noFill/>
          <a:ln w="44450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121" name="Rectangle 135"/>
          <p:cNvSpPr>
            <a:spLocks noChangeArrowheads="1"/>
          </p:cNvSpPr>
          <p:nvPr/>
        </p:nvSpPr>
        <p:spPr bwMode="auto">
          <a:xfrm>
            <a:off x="8892127" y="609141"/>
            <a:ext cx="1763941" cy="1555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zh-CN" altLang="en-US" sz="3200">
              <a:solidFill>
                <a:prstClr val="black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894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51" r:id="rId1"/>
    <p:sldLayoutId id="2147484952" r:id="rId2"/>
    <p:sldLayoutId id="2147484953" r:id="rId3"/>
    <p:sldLayoutId id="2147484954" r:id="rId4"/>
    <p:sldLayoutId id="2147484955" r:id="rId5"/>
    <p:sldLayoutId id="2147484956" r:id="rId6"/>
    <p:sldLayoutId id="2147484957" r:id="rId7"/>
    <p:sldLayoutId id="2147484958" r:id="rId8"/>
    <p:sldLayoutId id="2147484959" r:id="rId9"/>
    <p:sldLayoutId id="2147484960" r:id="rId10"/>
    <p:sldLayoutId id="2147484961" r:id="rId11"/>
    <p:sldLayoutId id="2147484962" r:id="rId12"/>
    <p:sldLayoutId id="2147484963" r:id="rId13"/>
    <p:sldLayoutId id="2147484964" r:id="rId14"/>
    <p:sldLayoutId id="2147484965" r:id="rId15"/>
    <p:sldLayoutId id="2147484966" r:id="rId16"/>
    <p:sldLayoutId id="2147484967" r:id="rId17"/>
  </p:sldLayoutIdLst>
  <p:txStyles>
    <p:titleStyle>
      <a:lvl1pPr algn="ctr" defTabSz="1219042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41" indent="-457141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470" indent="-380950" algn="l" defTabSz="1219042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802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320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2839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362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1881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402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0921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2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42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56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080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60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122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64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162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7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104824" y="9968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40"/>
            <a:ext cx="7879080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9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9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8838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69" r:id="rId1"/>
    <p:sldLayoutId id="2147484970" r:id="rId2"/>
    <p:sldLayoutId id="2147484971" r:id="rId3"/>
    <p:sldLayoutId id="2147484972" r:id="rId4"/>
    <p:sldLayoutId id="2147484973" r:id="rId5"/>
    <p:sldLayoutId id="2147484974" r:id="rId6"/>
    <p:sldLayoutId id="2147484975" r:id="rId7"/>
    <p:sldLayoutId id="2147484976" r:id="rId8"/>
    <p:sldLayoutId id="2147484977" r:id="rId9"/>
    <p:sldLayoutId id="2147484978" r:id="rId10"/>
    <p:sldLayoutId id="2147484979" r:id="rId11"/>
    <p:sldLayoutId id="2147484980" r:id="rId12"/>
    <p:sldLayoutId id="2147484981" r:id="rId13"/>
    <p:sldLayoutId id="2147484982" r:id="rId14"/>
    <p:sldLayoutId id="2147484983" r:id="rId15"/>
    <p:sldLayoutId id="2147484984" r:id="rId16"/>
    <p:sldLayoutId id="2147484985" r:id="rId17"/>
    <p:sldLayoutId id="2147484986" r:id="rId18"/>
    <p:sldLayoutId id="2147484987" r:id="rId19"/>
    <p:sldLayoutId id="2147484988" r:id="rId20"/>
    <p:sldLayoutId id="2147484989" r:id="rId21"/>
    <p:sldLayoutId id="2147484990" r:id="rId22"/>
    <p:sldLayoutId id="2147484991" r:id="rId23"/>
    <p:sldLayoutId id="2147484992" r:id="rId24"/>
    <p:sldLayoutId id="2147484993" r:id="rId25"/>
    <p:sldLayoutId id="2147484994" r:id="rId26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2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652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3979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304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0995" indent="-240995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155" indent="-201946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316" indent="-160664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644" indent="-16178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5969" indent="-160664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294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8621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09946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272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25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52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3979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304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633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7956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284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0608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7"/>
          <p:cNvSpPr>
            <a:spLocks noChangeArrowheads="1"/>
          </p:cNvSpPr>
          <p:nvPr/>
        </p:nvSpPr>
        <p:spPr bwMode="gray">
          <a:xfrm>
            <a:off x="1595" y="10"/>
            <a:ext cx="12190412" cy="2557463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33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grpSp>
        <p:nvGrpSpPr>
          <p:cNvPr id="8" name="Group 18"/>
          <p:cNvGrpSpPr>
            <a:grpSpLocks/>
          </p:cNvGrpSpPr>
          <p:nvPr/>
        </p:nvGrpSpPr>
        <p:grpSpPr bwMode="auto">
          <a:xfrm>
            <a:off x="827198" y="317504"/>
            <a:ext cx="10742124" cy="2600325"/>
            <a:chOff x="664" y="1951"/>
            <a:chExt cx="4308" cy="2120"/>
          </a:xfrm>
        </p:grpSpPr>
        <p:sp>
          <p:nvSpPr>
            <p:cNvPr id="9" name="Freeform 19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/>
              <a:ahLst/>
              <a:cxnLst>
                <a:cxn ang="0">
                  <a:pos x="116" y="258"/>
                </a:cxn>
                <a:cxn ang="0">
                  <a:pos x="320" y="210"/>
                </a:cxn>
                <a:cxn ang="0">
                  <a:pos x="434" y="240"/>
                </a:cxn>
                <a:cxn ang="0">
                  <a:pos x="416" y="444"/>
                </a:cxn>
                <a:cxn ang="0">
                  <a:pos x="272" y="582"/>
                </a:cxn>
                <a:cxn ang="0">
                  <a:pos x="218" y="714"/>
                </a:cxn>
                <a:cxn ang="0">
                  <a:pos x="284" y="964"/>
                </a:cxn>
                <a:cxn ang="0">
                  <a:pos x="316" y="960"/>
                </a:cxn>
                <a:cxn ang="0">
                  <a:pos x="328" y="906"/>
                </a:cxn>
                <a:cxn ang="0">
                  <a:pos x="478" y="1154"/>
                </a:cxn>
                <a:cxn ang="0">
                  <a:pos x="650" y="1200"/>
                </a:cxn>
                <a:cxn ang="0">
                  <a:pos x="794" y="1350"/>
                </a:cxn>
                <a:cxn ang="0">
                  <a:pos x="854" y="1422"/>
                </a:cxn>
                <a:cxn ang="0">
                  <a:pos x="770" y="1608"/>
                </a:cxn>
                <a:cxn ang="0">
                  <a:pos x="916" y="1782"/>
                </a:cxn>
                <a:cxn ang="0">
                  <a:pos x="1034" y="2022"/>
                </a:cxn>
                <a:cxn ang="0">
                  <a:pos x="1094" y="2310"/>
                </a:cxn>
                <a:cxn ang="0">
                  <a:pos x="1194" y="2540"/>
                </a:cxn>
                <a:cxn ang="0">
                  <a:pos x="1280" y="2520"/>
                </a:cxn>
                <a:cxn ang="0">
                  <a:pos x="1244" y="2394"/>
                </a:cxn>
                <a:cxn ang="0">
                  <a:pos x="1288" y="2306"/>
                </a:cxn>
                <a:cxn ang="0">
                  <a:pos x="1368" y="2228"/>
                </a:cxn>
                <a:cxn ang="0">
                  <a:pos x="1448" y="2076"/>
                </a:cxn>
                <a:cxn ang="0">
                  <a:pos x="1568" y="1950"/>
                </a:cxn>
                <a:cxn ang="0">
                  <a:pos x="1622" y="1746"/>
                </a:cxn>
                <a:cxn ang="0">
                  <a:pos x="1552" y="1538"/>
                </a:cxn>
                <a:cxn ang="0">
                  <a:pos x="1376" y="1410"/>
                </a:cxn>
                <a:cxn ang="0">
                  <a:pos x="1104" y="1280"/>
                </a:cxn>
                <a:cxn ang="0">
                  <a:pos x="974" y="1260"/>
                </a:cxn>
                <a:cxn ang="0">
                  <a:pos x="904" y="1268"/>
                </a:cxn>
                <a:cxn ang="0">
                  <a:pos x="794" y="1308"/>
                </a:cxn>
                <a:cxn ang="0">
                  <a:pos x="758" y="1174"/>
                </a:cxn>
                <a:cxn ang="0">
                  <a:pos x="736" y="1062"/>
                </a:cxn>
                <a:cxn ang="0">
                  <a:pos x="632" y="1104"/>
                </a:cxn>
                <a:cxn ang="0">
                  <a:pos x="568" y="950"/>
                </a:cxn>
                <a:cxn ang="0">
                  <a:pos x="740" y="912"/>
                </a:cxn>
                <a:cxn ang="0">
                  <a:pos x="842" y="906"/>
                </a:cxn>
                <a:cxn ang="0">
                  <a:pos x="896" y="900"/>
                </a:cxn>
                <a:cxn ang="0">
                  <a:pos x="1058" y="750"/>
                </a:cxn>
                <a:cxn ang="0">
                  <a:pos x="1184" y="678"/>
                </a:cxn>
                <a:cxn ang="0">
                  <a:pos x="1278" y="636"/>
                </a:cxn>
                <a:cxn ang="0">
                  <a:pos x="1340" y="538"/>
                </a:cxn>
                <a:cxn ang="0">
                  <a:pos x="1288" y="512"/>
                </a:cxn>
                <a:cxn ang="0">
                  <a:pos x="1526" y="456"/>
                </a:cxn>
                <a:cxn ang="0">
                  <a:pos x="1406" y="342"/>
                </a:cxn>
                <a:cxn ang="0">
                  <a:pos x="1328" y="264"/>
                </a:cxn>
                <a:cxn ang="0">
                  <a:pos x="1222" y="364"/>
                </a:cxn>
                <a:cxn ang="0">
                  <a:pos x="1110" y="444"/>
                </a:cxn>
                <a:cxn ang="0">
                  <a:pos x="1022" y="304"/>
                </a:cxn>
                <a:cxn ang="0">
                  <a:pos x="1212" y="240"/>
                </a:cxn>
                <a:cxn ang="0">
                  <a:pos x="1266" y="198"/>
                </a:cxn>
                <a:cxn ang="0">
                  <a:pos x="1328" y="172"/>
                </a:cxn>
                <a:cxn ang="0">
                  <a:pos x="1286" y="144"/>
                </a:cxn>
                <a:cxn ang="0">
                  <a:pos x="1262" y="120"/>
                </a:cxn>
                <a:cxn ang="0">
                  <a:pos x="1202" y="102"/>
                </a:cxn>
                <a:cxn ang="0">
                  <a:pos x="1106" y="136"/>
                </a:cxn>
                <a:cxn ang="0">
                  <a:pos x="950" y="120"/>
                </a:cxn>
                <a:cxn ang="0">
                  <a:pos x="550" y="0"/>
                </a:cxn>
                <a:cxn ang="0">
                  <a:pos x="344" y="32"/>
                </a:cxn>
                <a:cxn ang="0">
                  <a:pos x="290" y="102"/>
                </a:cxn>
                <a:cxn ang="0">
                  <a:pos x="128" y="174"/>
                </a:cxn>
                <a:cxn ang="0">
                  <a:pos x="128" y="216"/>
                </a:cxn>
                <a:cxn ang="0">
                  <a:pos x="2" y="252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" name="Freeform 20"/>
            <p:cNvSpPr>
              <a:spLocks/>
            </p:cNvSpPr>
            <p:nvPr/>
          </p:nvSpPr>
          <p:spPr bwMode="invGray">
            <a:xfrm>
              <a:off x="703" y="2231"/>
              <a:ext cx="33" cy="27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22"/>
                </a:cxn>
                <a:cxn ang="0">
                  <a:pos x="22" y="38"/>
                </a:cxn>
                <a:cxn ang="0">
                  <a:pos x="46" y="26"/>
                </a:cxn>
                <a:cxn ang="0">
                  <a:pos x="30" y="0"/>
                </a:cxn>
                <a:cxn ang="0">
                  <a:pos x="16" y="4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" name="Freeform 21"/>
            <p:cNvSpPr>
              <a:spLocks/>
            </p:cNvSpPr>
            <p:nvPr/>
          </p:nvSpPr>
          <p:spPr bwMode="invGray">
            <a:xfrm>
              <a:off x="1010" y="2354"/>
              <a:ext cx="39" cy="31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26" y="44"/>
                </a:cxn>
                <a:cxn ang="0">
                  <a:pos x="42" y="42"/>
                </a:cxn>
                <a:cxn ang="0">
                  <a:pos x="38" y="16"/>
                </a:cxn>
                <a:cxn ang="0">
                  <a:pos x="26" y="2"/>
                </a:cxn>
                <a:cxn ang="0">
                  <a:pos x="12" y="0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invGray">
            <a:xfrm>
              <a:off x="1792" y="2410"/>
              <a:ext cx="98" cy="71"/>
            </a:xfrm>
            <a:custGeom>
              <a:avLst/>
              <a:gdLst/>
              <a:ahLst/>
              <a:cxnLst>
                <a:cxn ang="0">
                  <a:pos x="97" y="0"/>
                </a:cxn>
                <a:cxn ang="0">
                  <a:pos x="79" y="8"/>
                </a:cxn>
                <a:cxn ang="0">
                  <a:pos x="53" y="24"/>
                </a:cxn>
                <a:cxn ang="0">
                  <a:pos x="39" y="40"/>
                </a:cxn>
                <a:cxn ang="0">
                  <a:pos x="21" y="52"/>
                </a:cxn>
                <a:cxn ang="0">
                  <a:pos x="63" y="82"/>
                </a:cxn>
                <a:cxn ang="0">
                  <a:pos x="79" y="94"/>
                </a:cxn>
                <a:cxn ang="0">
                  <a:pos x="85" y="92"/>
                </a:cxn>
                <a:cxn ang="0">
                  <a:pos x="89" y="86"/>
                </a:cxn>
                <a:cxn ang="0">
                  <a:pos x="97" y="98"/>
                </a:cxn>
                <a:cxn ang="0">
                  <a:pos x="123" y="86"/>
                </a:cxn>
                <a:cxn ang="0">
                  <a:pos x="129" y="74"/>
                </a:cxn>
                <a:cxn ang="0">
                  <a:pos x="101" y="40"/>
                </a:cxn>
                <a:cxn ang="0">
                  <a:pos x="115" y="24"/>
                </a:cxn>
                <a:cxn ang="0">
                  <a:pos x="111" y="4"/>
                </a:cxn>
                <a:cxn ang="0">
                  <a:pos x="97" y="0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3" name="Freeform 23"/>
            <p:cNvSpPr>
              <a:spLocks/>
            </p:cNvSpPr>
            <p:nvPr/>
          </p:nvSpPr>
          <p:spPr bwMode="invGray">
            <a:xfrm>
              <a:off x="1318" y="2794"/>
              <a:ext cx="158" cy="83"/>
            </a:xfrm>
            <a:custGeom>
              <a:avLst/>
              <a:gdLst/>
              <a:ahLst/>
              <a:cxnLst>
                <a:cxn ang="0">
                  <a:pos x="47" y="12"/>
                </a:cxn>
                <a:cxn ang="0">
                  <a:pos x="17" y="12"/>
                </a:cxn>
                <a:cxn ang="0">
                  <a:pos x="5" y="16"/>
                </a:cxn>
                <a:cxn ang="0">
                  <a:pos x="25" y="52"/>
                </a:cxn>
                <a:cxn ang="0">
                  <a:pos x="51" y="44"/>
                </a:cxn>
                <a:cxn ang="0">
                  <a:pos x="93" y="54"/>
                </a:cxn>
                <a:cxn ang="0">
                  <a:pos x="111" y="60"/>
                </a:cxn>
                <a:cxn ang="0">
                  <a:pos x="133" y="88"/>
                </a:cxn>
                <a:cxn ang="0">
                  <a:pos x="141" y="112"/>
                </a:cxn>
                <a:cxn ang="0">
                  <a:pos x="157" y="100"/>
                </a:cxn>
                <a:cxn ang="0">
                  <a:pos x="169" y="96"/>
                </a:cxn>
                <a:cxn ang="0">
                  <a:pos x="187" y="102"/>
                </a:cxn>
                <a:cxn ang="0">
                  <a:pos x="195" y="80"/>
                </a:cxn>
                <a:cxn ang="0">
                  <a:pos x="153" y="54"/>
                </a:cxn>
                <a:cxn ang="0">
                  <a:pos x="105" y="20"/>
                </a:cxn>
                <a:cxn ang="0">
                  <a:pos x="53" y="26"/>
                </a:cxn>
                <a:cxn ang="0">
                  <a:pos x="47" y="12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4" name="Freeform 24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/>
              <a:ahLst/>
              <a:cxnLst>
                <a:cxn ang="0">
                  <a:pos x="57" y="0"/>
                </a:cxn>
                <a:cxn ang="0">
                  <a:pos x="43" y="6"/>
                </a:cxn>
                <a:cxn ang="0">
                  <a:pos x="31" y="30"/>
                </a:cxn>
                <a:cxn ang="0">
                  <a:pos x="15" y="34"/>
                </a:cxn>
                <a:cxn ang="0">
                  <a:pos x="3" y="42"/>
                </a:cxn>
                <a:cxn ang="0">
                  <a:pos x="13" y="54"/>
                </a:cxn>
                <a:cxn ang="0">
                  <a:pos x="133" y="34"/>
                </a:cxn>
                <a:cxn ang="0">
                  <a:pos x="123" y="16"/>
                </a:cxn>
                <a:cxn ang="0">
                  <a:pos x="105" y="8"/>
                </a:cxn>
                <a:cxn ang="0">
                  <a:pos x="101" y="24"/>
                </a:cxn>
                <a:cxn ang="0">
                  <a:pos x="89" y="18"/>
                </a:cxn>
                <a:cxn ang="0">
                  <a:pos x="67" y="14"/>
                </a:cxn>
                <a:cxn ang="0">
                  <a:pos x="57" y="0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5" name="Freeform 25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6" name="Freeform 26"/>
            <p:cNvSpPr>
              <a:spLocks/>
            </p:cNvSpPr>
            <p:nvPr/>
          </p:nvSpPr>
          <p:spPr bwMode="invGray">
            <a:xfrm>
              <a:off x="1609" y="2885"/>
              <a:ext cx="12" cy="26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4"/>
                </a:cxn>
                <a:cxn ang="0">
                  <a:pos x="16" y="34"/>
                </a:cxn>
                <a:cxn ang="0">
                  <a:pos x="12" y="18"/>
                </a:cxn>
                <a:cxn ang="0">
                  <a:pos x="16" y="6"/>
                </a:cxn>
                <a:cxn ang="0">
                  <a:pos x="14" y="0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7" name="Freeform 27"/>
            <p:cNvSpPr>
              <a:spLocks/>
            </p:cNvSpPr>
            <p:nvPr/>
          </p:nvSpPr>
          <p:spPr bwMode="invGray">
            <a:xfrm>
              <a:off x="1426" y="2039"/>
              <a:ext cx="180" cy="87"/>
            </a:xfrm>
            <a:custGeom>
              <a:avLst/>
              <a:gdLst/>
              <a:ahLst/>
              <a:cxnLst>
                <a:cxn ang="0">
                  <a:pos x="64" y="1"/>
                </a:cxn>
                <a:cxn ang="0">
                  <a:pos x="24" y="31"/>
                </a:cxn>
                <a:cxn ang="0">
                  <a:pos x="6" y="37"/>
                </a:cxn>
                <a:cxn ang="0">
                  <a:pos x="0" y="39"/>
                </a:cxn>
                <a:cxn ang="0">
                  <a:pos x="26" y="59"/>
                </a:cxn>
                <a:cxn ang="0">
                  <a:pos x="38" y="63"/>
                </a:cxn>
                <a:cxn ang="0">
                  <a:pos x="68" y="47"/>
                </a:cxn>
                <a:cxn ang="0">
                  <a:pos x="80" y="43"/>
                </a:cxn>
                <a:cxn ang="0">
                  <a:pos x="82" y="55"/>
                </a:cxn>
                <a:cxn ang="0">
                  <a:pos x="64" y="61"/>
                </a:cxn>
                <a:cxn ang="0">
                  <a:pos x="72" y="73"/>
                </a:cxn>
                <a:cxn ang="0">
                  <a:pos x="40" y="87"/>
                </a:cxn>
                <a:cxn ang="0">
                  <a:pos x="70" y="109"/>
                </a:cxn>
                <a:cxn ang="0">
                  <a:pos x="82" y="113"/>
                </a:cxn>
                <a:cxn ang="0">
                  <a:pos x="118" y="103"/>
                </a:cxn>
                <a:cxn ang="0">
                  <a:pos x="150" y="105"/>
                </a:cxn>
                <a:cxn ang="0">
                  <a:pos x="168" y="117"/>
                </a:cxn>
                <a:cxn ang="0">
                  <a:pos x="204" y="109"/>
                </a:cxn>
                <a:cxn ang="0">
                  <a:pos x="224" y="103"/>
                </a:cxn>
                <a:cxn ang="0">
                  <a:pos x="222" y="77"/>
                </a:cxn>
                <a:cxn ang="0">
                  <a:pos x="234" y="69"/>
                </a:cxn>
                <a:cxn ang="0">
                  <a:pos x="238" y="47"/>
                </a:cxn>
                <a:cxn ang="0">
                  <a:pos x="210" y="57"/>
                </a:cxn>
                <a:cxn ang="0">
                  <a:pos x="200" y="43"/>
                </a:cxn>
                <a:cxn ang="0">
                  <a:pos x="172" y="45"/>
                </a:cxn>
                <a:cxn ang="0">
                  <a:pos x="134" y="9"/>
                </a:cxn>
                <a:cxn ang="0">
                  <a:pos x="94" y="11"/>
                </a:cxn>
                <a:cxn ang="0">
                  <a:pos x="82" y="1"/>
                </a:cxn>
                <a:cxn ang="0">
                  <a:pos x="64" y="1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8" name="Freeform 28"/>
            <p:cNvSpPr>
              <a:spLocks/>
            </p:cNvSpPr>
            <p:nvPr/>
          </p:nvSpPr>
          <p:spPr bwMode="invGray">
            <a:xfrm>
              <a:off x="1506" y="1998"/>
              <a:ext cx="146" cy="61"/>
            </a:xfrm>
            <a:custGeom>
              <a:avLst/>
              <a:gdLst/>
              <a:ahLst/>
              <a:cxnLst>
                <a:cxn ang="0">
                  <a:pos x="97" y="10"/>
                </a:cxn>
                <a:cxn ang="0">
                  <a:pos x="13" y="24"/>
                </a:cxn>
                <a:cxn ang="0">
                  <a:pos x="9" y="34"/>
                </a:cxn>
                <a:cxn ang="0">
                  <a:pos x="57" y="52"/>
                </a:cxn>
                <a:cxn ang="0">
                  <a:pos x="135" y="74"/>
                </a:cxn>
                <a:cxn ang="0">
                  <a:pos x="175" y="68"/>
                </a:cxn>
                <a:cxn ang="0">
                  <a:pos x="187" y="64"/>
                </a:cxn>
                <a:cxn ang="0">
                  <a:pos x="175" y="44"/>
                </a:cxn>
                <a:cxn ang="0">
                  <a:pos x="163" y="36"/>
                </a:cxn>
                <a:cxn ang="0">
                  <a:pos x="129" y="26"/>
                </a:cxn>
                <a:cxn ang="0">
                  <a:pos x="97" y="10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9" name="Freeform 29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/>
              <a:ahLst/>
              <a:cxnLst>
                <a:cxn ang="0">
                  <a:pos x="67" y="9"/>
                </a:cxn>
                <a:cxn ang="0">
                  <a:pos x="51" y="23"/>
                </a:cxn>
                <a:cxn ang="0">
                  <a:pos x="21" y="39"/>
                </a:cxn>
                <a:cxn ang="0">
                  <a:pos x="53" y="77"/>
                </a:cxn>
                <a:cxn ang="0">
                  <a:pos x="79" y="85"/>
                </a:cxn>
                <a:cxn ang="0">
                  <a:pos x="103" y="99"/>
                </a:cxn>
                <a:cxn ang="0">
                  <a:pos x="127" y="85"/>
                </a:cxn>
                <a:cxn ang="0">
                  <a:pos x="143" y="101"/>
                </a:cxn>
                <a:cxn ang="0">
                  <a:pos x="149" y="127"/>
                </a:cxn>
                <a:cxn ang="0">
                  <a:pos x="115" y="151"/>
                </a:cxn>
                <a:cxn ang="0">
                  <a:pos x="89" y="173"/>
                </a:cxn>
                <a:cxn ang="0">
                  <a:pos x="69" y="169"/>
                </a:cxn>
                <a:cxn ang="0">
                  <a:pos x="57" y="165"/>
                </a:cxn>
                <a:cxn ang="0">
                  <a:pos x="43" y="187"/>
                </a:cxn>
                <a:cxn ang="0">
                  <a:pos x="39" y="199"/>
                </a:cxn>
                <a:cxn ang="0">
                  <a:pos x="73" y="205"/>
                </a:cxn>
                <a:cxn ang="0">
                  <a:pos x="95" y="203"/>
                </a:cxn>
                <a:cxn ang="0">
                  <a:pos x="115" y="231"/>
                </a:cxn>
                <a:cxn ang="0">
                  <a:pos x="127" y="235"/>
                </a:cxn>
                <a:cxn ang="0">
                  <a:pos x="139" y="239"/>
                </a:cxn>
                <a:cxn ang="0">
                  <a:pos x="155" y="251"/>
                </a:cxn>
                <a:cxn ang="0">
                  <a:pos x="181" y="237"/>
                </a:cxn>
                <a:cxn ang="0">
                  <a:pos x="203" y="235"/>
                </a:cxn>
                <a:cxn ang="0">
                  <a:pos x="229" y="213"/>
                </a:cxn>
                <a:cxn ang="0">
                  <a:pos x="225" y="185"/>
                </a:cxn>
                <a:cxn ang="0">
                  <a:pos x="217" y="173"/>
                </a:cxn>
                <a:cxn ang="0">
                  <a:pos x="233" y="167"/>
                </a:cxn>
                <a:cxn ang="0">
                  <a:pos x="245" y="183"/>
                </a:cxn>
                <a:cxn ang="0">
                  <a:pos x="247" y="197"/>
                </a:cxn>
                <a:cxn ang="0">
                  <a:pos x="261" y="193"/>
                </a:cxn>
                <a:cxn ang="0">
                  <a:pos x="303" y="169"/>
                </a:cxn>
                <a:cxn ang="0">
                  <a:pos x="293" y="147"/>
                </a:cxn>
                <a:cxn ang="0">
                  <a:pos x="259" y="123"/>
                </a:cxn>
                <a:cxn ang="0">
                  <a:pos x="265" y="107"/>
                </a:cxn>
                <a:cxn ang="0">
                  <a:pos x="277" y="103"/>
                </a:cxn>
                <a:cxn ang="0">
                  <a:pos x="253" y="63"/>
                </a:cxn>
                <a:cxn ang="0">
                  <a:pos x="233" y="59"/>
                </a:cxn>
                <a:cxn ang="0">
                  <a:pos x="221" y="55"/>
                </a:cxn>
                <a:cxn ang="0">
                  <a:pos x="201" y="33"/>
                </a:cxn>
                <a:cxn ang="0">
                  <a:pos x="155" y="45"/>
                </a:cxn>
                <a:cxn ang="0">
                  <a:pos x="167" y="25"/>
                </a:cxn>
                <a:cxn ang="0">
                  <a:pos x="139" y="17"/>
                </a:cxn>
                <a:cxn ang="0">
                  <a:pos x="119" y="19"/>
                </a:cxn>
                <a:cxn ang="0">
                  <a:pos x="67" y="9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0" name="Freeform 30"/>
            <p:cNvSpPr>
              <a:spLocks/>
            </p:cNvSpPr>
            <p:nvPr/>
          </p:nvSpPr>
          <p:spPr bwMode="invGray">
            <a:xfrm>
              <a:off x="1709" y="1987"/>
              <a:ext cx="44" cy="39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0" y="10"/>
                </a:cxn>
                <a:cxn ang="0">
                  <a:pos x="30" y="40"/>
                </a:cxn>
                <a:cxn ang="0">
                  <a:pos x="48" y="50"/>
                </a:cxn>
                <a:cxn ang="0">
                  <a:pos x="58" y="28"/>
                </a:cxn>
                <a:cxn ang="0">
                  <a:pos x="44" y="8"/>
                </a:cxn>
                <a:cxn ang="0">
                  <a:pos x="26" y="0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1" name="Freeform 31"/>
            <p:cNvSpPr>
              <a:spLocks/>
            </p:cNvSpPr>
            <p:nvPr/>
          </p:nvSpPr>
          <p:spPr bwMode="invGray">
            <a:xfrm>
              <a:off x="1625" y="2057"/>
              <a:ext cx="65" cy="41"/>
            </a:xfrm>
            <a:custGeom>
              <a:avLst/>
              <a:gdLst/>
              <a:ahLst/>
              <a:cxnLst>
                <a:cxn ang="0">
                  <a:pos x="44" y="7"/>
                </a:cxn>
                <a:cxn ang="0">
                  <a:pos x="24" y="25"/>
                </a:cxn>
                <a:cxn ang="0">
                  <a:pos x="4" y="27"/>
                </a:cxn>
                <a:cxn ang="0">
                  <a:pos x="16" y="57"/>
                </a:cxn>
                <a:cxn ang="0">
                  <a:pos x="74" y="35"/>
                </a:cxn>
                <a:cxn ang="0">
                  <a:pos x="86" y="17"/>
                </a:cxn>
                <a:cxn ang="0">
                  <a:pos x="56" y="7"/>
                </a:cxn>
                <a:cxn ang="0">
                  <a:pos x="44" y="7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2" name="Freeform 32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/>
              <a:ahLst/>
              <a:cxnLst>
                <a:cxn ang="0">
                  <a:pos x="40" y="0"/>
                </a:cxn>
                <a:cxn ang="0">
                  <a:pos x="10" y="16"/>
                </a:cxn>
                <a:cxn ang="0">
                  <a:pos x="24" y="34"/>
                </a:cxn>
                <a:cxn ang="0">
                  <a:pos x="52" y="28"/>
                </a:cxn>
                <a:cxn ang="0">
                  <a:pos x="64" y="20"/>
                </a:cxn>
                <a:cxn ang="0">
                  <a:pos x="40" y="0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3" name="Freeform 33"/>
            <p:cNvSpPr>
              <a:spLocks/>
            </p:cNvSpPr>
            <p:nvPr/>
          </p:nvSpPr>
          <p:spPr bwMode="invGray">
            <a:xfrm>
              <a:off x="1664" y="2029"/>
              <a:ext cx="64" cy="36"/>
            </a:xfrm>
            <a:custGeom>
              <a:avLst/>
              <a:gdLst/>
              <a:ahLst/>
              <a:cxnLst>
                <a:cxn ang="0">
                  <a:pos x="58" y="10"/>
                </a:cxn>
                <a:cxn ang="0">
                  <a:pos x="28" y="4"/>
                </a:cxn>
                <a:cxn ang="0">
                  <a:pos x="0" y="18"/>
                </a:cxn>
                <a:cxn ang="0">
                  <a:pos x="40" y="32"/>
                </a:cxn>
                <a:cxn ang="0">
                  <a:pos x="64" y="40"/>
                </a:cxn>
                <a:cxn ang="0">
                  <a:pos x="84" y="18"/>
                </a:cxn>
                <a:cxn ang="0">
                  <a:pos x="82" y="6"/>
                </a:cxn>
                <a:cxn ang="0">
                  <a:pos x="64" y="0"/>
                </a:cxn>
                <a:cxn ang="0">
                  <a:pos x="58" y="10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4" name="Freeform 34"/>
            <p:cNvSpPr>
              <a:spLocks/>
            </p:cNvSpPr>
            <p:nvPr/>
          </p:nvSpPr>
          <p:spPr bwMode="invGray">
            <a:xfrm>
              <a:off x="1637" y="1998"/>
              <a:ext cx="44" cy="23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18"/>
                </a:cxn>
                <a:cxn ang="0">
                  <a:pos x="20" y="28"/>
                </a:cxn>
                <a:cxn ang="0">
                  <a:pos x="28" y="20"/>
                </a:cxn>
                <a:cxn ang="0">
                  <a:pos x="52" y="12"/>
                </a:cxn>
                <a:cxn ang="0">
                  <a:pos x="44" y="0"/>
                </a:cxn>
                <a:cxn ang="0">
                  <a:pos x="16" y="4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5" name="Freeform 35"/>
            <p:cNvSpPr>
              <a:spLocks/>
            </p:cNvSpPr>
            <p:nvPr/>
          </p:nvSpPr>
          <p:spPr bwMode="invGray">
            <a:xfrm>
              <a:off x="1751" y="2000"/>
              <a:ext cx="116" cy="79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14" y="6"/>
                </a:cxn>
                <a:cxn ang="0">
                  <a:pos x="4" y="38"/>
                </a:cxn>
                <a:cxn ang="0">
                  <a:pos x="12" y="56"/>
                </a:cxn>
                <a:cxn ang="0">
                  <a:pos x="0" y="72"/>
                </a:cxn>
                <a:cxn ang="0">
                  <a:pos x="56" y="86"/>
                </a:cxn>
                <a:cxn ang="0">
                  <a:pos x="82" y="92"/>
                </a:cxn>
                <a:cxn ang="0">
                  <a:pos x="152" y="86"/>
                </a:cxn>
                <a:cxn ang="0">
                  <a:pos x="76" y="70"/>
                </a:cxn>
                <a:cxn ang="0">
                  <a:pos x="54" y="62"/>
                </a:cxn>
                <a:cxn ang="0">
                  <a:pos x="44" y="52"/>
                </a:cxn>
                <a:cxn ang="0">
                  <a:pos x="50" y="34"/>
                </a:cxn>
                <a:cxn ang="0">
                  <a:pos x="38" y="0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6" name="Freeform 36"/>
            <p:cNvSpPr>
              <a:spLocks/>
            </p:cNvSpPr>
            <p:nvPr/>
          </p:nvSpPr>
          <p:spPr bwMode="invGray">
            <a:xfrm>
              <a:off x="664" y="2246"/>
              <a:ext cx="25" cy="14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24" y="20"/>
                </a:cxn>
                <a:cxn ang="0">
                  <a:pos x="4" y="18"/>
                </a:cxn>
                <a:cxn ang="0">
                  <a:pos x="4" y="6"/>
                </a:cxn>
                <a:cxn ang="0">
                  <a:pos x="34" y="0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7" name="Freeform 37"/>
            <p:cNvSpPr>
              <a:spLocks/>
            </p:cNvSpPr>
            <p:nvPr/>
          </p:nvSpPr>
          <p:spPr bwMode="invGray">
            <a:xfrm>
              <a:off x="1421" y="2756"/>
              <a:ext cx="15" cy="1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8" name="Freeform 38"/>
            <p:cNvSpPr>
              <a:spLocks/>
            </p:cNvSpPr>
            <p:nvPr/>
          </p:nvSpPr>
          <p:spPr bwMode="invGray">
            <a:xfrm>
              <a:off x="1424" y="2781"/>
              <a:ext cx="16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9" name="Freeform 39"/>
            <p:cNvSpPr>
              <a:spLocks/>
            </p:cNvSpPr>
            <p:nvPr/>
          </p:nvSpPr>
          <p:spPr bwMode="invGray">
            <a:xfrm>
              <a:off x="1628" y="2913"/>
              <a:ext cx="15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0" name="Freeform 40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1" name="Freeform 41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2" name="Freeform 42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3" name="Freeform 43"/>
            <p:cNvSpPr>
              <a:spLocks/>
            </p:cNvSpPr>
            <p:nvPr/>
          </p:nvSpPr>
          <p:spPr bwMode="invGray">
            <a:xfrm>
              <a:off x="1780" y="2153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4" name="Freeform 44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/>
              <a:ahLst/>
              <a:cxnLst>
                <a:cxn ang="0">
                  <a:pos x="28" y="56"/>
                </a:cxn>
                <a:cxn ang="0">
                  <a:pos x="6" y="92"/>
                </a:cxn>
                <a:cxn ang="0">
                  <a:pos x="36" y="100"/>
                </a:cxn>
                <a:cxn ang="0">
                  <a:pos x="16" y="116"/>
                </a:cxn>
                <a:cxn ang="0">
                  <a:pos x="104" y="136"/>
                </a:cxn>
                <a:cxn ang="0">
                  <a:pos x="142" y="130"/>
                </a:cxn>
                <a:cxn ang="0">
                  <a:pos x="250" y="78"/>
                </a:cxn>
                <a:cxn ang="0">
                  <a:pos x="300" y="66"/>
                </a:cxn>
                <a:cxn ang="0">
                  <a:pos x="324" y="80"/>
                </a:cxn>
                <a:cxn ang="0">
                  <a:pos x="272" y="88"/>
                </a:cxn>
                <a:cxn ang="0">
                  <a:pos x="242" y="112"/>
                </a:cxn>
                <a:cxn ang="0">
                  <a:pos x="254" y="120"/>
                </a:cxn>
                <a:cxn ang="0">
                  <a:pos x="260" y="158"/>
                </a:cxn>
                <a:cxn ang="0">
                  <a:pos x="350" y="192"/>
                </a:cxn>
                <a:cxn ang="0">
                  <a:pos x="336" y="210"/>
                </a:cxn>
                <a:cxn ang="0">
                  <a:pos x="368" y="246"/>
                </a:cxn>
                <a:cxn ang="0">
                  <a:pos x="348" y="266"/>
                </a:cxn>
                <a:cxn ang="0">
                  <a:pos x="324" y="294"/>
                </a:cxn>
                <a:cxn ang="0">
                  <a:pos x="294" y="324"/>
                </a:cxn>
                <a:cxn ang="0">
                  <a:pos x="292" y="420"/>
                </a:cxn>
                <a:cxn ang="0">
                  <a:pos x="332" y="446"/>
                </a:cxn>
                <a:cxn ang="0">
                  <a:pos x="388" y="448"/>
                </a:cxn>
                <a:cxn ang="0">
                  <a:pos x="412" y="422"/>
                </a:cxn>
                <a:cxn ang="0">
                  <a:pos x="506" y="356"/>
                </a:cxn>
                <a:cxn ang="0">
                  <a:pos x="572" y="334"/>
                </a:cxn>
                <a:cxn ang="0">
                  <a:pos x="646" y="308"/>
                </a:cxn>
                <a:cxn ang="0">
                  <a:pos x="720" y="290"/>
                </a:cxn>
                <a:cxn ang="0">
                  <a:pos x="762" y="260"/>
                </a:cxn>
                <a:cxn ang="0">
                  <a:pos x="800" y="200"/>
                </a:cxn>
                <a:cxn ang="0">
                  <a:pos x="802" y="154"/>
                </a:cxn>
                <a:cxn ang="0">
                  <a:pos x="802" y="124"/>
                </a:cxn>
                <a:cxn ang="0">
                  <a:pos x="832" y="90"/>
                </a:cxn>
                <a:cxn ang="0">
                  <a:pos x="876" y="94"/>
                </a:cxn>
                <a:cxn ang="0">
                  <a:pos x="922" y="52"/>
                </a:cxn>
                <a:cxn ang="0">
                  <a:pos x="888" y="56"/>
                </a:cxn>
                <a:cxn ang="0">
                  <a:pos x="848" y="46"/>
                </a:cxn>
                <a:cxn ang="0">
                  <a:pos x="794" y="22"/>
                </a:cxn>
                <a:cxn ang="0">
                  <a:pos x="642" y="26"/>
                </a:cxn>
                <a:cxn ang="0">
                  <a:pos x="584" y="38"/>
                </a:cxn>
                <a:cxn ang="0">
                  <a:pos x="556" y="38"/>
                </a:cxn>
                <a:cxn ang="0">
                  <a:pos x="516" y="54"/>
                </a:cxn>
                <a:cxn ang="0">
                  <a:pos x="478" y="30"/>
                </a:cxn>
                <a:cxn ang="0">
                  <a:pos x="432" y="40"/>
                </a:cxn>
                <a:cxn ang="0">
                  <a:pos x="366" y="52"/>
                </a:cxn>
                <a:cxn ang="0">
                  <a:pos x="410" y="38"/>
                </a:cxn>
                <a:cxn ang="0">
                  <a:pos x="352" y="8"/>
                </a:cxn>
                <a:cxn ang="0">
                  <a:pos x="334" y="2"/>
                </a:cxn>
                <a:cxn ang="0">
                  <a:pos x="314" y="8"/>
                </a:cxn>
                <a:cxn ang="0">
                  <a:pos x="240" y="16"/>
                </a:cxn>
                <a:cxn ang="0">
                  <a:pos x="160" y="28"/>
                </a:cxn>
                <a:cxn ang="0">
                  <a:pos x="108" y="26"/>
                </a:cxn>
                <a:cxn ang="0">
                  <a:pos x="114" y="68"/>
                </a:cxn>
                <a:cxn ang="0">
                  <a:pos x="104" y="52"/>
                </a:cxn>
                <a:cxn ang="0">
                  <a:pos x="60" y="42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5" name="Freeform 45"/>
            <p:cNvSpPr>
              <a:spLocks/>
            </p:cNvSpPr>
            <p:nvPr/>
          </p:nvSpPr>
          <p:spPr bwMode="invGray">
            <a:xfrm>
              <a:off x="2009" y="2135"/>
              <a:ext cx="39" cy="25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6" name="Freeform 46"/>
            <p:cNvSpPr>
              <a:spLocks/>
            </p:cNvSpPr>
            <p:nvPr/>
          </p:nvSpPr>
          <p:spPr bwMode="invGray">
            <a:xfrm>
              <a:off x="2292" y="2201"/>
              <a:ext cx="127" cy="54"/>
            </a:xfrm>
            <a:custGeom>
              <a:avLst/>
              <a:gdLst/>
              <a:ahLst/>
              <a:cxnLst>
                <a:cxn ang="0">
                  <a:pos x="102" y="8"/>
                </a:cxn>
                <a:cxn ang="0">
                  <a:pos x="66" y="4"/>
                </a:cxn>
                <a:cxn ang="0">
                  <a:pos x="54" y="0"/>
                </a:cxn>
                <a:cxn ang="0">
                  <a:pos x="0" y="28"/>
                </a:cxn>
                <a:cxn ang="0">
                  <a:pos x="28" y="40"/>
                </a:cxn>
                <a:cxn ang="0">
                  <a:pos x="42" y="60"/>
                </a:cxn>
                <a:cxn ang="0">
                  <a:pos x="66" y="68"/>
                </a:cxn>
                <a:cxn ang="0">
                  <a:pos x="78" y="72"/>
                </a:cxn>
                <a:cxn ang="0">
                  <a:pos x="130" y="60"/>
                </a:cxn>
                <a:cxn ang="0">
                  <a:pos x="172" y="44"/>
                </a:cxn>
                <a:cxn ang="0">
                  <a:pos x="148" y="18"/>
                </a:cxn>
                <a:cxn ang="0">
                  <a:pos x="136" y="4"/>
                </a:cxn>
                <a:cxn ang="0">
                  <a:pos x="102" y="8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7" name="Freeform 47"/>
            <p:cNvSpPr>
              <a:spLocks/>
            </p:cNvSpPr>
            <p:nvPr/>
          </p:nvSpPr>
          <p:spPr bwMode="invGray">
            <a:xfrm>
              <a:off x="2393" y="2038"/>
              <a:ext cx="39" cy="26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8" name="Freeform 48"/>
            <p:cNvSpPr>
              <a:spLocks/>
            </p:cNvSpPr>
            <p:nvPr/>
          </p:nvSpPr>
          <p:spPr bwMode="invGray">
            <a:xfrm>
              <a:off x="2662" y="2005"/>
              <a:ext cx="155" cy="62"/>
            </a:xfrm>
            <a:custGeom>
              <a:avLst/>
              <a:gdLst/>
              <a:ahLst/>
              <a:cxnLst>
                <a:cxn ang="0">
                  <a:pos x="191" y="7"/>
                </a:cxn>
                <a:cxn ang="0">
                  <a:pos x="103" y="9"/>
                </a:cxn>
                <a:cxn ang="0">
                  <a:pos x="109" y="25"/>
                </a:cxn>
                <a:cxn ang="0">
                  <a:pos x="107" y="33"/>
                </a:cxn>
                <a:cxn ang="0">
                  <a:pos x="89" y="27"/>
                </a:cxn>
                <a:cxn ang="0">
                  <a:pos x="77" y="19"/>
                </a:cxn>
                <a:cxn ang="0">
                  <a:pos x="23" y="27"/>
                </a:cxn>
                <a:cxn ang="0">
                  <a:pos x="31" y="49"/>
                </a:cxn>
                <a:cxn ang="0">
                  <a:pos x="55" y="53"/>
                </a:cxn>
                <a:cxn ang="0">
                  <a:pos x="75" y="73"/>
                </a:cxn>
                <a:cxn ang="0">
                  <a:pos x="89" y="85"/>
                </a:cxn>
                <a:cxn ang="0">
                  <a:pos x="109" y="67"/>
                </a:cxn>
                <a:cxn ang="0">
                  <a:pos x="121" y="59"/>
                </a:cxn>
                <a:cxn ang="0">
                  <a:pos x="127" y="47"/>
                </a:cxn>
                <a:cxn ang="0">
                  <a:pos x="167" y="35"/>
                </a:cxn>
                <a:cxn ang="0">
                  <a:pos x="187" y="31"/>
                </a:cxn>
                <a:cxn ang="0">
                  <a:pos x="199" y="27"/>
                </a:cxn>
                <a:cxn ang="0">
                  <a:pos x="191" y="7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9" name="Freeform 49"/>
            <p:cNvSpPr>
              <a:spLocks/>
            </p:cNvSpPr>
            <p:nvPr/>
          </p:nvSpPr>
          <p:spPr bwMode="invGray">
            <a:xfrm>
              <a:off x="2759" y="2039"/>
              <a:ext cx="48" cy="19"/>
            </a:xfrm>
            <a:custGeom>
              <a:avLst/>
              <a:gdLst/>
              <a:ahLst/>
              <a:cxnLst>
                <a:cxn ang="0">
                  <a:pos x="36" y="6"/>
                </a:cxn>
                <a:cxn ang="0">
                  <a:pos x="8" y="4"/>
                </a:cxn>
                <a:cxn ang="0">
                  <a:pos x="24" y="28"/>
                </a:cxn>
                <a:cxn ang="0">
                  <a:pos x="54" y="14"/>
                </a:cxn>
                <a:cxn ang="0">
                  <a:pos x="36" y="6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0" name="Freeform 50"/>
            <p:cNvSpPr>
              <a:spLocks/>
            </p:cNvSpPr>
            <p:nvPr/>
          </p:nvSpPr>
          <p:spPr bwMode="invGray">
            <a:xfrm>
              <a:off x="2467" y="2311"/>
              <a:ext cx="110" cy="132"/>
            </a:xfrm>
            <a:custGeom>
              <a:avLst/>
              <a:gdLst/>
              <a:ahLst/>
              <a:cxnLst>
                <a:cxn ang="0">
                  <a:pos x="24" y="19"/>
                </a:cxn>
                <a:cxn ang="0">
                  <a:pos x="0" y="25"/>
                </a:cxn>
                <a:cxn ang="0">
                  <a:pos x="14" y="43"/>
                </a:cxn>
                <a:cxn ang="0">
                  <a:pos x="34" y="87"/>
                </a:cxn>
                <a:cxn ang="0">
                  <a:pos x="52" y="91"/>
                </a:cxn>
                <a:cxn ang="0">
                  <a:pos x="50" y="107"/>
                </a:cxn>
                <a:cxn ang="0">
                  <a:pos x="28" y="113"/>
                </a:cxn>
                <a:cxn ang="0">
                  <a:pos x="16" y="131"/>
                </a:cxn>
                <a:cxn ang="0">
                  <a:pos x="18" y="137"/>
                </a:cxn>
                <a:cxn ang="0">
                  <a:pos x="30" y="141"/>
                </a:cxn>
                <a:cxn ang="0">
                  <a:pos x="18" y="169"/>
                </a:cxn>
                <a:cxn ang="0">
                  <a:pos x="20" y="175"/>
                </a:cxn>
                <a:cxn ang="0">
                  <a:pos x="34" y="171"/>
                </a:cxn>
                <a:cxn ang="0">
                  <a:pos x="58" y="169"/>
                </a:cxn>
                <a:cxn ang="0">
                  <a:pos x="92" y="171"/>
                </a:cxn>
                <a:cxn ang="0">
                  <a:pos x="110" y="169"/>
                </a:cxn>
                <a:cxn ang="0">
                  <a:pos x="122" y="165"/>
                </a:cxn>
                <a:cxn ang="0">
                  <a:pos x="128" y="141"/>
                </a:cxn>
                <a:cxn ang="0">
                  <a:pos x="146" y="133"/>
                </a:cxn>
                <a:cxn ang="0">
                  <a:pos x="110" y="109"/>
                </a:cxn>
                <a:cxn ang="0">
                  <a:pos x="88" y="83"/>
                </a:cxn>
                <a:cxn ang="0">
                  <a:pos x="82" y="69"/>
                </a:cxn>
                <a:cxn ang="0">
                  <a:pos x="64" y="61"/>
                </a:cxn>
                <a:cxn ang="0">
                  <a:pos x="86" y="45"/>
                </a:cxn>
                <a:cxn ang="0">
                  <a:pos x="64" y="31"/>
                </a:cxn>
                <a:cxn ang="0">
                  <a:pos x="70" y="13"/>
                </a:cxn>
                <a:cxn ang="0">
                  <a:pos x="46" y="1"/>
                </a:cxn>
                <a:cxn ang="0">
                  <a:pos x="30" y="9"/>
                </a:cxn>
                <a:cxn ang="0">
                  <a:pos x="24" y="19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1" name="Freeform 51"/>
            <p:cNvSpPr>
              <a:spLocks/>
            </p:cNvSpPr>
            <p:nvPr/>
          </p:nvSpPr>
          <p:spPr bwMode="invGray">
            <a:xfrm>
              <a:off x="2413" y="2359"/>
              <a:ext cx="69" cy="70"/>
            </a:xfrm>
            <a:custGeom>
              <a:avLst/>
              <a:gdLst/>
              <a:ahLst/>
              <a:cxnLst>
                <a:cxn ang="0">
                  <a:pos x="58" y="6"/>
                </a:cxn>
                <a:cxn ang="0">
                  <a:pos x="82" y="8"/>
                </a:cxn>
                <a:cxn ang="0">
                  <a:pos x="92" y="26"/>
                </a:cxn>
                <a:cxn ang="0">
                  <a:pos x="78" y="48"/>
                </a:cxn>
                <a:cxn ang="0">
                  <a:pos x="46" y="76"/>
                </a:cxn>
                <a:cxn ang="0">
                  <a:pos x="18" y="92"/>
                </a:cxn>
                <a:cxn ang="0">
                  <a:pos x="8" y="72"/>
                </a:cxn>
                <a:cxn ang="0">
                  <a:pos x="20" y="64"/>
                </a:cxn>
                <a:cxn ang="0">
                  <a:pos x="14" y="46"/>
                </a:cxn>
                <a:cxn ang="0">
                  <a:pos x="40" y="28"/>
                </a:cxn>
                <a:cxn ang="0">
                  <a:pos x="58" y="6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2" name="Freeform 52"/>
            <p:cNvSpPr>
              <a:spLocks/>
            </p:cNvSpPr>
            <p:nvPr/>
          </p:nvSpPr>
          <p:spPr bwMode="invGray">
            <a:xfrm>
              <a:off x="4099" y="3502"/>
              <a:ext cx="474" cy="493"/>
            </a:xfrm>
            <a:custGeom>
              <a:avLst/>
              <a:gdLst/>
              <a:ahLst/>
              <a:cxnLst>
                <a:cxn ang="0">
                  <a:pos x="212" y="11"/>
                </a:cxn>
                <a:cxn ang="0">
                  <a:pos x="176" y="19"/>
                </a:cxn>
                <a:cxn ang="0">
                  <a:pos x="144" y="51"/>
                </a:cxn>
                <a:cxn ang="0">
                  <a:pos x="104" y="59"/>
                </a:cxn>
                <a:cxn ang="0">
                  <a:pos x="84" y="75"/>
                </a:cxn>
                <a:cxn ang="0">
                  <a:pos x="68" y="115"/>
                </a:cxn>
                <a:cxn ang="0">
                  <a:pos x="36" y="167"/>
                </a:cxn>
                <a:cxn ang="0">
                  <a:pos x="0" y="179"/>
                </a:cxn>
                <a:cxn ang="0">
                  <a:pos x="72" y="323"/>
                </a:cxn>
                <a:cxn ang="0">
                  <a:pos x="120" y="427"/>
                </a:cxn>
                <a:cxn ang="0">
                  <a:pos x="144" y="443"/>
                </a:cxn>
                <a:cxn ang="0">
                  <a:pos x="168" y="451"/>
                </a:cxn>
                <a:cxn ang="0">
                  <a:pos x="228" y="431"/>
                </a:cxn>
                <a:cxn ang="0">
                  <a:pos x="252" y="423"/>
                </a:cxn>
                <a:cxn ang="0">
                  <a:pos x="300" y="451"/>
                </a:cxn>
                <a:cxn ang="0">
                  <a:pos x="324" y="527"/>
                </a:cxn>
                <a:cxn ang="0">
                  <a:pos x="336" y="523"/>
                </a:cxn>
                <a:cxn ang="0">
                  <a:pos x="344" y="511"/>
                </a:cxn>
                <a:cxn ang="0">
                  <a:pos x="368" y="547"/>
                </a:cxn>
                <a:cxn ang="0">
                  <a:pos x="404" y="571"/>
                </a:cxn>
                <a:cxn ang="0">
                  <a:pos x="436" y="603"/>
                </a:cxn>
                <a:cxn ang="0">
                  <a:pos x="444" y="615"/>
                </a:cxn>
                <a:cxn ang="0">
                  <a:pos x="456" y="623"/>
                </a:cxn>
                <a:cxn ang="0">
                  <a:pos x="484" y="655"/>
                </a:cxn>
                <a:cxn ang="0">
                  <a:pos x="492" y="631"/>
                </a:cxn>
                <a:cxn ang="0">
                  <a:pos x="540" y="659"/>
                </a:cxn>
                <a:cxn ang="0">
                  <a:pos x="588" y="655"/>
                </a:cxn>
                <a:cxn ang="0">
                  <a:pos x="616" y="531"/>
                </a:cxn>
                <a:cxn ang="0">
                  <a:pos x="632" y="463"/>
                </a:cxn>
                <a:cxn ang="0">
                  <a:pos x="620" y="367"/>
                </a:cxn>
                <a:cxn ang="0">
                  <a:pos x="536" y="271"/>
                </a:cxn>
                <a:cxn ang="0">
                  <a:pos x="528" y="235"/>
                </a:cxn>
                <a:cxn ang="0">
                  <a:pos x="460" y="179"/>
                </a:cxn>
                <a:cxn ang="0">
                  <a:pos x="472" y="155"/>
                </a:cxn>
                <a:cxn ang="0">
                  <a:pos x="456" y="131"/>
                </a:cxn>
                <a:cxn ang="0">
                  <a:pos x="416" y="79"/>
                </a:cxn>
                <a:cxn ang="0">
                  <a:pos x="392" y="31"/>
                </a:cxn>
                <a:cxn ang="0">
                  <a:pos x="388" y="19"/>
                </a:cxn>
                <a:cxn ang="0">
                  <a:pos x="364" y="151"/>
                </a:cxn>
                <a:cxn ang="0">
                  <a:pos x="324" y="115"/>
                </a:cxn>
                <a:cxn ang="0">
                  <a:pos x="292" y="111"/>
                </a:cxn>
                <a:cxn ang="0">
                  <a:pos x="272" y="87"/>
                </a:cxn>
                <a:cxn ang="0">
                  <a:pos x="264" y="63"/>
                </a:cxn>
                <a:cxn ang="0">
                  <a:pos x="276" y="55"/>
                </a:cxn>
                <a:cxn ang="0">
                  <a:pos x="240" y="19"/>
                </a:cxn>
                <a:cxn ang="0">
                  <a:pos x="216" y="11"/>
                </a:cxn>
                <a:cxn ang="0">
                  <a:pos x="204" y="7"/>
                </a:cxn>
                <a:cxn ang="0">
                  <a:pos x="212" y="11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3" name="Freeform 53"/>
            <p:cNvSpPr>
              <a:spLocks/>
            </p:cNvSpPr>
            <p:nvPr/>
          </p:nvSpPr>
          <p:spPr bwMode="invGray">
            <a:xfrm>
              <a:off x="4246" y="3241"/>
              <a:ext cx="319" cy="207"/>
            </a:xfrm>
            <a:custGeom>
              <a:avLst/>
              <a:gdLst/>
              <a:ahLst/>
              <a:cxnLst>
                <a:cxn ang="0">
                  <a:pos x="84" y="60"/>
                </a:cxn>
                <a:cxn ang="0">
                  <a:pos x="68" y="36"/>
                </a:cxn>
                <a:cxn ang="0">
                  <a:pos x="64" y="16"/>
                </a:cxn>
                <a:cxn ang="0">
                  <a:pos x="52" y="12"/>
                </a:cxn>
                <a:cxn ang="0">
                  <a:pos x="16" y="16"/>
                </a:cxn>
                <a:cxn ang="0">
                  <a:pos x="44" y="40"/>
                </a:cxn>
                <a:cxn ang="0">
                  <a:pos x="48" y="52"/>
                </a:cxn>
                <a:cxn ang="0">
                  <a:pos x="24" y="68"/>
                </a:cxn>
                <a:cxn ang="0">
                  <a:pos x="88" y="92"/>
                </a:cxn>
                <a:cxn ang="0">
                  <a:pos x="124" y="112"/>
                </a:cxn>
                <a:cxn ang="0">
                  <a:pos x="128" y="124"/>
                </a:cxn>
                <a:cxn ang="0">
                  <a:pos x="140" y="132"/>
                </a:cxn>
                <a:cxn ang="0">
                  <a:pos x="148" y="156"/>
                </a:cxn>
                <a:cxn ang="0">
                  <a:pos x="132" y="196"/>
                </a:cxn>
                <a:cxn ang="0">
                  <a:pos x="180" y="188"/>
                </a:cxn>
                <a:cxn ang="0">
                  <a:pos x="192" y="216"/>
                </a:cxn>
                <a:cxn ang="0">
                  <a:pos x="216" y="224"/>
                </a:cxn>
                <a:cxn ang="0">
                  <a:pos x="228" y="228"/>
                </a:cxn>
                <a:cxn ang="0">
                  <a:pos x="252" y="224"/>
                </a:cxn>
                <a:cxn ang="0">
                  <a:pos x="276" y="196"/>
                </a:cxn>
                <a:cxn ang="0">
                  <a:pos x="336" y="252"/>
                </a:cxn>
                <a:cxn ang="0">
                  <a:pos x="364" y="280"/>
                </a:cxn>
                <a:cxn ang="0">
                  <a:pos x="360" y="224"/>
                </a:cxn>
                <a:cxn ang="0">
                  <a:pos x="336" y="200"/>
                </a:cxn>
                <a:cxn ang="0">
                  <a:pos x="372" y="168"/>
                </a:cxn>
                <a:cxn ang="0">
                  <a:pos x="408" y="156"/>
                </a:cxn>
                <a:cxn ang="0">
                  <a:pos x="420" y="152"/>
                </a:cxn>
                <a:cxn ang="0">
                  <a:pos x="424" y="140"/>
                </a:cxn>
                <a:cxn ang="0">
                  <a:pos x="356" y="148"/>
                </a:cxn>
                <a:cxn ang="0">
                  <a:pos x="304" y="140"/>
                </a:cxn>
                <a:cxn ang="0">
                  <a:pos x="300" y="128"/>
                </a:cxn>
                <a:cxn ang="0">
                  <a:pos x="292" y="116"/>
                </a:cxn>
                <a:cxn ang="0">
                  <a:pos x="220" y="80"/>
                </a:cxn>
                <a:cxn ang="0">
                  <a:pos x="160" y="60"/>
                </a:cxn>
                <a:cxn ang="0">
                  <a:pos x="136" y="52"/>
                </a:cxn>
                <a:cxn ang="0">
                  <a:pos x="80" y="52"/>
                </a:cxn>
                <a:cxn ang="0">
                  <a:pos x="68" y="32"/>
                </a:cxn>
                <a:cxn ang="0">
                  <a:pos x="68" y="0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4" name="Freeform 54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0" y="37"/>
                </a:cxn>
                <a:cxn ang="0">
                  <a:pos x="28" y="49"/>
                </a:cxn>
                <a:cxn ang="0">
                  <a:pos x="84" y="89"/>
                </a:cxn>
                <a:cxn ang="0">
                  <a:pos x="120" y="113"/>
                </a:cxn>
                <a:cxn ang="0">
                  <a:pos x="132" y="121"/>
                </a:cxn>
                <a:cxn ang="0">
                  <a:pos x="136" y="169"/>
                </a:cxn>
                <a:cxn ang="0">
                  <a:pos x="116" y="201"/>
                </a:cxn>
                <a:cxn ang="0">
                  <a:pos x="136" y="197"/>
                </a:cxn>
                <a:cxn ang="0">
                  <a:pos x="148" y="189"/>
                </a:cxn>
                <a:cxn ang="0">
                  <a:pos x="160" y="201"/>
                </a:cxn>
                <a:cxn ang="0">
                  <a:pos x="184" y="217"/>
                </a:cxn>
                <a:cxn ang="0">
                  <a:pos x="208" y="233"/>
                </a:cxn>
                <a:cxn ang="0">
                  <a:pos x="240" y="221"/>
                </a:cxn>
                <a:cxn ang="0">
                  <a:pos x="248" y="197"/>
                </a:cxn>
                <a:cxn ang="0">
                  <a:pos x="268" y="201"/>
                </a:cxn>
                <a:cxn ang="0">
                  <a:pos x="292" y="209"/>
                </a:cxn>
                <a:cxn ang="0">
                  <a:pos x="340" y="281"/>
                </a:cxn>
                <a:cxn ang="0">
                  <a:pos x="356" y="277"/>
                </a:cxn>
                <a:cxn ang="0">
                  <a:pos x="352" y="253"/>
                </a:cxn>
                <a:cxn ang="0">
                  <a:pos x="316" y="197"/>
                </a:cxn>
                <a:cxn ang="0">
                  <a:pos x="360" y="173"/>
                </a:cxn>
                <a:cxn ang="0">
                  <a:pos x="408" y="145"/>
                </a:cxn>
                <a:cxn ang="0">
                  <a:pos x="409" y="120"/>
                </a:cxn>
                <a:cxn ang="0">
                  <a:pos x="367" y="138"/>
                </a:cxn>
                <a:cxn ang="0">
                  <a:pos x="308" y="137"/>
                </a:cxn>
                <a:cxn ang="0">
                  <a:pos x="264" y="97"/>
                </a:cxn>
                <a:cxn ang="0">
                  <a:pos x="180" y="61"/>
                </a:cxn>
                <a:cxn ang="0">
                  <a:pos x="132" y="33"/>
                </a:cxn>
                <a:cxn ang="0">
                  <a:pos x="92" y="41"/>
                </a:cxn>
                <a:cxn ang="0">
                  <a:pos x="76" y="57"/>
                </a:cxn>
                <a:cxn ang="0">
                  <a:pos x="56" y="17"/>
                </a:cxn>
                <a:cxn ang="0">
                  <a:pos x="0" y="1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5" name="Freeform 55"/>
            <p:cNvSpPr>
              <a:spLocks/>
            </p:cNvSpPr>
            <p:nvPr/>
          </p:nvSpPr>
          <p:spPr bwMode="invGray">
            <a:xfrm>
              <a:off x="4485" y="4013"/>
              <a:ext cx="44" cy="58"/>
            </a:xfrm>
            <a:custGeom>
              <a:avLst/>
              <a:gdLst/>
              <a:ahLst/>
              <a:cxnLst>
                <a:cxn ang="0">
                  <a:pos x="32" y="18"/>
                </a:cxn>
                <a:cxn ang="0">
                  <a:pos x="0" y="18"/>
                </a:cxn>
                <a:cxn ang="0">
                  <a:pos x="20" y="42"/>
                </a:cxn>
                <a:cxn ang="0">
                  <a:pos x="28" y="66"/>
                </a:cxn>
                <a:cxn ang="0">
                  <a:pos x="32" y="78"/>
                </a:cxn>
                <a:cxn ang="0">
                  <a:pos x="60" y="50"/>
                </a:cxn>
                <a:cxn ang="0">
                  <a:pos x="32" y="18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6" name="Freeform 56"/>
            <p:cNvSpPr>
              <a:spLocks/>
            </p:cNvSpPr>
            <p:nvPr/>
          </p:nvSpPr>
          <p:spPr bwMode="invGray">
            <a:xfrm>
              <a:off x="4621" y="3923"/>
              <a:ext cx="163" cy="84"/>
            </a:xfrm>
            <a:custGeom>
              <a:avLst/>
              <a:gdLst/>
              <a:ahLst/>
              <a:cxnLst>
                <a:cxn ang="0">
                  <a:pos x="47" y="73"/>
                </a:cxn>
                <a:cxn ang="0">
                  <a:pos x="39" y="61"/>
                </a:cxn>
                <a:cxn ang="0">
                  <a:pos x="15" y="69"/>
                </a:cxn>
                <a:cxn ang="0">
                  <a:pos x="39" y="113"/>
                </a:cxn>
                <a:cxn ang="0">
                  <a:pos x="123" y="89"/>
                </a:cxn>
                <a:cxn ang="0">
                  <a:pos x="147" y="73"/>
                </a:cxn>
                <a:cxn ang="0">
                  <a:pos x="171" y="65"/>
                </a:cxn>
                <a:cxn ang="0">
                  <a:pos x="219" y="19"/>
                </a:cxn>
                <a:cxn ang="0">
                  <a:pos x="210" y="0"/>
                </a:cxn>
                <a:cxn ang="0">
                  <a:pos x="179" y="17"/>
                </a:cxn>
                <a:cxn ang="0">
                  <a:pos x="107" y="41"/>
                </a:cxn>
                <a:cxn ang="0">
                  <a:pos x="83" y="45"/>
                </a:cxn>
                <a:cxn ang="0">
                  <a:pos x="59" y="53"/>
                </a:cxn>
                <a:cxn ang="0">
                  <a:pos x="47" y="73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7" name="Freeform 57"/>
            <p:cNvSpPr>
              <a:spLocks/>
            </p:cNvSpPr>
            <p:nvPr/>
          </p:nvSpPr>
          <p:spPr bwMode="invGray">
            <a:xfrm>
              <a:off x="4791" y="3872"/>
              <a:ext cx="104" cy="93"/>
            </a:xfrm>
            <a:custGeom>
              <a:avLst/>
              <a:gdLst/>
              <a:ahLst/>
              <a:cxnLst>
                <a:cxn ang="0">
                  <a:pos x="12" y="60"/>
                </a:cxn>
                <a:cxn ang="0">
                  <a:pos x="8" y="84"/>
                </a:cxn>
                <a:cxn ang="0">
                  <a:pos x="0" y="108"/>
                </a:cxn>
                <a:cxn ang="0">
                  <a:pos x="36" y="116"/>
                </a:cxn>
                <a:cxn ang="0">
                  <a:pos x="52" y="96"/>
                </a:cxn>
                <a:cxn ang="0">
                  <a:pos x="124" y="68"/>
                </a:cxn>
                <a:cxn ang="0">
                  <a:pos x="136" y="44"/>
                </a:cxn>
                <a:cxn ang="0">
                  <a:pos x="112" y="28"/>
                </a:cxn>
                <a:cxn ang="0">
                  <a:pos x="100" y="20"/>
                </a:cxn>
                <a:cxn ang="0">
                  <a:pos x="64" y="12"/>
                </a:cxn>
                <a:cxn ang="0">
                  <a:pos x="52" y="36"/>
                </a:cxn>
                <a:cxn ang="0">
                  <a:pos x="12" y="60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8" name="Freeform 58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8" y="11"/>
                </a:cxn>
                <a:cxn ang="0">
                  <a:pos x="24" y="35"/>
                </a:cxn>
                <a:cxn ang="0">
                  <a:pos x="39" y="26"/>
                </a:cxn>
                <a:cxn ang="0">
                  <a:pos x="29" y="0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9" name="Freeform 59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/>
              <a:ahLst/>
              <a:cxnLst>
                <a:cxn ang="0">
                  <a:pos x="128" y="0"/>
                </a:cxn>
                <a:cxn ang="0">
                  <a:pos x="104" y="28"/>
                </a:cxn>
                <a:cxn ang="0">
                  <a:pos x="88" y="64"/>
                </a:cxn>
                <a:cxn ang="0">
                  <a:pos x="36" y="84"/>
                </a:cxn>
                <a:cxn ang="0">
                  <a:pos x="28" y="96"/>
                </a:cxn>
                <a:cxn ang="0">
                  <a:pos x="16" y="100"/>
                </a:cxn>
                <a:cxn ang="0">
                  <a:pos x="20" y="132"/>
                </a:cxn>
                <a:cxn ang="0">
                  <a:pos x="28" y="156"/>
                </a:cxn>
                <a:cxn ang="0">
                  <a:pos x="0" y="200"/>
                </a:cxn>
                <a:cxn ang="0">
                  <a:pos x="28" y="260"/>
                </a:cxn>
                <a:cxn ang="0">
                  <a:pos x="52" y="268"/>
                </a:cxn>
                <a:cxn ang="0">
                  <a:pos x="88" y="216"/>
                </a:cxn>
                <a:cxn ang="0">
                  <a:pos x="104" y="192"/>
                </a:cxn>
                <a:cxn ang="0">
                  <a:pos x="128" y="116"/>
                </a:cxn>
                <a:cxn ang="0">
                  <a:pos x="140" y="76"/>
                </a:cxn>
                <a:cxn ang="0">
                  <a:pos x="164" y="72"/>
                </a:cxn>
                <a:cxn ang="0">
                  <a:pos x="128" y="0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0" name="Freeform 60"/>
            <p:cNvSpPr>
              <a:spLocks/>
            </p:cNvSpPr>
            <p:nvPr/>
          </p:nvSpPr>
          <p:spPr bwMode="invGray">
            <a:xfrm>
              <a:off x="3655" y="3034"/>
              <a:ext cx="49" cy="5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25" y="60"/>
                </a:cxn>
                <a:cxn ang="0">
                  <a:pos x="29" y="76"/>
                </a:cxn>
                <a:cxn ang="0">
                  <a:pos x="41" y="80"/>
                </a:cxn>
                <a:cxn ang="0">
                  <a:pos x="57" y="76"/>
                </a:cxn>
                <a:cxn ang="0">
                  <a:pos x="29" y="0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1" name="Freeform 61"/>
            <p:cNvSpPr>
              <a:spLocks/>
            </p:cNvSpPr>
            <p:nvPr/>
          </p:nvSpPr>
          <p:spPr bwMode="invGray">
            <a:xfrm>
              <a:off x="3988" y="3100"/>
              <a:ext cx="111" cy="181"/>
            </a:xfrm>
            <a:custGeom>
              <a:avLst/>
              <a:gdLst/>
              <a:ahLst/>
              <a:cxnLst>
                <a:cxn ang="0">
                  <a:pos x="96" y="0"/>
                </a:cxn>
                <a:cxn ang="0">
                  <a:pos x="60" y="84"/>
                </a:cxn>
                <a:cxn ang="0">
                  <a:pos x="36" y="92"/>
                </a:cxn>
                <a:cxn ang="0">
                  <a:pos x="12" y="108"/>
                </a:cxn>
                <a:cxn ang="0">
                  <a:pos x="40" y="188"/>
                </a:cxn>
                <a:cxn ang="0">
                  <a:pos x="52" y="224"/>
                </a:cxn>
                <a:cxn ang="0">
                  <a:pos x="60" y="236"/>
                </a:cxn>
                <a:cxn ang="0">
                  <a:pos x="84" y="244"/>
                </a:cxn>
                <a:cxn ang="0">
                  <a:pos x="96" y="196"/>
                </a:cxn>
                <a:cxn ang="0">
                  <a:pos x="124" y="168"/>
                </a:cxn>
                <a:cxn ang="0">
                  <a:pos x="112" y="68"/>
                </a:cxn>
                <a:cxn ang="0">
                  <a:pos x="140" y="48"/>
                </a:cxn>
                <a:cxn ang="0">
                  <a:pos x="112" y="20"/>
                </a:cxn>
                <a:cxn ang="0">
                  <a:pos x="96" y="0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2" name="Freeform 62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/>
              <a:ahLst/>
              <a:cxnLst>
                <a:cxn ang="0">
                  <a:pos x="48" y="2"/>
                </a:cxn>
                <a:cxn ang="0">
                  <a:pos x="51" y="35"/>
                </a:cxn>
                <a:cxn ang="0">
                  <a:pos x="60" y="62"/>
                </a:cxn>
                <a:cxn ang="0">
                  <a:pos x="62" y="92"/>
                </a:cxn>
                <a:cxn ang="0">
                  <a:pos x="68" y="105"/>
                </a:cxn>
                <a:cxn ang="0">
                  <a:pos x="71" y="126"/>
                </a:cxn>
                <a:cxn ang="0">
                  <a:pos x="57" y="93"/>
                </a:cxn>
                <a:cxn ang="0">
                  <a:pos x="35" y="78"/>
                </a:cxn>
                <a:cxn ang="0">
                  <a:pos x="5" y="83"/>
                </a:cxn>
                <a:cxn ang="0">
                  <a:pos x="8" y="102"/>
                </a:cxn>
                <a:cxn ang="0">
                  <a:pos x="41" y="114"/>
                </a:cxn>
                <a:cxn ang="0">
                  <a:pos x="57" y="135"/>
                </a:cxn>
                <a:cxn ang="0">
                  <a:pos x="71" y="135"/>
                </a:cxn>
                <a:cxn ang="0">
                  <a:pos x="78" y="150"/>
                </a:cxn>
                <a:cxn ang="0">
                  <a:pos x="96" y="179"/>
                </a:cxn>
                <a:cxn ang="0">
                  <a:pos x="81" y="126"/>
                </a:cxn>
                <a:cxn ang="0">
                  <a:pos x="80" y="93"/>
                </a:cxn>
                <a:cxn ang="0">
                  <a:pos x="71" y="63"/>
                </a:cxn>
                <a:cxn ang="0">
                  <a:pos x="63" y="41"/>
                </a:cxn>
                <a:cxn ang="0">
                  <a:pos x="57" y="20"/>
                </a:cxn>
                <a:cxn ang="0">
                  <a:pos x="48" y="2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3" name="Freeform 63"/>
            <p:cNvSpPr>
              <a:spLocks/>
            </p:cNvSpPr>
            <p:nvPr/>
          </p:nvSpPr>
          <p:spPr bwMode="invGray">
            <a:xfrm>
              <a:off x="3943" y="3153"/>
              <a:ext cx="40" cy="132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25"/>
                </a:cxn>
                <a:cxn ang="0">
                  <a:pos x="9" y="54"/>
                </a:cxn>
                <a:cxn ang="0">
                  <a:pos x="18" y="94"/>
                </a:cxn>
                <a:cxn ang="0">
                  <a:pos x="34" y="129"/>
                </a:cxn>
                <a:cxn ang="0">
                  <a:pos x="54" y="175"/>
                </a:cxn>
                <a:cxn ang="0">
                  <a:pos x="40" y="115"/>
                </a:cxn>
                <a:cxn ang="0">
                  <a:pos x="34" y="93"/>
                </a:cxn>
                <a:cxn ang="0">
                  <a:pos x="28" y="61"/>
                </a:cxn>
                <a:cxn ang="0">
                  <a:pos x="25" y="46"/>
                </a:cxn>
                <a:cxn ang="0">
                  <a:pos x="16" y="37"/>
                </a:cxn>
                <a:cxn ang="0">
                  <a:pos x="6" y="0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4" name="Freeform 64"/>
            <p:cNvSpPr>
              <a:spLocks/>
            </p:cNvSpPr>
            <p:nvPr/>
          </p:nvSpPr>
          <p:spPr bwMode="invGray">
            <a:xfrm>
              <a:off x="3988" y="3291"/>
              <a:ext cx="65" cy="5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8" y="34"/>
                </a:cxn>
                <a:cxn ang="0">
                  <a:pos x="23" y="43"/>
                </a:cxn>
                <a:cxn ang="0">
                  <a:pos x="48" y="49"/>
                </a:cxn>
                <a:cxn ang="0">
                  <a:pos x="62" y="57"/>
                </a:cxn>
                <a:cxn ang="0">
                  <a:pos x="74" y="66"/>
                </a:cxn>
                <a:cxn ang="0">
                  <a:pos x="86" y="69"/>
                </a:cxn>
                <a:cxn ang="0">
                  <a:pos x="72" y="39"/>
                </a:cxn>
                <a:cxn ang="0">
                  <a:pos x="63" y="22"/>
                </a:cxn>
                <a:cxn ang="0">
                  <a:pos x="36" y="24"/>
                </a:cxn>
                <a:cxn ang="0">
                  <a:pos x="24" y="19"/>
                </a:cxn>
                <a:cxn ang="0">
                  <a:pos x="6" y="0"/>
                </a:cxn>
                <a:cxn ang="0">
                  <a:pos x="2" y="0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5" name="Freeform 65"/>
            <p:cNvSpPr>
              <a:spLocks/>
            </p:cNvSpPr>
            <p:nvPr/>
          </p:nvSpPr>
          <p:spPr bwMode="invGray">
            <a:xfrm>
              <a:off x="4092" y="3195"/>
              <a:ext cx="86" cy="118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75" y="10"/>
                </a:cxn>
                <a:cxn ang="0">
                  <a:pos x="23" y="15"/>
                </a:cxn>
                <a:cxn ang="0">
                  <a:pos x="14" y="33"/>
                </a:cxn>
                <a:cxn ang="0">
                  <a:pos x="11" y="61"/>
                </a:cxn>
                <a:cxn ang="0">
                  <a:pos x="14" y="75"/>
                </a:cxn>
                <a:cxn ang="0">
                  <a:pos x="3" y="88"/>
                </a:cxn>
                <a:cxn ang="0">
                  <a:pos x="14" y="109"/>
                </a:cxn>
                <a:cxn ang="0">
                  <a:pos x="23" y="124"/>
                </a:cxn>
                <a:cxn ang="0">
                  <a:pos x="15" y="144"/>
                </a:cxn>
                <a:cxn ang="0">
                  <a:pos x="24" y="156"/>
                </a:cxn>
                <a:cxn ang="0">
                  <a:pos x="42" y="144"/>
                </a:cxn>
                <a:cxn ang="0">
                  <a:pos x="50" y="93"/>
                </a:cxn>
                <a:cxn ang="0">
                  <a:pos x="56" y="126"/>
                </a:cxn>
                <a:cxn ang="0">
                  <a:pos x="65" y="145"/>
                </a:cxn>
                <a:cxn ang="0">
                  <a:pos x="62" y="112"/>
                </a:cxn>
                <a:cxn ang="0">
                  <a:pos x="72" y="73"/>
                </a:cxn>
                <a:cxn ang="0">
                  <a:pos x="69" y="51"/>
                </a:cxn>
                <a:cxn ang="0">
                  <a:pos x="54" y="60"/>
                </a:cxn>
                <a:cxn ang="0">
                  <a:pos x="35" y="54"/>
                </a:cxn>
                <a:cxn ang="0">
                  <a:pos x="41" y="36"/>
                </a:cxn>
                <a:cxn ang="0">
                  <a:pos x="62" y="34"/>
                </a:cxn>
                <a:cxn ang="0">
                  <a:pos x="78" y="39"/>
                </a:cxn>
                <a:cxn ang="0">
                  <a:pos x="98" y="30"/>
                </a:cxn>
                <a:cxn ang="0">
                  <a:pos x="111" y="13"/>
                </a:cxn>
                <a:cxn ang="0">
                  <a:pos x="98" y="0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6" name="Freeform 66"/>
            <p:cNvSpPr>
              <a:spLocks/>
            </p:cNvSpPr>
            <p:nvPr/>
          </p:nvSpPr>
          <p:spPr bwMode="invGray">
            <a:xfrm>
              <a:off x="4064" y="2777"/>
              <a:ext cx="21" cy="70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0" y="16"/>
                </a:cxn>
                <a:cxn ang="0">
                  <a:pos x="6" y="37"/>
                </a:cxn>
                <a:cxn ang="0">
                  <a:pos x="1" y="61"/>
                </a:cxn>
                <a:cxn ang="0">
                  <a:pos x="16" y="94"/>
                </a:cxn>
                <a:cxn ang="0">
                  <a:pos x="30" y="82"/>
                </a:cxn>
                <a:cxn ang="0">
                  <a:pos x="22" y="61"/>
                </a:cxn>
                <a:cxn ang="0">
                  <a:pos x="12" y="0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7" name="Freeform 67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0" y="20"/>
                </a:cxn>
                <a:cxn ang="0">
                  <a:pos x="8" y="49"/>
                </a:cxn>
                <a:cxn ang="0">
                  <a:pos x="6" y="107"/>
                </a:cxn>
                <a:cxn ang="0">
                  <a:pos x="17" y="103"/>
                </a:cxn>
                <a:cxn ang="0">
                  <a:pos x="20" y="115"/>
                </a:cxn>
                <a:cxn ang="0">
                  <a:pos x="29" y="122"/>
                </a:cxn>
                <a:cxn ang="0">
                  <a:pos x="38" y="140"/>
                </a:cxn>
                <a:cxn ang="0">
                  <a:pos x="48" y="128"/>
                </a:cxn>
                <a:cxn ang="0">
                  <a:pos x="65" y="134"/>
                </a:cxn>
                <a:cxn ang="0">
                  <a:pos x="63" y="109"/>
                </a:cxn>
                <a:cxn ang="0">
                  <a:pos x="48" y="104"/>
                </a:cxn>
                <a:cxn ang="0">
                  <a:pos x="39" y="91"/>
                </a:cxn>
                <a:cxn ang="0">
                  <a:pos x="33" y="73"/>
                </a:cxn>
                <a:cxn ang="0">
                  <a:pos x="41" y="53"/>
                </a:cxn>
                <a:cxn ang="0">
                  <a:pos x="35" y="35"/>
                </a:cxn>
                <a:cxn ang="0">
                  <a:pos x="42" y="20"/>
                </a:cxn>
                <a:cxn ang="0">
                  <a:pos x="29" y="4"/>
                </a:cxn>
                <a:cxn ang="0">
                  <a:pos x="18" y="7"/>
                </a:cxn>
                <a:cxn ang="0">
                  <a:pos x="12" y="2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8" name="Freeform 68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/>
              <a:ahLst/>
              <a:cxnLst>
                <a:cxn ang="0">
                  <a:pos x="52" y="0"/>
                </a:cxn>
                <a:cxn ang="0">
                  <a:pos x="44" y="18"/>
                </a:cxn>
                <a:cxn ang="0">
                  <a:pos x="32" y="30"/>
                </a:cxn>
                <a:cxn ang="0">
                  <a:pos x="16" y="35"/>
                </a:cxn>
                <a:cxn ang="0">
                  <a:pos x="8" y="48"/>
                </a:cxn>
                <a:cxn ang="0">
                  <a:pos x="4" y="74"/>
                </a:cxn>
                <a:cxn ang="0">
                  <a:pos x="13" y="71"/>
                </a:cxn>
                <a:cxn ang="0">
                  <a:pos x="25" y="62"/>
                </a:cxn>
                <a:cxn ang="0">
                  <a:pos x="34" y="69"/>
                </a:cxn>
                <a:cxn ang="0">
                  <a:pos x="58" y="99"/>
                </a:cxn>
                <a:cxn ang="0">
                  <a:pos x="71" y="72"/>
                </a:cxn>
                <a:cxn ang="0">
                  <a:pos x="85" y="68"/>
                </a:cxn>
                <a:cxn ang="0">
                  <a:pos x="74" y="39"/>
                </a:cxn>
                <a:cxn ang="0">
                  <a:pos x="52" y="0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9" name="Freeform 69"/>
            <p:cNvSpPr>
              <a:spLocks/>
            </p:cNvSpPr>
            <p:nvPr/>
          </p:nvSpPr>
          <p:spPr bwMode="invGray">
            <a:xfrm>
              <a:off x="4197" y="3193"/>
              <a:ext cx="29" cy="48"/>
            </a:xfrm>
            <a:custGeom>
              <a:avLst/>
              <a:gdLst/>
              <a:ahLst/>
              <a:cxnLst>
                <a:cxn ang="0">
                  <a:pos x="6" y="27"/>
                </a:cxn>
                <a:cxn ang="0">
                  <a:pos x="26" y="66"/>
                </a:cxn>
                <a:cxn ang="0">
                  <a:pos x="30" y="52"/>
                </a:cxn>
                <a:cxn ang="0">
                  <a:pos x="38" y="40"/>
                </a:cxn>
                <a:cxn ang="0">
                  <a:pos x="30" y="25"/>
                </a:cxn>
                <a:cxn ang="0">
                  <a:pos x="20" y="13"/>
                </a:cxn>
                <a:cxn ang="0">
                  <a:pos x="11" y="1"/>
                </a:cxn>
                <a:cxn ang="0">
                  <a:pos x="2" y="12"/>
                </a:cxn>
                <a:cxn ang="0">
                  <a:pos x="6" y="2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0" name="Freeform 70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3"/>
                </a:cxn>
                <a:cxn ang="0">
                  <a:pos x="24" y="11"/>
                </a:cxn>
                <a:cxn ang="0">
                  <a:pos x="0" y="0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1" name="Freeform 71"/>
            <p:cNvSpPr>
              <a:spLocks/>
            </p:cNvSpPr>
            <p:nvPr/>
          </p:nvSpPr>
          <p:spPr bwMode="invGray">
            <a:xfrm>
              <a:off x="4208" y="3265"/>
              <a:ext cx="45" cy="39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8"/>
                </a:cxn>
                <a:cxn ang="0">
                  <a:pos x="28" y="33"/>
                </a:cxn>
                <a:cxn ang="0">
                  <a:pos x="42" y="46"/>
                </a:cxn>
                <a:cxn ang="0">
                  <a:pos x="60" y="42"/>
                </a:cxn>
                <a:cxn ang="0">
                  <a:pos x="49" y="24"/>
                </a:cxn>
                <a:cxn ang="0">
                  <a:pos x="28" y="3"/>
                </a:cxn>
                <a:cxn ang="0">
                  <a:pos x="19" y="16"/>
                </a:cxn>
                <a:cxn ang="0">
                  <a:pos x="9" y="0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2" name="Freeform 72"/>
            <p:cNvSpPr>
              <a:spLocks/>
            </p:cNvSpPr>
            <p:nvPr/>
          </p:nvSpPr>
          <p:spPr bwMode="invGray">
            <a:xfrm>
              <a:off x="4277" y="3335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3" name="Freeform 73"/>
            <p:cNvSpPr>
              <a:spLocks/>
            </p:cNvSpPr>
            <p:nvPr/>
          </p:nvSpPr>
          <p:spPr bwMode="invGray">
            <a:xfrm>
              <a:off x="4544" y="3293"/>
              <a:ext cx="46" cy="45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14"/>
                </a:cxn>
                <a:cxn ang="0">
                  <a:pos x="24" y="35"/>
                </a:cxn>
                <a:cxn ang="0">
                  <a:pos x="36" y="54"/>
                </a:cxn>
                <a:cxn ang="0">
                  <a:pos x="46" y="63"/>
                </a:cxn>
                <a:cxn ang="0">
                  <a:pos x="61" y="56"/>
                </a:cxn>
                <a:cxn ang="0">
                  <a:pos x="33" y="17"/>
                </a:cxn>
                <a:cxn ang="0">
                  <a:pos x="7" y="0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4" name="Freeform 74"/>
            <p:cNvSpPr>
              <a:spLocks/>
            </p:cNvSpPr>
            <p:nvPr/>
          </p:nvSpPr>
          <p:spPr bwMode="invGray">
            <a:xfrm>
              <a:off x="4147" y="3351"/>
              <a:ext cx="46" cy="49"/>
            </a:xfrm>
            <a:custGeom>
              <a:avLst/>
              <a:gdLst/>
              <a:ahLst/>
              <a:cxnLst>
                <a:cxn ang="0">
                  <a:pos x="28" y="7"/>
                </a:cxn>
                <a:cxn ang="0">
                  <a:pos x="30" y="34"/>
                </a:cxn>
                <a:cxn ang="0">
                  <a:pos x="16" y="43"/>
                </a:cxn>
                <a:cxn ang="0">
                  <a:pos x="22" y="67"/>
                </a:cxn>
                <a:cxn ang="0">
                  <a:pos x="48" y="58"/>
                </a:cxn>
                <a:cxn ang="0">
                  <a:pos x="60" y="47"/>
                </a:cxn>
                <a:cxn ang="0">
                  <a:pos x="51" y="28"/>
                </a:cxn>
                <a:cxn ang="0">
                  <a:pos x="57" y="14"/>
                </a:cxn>
                <a:cxn ang="0">
                  <a:pos x="55" y="2"/>
                </a:cxn>
                <a:cxn ang="0">
                  <a:pos x="46" y="4"/>
                </a:cxn>
                <a:cxn ang="0">
                  <a:pos x="51" y="5"/>
                </a:cxn>
                <a:cxn ang="0">
                  <a:pos x="49" y="16"/>
                </a:cxn>
                <a:cxn ang="0">
                  <a:pos x="43" y="23"/>
                </a:cxn>
                <a:cxn ang="0">
                  <a:pos x="28" y="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5" name="Freeform 75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/>
              <a:ahLst/>
              <a:cxnLst>
                <a:cxn ang="0">
                  <a:pos x="21" y="3"/>
                </a:cxn>
                <a:cxn ang="0">
                  <a:pos x="6" y="6"/>
                </a:cxn>
                <a:cxn ang="0">
                  <a:pos x="33" y="36"/>
                </a:cxn>
                <a:cxn ang="0">
                  <a:pos x="42" y="30"/>
                </a:cxn>
                <a:cxn ang="0">
                  <a:pos x="21" y="3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6" name="Freeform 76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26"/>
                </a:cxn>
                <a:cxn ang="0">
                  <a:pos x="16" y="24"/>
                </a:cxn>
                <a:cxn ang="0">
                  <a:pos x="19" y="29"/>
                </a:cxn>
                <a:cxn ang="0">
                  <a:pos x="16" y="35"/>
                </a:cxn>
                <a:cxn ang="0">
                  <a:pos x="30" y="21"/>
                </a:cxn>
                <a:cxn ang="0">
                  <a:pos x="24" y="9"/>
                </a:cxn>
                <a:cxn ang="0">
                  <a:pos x="21" y="0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7" name="Freeform 77"/>
            <p:cNvSpPr>
              <a:spLocks/>
            </p:cNvSpPr>
            <p:nvPr/>
          </p:nvSpPr>
          <p:spPr bwMode="invGray">
            <a:xfrm>
              <a:off x="4111" y="3351"/>
              <a:ext cx="33" cy="26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7"/>
                </a:cxn>
                <a:cxn ang="0">
                  <a:pos x="27" y="31"/>
                </a:cxn>
                <a:cxn ang="0">
                  <a:pos x="45" y="24"/>
                </a:cxn>
                <a:cxn ang="0">
                  <a:pos x="22" y="10"/>
                </a:cxn>
                <a:cxn ang="0">
                  <a:pos x="21" y="0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8" name="Freeform 78"/>
            <p:cNvSpPr>
              <a:spLocks/>
            </p:cNvSpPr>
            <p:nvPr/>
          </p:nvSpPr>
          <p:spPr bwMode="invGray">
            <a:xfrm>
              <a:off x="4062" y="3021"/>
              <a:ext cx="27" cy="53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1" y="15"/>
                </a:cxn>
                <a:cxn ang="0">
                  <a:pos x="9" y="36"/>
                </a:cxn>
                <a:cxn ang="0">
                  <a:pos x="0" y="59"/>
                </a:cxn>
                <a:cxn ang="0">
                  <a:pos x="8" y="74"/>
                </a:cxn>
                <a:cxn ang="0">
                  <a:pos x="20" y="59"/>
                </a:cxn>
                <a:cxn ang="0">
                  <a:pos x="35" y="32"/>
                </a:cxn>
                <a:cxn ang="0">
                  <a:pos x="30" y="0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9" name="Freeform 79"/>
            <p:cNvSpPr>
              <a:spLocks/>
            </p:cNvSpPr>
            <p:nvPr/>
          </p:nvSpPr>
          <p:spPr bwMode="invGray">
            <a:xfrm>
              <a:off x="4113" y="3012"/>
              <a:ext cx="19" cy="53"/>
            </a:xfrm>
            <a:custGeom>
              <a:avLst/>
              <a:gdLst/>
              <a:ahLst/>
              <a:cxnLst>
                <a:cxn ang="0">
                  <a:pos x="13" y="7"/>
                </a:cxn>
                <a:cxn ang="0">
                  <a:pos x="4" y="8"/>
                </a:cxn>
                <a:cxn ang="0">
                  <a:pos x="0" y="22"/>
                </a:cxn>
                <a:cxn ang="0">
                  <a:pos x="15" y="41"/>
                </a:cxn>
                <a:cxn ang="0">
                  <a:pos x="25" y="56"/>
                </a:cxn>
                <a:cxn ang="0">
                  <a:pos x="16" y="20"/>
                </a:cxn>
                <a:cxn ang="0">
                  <a:pos x="13" y="7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0" name="Freeform 80"/>
            <p:cNvSpPr>
              <a:spLocks/>
            </p:cNvSpPr>
            <p:nvPr/>
          </p:nvSpPr>
          <p:spPr bwMode="invGray">
            <a:xfrm>
              <a:off x="4135" y="2995"/>
              <a:ext cx="9" cy="25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" y="10"/>
                </a:cxn>
                <a:cxn ang="0">
                  <a:pos x="11" y="25"/>
                </a:cxn>
                <a:cxn ang="0">
                  <a:pos x="11" y="0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1" name="Freeform 81"/>
            <p:cNvSpPr>
              <a:spLocks/>
            </p:cNvSpPr>
            <p:nvPr/>
          </p:nvSpPr>
          <p:spPr bwMode="invGray">
            <a:xfrm>
              <a:off x="4145" y="3007"/>
              <a:ext cx="21" cy="4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1" y="14"/>
                </a:cxn>
                <a:cxn ang="0">
                  <a:pos x="20" y="21"/>
                </a:cxn>
                <a:cxn ang="0">
                  <a:pos x="8" y="39"/>
                </a:cxn>
                <a:cxn ang="0">
                  <a:pos x="0" y="56"/>
                </a:cxn>
                <a:cxn ang="0">
                  <a:pos x="11" y="57"/>
                </a:cxn>
                <a:cxn ang="0">
                  <a:pos x="26" y="26"/>
                </a:cxn>
                <a:cxn ang="0">
                  <a:pos x="5" y="0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2" name="Freeform 82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/>
              <a:ahLst/>
              <a:cxnLst>
                <a:cxn ang="0">
                  <a:pos x="14" y="3"/>
                </a:cxn>
                <a:cxn ang="0">
                  <a:pos x="0" y="7"/>
                </a:cxn>
                <a:cxn ang="0">
                  <a:pos x="8" y="22"/>
                </a:cxn>
                <a:cxn ang="0">
                  <a:pos x="14" y="3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3" name="Freeform 83"/>
            <p:cNvSpPr>
              <a:spLocks/>
            </p:cNvSpPr>
            <p:nvPr/>
          </p:nvSpPr>
          <p:spPr bwMode="invGray">
            <a:xfrm>
              <a:off x="3866" y="3052"/>
              <a:ext cx="10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4" name="Freeform 84"/>
            <p:cNvSpPr>
              <a:spLocks/>
            </p:cNvSpPr>
            <p:nvPr/>
          </p:nvSpPr>
          <p:spPr bwMode="invGray">
            <a:xfrm>
              <a:off x="3862" y="3036"/>
              <a:ext cx="12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0" y="10"/>
                </a:cxn>
                <a:cxn ang="0">
                  <a:pos x="12" y="19"/>
                </a:cxn>
                <a:cxn ang="0">
                  <a:pos x="10" y="5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5" name="Freeform 85"/>
            <p:cNvSpPr>
              <a:spLocks/>
            </p:cNvSpPr>
            <p:nvPr/>
          </p:nvSpPr>
          <p:spPr bwMode="invGray">
            <a:xfrm>
              <a:off x="3850" y="2995"/>
              <a:ext cx="11" cy="17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6" name="Freeform 86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9" y="18"/>
                </a:cxn>
                <a:cxn ang="0">
                  <a:pos x="14" y="6"/>
                </a:cxn>
                <a:cxn ang="0">
                  <a:pos x="13" y="0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7" name="Freeform 87"/>
            <p:cNvSpPr>
              <a:spLocks/>
            </p:cNvSpPr>
            <p:nvPr/>
          </p:nvSpPr>
          <p:spPr bwMode="invGray">
            <a:xfrm>
              <a:off x="4688" y="3643"/>
              <a:ext cx="45" cy="61"/>
            </a:xfrm>
            <a:custGeom>
              <a:avLst/>
              <a:gdLst/>
              <a:ahLst/>
              <a:cxnLst>
                <a:cxn ang="0">
                  <a:pos x="10" y="7"/>
                </a:cxn>
                <a:cxn ang="0">
                  <a:pos x="3" y="18"/>
                </a:cxn>
                <a:cxn ang="0">
                  <a:pos x="15" y="39"/>
                </a:cxn>
                <a:cxn ang="0">
                  <a:pos x="27" y="54"/>
                </a:cxn>
                <a:cxn ang="0">
                  <a:pos x="40" y="63"/>
                </a:cxn>
                <a:cxn ang="0">
                  <a:pos x="51" y="81"/>
                </a:cxn>
                <a:cxn ang="0">
                  <a:pos x="52" y="57"/>
                </a:cxn>
                <a:cxn ang="0">
                  <a:pos x="43" y="37"/>
                </a:cxn>
                <a:cxn ang="0">
                  <a:pos x="25" y="18"/>
                </a:cxn>
                <a:cxn ang="0">
                  <a:pos x="10" y="7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8" name="Freeform 88"/>
            <p:cNvSpPr>
              <a:spLocks/>
            </p:cNvSpPr>
            <p:nvPr/>
          </p:nvSpPr>
          <p:spPr bwMode="invGray">
            <a:xfrm>
              <a:off x="4919" y="3593"/>
              <a:ext cx="53" cy="47"/>
            </a:xfrm>
            <a:custGeom>
              <a:avLst/>
              <a:gdLst/>
              <a:ahLst/>
              <a:cxnLst>
                <a:cxn ang="0">
                  <a:pos x="28" y="23"/>
                </a:cxn>
                <a:cxn ang="0">
                  <a:pos x="13" y="32"/>
                </a:cxn>
                <a:cxn ang="0">
                  <a:pos x="1" y="44"/>
                </a:cxn>
                <a:cxn ang="0">
                  <a:pos x="13" y="59"/>
                </a:cxn>
                <a:cxn ang="0">
                  <a:pos x="28" y="44"/>
                </a:cxn>
                <a:cxn ang="0">
                  <a:pos x="40" y="23"/>
                </a:cxn>
                <a:cxn ang="0">
                  <a:pos x="55" y="0"/>
                </a:cxn>
                <a:cxn ang="0">
                  <a:pos x="71" y="11"/>
                </a:cxn>
                <a:cxn ang="0">
                  <a:pos x="35" y="23"/>
                </a:cxn>
                <a:cxn ang="0">
                  <a:pos x="28" y="23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9" name="Freeform 89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4"/>
                </a:cxn>
                <a:cxn ang="0">
                  <a:pos x="12" y="30"/>
                </a:cxn>
                <a:cxn ang="0">
                  <a:pos x="9" y="0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0" name="Freeform 90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0" y="14"/>
                </a:cxn>
                <a:cxn ang="0">
                  <a:pos x="21" y="20"/>
                </a:cxn>
                <a:cxn ang="0">
                  <a:pos x="19" y="0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1" name="Freeform 91"/>
            <p:cNvSpPr>
              <a:spLocks/>
            </p:cNvSpPr>
            <p:nvPr/>
          </p:nvSpPr>
          <p:spPr bwMode="invGray">
            <a:xfrm>
              <a:off x="4598" y="3351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2" name="Freeform 92"/>
            <p:cNvSpPr>
              <a:spLocks/>
            </p:cNvSpPr>
            <p:nvPr/>
          </p:nvSpPr>
          <p:spPr bwMode="invGray">
            <a:xfrm>
              <a:off x="4632" y="3395"/>
              <a:ext cx="26" cy="34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10" y="9"/>
                </a:cxn>
                <a:cxn ang="0">
                  <a:pos x="14" y="32"/>
                </a:cxn>
                <a:cxn ang="0">
                  <a:pos x="26" y="36"/>
                </a:cxn>
                <a:cxn ang="0">
                  <a:pos x="30" y="0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3" name="Freeform 93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4" y="25"/>
                </a:cxn>
                <a:cxn ang="0">
                  <a:pos x="26" y="29"/>
                </a:cxn>
                <a:cxn ang="0">
                  <a:pos x="34" y="2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4" name="Freeform 94"/>
            <p:cNvSpPr>
              <a:spLocks/>
            </p:cNvSpPr>
            <p:nvPr/>
          </p:nvSpPr>
          <p:spPr bwMode="invGray">
            <a:xfrm>
              <a:off x="4693" y="3448"/>
              <a:ext cx="28" cy="27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6" y="22"/>
                </a:cxn>
                <a:cxn ang="0">
                  <a:pos x="27" y="22"/>
                </a:cxn>
                <a:cxn ang="0">
                  <a:pos x="34" y="2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5" name="Freeform 95"/>
            <p:cNvSpPr>
              <a:spLocks/>
            </p:cNvSpPr>
            <p:nvPr/>
          </p:nvSpPr>
          <p:spPr bwMode="invGray">
            <a:xfrm>
              <a:off x="4683" y="3414"/>
              <a:ext cx="27" cy="19"/>
            </a:xfrm>
            <a:custGeom>
              <a:avLst/>
              <a:gdLst/>
              <a:ahLst/>
              <a:cxnLst>
                <a:cxn ang="0">
                  <a:pos x="31" y="1"/>
                </a:cxn>
                <a:cxn ang="0">
                  <a:pos x="10" y="2"/>
                </a:cxn>
                <a:cxn ang="0">
                  <a:pos x="13" y="15"/>
                </a:cxn>
                <a:cxn ang="0">
                  <a:pos x="25" y="19"/>
                </a:cxn>
                <a:cxn ang="0">
                  <a:pos x="31" y="1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6" name="Freeform 96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/>
              <a:ahLst/>
              <a:cxnLst>
                <a:cxn ang="0">
                  <a:pos x="28" y="16"/>
                </a:cxn>
                <a:cxn ang="0">
                  <a:pos x="19" y="2"/>
                </a:cxn>
                <a:cxn ang="0">
                  <a:pos x="10" y="25"/>
                </a:cxn>
                <a:cxn ang="0">
                  <a:pos x="19" y="35"/>
                </a:cxn>
                <a:cxn ang="0">
                  <a:pos x="27" y="29"/>
                </a:cxn>
                <a:cxn ang="0">
                  <a:pos x="28" y="16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7" name="Freeform 97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8" name="Freeform 98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9" name="Freeform 99"/>
            <p:cNvSpPr>
              <a:spLocks/>
            </p:cNvSpPr>
            <p:nvPr/>
          </p:nvSpPr>
          <p:spPr bwMode="invGray">
            <a:xfrm>
              <a:off x="3055" y="2051"/>
              <a:ext cx="141" cy="109"/>
            </a:xfrm>
            <a:custGeom>
              <a:avLst/>
              <a:gdLst/>
              <a:ahLst/>
              <a:cxnLst>
                <a:cxn ang="0">
                  <a:pos x="171" y="4"/>
                </a:cxn>
                <a:cxn ang="0">
                  <a:pos x="185" y="4"/>
                </a:cxn>
                <a:cxn ang="0">
                  <a:pos x="189" y="16"/>
                </a:cxn>
                <a:cxn ang="0">
                  <a:pos x="187" y="24"/>
                </a:cxn>
                <a:cxn ang="0">
                  <a:pos x="131" y="44"/>
                </a:cxn>
                <a:cxn ang="0">
                  <a:pos x="109" y="58"/>
                </a:cxn>
                <a:cxn ang="0">
                  <a:pos x="97" y="62"/>
                </a:cxn>
                <a:cxn ang="0">
                  <a:pos x="71" y="82"/>
                </a:cxn>
                <a:cxn ang="0">
                  <a:pos x="75" y="92"/>
                </a:cxn>
                <a:cxn ang="0">
                  <a:pos x="83" y="116"/>
                </a:cxn>
                <a:cxn ang="0">
                  <a:pos x="107" y="126"/>
                </a:cxn>
                <a:cxn ang="0">
                  <a:pos x="93" y="140"/>
                </a:cxn>
                <a:cxn ang="0">
                  <a:pos x="83" y="130"/>
                </a:cxn>
                <a:cxn ang="0">
                  <a:pos x="71" y="134"/>
                </a:cxn>
                <a:cxn ang="0">
                  <a:pos x="21" y="122"/>
                </a:cxn>
                <a:cxn ang="0">
                  <a:pos x="19" y="106"/>
                </a:cxn>
                <a:cxn ang="0">
                  <a:pos x="47" y="90"/>
                </a:cxn>
                <a:cxn ang="0">
                  <a:pos x="51" y="76"/>
                </a:cxn>
                <a:cxn ang="0">
                  <a:pos x="47" y="64"/>
                </a:cxn>
                <a:cxn ang="0">
                  <a:pos x="73" y="46"/>
                </a:cxn>
                <a:cxn ang="0">
                  <a:pos x="97" y="36"/>
                </a:cxn>
                <a:cxn ang="0">
                  <a:pos x="113" y="24"/>
                </a:cxn>
                <a:cxn ang="0">
                  <a:pos x="171" y="4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0" name="Freeform 100"/>
            <p:cNvSpPr>
              <a:spLocks/>
            </p:cNvSpPr>
            <p:nvPr/>
          </p:nvSpPr>
          <p:spPr bwMode="invGray">
            <a:xfrm>
              <a:off x="3139" y="2155"/>
              <a:ext cx="39" cy="1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12" y="2"/>
                </a:cxn>
                <a:cxn ang="0">
                  <a:pos x="32" y="16"/>
                </a:cxn>
                <a:cxn ang="0">
                  <a:pos x="44" y="14"/>
                </a:cxn>
                <a:cxn ang="0">
                  <a:pos x="24" y="0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1" name="Freeform 101"/>
            <p:cNvSpPr>
              <a:spLocks/>
            </p:cNvSpPr>
            <p:nvPr/>
          </p:nvSpPr>
          <p:spPr bwMode="invGray">
            <a:xfrm>
              <a:off x="3344" y="1998"/>
              <a:ext cx="42" cy="28"/>
            </a:xfrm>
            <a:custGeom>
              <a:avLst/>
              <a:gdLst/>
              <a:ahLst/>
              <a:cxnLst>
                <a:cxn ang="0">
                  <a:pos x="57" y="4"/>
                </a:cxn>
                <a:cxn ang="0">
                  <a:pos x="25" y="24"/>
                </a:cxn>
                <a:cxn ang="0">
                  <a:pos x="11" y="34"/>
                </a:cxn>
                <a:cxn ang="0">
                  <a:pos x="9" y="4"/>
                </a:cxn>
                <a:cxn ang="0">
                  <a:pos x="21" y="0"/>
                </a:cxn>
                <a:cxn ang="0">
                  <a:pos x="57" y="4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2" name="Freeform 102"/>
            <p:cNvSpPr>
              <a:spLocks/>
            </p:cNvSpPr>
            <p:nvPr/>
          </p:nvSpPr>
          <p:spPr bwMode="invGray">
            <a:xfrm>
              <a:off x="3374" y="2012"/>
              <a:ext cx="50" cy="1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11" y="6"/>
                </a:cxn>
                <a:cxn ang="0">
                  <a:pos x="57" y="26"/>
                </a:cxn>
                <a:cxn ang="0">
                  <a:pos x="63" y="24"/>
                </a:cxn>
                <a:cxn ang="0">
                  <a:pos x="29" y="0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3" name="Freeform 103"/>
            <p:cNvSpPr>
              <a:spLocks/>
            </p:cNvSpPr>
            <p:nvPr/>
          </p:nvSpPr>
          <p:spPr bwMode="invGray">
            <a:xfrm>
              <a:off x="3428" y="2014"/>
              <a:ext cx="50" cy="31"/>
            </a:xfrm>
            <a:custGeom>
              <a:avLst/>
              <a:gdLst/>
              <a:ahLst/>
              <a:cxnLst>
                <a:cxn ang="0">
                  <a:pos x="50" y="9"/>
                </a:cxn>
                <a:cxn ang="0">
                  <a:pos x="26" y="9"/>
                </a:cxn>
                <a:cxn ang="0">
                  <a:pos x="10" y="9"/>
                </a:cxn>
                <a:cxn ang="0">
                  <a:pos x="8" y="35"/>
                </a:cxn>
                <a:cxn ang="0">
                  <a:pos x="32" y="43"/>
                </a:cxn>
                <a:cxn ang="0">
                  <a:pos x="62" y="27"/>
                </a:cxn>
                <a:cxn ang="0">
                  <a:pos x="50" y="9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4" name="Freeform 104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8" y="16"/>
                </a:cxn>
                <a:cxn ang="0">
                  <a:pos x="50" y="30"/>
                </a:cxn>
                <a:cxn ang="0">
                  <a:pos x="76" y="36"/>
                </a:cxn>
                <a:cxn ang="0">
                  <a:pos x="112" y="22"/>
                </a:cxn>
                <a:cxn ang="0">
                  <a:pos x="78" y="4"/>
                </a:cxn>
                <a:cxn ang="0">
                  <a:pos x="14" y="0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5" name="Freeform 105"/>
            <p:cNvSpPr>
              <a:spLocks/>
            </p:cNvSpPr>
            <p:nvPr/>
          </p:nvSpPr>
          <p:spPr bwMode="invGray">
            <a:xfrm>
              <a:off x="3867" y="2042"/>
              <a:ext cx="44" cy="26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62" y="10"/>
                </a:cxn>
                <a:cxn ang="0">
                  <a:pos x="30" y="32"/>
                </a:cxn>
                <a:cxn ang="0">
                  <a:pos x="6" y="22"/>
                </a:cxn>
                <a:cxn ang="0">
                  <a:pos x="32" y="4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6" name="Freeform 106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6" y="5"/>
                </a:cxn>
                <a:cxn ang="0">
                  <a:pos x="38" y="23"/>
                </a:cxn>
                <a:cxn ang="0">
                  <a:pos x="20" y="1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7" name="Freeform 107"/>
            <p:cNvSpPr>
              <a:spLocks/>
            </p:cNvSpPr>
            <p:nvPr/>
          </p:nvSpPr>
          <p:spPr bwMode="invGray">
            <a:xfrm>
              <a:off x="4098" y="2294"/>
              <a:ext cx="74" cy="114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8"/>
                </a:cxn>
                <a:cxn ang="0">
                  <a:pos x="14" y="42"/>
                </a:cxn>
                <a:cxn ang="0">
                  <a:pos x="32" y="72"/>
                </a:cxn>
                <a:cxn ang="0">
                  <a:pos x="36" y="104"/>
                </a:cxn>
                <a:cxn ang="0">
                  <a:pos x="80" y="152"/>
                </a:cxn>
                <a:cxn ang="0">
                  <a:pos x="86" y="124"/>
                </a:cxn>
                <a:cxn ang="0">
                  <a:pos x="74" y="102"/>
                </a:cxn>
                <a:cxn ang="0">
                  <a:pos x="62" y="92"/>
                </a:cxn>
                <a:cxn ang="0">
                  <a:pos x="52" y="74"/>
                </a:cxn>
                <a:cxn ang="0">
                  <a:pos x="42" y="44"/>
                </a:cxn>
                <a:cxn ang="0">
                  <a:pos x="4" y="12"/>
                </a:cxn>
                <a:cxn ang="0">
                  <a:pos x="6" y="0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8" name="Freeform 108"/>
            <p:cNvSpPr>
              <a:spLocks/>
            </p:cNvSpPr>
            <p:nvPr/>
          </p:nvSpPr>
          <p:spPr bwMode="invGray">
            <a:xfrm>
              <a:off x="4159" y="2412"/>
              <a:ext cx="55" cy="80"/>
            </a:xfrm>
            <a:custGeom>
              <a:avLst/>
              <a:gdLst/>
              <a:ahLst/>
              <a:cxnLst>
                <a:cxn ang="0">
                  <a:pos x="64" y="22"/>
                </a:cxn>
                <a:cxn ang="0">
                  <a:pos x="74" y="40"/>
                </a:cxn>
                <a:cxn ang="0">
                  <a:pos x="30" y="84"/>
                </a:cxn>
                <a:cxn ang="0">
                  <a:pos x="32" y="100"/>
                </a:cxn>
                <a:cxn ang="0">
                  <a:pos x="20" y="94"/>
                </a:cxn>
                <a:cxn ang="0">
                  <a:pos x="6" y="84"/>
                </a:cxn>
                <a:cxn ang="0">
                  <a:pos x="0" y="82"/>
                </a:cxn>
                <a:cxn ang="0">
                  <a:pos x="10" y="58"/>
                </a:cxn>
                <a:cxn ang="0">
                  <a:pos x="12" y="52"/>
                </a:cxn>
                <a:cxn ang="0">
                  <a:pos x="2" y="24"/>
                </a:cxn>
                <a:cxn ang="0">
                  <a:pos x="4" y="14"/>
                </a:cxn>
                <a:cxn ang="0">
                  <a:pos x="26" y="22"/>
                </a:cxn>
                <a:cxn ang="0">
                  <a:pos x="36" y="36"/>
                </a:cxn>
                <a:cxn ang="0">
                  <a:pos x="64" y="22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9" name="Freeform 109"/>
            <p:cNvSpPr>
              <a:spLocks/>
            </p:cNvSpPr>
            <p:nvPr/>
          </p:nvSpPr>
          <p:spPr bwMode="invGray">
            <a:xfrm>
              <a:off x="4123" y="2492"/>
              <a:ext cx="109" cy="192"/>
            </a:xfrm>
            <a:custGeom>
              <a:avLst/>
              <a:gdLst/>
              <a:ahLst/>
              <a:cxnLst>
                <a:cxn ang="0">
                  <a:pos x="82" y="100"/>
                </a:cxn>
                <a:cxn ang="0">
                  <a:pos x="66" y="106"/>
                </a:cxn>
                <a:cxn ang="0">
                  <a:pos x="64" y="132"/>
                </a:cxn>
                <a:cxn ang="0">
                  <a:pos x="22" y="146"/>
                </a:cxn>
                <a:cxn ang="0">
                  <a:pos x="8" y="168"/>
                </a:cxn>
                <a:cxn ang="0">
                  <a:pos x="20" y="182"/>
                </a:cxn>
                <a:cxn ang="0">
                  <a:pos x="8" y="198"/>
                </a:cxn>
                <a:cxn ang="0">
                  <a:pos x="24" y="252"/>
                </a:cxn>
                <a:cxn ang="0">
                  <a:pos x="28" y="214"/>
                </a:cxn>
                <a:cxn ang="0">
                  <a:pos x="22" y="192"/>
                </a:cxn>
                <a:cxn ang="0">
                  <a:pos x="42" y="176"/>
                </a:cxn>
                <a:cxn ang="0">
                  <a:pos x="52" y="158"/>
                </a:cxn>
                <a:cxn ang="0">
                  <a:pos x="66" y="174"/>
                </a:cxn>
                <a:cxn ang="0">
                  <a:pos x="44" y="190"/>
                </a:cxn>
                <a:cxn ang="0">
                  <a:pos x="56" y="200"/>
                </a:cxn>
                <a:cxn ang="0">
                  <a:pos x="68" y="178"/>
                </a:cxn>
                <a:cxn ang="0">
                  <a:pos x="84" y="184"/>
                </a:cxn>
                <a:cxn ang="0">
                  <a:pos x="104" y="148"/>
                </a:cxn>
                <a:cxn ang="0">
                  <a:pos x="114" y="156"/>
                </a:cxn>
                <a:cxn ang="0">
                  <a:pos x="136" y="148"/>
                </a:cxn>
                <a:cxn ang="0">
                  <a:pos x="146" y="130"/>
                </a:cxn>
                <a:cxn ang="0">
                  <a:pos x="142" y="110"/>
                </a:cxn>
                <a:cxn ang="0">
                  <a:pos x="134" y="98"/>
                </a:cxn>
                <a:cxn ang="0">
                  <a:pos x="122" y="40"/>
                </a:cxn>
                <a:cxn ang="0">
                  <a:pos x="94" y="0"/>
                </a:cxn>
                <a:cxn ang="0">
                  <a:pos x="78" y="12"/>
                </a:cxn>
                <a:cxn ang="0">
                  <a:pos x="96" y="34"/>
                </a:cxn>
                <a:cxn ang="0">
                  <a:pos x="96" y="64"/>
                </a:cxn>
                <a:cxn ang="0">
                  <a:pos x="82" y="100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0" name="Freeform 110"/>
            <p:cNvSpPr>
              <a:spLocks/>
            </p:cNvSpPr>
            <p:nvPr/>
          </p:nvSpPr>
          <p:spPr bwMode="invGray">
            <a:xfrm>
              <a:off x="3062" y="1989"/>
              <a:ext cx="50" cy="31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65" y="20"/>
                </a:cxn>
                <a:cxn ang="0">
                  <a:pos x="41" y="24"/>
                </a:cxn>
                <a:cxn ang="0">
                  <a:pos x="31" y="40"/>
                </a:cxn>
                <a:cxn ang="0">
                  <a:pos x="7" y="38"/>
                </a:cxn>
                <a:cxn ang="0">
                  <a:pos x="1" y="36"/>
                </a:cxn>
                <a:cxn ang="0">
                  <a:pos x="33" y="20"/>
                </a:cxn>
                <a:cxn ang="0">
                  <a:pos x="59" y="0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1" name="Freeform 111"/>
            <p:cNvSpPr>
              <a:spLocks/>
            </p:cNvSpPr>
            <p:nvPr/>
          </p:nvSpPr>
          <p:spPr bwMode="invGray">
            <a:xfrm>
              <a:off x="2955" y="1998"/>
              <a:ext cx="19" cy="22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0" y="18"/>
                </a:cxn>
                <a:cxn ang="0">
                  <a:pos x="18" y="26"/>
                </a:cxn>
                <a:cxn ang="0">
                  <a:pos x="18" y="0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2" name="Freeform 112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/>
              <a:ahLst/>
              <a:cxnLst>
                <a:cxn ang="0">
                  <a:pos x="14" y="6"/>
                </a:cxn>
                <a:cxn ang="0">
                  <a:pos x="0" y="18"/>
                </a:cxn>
                <a:cxn ang="0">
                  <a:pos x="6" y="32"/>
                </a:cxn>
                <a:cxn ang="0">
                  <a:pos x="18" y="36"/>
                </a:cxn>
                <a:cxn ang="0">
                  <a:pos x="40" y="26"/>
                </a:cxn>
                <a:cxn ang="0">
                  <a:pos x="14" y="6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3" name="Freeform 113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3" y="12"/>
                </a:cxn>
                <a:cxn ang="0">
                  <a:pos x="19" y="22"/>
                </a:cxn>
                <a:cxn ang="0">
                  <a:pos x="11" y="0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4" name="Freeform 114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9" y="18"/>
                </a:cxn>
                <a:cxn ang="0">
                  <a:pos x="11" y="0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5" name="Freeform 115"/>
            <p:cNvSpPr>
              <a:spLocks/>
            </p:cNvSpPr>
            <p:nvPr/>
          </p:nvSpPr>
          <p:spPr bwMode="invGray">
            <a:xfrm>
              <a:off x="4162" y="2021"/>
              <a:ext cx="18" cy="3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8" y="16"/>
                </a:cxn>
                <a:cxn ang="0">
                  <a:pos x="0" y="34"/>
                </a:cxn>
                <a:cxn ang="0">
                  <a:pos x="16" y="40"/>
                </a:cxn>
                <a:cxn ang="0">
                  <a:pos x="24" y="0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6" name="Freeform 116"/>
            <p:cNvSpPr>
              <a:spLocks/>
            </p:cNvSpPr>
            <p:nvPr/>
          </p:nvSpPr>
          <p:spPr bwMode="invGray">
            <a:xfrm>
              <a:off x="3278" y="3473"/>
              <a:ext cx="31" cy="16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6" y="24"/>
                </a:cxn>
                <a:cxn ang="0">
                  <a:pos x="30" y="0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7" name="Freeform 117"/>
            <p:cNvSpPr>
              <a:spLocks/>
            </p:cNvSpPr>
            <p:nvPr/>
          </p:nvSpPr>
          <p:spPr bwMode="invGray">
            <a:xfrm>
              <a:off x="3318" y="3467"/>
              <a:ext cx="10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8" name="Freeform 118"/>
            <p:cNvSpPr>
              <a:spLocks/>
            </p:cNvSpPr>
            <p:nvPr/>
          </p:nvSpPr>
          <p:spPr bwMode="invGray">
            <a:xfrm>
              <a:off x="3251" y="3311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9" name="Freeform 119"/>
            <p:cNvSpPr>
              <a:spLocks/>
            </p:cNvSpPr>
            <p:nvPr/>
          </p:nvSpPr>
          <p:spPr bwMode="invGray">
            <a:xfrm>
              <a:off x="3311" y="3239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0" name="Freeform 120"/>
            <p:cNvSpPr>
              <a:spLocks/>
            </p:cNvSpPr>
            <p:nvPr/>
          </p:nvSpPr>
          <p:spPr bwMode="invGray">
            <a:xfrm>
              <a:off x="3287" y="3237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1" name="Freeform 121"/>
            <p:cNvSpPr>
              <a:spLocks/>
            </p:cNvSpPr>
            <p:nvPr/>
          </p:nvSpPr>
          <p:spPr bwMode="invGray">
            <a:xfrm>
              <a:off x="3276" y="3259"/>
              <a:ext cx="9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2" name="Freeform 122"/>
            <p:cNvSpPr>
              <a:spLocks/>
            </p:cNvSpPr>
            <p:nvPr/>
          </p:nvSpPr>
          <p:spPr bwMode="invGray">
            <a:xfrm>
              <a:off x="3251" y="3294"/>
              <a:ext cx="9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3" name="Freeform 123"/>
            <p:cNvSpPr>
              <a:spLocks/>
            </p:cNvSpPr>
            <p:nvPr/>
          </p:nvSpPr>
          <p:spPr bwMode="invGray">
            <a:xfrm>
              <a:off x="3270" y="3282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4" name="Freeform 124"/>
            <p:cNvSpPr>
              <a:spLocks/>
            </p:cNvSpPr>
            <p:nvPr/>
          </p:nvSpPr>
          <p:spPr bwMode="invGray">
            <a:xfrm>
              <a:off x="2537" y="2293"/>
              <a:ext cx="10" cy="17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5" name="Freeform 125"/>
            <p:cNvSpPr>
              <a:spLocks/>
            </p:cNvSpPr>
            <p:nvPr/>
          </p:nvSpPr>
          <p:spPr bwMode="invGray">
            <a:xfrm>
              <a:off x="2476" y="2258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6" name="Freeform 126"/>
            <p:cNvSpPr>
              <a:spLocks/>
            </p:cNvSpPr>
            <p:nvPr/>
          </p:nvSpPr>
          <p:spPr bwMode="invGray">
            <a:xfrm>
              <a:off x="2238" y="2042"/>
              <a:ext cx="2059" cy="1645"/>
            </a:xfrm>
            <a:custGeom>
              <a:avLst/>
              <a:gdLst/>
              <a:ahLst/>
              <a:cxnLst>
                <a:cxn ang="0">
                  <a:pos x="452" y="653"/>
                </a:cxn>
                <a:cxn ang="0">
                  <a:pos x="333" y="595"/>
                </a:cxn>
                <a:cxn ang="0">
                  <a:pos x="158" y="645"/>
                </a:cxn>
                <a:cxn ang="0">
                  <a:pos x="46" y="759"/>
                </a:cxn>
                <a:cxn ang="0">
                  <a:pos x="12" y="941"/>
                </a:cxn>
                <a:cxn ang="0">
                  <a:pos x="146" y="1059"/>
                </a:cxn>
                <a:cxn ang="0">
                  <a:pos x="308" y="1041"/>
                </a:cxn>
                <a:cxn ang="0">
                  <a:pos x="396" y="1138"/>
                </a:cxn>
                <a:cxn ang="0">
                  <a:pos x="452" y="1447"/>
                </a:cxn>
                <a:cxn ang="0">
                  <a:pos x="497" y="1628"/>
                </a:cxn>
                <a:cxn ang="0">
                  <a:pos x="704" y="1574"/>
                </a:cxn>
                <a:cxn ang="0">
                  <a:pos x="817" y="1380"/>
                </a:cxn>
                <a:cxn ang="0">
                  <a:pos x="885" y="1153"/>
                </a:cxn>
                <a:cxn ang="0">
                  <a:pos x="998" y="999"/>
                </a:cxn>
                <a:cxn ang="0">
                  <a:pos x="796" y="856"/>
                </a:cxn>
                <a:cxn ang="0">
                  <a:pos x="817" y="819"/>
                </a:cxn>
                <a:cxn ang="0">
                  <a:pos x="1003" y="916"/>
                </a:cxn>
                <a:cxn ang="0">
                  <a:pos x="1098" y="792"/>
                </a:cxn>
                <a:cxn ang="0">
                  <a:pos x="1046" y="763"/>
                </a:cxn>
                <a:cxn ang="0">
                  <a:pos x="929" y="716"/>
                </a:cxn>
                <a:cxn ang="0">
                  <a:pos x="1141" y="761"/>
                </a:cxn>
                <a:cxn ang="0">
                  <a:pos x="1296" y="852"/>
                </a:cxn>
                <a:cxn ang="0">
                  <a:pos x="1373" y="1033"/>
                </a:cxn>
                <a:cxn ang="0">
                  <a:pos x="1608" y="847"/>
                </a:cxn>
                <a:cxn ang="0">
                  <a:pos x="1704" y="1030"/>
                </a:cxn>
                <a:cxn ang="0">
                  <a:pos x="1707" y="874"/>
                </a:cxn>
                <a:cxn ang="0">
                  <a:pos x="1759" y="800"/>
                </a:cxn>
                <a:cxn ang="0">
                  <a:pos x="1783" y="544"/>
                </a:cxn>
                <a:cxn ang="0">
                  <a:pos x="1824" y="528"/>
                </a:cxn>
                <a:cxn ang="0">
                  <a:pos x="1844" y="427"/>
                </a:cxn>
                <a:cxn ang="0">
                  <a:pos x="1805" y="226"/>
                </a:cxn>
                <a:cxn ang="0">
                  <a:pos x="1899" y="108"/>
                </a:cxn>
                <a:cxn ang="0">
                  <a:pos x="1947" y="209"/>
                </a:cxn>
                <a:cxn ang="0">
                  <a:pos x="1943" y="123"/>
                </a:cxn>
                <a:cxn ang="0">
                  <a:pos x="1975" y="51"/>
                </a:cxn>
                <a:cxn ang="0">
                  <a:pos x="2038" y="0"/>
                </a:cxn>
                <a:cxn ang="0">
                  <a:pos x="1820" y="63"/>
                </a:cxn>
                <a:cxn ang="0">
                  <a:pos x="1583" y="83"/>
                </a:cxn>
                <a:cxn ang="0">
                  <a:pos x="1349" y="30"/>
                </a:cxn>
                <a:cxn ang="0">
                  <a:pos x="1132" y="65"/>
                </a:cxn>
                <a:cxn ang="0">
                  <a:pos x="1040" y="170"/>
                </a:cxn>
                <a:cxn ang="0">
                  <a:pos x="926" y="137"/>
                </a:cxn>
                <a:cxn ang="0">
                  <a:pos x="758" y="183"/>
                </a:cxn>
                <a:cxn ang="0">
                  <a:pos x="667" y="140"/>
                </a:cxn>
                <a:cxn ang="0">
                  <a:pos x="364" y="248"/>
                </a:cxn>
                <a:cxn ang="0">
                  <a:pos x="535" y="213"/>
                </a:cxn>
                <a:cxn ang="0">
                  <a:pos x="638" y="276"/>
                </a:cxn>
                <a:cxn ang="0">
                  <a:pos x="443" y="357"/>
                </a:cxn>
                <a:cxn ang="0">
                  <a:pos x="275" y="416"/>
                </a:cxn>
                <a:cxn ang="0">
                  <a:pos x="167" y="537"/>
                </a:cxn>
                <a:cxn ang="0">
                  <a:pos x="283" y="552"/>
                </a:cxn>
                <a:cxn ang="0">
                  <a:pos x="381" y="573"/>
                </a:cxn>
                <a:cxn ang="0">
                  <a:pos x="493" y="590"/>
                </a:cxn>
                <a:cxn ang="0">
                  <a:pos x="487" y="512"/>
                </a:cxn>
                <a:cxn ang="0">
                  <a:pos x="592" y="548"/>
                </a:cxn>
                <a:cxn ang="0">
                  <a:pos x="686" y="470"/>
                </a:cxn>
                <a:cxn ang="0">
                  <a:pos x="772" y="480"/>
                </a:cxn>
                <a:cxn ang="0">
                  <a:pos x="639" y="598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</p:grpSp>
      <p:sp>
        <p:nvSpPr>
          <p:cNvPr id="120" name="Line 136"/>
          <p:cNvSpPr>
            <a:spLocks noChangeShapeType="1"/>
          </p:cNvSpPr>
          <p:nvPr/>
        </p:nvSpPr>
        <p:spPr bwMode="auto">
          <a:xfrm>
            <a:off x="46551" y="688504"/>
            <a:ext cx="8919343" cy="0"/>
          </a:xfrm>
          <a:prstGeom prst="line">
            <a:avLst/>
          </a:prstGeom>
          <a:noFill/>
          <a:ln w="44450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3332">
              <a:solidFill>
                <a:prstClr val="black"/>
              </a:solidFill>
            </a:endParaRPr>
          </a:p>
        </p:txBody>
      </p:sp>
      <p:sp>
        <p:nvSpPr>
          <p:cNvPr id="121" name="Rectangle 135"/>
          <p:cNvSpPr>
            <a:spLocks noChangeArrowheads="1"/>
          </p:cNvSpPr>
          <p:nvPr/>
        </p:nvSpPr>
        <p:spPr bwMode="auto">
          <a:xfrm>
            <a:off x="8892127" y="609141"/>
            <a:ext cx="1763941" cy="1555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zh-CN" altLang="en-US" sz="3200">
              <a:solidFill>
                <a:prstClr val="black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915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96" r:id="rId1"/>
    <p:sldLayoutId id="2147484997" r:id="rId2"/>
    <p:sldLayoutId id="2147484998" r:id="rId3"/>
    <p:sldLayoutId id="2147484999" r:id="rId4"/>
    <p:sldLayoutId id="2147485000" r:id="rId5"/>
    <p:sldLayoutId id="2147485001" r:id="rId6"/>
    <p:sldLayoutId id="2147485002" r:id="rId7"/>
    <p:sldLayoutId id="2147485003" r:id="rId8"/>
    <p:sldLayoutId id="2147485004" r:id="rId9"/>
    <p:sldLayoutId id="2147485005" r:id="rId10"/>
    <p:sldLayoutId id="2147485006" r:id="rId11"/>
    <p:sldLayoutId id="2147485007" r:id="rId12"/>
    <p:sldLayoutId id="2147485008" r:id="rId13"/>
    <p:sldLayoutId id="2147485009" r:id="rId14"/>
    <p:sldLayoutId id="2147485010" r:id="rId15"/>
    <p:sldLayoutId id="2147485011" r:id="rId16"/>
    <p:sldLayoutId id="2147485012" r:id="rId17"/>
  </p:sldLayoutIdLst>
  <p:txStyles>
    <p:titleStyle>
      <a:lvl1pPr algn="ctr" defTabSz="1219008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7" indent="-457127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445" indent="-380940" algn="l" defTabSz="1219008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761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264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2769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272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1777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282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0785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03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08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512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016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521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025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529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034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7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4823" y="9966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40"/>
            <a:ext cx="7879080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9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9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0778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45" r:id="rId1"/>
    <p:sldLayoutId id="2147485046" r:id="rId2"/>
    <p:sldLayoutId id="2147485047" r:id="rId3"/>
    <p:sldLayoutId id="2147485048" r:id="rId4"/>
    <p:sldLayoutId id="2147485049" r:id="rId5"/>
    <p:sldLayoutId id="2147485050" r:id="rId6"/>
    <p:sldLayoutId id="2147485051" r:id="rId7"/>
    <p:sldLayoutId id="2147485052" r:id="rId8"/>
    <p:sldLayoutId id="2147485053" r:id="rId9"/>
    <p:sldLayoutId id="2147485054" r:id="rId10"/>
    <p:sldLayoutId id="2147485055" r:id="rId11"/>
    <p:sldLayoutId id="2147485056" r:id="rId12"/>
    <p:sldLayoutId id="2147485057" r:id="rId13"/>
    <p:sldLayoutId id="2147485058" r:id="rId14"/>
    <p:sldLayoutId id="2147485059" r:id="rId15"/>
    <p:sldLayoutId id="2147485060" r:id="rId16"/>
    <p:sldLayoutId id="2147485061" r:id="rId17"/>
    <p:sldLayoutId id="2147485062" r:id="rId18"/>
    <p:sldLayoutId id="2147485063" r:id="rId19"/>
    <p:sldLayoutId id="2147485064" r:id="rId20"/>
    <p:sldLayoutId id="2147485065" r:id="rId21"/>
    <p:sldLayoutId id="2147485066" r:id="rId22"/>
    <p:sldLayoutId id="2147485067" r:id="rId23"/>
    <p:sldLayoutId id="2147485068" r:id="rId24"/>
    <p:sldLayoutId id="2147485069" r:id="rId25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48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70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048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396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13" indent="-241013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191" indent="-20196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373" indent="-160676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725" indent="-161791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073" indent="-160676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422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8773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121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469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48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700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048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396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749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096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446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0794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0"/>
            <a:ext cx="12192000" cy="587029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104820" y="9961"/>
            <a:ext cx="793019" cy="58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741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06" r:id="rId1"/>
    <p:sldLayoutId id="2147485107" r:id="rId2"/>
    <p:sldLayoutId id="2147485108" r:id="rId3"/>
    <p:sldLayoutId id="2147485109" r:id="rId4"/>
    <p:sldLayoutId id="2147485110" r:id="rId5"/>
    <p:sldLayoutId id="2147485111" r:id="rId6"/>
    <p:sldLayoutId id="2147485112" r:id="rId7"/>
    <p:sldLayoutId id="2147485113" r:id="rId8"/>
    <p:sldLayoutId id="2147485114" r:id="rId9"/>
    <p:sldLayoutId id="2147485115" r:id="rId10"/>
    <p:sldLayoutId id="2147485116" r:id="rId11"/>
    <p:sldLayoutId id="2147485117" r:id="rId12"/>
    <p:sldLayoutId id="2147485118" r:id="rId13"/>
    <p:sldLayoutId id="2147485119" r:id="rId14"/>
    <p:sldLayoutId id="2147485120" r:id="rId15"/>
    <p:sldLayoutId id="2147485121" r:id="rId16"/>
    <p:sldLayoutId id="2147485122" r:id="rId17"/>
    <p:sldLayoutId id="2147485123" r:id="rId18"/>
    <p:sldLayoutId id="2147485124" r:id="rId19"/>
    <p:sldLayoutId id="2147485125" r:id="rId20"/>
    <p:sldLayoutId id="2147485126" r:id="rId21"/>
    <p:sldLayoutId id="2147485127" r:id="rId22"/>
  </p:sldLayoutIdLst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40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80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204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604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50" indent="-24105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76" indent="-201992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503" indent="-160701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905" indent="-161817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305" indent="-160701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706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108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509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909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400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803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204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604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006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06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808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209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6.png"/><Relationship Id="rId4" Type="http://schemas.openxmlformats.org/officeDocument/2006/relationships/image" Target="../media/image25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emf"/><Relationship Id="rId5" Type="http://schemas.openxmlformats.org/officeDocument/2006/relationships/oleObject" Target="../embeddings/oleObject5.bin"/><Relationship Id="rId10" Type="http://schemas.openxmlformats.org/officeDocument/2006/relationships/image" Target="../media/image29.emf"/><Relationship Id="rId4" Type="http://schemas.openxmlformats.org/officeDocument/2006/relationships/image" Target="../media/image26.emf"/><Relationship Id="rId9" Type="http://schemas.openxmlformats.org/officeDocument/2006/relationships/oleObject" Target="../embeddings/oleObject7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7" Type="http://schemas.openxmlformats.org/officeDocument/2006/relationships/image" Target="../media/image37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wmf"/><Relationship Id="rId5" Type="http://schemas.openxmlformats.org/officeDocument/2006/relationships/image" Target="../media/image35.wmf"/><Relationship Id="rId4" Type="http://schemas.openxmlformats.org/officeDocument/2006/relationships/image" Target="../media/image34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image" Target="../media/image34.wmf"/><Relationship Id="rId7" Type="http://schemas.openxmlformats.org/officeDocument/2006/relationships/image" Target="../media/image17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Relationship Id="rId9" Type="http://schemas.openxmlformats.org/officeDocument/2006/relationships/image" Target="../media/image39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image" Target="../media/image34.wmf"/><Relationship Id="rId7" Type="http://schemas.openxmlformats.org/officeDocument/2006/relationships/oleObject" Target="../embeddings/oleObject8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10" Type="http://schemas.openxmlformats.org/officeDocument/2006/relationships/image" Target="../media/image40.emf"/><Relationship Id="rId4" Type="http://schemas.openxmlformats.org/officeDocument/2006/relationships/image" Target="../media/image35.wmf"/><Relationship Id="rId9" Type="http://schemas.openxmlformats.org/officeDocument/2006/relationships/oleObject" Target="../embeddings/oleObject9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image" Target="../media/image34.wmf"/><Relationship Id="rId7" Type="http://schemas.openxmlformats.org/officeDocument/2006/relationships/oleObject" Target="../embeddings/oleObject8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Relationship Id="rId9" Type="http://schemas.openxmlformats.org/officeDocument/2006/relationships/image" Target="../media/image17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408972" y="1926317"/>
            <a:ext cx="11374056" cy="2183408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>
              <a:lnSpc>
                <a:spcPct val="200000"/>
              </a:lnSpc>
              <a:spcAft>
                <a:spcPts val="1200"/>
              </a:spcAft>
            </a:pP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第</a:t>
            </a:r>
            <a:r>
              <a:rPr lang="en-US" altLang="zh-CN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4.4</a:t>
            </a: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节</a:t>
            </a:r>
            <a:endParaRPr lang="en-US" altLang="zh-CN" sz="5400" b="0" dirty="0">
              <a:solidFill>
                <a:schemeClr val="bg1"/>
              </a:solidFill>
              <a:ea typeface="华光综艺_CNKI" panose="02000500000000000000" pitchFamily="2" charset="-122"/>
            </a:endParaRPr>
          </a:p>
          <a:p>
            <a:r>
              <a:rPr lang="zh-CN" altLang="en-US" b="0" dirty="0">
                <a:ea typeface="华光综艺_CNKI" panose="02000500000000000000" pitchFamily="2" charset="-122"/>
              </a:rPr>
              <a:t>岭回归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718A4-4AE6-B305-2AAE-DF277D144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0A24E0D7-2514-8C2F-6B8B-CFE301B4F876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  岭回归概论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2A5F8E7D-A7B2-26ED-6F42-904A8253566F}"/>
              </a:ext>
            </a:extLst>
          </p:cNvPr>
          <p:cNvSpPr txBox="1"/>
          <p:nvPr/>
        </p:nvSpPr>
        <p:spPr>
          <a:xfrm>
            <a:off x="487016" y="1144455"/>
            <a:ext cx="11571627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defPPr>
              <a:defRPr lang="zh-CN"/>
            </a:defPPr>
            <a:lvl1pPr>
              <a:defRPr sz="3200" b="1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岭回归：</a:t>
            </a:r>
            <a:r>
              <a:rPr lang="zh-CN" altLang="en-US" dirty="0">
                <a:solidFill>
                  <a:schemeClr val="tx1"/>
                </a:solidFill>
              </a:rPr>
              <a:t>是加入了</a:t>
            </a:r>
            <a:r>
              <a:rPr lang="en-US" altLang="zh-CN" dirty="0">
                <a:solidFill>
                  <a:srgbClr val="0066FF"/>
                </a:solidFill>
              </a:rPr>
              <a:t>L2</a:t>
            </a:r>
            <a:r>
              <a:rPr lang="zh-CN" altLang="en-US" dirty="0">
                <a:solidFill>
                  <a:srgbClr val="0066FF"/>
                </a:solidFill>
              </a:rPr>
              <a:t>正则项（岭惩罚项）</a:t>
            </a:r>
            <a:r>
              <a:rPr lang="zh-CN" altLang="en-US" dirty="0">
                <a:solidFill>
                  <a:schemeClr val="tx1"/>
                </a:solidFill>
              </a:rPr>
              <a:t>的最小二乘回归方法。其目标是</a:t>
            </a:r>
            <a:r>
              <a:rPr lang="zh-CN" altLang="en-US" dirty="0">
                <a:solidFill>
                  <a:srgbClr val="0066FF"/>
                </a:solidFill>
              </a:rPr>
              <a:t>最小化残差平方和与正则化项之和</a:t>
            </a:r>
            <a:r>
              <a:rPr lang="zh-CN" altLang="en-US" dirty="0">
                <a:solidFill>
                  <a:schemeClr val="tx1"/>
                </a:solidFill>
              </a:rPr>
              <a:t>，以</a:t>
            </a:r>
            <a:r>
              <a:rPr lang="zh-CN" altLang="en-US" dirty="0">
                <a:solidFill>
                  <a:srgbClr val="0066FF"/>
                </a:solidFill>
              </a:rPr>
              <a:t>有偏估计</a:t>
            </a:r>
            <a:r>
              <a:rPr lang="zh-CN" altLang="en-US" dirty="0">
                <a:solidFill>
                  <a:schemeClr val="tx1"/>
                </a:solidFill>
              </a:rPr>
              <a:t>为代价来提高估计量的稳定性，消除多重共线性。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13980018-07C7-3FDA-CB64-3F8A573519A8}"/>
              </a:ext>
            </a:extLst>
          </p:cNvPr>
          <p:cNvSpPr txBox="1"/>
          <p:nvPr/>
        </p:nvSpPr>
        <p:spPr>
          <a:xfrm>
            <a:off x="487015" y="2796882"/>
            <a:ext cx="11571627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defPPr>
              <a:defRPr lang="zh-CN"/>
            </a:defPPr>
            <a:lvl1pPr>
              <a:defRPr sz="3200" b="1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chemeClr val="tx1"/>
                </a:solidFill>
              </a:rPr>
              <a:t>目标函数：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706AAA6-33B0-1EAF-5D1E-B5D8A17D18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0927210"/>
              </p:ext>
            </p:extLst>
          </p:nvPr>
        </p:nvGraphicFramePr>
        <p:xfrm>
          <a:off x="3799404" y="3340561"/>
          <a:ext cx="3659021" cy="10245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28947" imgH="399974" progId="Equation.DSMT4">
                  <p:embed/>
                </p:oleObj>
              </mc:Choice>
              <mc:Fallback>
                <p:oleObj name="Equation" r:id="rId3" imgW="1428947" imgH="39997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99404" y="3340561"/>
                        <a:ext cx="3659021" cy="10245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B66CACB4-9F92-EEBB-9860-B7FB80AA64C5}"/>
                  </a:ext>
                </a:extLst>
              </p:cNvPr>
              <p:cNvSpPr txBox="1"/>
              <p:nvPr/>
            </p:nvSpPr>
            <p:spPr>
              <a:xfrm>
                <a:off x="487014" y="4502391"/>
                <a:ext cx="11571627" cy="21211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soft" dir="tl">
                    <a:rot lat="0" lon="0" rev="0"/>
                  </a:lightRig>
                </a:scene3d>
                <a:sp3d contourW="25400" prstMaterial="matte">
                  <a:bevelT w="25400" h="55880" prst="artDeco"/>
                  <a:contourClr>
                    <a:schemeClr val="accent2">
                      <a:tint val="20000"/>
                    </a:schemeClr>
                  </a:contourClr>
                </a:sp3d>
              </a:bodyPr>
              <a:lstStyle>
                <a:defPPr>
                  <a:defRPr lang="zh-CN"/>
                </a:defPPr>
                <a:lvl1pPr>
                  <a:defRPr sz="3200" b="1" spc="50">
                    <a:ln w="11430"/>
                    <a:solidFill>
                      <a:srgbClr val="FF0000"/>
                    </a:solidFill>
                    <a:effectLst>
                      <a:outerShdw blurRad="76200" dist="50800" dir="5400000" algn="tl" rotWithShape="0">
                        <a:srgbClr val="000000">
                          <a:alpha val="65000"/>
                        </a:srgbClr>
                      </a:outerShdw>
                    </a:effectLst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defRPr>
                </a:lvl1pPr>
              </a:lstStyle>
              <a:p>
                <a:pPr marL="457200" indent="-457200">
                  <a:buFont typeface="Wingdings" panose="05000000000000000000" pitchFamily="2" charset="2"/>
                  <a:buChar char="l"/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第一项</a:t>
                </a:r>
                <a:r>
                  <a:rPr lang="zh-CN" altLang="en-US" dirty="0">
                    <a:solidFill>
                      <a:srgbClr val="0066FF"/>
                    </a:solidFill>
                  </a:rPr>
                  <a:t>残差平方和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用于拟合数据；第二项</a:t>
                </a:r>
                <a:r>
                  <a:rPr lang="en-US" altLang="zh-CN" dirty="0">
                    <a:solidFill>
                      <a:srgbClr val="0066FF"/>
                    </a:solidFill>
                  </a:rPr>
                  <a:t>L2</a:t>
                </a:r>
                <a:r>
                  <a:rPr lang="zh-CN" altLang="en-US" dirty="0">
                    <a:solidFill>
                      <a:srgbClr val="0066FF"/>
                    </a:solidFill>
                  </a:rPr>
                  <a:t>正则化项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用于限制回归系数的大小，使其趋向于稳定和收敛。</a:t>
                </a:r>
                <a:endParaRPr lang="en-US" altLang="zh-CN" dirty="0">
                  <a:solidFill>
                    <a:schemeClr val="tx1"/>
                  </a:solidFill>
                </a:endParaRPr>
              </a:p>
              <a:p>
                <a:pPr marL="457200" indent="-457200"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zh-CN" altLang="en-US" dirty="0">
                    <a:solidFill>
                      <a:schemeClr val="tx1"/>
                    </a:solidFill>
                  </a:rPr>
                  <a:t>为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岭回归系数估计值</a:t>
                </a:r>
                <a:endParaRPr lang="en-US" altLang="zh-CN" dirty="0">
                  <a:solidFill>
                    <a:srgbClr val="C00000"/>
                  </a:solidFill>
                </a:endParaRPr>
              </a:p>
              <a:p>
                <a:pPr marL="457200" indent="-457200"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</a:rPr>
                  <a:t>为控制正则化项权重的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岭参数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。</a:t>
                </a:r>
              </a:p>
            </p:txBody>
          </p:sp>
        </mc:Choice>
        <mc:Fallback xmlns=""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B66CACB4-9F92-EEBB-9860-B7FB80AA6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014" y="4502391"/>
                <a:ext cx="11571627" cy="212115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6586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249FB-464D-A4EF-F67A-63238213C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9A5CC226-A99F-48D5-C447-EF6AEAE348C0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  岭回归概论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EBDE012F-B4B7-B9BA-1FAD-A66B00588686}"/>
              </a:ext>
            </a:extLst>
          </p:cNvPr>
          <p:cNvSpPr txBox="1"/>
          <p:nvPr/>
        </p:nvSpPr>
        <p:spPr>
          <a:xfrm>
            <a:off x="487013" y="1083433"/>
            <a:ext cx="11571627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defPPr>
              <a:defRPr lang="zh-CN"/>
            </a:defPPr>
            <a:lvl1pPr>
              <a:defRPr sz="3200" b="1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>
                <a:solidFill>
                  <a:srgbClr val="C00000"/>
                </a:solidFill>
              </a:rPr>
              <a:t>岭回归估计值的求解推导过程：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A110E2F-DC0D-35A0-C7C2-F5A284919F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881573"/>
              </p:ext>
            </p:extLst>
          </p:nvPr>
        </p:nvGraphicFramePr>
        <p:xfrm>
          <a:off x="3165028" y="1888247"/>
          <a:ext cx="6215599" cy="18942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00464" imgH="914433" progId="Equation.DSMT4">
                  <p:embed/>
                </p:oleObj>
              </mc:Choice>
              <mc:Fallback>
                <p:oleObj name="Equation" r:id="rId3" imgW="3000464" imgH="91443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65028" y="1888247"/>
                        <a:ext cx="6215599" cy="18942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>
            <a:extLst>
              <a:ext uri="{FF2B5EF4-FFF2-40B4-BE49-F238E27FC236}">
                <a16:creationId xmlns:a16="http://schemas.microsoft.com/office/drawing/2014/main" id="{15740A18-8683-D8A1-0475-CF28997D340A}"/>
              </a:ext>
            </a:extLst>
          </p:cNvPr>
          <p:cNvGrpSpPr/>
          <p:nvPr/>
        </p:nvGrpSpPr>
        <p:grpSpPr>
          <a:xfrm>
            <a:off x="1473334" y="3589073"/>
            <a:ext cx="11571627" cy="808388"/>
            <a:chOff x="487015" y="3647326"/>
            <a:chExt cx="11571627" cy="808388"/>
          </a:xfrm>
        </p:grpSpPr>
        <p:sp>
          <p:nvSpPr>
            <p:cNvPr id="9" name="TextBox 7">
              <a:extLst>
                <a:ext uri="{FF2B5EF4-FFF2-40B4-BE49-F238E27FC236}">
                  <a16:creationId xmlns:a16="http://schemas.microsoft.com/office/drawing/2014/main" id="{E075DB58-DDE3-61BD-AB7A-BFAA3C13400F}"/>
                </a:ext>
              </a:extLst>
            </p:cNvPr>
            <p:cNvSpPr txBox="1"/>
            <p:nvPr/>
          </p:nvSpPr>
          <p:spPr>
            <a:xfrm>
              <a:off x="487015" y="3917724"/>
              <a:ext cx="115716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>
              <a:defPPr>
                <a:defRPr lang="zh-CN"/>
              </a:defPPr>
              <a:lvl1pPr>
                <a:defRPr sz="3200" b="1" spc="50">
                  <a:ln w="11430"/>
                  <a:solidFill>
                    <a:srgbClr val="FF0000"/>
                  </a:soli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defRPr>
              </a:lvl1pPr>
            </a:lstStyle>
            <a:p>
              <a:r>
                <a:rPr lang="zh-CN" altLang="en-US" sz="2400" dirty="0">
                  <a:solidFill>
                    <a:schemeClr val="tx1"/>
                  </a:solidFill>
                </a:rPr>
                <a:t>令            ：</a:t>
              </a:r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9AE2FD19-5DF9-3A89-9D41-07D0C2051C3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179917"/>
                </p:ext>
              </p:extLst>
            </p:nvPr>
          </p:nvGraphicFramePr>
          <p:xfrm>
            <a:off x="995423" y="3647326"/>
            <a:ext cx="909437" cy="808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514478" imgH="457216" progId="Equation.DSMT4">
                    <p:embed/>
                  </p:oleObj>
                </mc:Choice>
                <mc:Fallback>
                  <p:oleObj name="Equation" r:id="rId5" imgW="514478" imgH="457216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95423" y="3647326"/>
                          <a:ext cx="909437" cy="8083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420A136B-1A04-271C-6C47-2D235C7AB2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5718291"/>
              </p:ext>
            </p:extLst>
          </p:nvPr>
        </p:nvGraphicFramePr>
        <p:xfrm>
          <a:off x="3244412" y="4328056"/>
          <a:ext cx="4433565" cy="13854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286171" imgH="714266" progId="Equation.DSMT4">
                  <p:embed/>
                </p:oleObj>
              </mc:Choice>
              <mc:Fallback>
                <p:oleObj name="Equation" r:id="rId7" imgW="2286171" imgH="71426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44412" y="4328056"/>
                        <a:ext cx="4433565" cy="13854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EBC9CEEE-9CE8-AA28-BF8F-346C71BD3D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3470626"/>
              </p:ext>
            </p:extLst>
          </p:nvPr>
        </p:nvGraphicFramePr>
        <p:xfrm>
          <a:off x="3802400" y="6284418"/>
          <a:ext cx="3317590" cy="566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04912" imgH="257049" progId="Equation.DSMT4">
                  <p:embed/>
                </p:oleObj>
              </mc:Choice>
              <mc:Fallback>
                <p:oleObj name="Equation" r:id="rId9" imgW="1504912" imgH="25704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802400" y="6284418"/>
                        <a:ext cx="3317590" cy="5669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9B851EE-84F0-C091-6C05-8D27E5BDC77A}"/>
              </a:ext>
            </a:extLst>
          </p:cNvPr>
          <p:cNvSpPr/>
          <p:nvPr/>
        </p:nvSpPr>
        <p:spPr>
          <a:xfrm>
            <a:off x="995423" y="1888247"/>
            <a:ext cx="9214835" cy="4963101"/>
          </a:xfrm>
          <a:prstGeom prst="roundRect">
            <a:avLst/>
          </a:prstGeom>
          <a:noFill/>
          <a:ln w="28575">
            <a:solidFill>
              <a:srgbClr val="0066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58352C6E-4664-71C8-B2E4-6929F1941460}"/>
              </a:ext>
            </a:extLst>
          </p:cNvPr>
          <p:cNvCxnSpPr>
            <a:cxnSpLocks/>
          </p:cNvCxnSpPr>
          <p:nvPr/>
        </p:nvCxnSpPr>
        <p:spPr>
          <a:xfrm>
            <a:off x="5540282" y="3859471"/>
            <a:ext cx="0" cy="58092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0987A29D-5658-D2E8-5D1F-8BF82B14FC8D}"/>
              </a:ext>
            </a:extLst>
          </p:cNvPr>
          <p:cNvCxnSpPr>
            <a:cxnSpLocks/>
          </p:cNvCxnSpPr>
          <p:nvPr/>
        </p:nvCxnSpPr>
        <p:spPr>
          <a:xfrm>
            <a:off x="5540282" y="5713545"/>
            <a:ext cx="0" cy="58092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8690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69C3A-AECC-7D19-2D95-2C24D45A9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Box 7">
            <a:extLst>
              <a:ext uri="{FF2B5EF4-FFF2-40B4-BE49-F238E27FC236}">
                <a16:creationId xmlns:a16="http://schemas.microsoft.com/office/drawing/2014/main" id="{33D62395-4B3F-8657-BCFD-10139CE371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9906" y="2685882"/>
            <a:ext cx="6292749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spAutoFit/>
          </a:bodyPr>
          <a:lstStyle>
            <a:defPPr>
              <a:defRPr lang="zh-CN"/>
            </a:defPPr>
            <a:lvl1pPr algn="ctr">
              <a:buClr>
                <a:srgbClr val="002060"/>
              </a:buClr>
              <a:buSzPct val="105000"/>
              <a:defRPr sz="4400" b="1">
                <a:gradFill>
                  <a:gsLst>
                    <a:gs pos="417">
                      <a:srgbClr val="FFC000"/>
                    </a:gs>
                    <a:gs pos="77000">
                      <a:srgbClr val="C00000"/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eaLnBrk="0" hangingPunct="0"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5000"/>
              <a:buFontTx/>
              <a:buNone/>
              <a:tabLst/>
              <a:defRPr/>
            </a:pPr>
            <a:r>
              <a:rPr lang="zh-CN" altLang="en-US" sz="4000" dirty="0">
                <a:solidFill>
                  <a:srgbClr val="0084CF"/>
                </a:solidFill>
              </a:rPr>
              <a:t>岭回归概述</a:t>
            </a:r>
          </a:p>
        </p:txBody>
      </p:sp>
      <p:sp>
        <p:nvSpPr>
          <p:cNvPr id="26" name="矩形 33">
            <a:extLst>
              <a:ext uri="{FF2B5EF4-FFF2-40B4-BE49-F238E27FC236}">
                <a16:creationId xmlns:a16="http://schemas.microsoft.com/office/drawing/2014/main" id="{5A980BFA-2331-6E0D-ECFD-1D4739E55B27}"/>
              </a:ext>
            </a:extLst>
          </p:cNvPr>
          <p:cNvSpPr/>
          <p:nvPr/>
        </p:nvSpPr>
        <p:spPr>
          <a:xfrm>
            <a:off x="2306212" y="2524452"/>
            <a:ext cx="997725" cy="938442"/>
          </a:xfrm>
          <a:prstGeom prst="rect">
            <a:avLst/>
          </a:prstGeom>
          <a:noFill/>
          <a:ln w="12700">
            <a:solidFill>
              <a:srgbClr val="0084C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7" name="矩形 34">
            <a:extLst>
              <a:ext uri="{FF2B5EF4-FFF2-40B4-BE49-F238E27FC236}">
                <a16:creationId xmlns:a16="http://schemas.microsoft.com/office/drawing/2014/main" id="{C91ACFBE-C72F-FFF5-1D89-1519A40CA912}"/>
              </a:ext>
            </a:extLst>
          </p:cNvPr>
          <p:cNvSpPr/>
          <p:nvPr/>
        </p:nvSpPr>
        <p:spPr>
          <a:xfrm>
            <a:off x="2396223" y="2609115"/>
            <a:ext cx="817703" cy="769116"/>
          </a:xfrm>
          <a:prstGeom prst="rect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</a:rPr>
              <a:t>01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pitchFamily="2" charset="-122"/>
            </a:endParaRPr>
          </a:p>
        </p:txBody>
      </p:sp>
      <p:cxnSp>
        <p:nvCxnSpPr>
          <p:cNvPr id="25" name="直接连接符 5">
            <a:extLst>
              <a:ext uri="{FF2B5EF4-FFF2-40B4-BE49-F238E27FC236}">
                <a16:creationId xmlns:a16="http://schemas.microsoft.com/office/drawing/2014/main" id="{3E5AD0C7-D4CF-692D-C6D5-587F74065A28}"/>
              </a:ext>
            </a:extLst>
          </p:cNvPr>
          <p:cNvCxnSpPr>
            <a:stCxn id="26" idx="2"/>
          </p:cNvCxnSpPr>
          <p:nvPr/>
        </p:nvCxnSpPr>
        <p:spPr>
          <a:xfrm>
            <a:off x="2805074" y="3462894"/>
            <a:ext cx="7080714" cy="0"/>
          </a:xfrm>
          <a:prstGeom prst="line">
            <a:avLst/>
          </a:prstGeom>
          <a:noFill/>
          <a:ln w="12700">
            <a:solidFill>
              <a:srgbClr val="0084C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" name="Text Box 7">
            <a:extLst>
              <a:ext uri="{FF2B5EF4-FFF2-40B4-BE49-F238E27FC236}">
                <a16:creationId xmlns:a16="http://schemas.microsoft.com/office/drawing/2014/main" id="{1AD5FF24-D364-6362-E9B7-049C55A2BF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9906" y="3828975"/>
            <a:ext cx="6292749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>
                <a:srgbClr val="002060"/>
              </a:buClr>
              <a:buSzPct val="105000"/>
              <a:defRPr/>
            </a:pPr>
            <a:r>
              <a:rPr lang="zh-CN" altLang="en-US" sz="4000" b="1" dirty="0">
                <a:gradFill>
                  <a:gsLst>
                    <a:gs pos="417">
                      <a:srgbClr val="FFC000"/>
                    </a:gs>
                    <a:gs pos="77000">
                      <a:srgbClr val="C00000"/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岭参数的选择</a:t>
            </a:r>
          </a:p>
        </p:txBody>
      </p:sp>
      <p:sp>
        <p:nvSpPr>
          <p:cNvPr id="21" name="矩形 29">
            <a:extLst>
              <a:ext uri="{FF2B5EF4-FFF2-40B4-BE49-F238E27FC236}">
                <a16:creationId xmlns:a16="http://schemas.microsoft.com/office/drawing/2014/main" id="{2DB738B9-E664-E0B7-5F1F-74BED3C4E85A}"/>
              </a:ext>
            </a:extLst>
          </p:cNvPr>
          <p:cNvSpPr/>
          <p:nvPr/>
        </p:nvSpPr>
        <p:spPr>
          <a:xfrm>
            <a:off x="2306212" y="3667426"/>
            <a:ext cx="997725" cy="938442"/>
          </a:xfrm>
          <a:prstGeom prst="rect">
            <a:avLst/>
          </a:prstGeom>
          <a:noFill/>
          <a:ln w="12700">
            <a:solidFill>
              <a:srgbClr val="0084C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2" name="矩形 30">
            <a:extLst>
              <a:ext uri="{FF2B5EF4-FFF2-40B4-BE49-F238E27FC236}">
                <a16:creationId xmlns:a16="http://schemas.microsoft.com/office/drawing/2014/main" id="{144EF0C4-E3E2-2A51-2D13-E551BF740043}"/>
              </a:ext>
            </a:extLst>
          </p:cNvPr>
          <p:cNvSpPr/>
          <p:nvPr/>
        </p:nvSpPr>
        <p:spPr>
          <a:xfrm>
            <a:off x="2396223" y="3752089"/>
            <a:ext cx="817703" cy="769116"/>
          </a:xfrm>
          <a:prstGeom prst="rect">
            <a:avLst/>
          </a:prstGeom>
          <a:gradFill>
            <a:gsLst>
              <a:gs pos="417">
                <a:srgbClr val="FFC000"/>
              </a:gs>
              <a:gs pos="99000">
                <a:srgbClr val="C00000"/>
              </a:gs>
            </a:gsLst>
            <a:lin ang="2700000" scaled="0"/>
          </a:gradFill>
          <a:ln w="12700"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</a:rPr>
              <a:t>02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pitchFamily="2" charset="-122"/>
            </a:endParaRPr>
          </a:p>
        </p:txBody>
      </p:sp>
      <p:cxnSp>
        <p:nvCxnSpPr>
          <p:cNvPr id="18" name="直接连接符 43">
            <a:extLst>
              <a:ext uri="{FF2B5EF4-FFF2-40B4-BE49-F238E27FC236}">
                <a16:creationId xmlns:a16="http://schemas.microsoft.com/office/drawing/2014/main" id="{22C6E5F6-92D1-8EB4-2DB7-69348EE8C456}"/>
              </a:ext>
            </a:extLst>
          </p:cNvPr>
          <p:cNvCxnSpPr>
            <a:stCxn id="21" idx="2"/>
          </p:cNvCxnSpPr>
          <p:nvPr/>
        </p:nvCxnSpPr>
        <p:spPr>
          <a:xfrm>
            <a:off x="2805074" y="4605868"/>
            <a:ext cx="7080714" cy="0"/>
          </a:xfrm>
          <a:prstGeom prst="line">
            <a:avLst/>
          </a:prstGeom>
          <a:noFill/>
          <a:ln w="12700">
            <a:solidFill>
              <a:srgbClr val="0084C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组合 10">
            <a:extLst>
              <a:ext uri="{FF2B5EF4-FFF2-40B4-BE49-F238E27FC236}">
                <a16:creationId xmlns:a16="http://schemas.microsoft.com/office/drawing/2014/main" id="{F88F75B3-4907-DFE8-6D65-55C09E6A6A81}"/>
              </a:ext>
            </a:extLst>
          </p:cNvPr>
          <p:cNvGrpSpPr/>
          <p:nvPr/>
        </p:nvGrpSpPr>
        <p:grpSpPr>
          <a:xfrm>
            <a:off x="2306212" y="4810400"/>
            <a:ext cx="7579576" cy="938442"/>
            <a:chOff x="2734890" y="5002222"/>
            <a:chExt cx="7430257" cy="978068"/>
          </a:xfrm>
        </p:grpSpPr>
        <p:grpSp>
          <p:nvGrpSpPr>
            <p:cNvPr id="8" name="组合 35">
              <a:extLst>
                <a:ext uri="{FF2B5EF4-FFF2-40B4-BE49-F238E27FC236}">
                  <a16:creationId xmlns:a16="http://schemas.microsoft.com/office/drawing/2014/main" id="{56293F86-AD61-EF92-FC6C-3B5C6C04018F}"/>
                </a:ext>
              </a:extLst>
            </p:cNvPr>
            <p:cNvGrpSpPr/>
            <p:nvPr/>
          </p:nvGrpSpPr>
          <p:grpSpPr>
            <a:xfrm>
              <a:off x="2734890" y="5002222"/>
              <a:ext cx="7329156" cy="978068"/>
              <a:chOff x="3382706" y="3231661"/>
              <a:chExt cx="7329156" cy="978068"/>
            </a:xfrm>
          </p:grpSpPr>
          <p:sp>
            <p:nvSpPr>
              <p:cNvPr id="13" name="Text Box 7">
                <a:extLst>
                  <a:ext uri="{FF2B5EF4-FFF2-40B4-BE49-F238E27FC236}">
                    <a16:creationId xmlns:a16="http://schemas.microsoft.com/office/drawing/2014/main" id="{5559552D-7AED-E4B7-EBFC-CBEDE2CBA8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43081" y="3399907"/>
                <a:ext cx="6168781" cy="6415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 anchorCtr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2060"/>
                  </a:buClr>
                  <a:buSzPct val="105000"/>
                  <a:buFontTx/>
                  <a:buNone/>
                  <a:tabLst/>
                  <a:defRPr/>
                </a:pPr>
                <a:r>
                  <a:rPr lang="zh-CN" altLang="en-US" sz="4000" b="1" dirty="0">
                    <a:solidFill>
                      <a:srgbClr val="0084C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岭回归实践案例</a:t>
                </a:r>
              </a:p>
            </p:txBody>
          </p:sp>
          <p:grpSp>
            <p:nvGrpSpPr>
              <p:cNvPr id="14" name="组合 12">
                <a:extLst>
                  <a:ext uri="{FF2B5EF4-FFF2-40B4-BE49-F238E27FC236}">
                    <a16:creationId xmlns:a16="http://schemas.microsoft.com/office/drawing/2014/main" id="{08588743-1796-D585-7873-0368DEA0E1CA}"/>
                  </a:ext>
                </a:extLst>
              </p:cNvPr>
              <p:cNvGrpSpPr/>
              <p:nvPr/>
            </p:nvGrpSpPr>
            <p:grpSpPr>
              <a:xfrm>
                <a:off x="3382706" y="3231661"/>
                <a:ext cx="978070" cy="978068"/>
                <a:chOff x="2051720" y="1381964"/>
                <a:chExt cx="1152128" cy="1152128"/>
              </a:xfrm>
            </p:grpSpPr>
            <p:sp>
              <p:nvSpPr>
                <p:cNvPr id="15" name="矩形 41">
                  <a:extLst>
                    <a:ext uri="{FF2B5EF4-FFF2-40B4-BE49-F238E27FC236}">
                      <a16:creationId xmlns:a16="http://schemas.microsoft.com/office/drawing/2014/main" id="{2D38E51A-0DA6-898E-55A5-BDC62A6A3FF9}"/>
                    </a:ext>
                  </a:extLst>
                </p:cNvPr>
                <p:cNvSpPr/>
                <p:nvPr/>
              </p:nvSpPr>
              <p:spPr>
                <a:xfrm>
                  <a:off x="2051720" y="1381964"/>
                  <a:ext cx="1152128" cy="1152128"/>
                </a:xfrm>
                <a:prstGeom prst="rect">
                  <a:avLst/>
                </a:prstGeom>
                <a:noFill/>
                <a:ln w="12700">
                  <a:solidFill>
                    <a:srgbClr val="0084CF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200" b="0" i="0" u="sng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6" name="矩形 42">
                  <a:extLst>
                    <a:ext uri="{FF2B5EF4-FFF2-40B4-BE49-F238E27FC236}">
                      <a16:creationId xmlns:a16="http://schemas.microsoft.com/office/drawing/2014/main" id="{D850CC84-1ED4-824C-32F5-53C109002CD4}"/>
                    </a:ext>
                  </a:extLst>
                </p:cNvPr>
                <p:cNvSpPr/>
                <p:nvPr/>
              </p:nvSpPr>
              <p:spPr>
                <a:xfrm>
                  <a:off x="2155661" y="1485905"/>
                  <a:ext cx="944247" cy="944246"/>
                </a:xfrm>
                <a:prstGeom prst="rect">
                  <a:avLst/>
                </a:prstGeom>
                <a:gradFill>
                  <a:gsLst>
                    <a:gs pos="417">
                      <a:srgbClr val="00B0F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n w="12700">
                  <a:solidFill>
                    <a:srgbClr val="06C5B3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3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Impact" panose="020B0806030902050204" pitchFamily="34" charset="0"/>
                      <a:ea typeface="等线" panose="02010600030101010101" pitchFamily="2" charset="-122"/>
                      <a:cs typeface="+mn-cs"/>
                    </a:rPr>
                    <a:t>03</a:t>
                  </a:r>
                  <a:endParaRPr kumimoji="0" lang="zh-CN" alt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Impact" panose="020B0806030902050204" pitchFamily="34" charset="0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</p:grpSp>
        <p:cxnSp>
          <p:nvCxnSpPr>
            <p:cNvPr id="12" name="直接连接符 45">
              <a:extLst>
                <a:ext uri="{FF2B5EF4-FFF2-40B4-BE49-F238E27FC236}">
                  <a16:creationId xmlns:a16="http://schemas.microsoft.com/office/drawing/2014/main" id="{3A1CB4E3-3967-21A4-34C2-1DAB9F3581AA}"/>
                </a:ext>
              </a:extLst>
            </p:cNvPr>
            <p:cNvCxnSpPr>
              <a:stCxn id="15" idx="2"/>
            </p:cNvCxnSpPr>
            <p:nvPr/>
          </p:nvCxnSpPr>
          <p:spPr>
            <a:xfrm>
              <a:off x="3223924" y="5980290"/>
              <a:ext cx="6941223" cy="0"/>
            </a:xfrm>
            <a:prstGeom prst="line">
              <a:avLst/>
            </a:prstGeom>
            <a:noFill/>
            <a:ln w="12700">
              <a:solidFill>
                <a:srgbClr val="0084CF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7AE5371C-05C0-B0C4-1F8E-7304E463A4C8}"/>
              </a:ext>
            </a:extLst>
          </p:cNvPr>
          <p:cNvSpPr txBox="1">
            <a:spLocks/>
          </p:cNvSpPr>
          <p:nvPr/>
        </p:nvSpPr>
        <p:spPr>
          <a:xfrm>
            <a:off x="1371600" y="565393"/>
            <a:ext cx="9448800" cy="1339898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r>
              <a:rPr lang="zh-CN" altLang="en-US" b="0" dirty="0">
                <a:solidFill>
                  <a:srgbClr val="FD5C0C"/>
                </a:solidFill>
                <a:effectLst/>
                <a:latin typeface="华光综艺_CNKI" panose="02000500000000000000" pitchFamily="2" charset="-122"/>
                <a:ea typeface="华光综艺_CNKI" panose="02000500000000000000" pitchFamily="2" charset="-122"/>
              </a:rPr>
              <a:t>汇报提纲</a:t>
            </a:r>
            <a:endParaRPr lang="en-US" b="0" dirty="0">
              <a:solidFill>
                <a:schemeClr val="bg1"/>
              </a:solidFill>
              <a:effectLst/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pic>
        <p:nvPicPr>
          <p:cNvPr id="3" name="Picture 2" descr="A logo with dots and lines&#10;&#10;Description automatically generated">
            <a:extLst>
              <a:ext uri="{FF2B5EF4-FFF2-40B4-BE49-F238E27FC236}">
                <a16:creationId xmlns:a16="http://schemas.microsoft.com/office/drawing/2014/main" id="{BE1E3E5D-A6E5-5736-0083-23F4A914152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8" r="8389" b="36069"/>
          <a:stretch/>
        </p:blipFill>
        <p:spPr>
          <a:xfrm>
            <a:off x="11471423" y="93711"/>
            <a:ext cx="588328" cy="45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546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F8A66-2700-8DC9-6DB9-6B1A31B39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924FB48C-2A38-C98B-9527-96EA2373DC49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  岭参数的选择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2D9405F1-BA37-3D2D-E9F1-6F1D761400FE}"/>
              </a:ext>
            </a:extLst>
          </p:cNvPr>
          <p:cNvSpPr txBox="1"/>
          <p:nvPr/>
        </p:nvSpPr>
        <p:spPr>
          <a:xfrm>
            <a:off x="620373" y="1103359"/>
            <a:ext cx="11571627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defPPr>
              <a:defRPr lang="zh-CN"/>
            </a:defPPr>
            <a:lvl1pPr>
              <a:defRPr sz="3200" b="1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>
                <a:solidFill>
                  <a:srgbClr val="C00000"/>
                </a:solidFill>
              </a:rPr>
              <a:t>岭参数的选择：</a:t>
            </a: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）岭迹法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7">
                <a:extLst>
                  <a:ext uri="{FF2B5EF4-FFF2-40B4-BE49-F238E27FC236}">
                    <a16:creationId xmlns:a16="http://schemas.microsoft.com/office/drawing/2014/main" id="{465FF4B9-B382-AD0C-419A-B559125F41E5}"/>
                  </a:ext>
                </a:extLst>
              </p:cNvPr>
              <p:cNvSpPr txBox="1"/>
              <p:nvPr/>
            </p:nvSpPr>
            <p:spPr>
              <a:xfrm>
                <a:off x="866953" y="2077692"/>
                <a:ext cx="10753119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soft" dir="tl">
                    <a:rot lat="0" lon="0" rev="0"/>
                  </a:lightRig>
                </a:scene3d>
                <a:sp3d contourW="25400" prstMaterial="matte">
                  <a:bevelT w="25400" h="55880" prst="artDeco"/>
                  <a:contourClr>
                    <a:schemeClr val="accent2">
                      <a:tint val="20000"/>
                    </a:schemeClr>
                  </a:contourClr>
                </a:sp3d>
              </a:bodyPr>
              <a:lstStyle>
                <a:defPPr>
                  <a:defRPr lang="zh-CN"/>
                </a:defPPr>
                <a:lvl1pPr>
                  <a:defRPr sz="3200" b="1" spc="50">
                    <a:ln w="11430"/>
                    <a:solidFill>
                      <a:srgbClr val="FF0000"/>
                    </a:solidFill>
                    <a:effectLst>
                      <a:outerShdw blurRad="76200" dist="50800" dir="5400000" algn="tl" rotWithShape="0">
                        <a:srgbClr val="000000">
                          <a:alpha val="65000"/>
                        </a:srgbClr>
                      </a:outerShdw>
                    </a:effectLst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defRPr>
                </a:lvl1pPr>
              </a:lstStyle>
              <a:p>
                <a:pPr marL="457200" indent="-457200">
                  <a:buFont typeface="Wingdings" panose="05000000000000000000" pitchFamily="2" charset="2"/>
                  <a:buChar char="n"/>
                </a:pPr>
                <a:r>
                  <a:rPr lang="zh-CN" altLang="en-US" sz="2800" dirty="0">
                    <a:solidFill>
                      <a:schemeClr val="tx1"/>
                    </a:solidFill>
                  </a:rPr>
                  <a:t>岭迹是</a:t>
                </a:r>
                <a:r>
                  <a:rPr lang="zh-CN" altLang="en-US" sz="2800" dirty="0">
                    <a:solidFill>
                      <a:srgbClr val="0066FF"/>
                    </a:solidFill>
                  </a:rPr>
                  <a:t>随着岭参数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zh-CN" altLang="en-US" sz="2800" dirty="0">
                    <a:solidFill>
                      <a:srgbClr val="0066FF"/>
                    </a:solidFill>
                  </a:rPr>
                  <a:t>的变化而发生的系数变化的轨迹</a:t>
                </a:r>
                <a:r>
                  <a:rPr lang="zh-CN" altLang="en-US" sz="2800" dirty="0">
                    <a:solidFill>
                      <a:schemeClr val="tx1"/>
                    </a:solidFill>
                  </a:rPr>
                  <a:t>。通过绘制不同岭参数下岭回归模型的系数变化岭迹图，可以根据曲线的形状和趋势来确定适当的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</a:rPr>
                  <a:t>值和选取自变量。</a:t>
                </a:r>
                <a:r>
                  <a:rPr lang="zh-CN" altLang="en-US" sz="2800" dirty="0">
                    <a:solidFill>
                      <a:srgbClr val="C00000"/>
                    </a:solidFill>
                  </a:rPr>
                  <a:t>当岭迹曲线稳定时，可以得到目标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zh-CN" altLang="en-US" sz="2800" dirty="0">
                    <a:solidFill>
                      <a:srgbClr val="C00000"/>
                    </a:solidFill>
                  </a:rPr>
                  <a:t>值</a:t>
                </a:r>
                <a:r>
                  <a:rPr lang="zh-CN" altLang="en-US" sz="2800" dirty="0">
                    <a:solidFill>
                      <a:schemeClr val="tx1"/>
                    </a:solidFill>
                  </a:rPr>
                  <a:t>。</a:t>
                </a:r>
              </a:p>
            </p:txBody>
          </p:sp>
        </mc:Choice>
        <mc:Fallback xmlns="">
          <p:sp>
            <p:nvSpPr>
              <p:cNvPr id="21" name="TextBox 7">
                <a:extLst>
                  <a:ext uri="{FF2B5EF4-FFF2-40B4-BE49-F238E27FC236}">
                    <a16:creationId xmlns:a16="http://schemas.microsoft.com/office/drawing/2014/main" id="{465FF4B9-B382-AD0C-419A-B559125F41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953" y="2077692"/>
                <a:ext cx="10753119" cy="1815882"/>
              </a:xfrm>
              <a:prstGeom prst="rect">
                <a:avLst/>
              </a:prstGeom>
              <a:blipFill>
                <a:blip r:embed="rId3"/>
                <a:stretch>
                  <a:fillRect r="-8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图形 17">
            <a:extLst>
              <a:ext uri="{FF2B5EF4-FFF2-40B4-BE49-F238E27FC236}">
                <a16:creationId xmlns:a16="http://schemas.microsoft.com/office/drawing/2014/main" id="{8CD8C03D-1550-B832-38F9-26BF009F785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476" t="3659" b="6911"/>
          <a:stretch/>
        </p:blipFill>
        <p:spPr bwMode="auto">
          <a:xfrm>
            <a:off x="3325752" y="3971000"/>
            <a:ext cx="5540495" cy="277398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81787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EFD98-5096-2514-E6F4-91AA9CA28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B708D171-52AA-1F3B-D2AB-EC74F2EDA83A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  岭参数的选择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0F78163F-4830-D09B-160D-A95A8BA7CA42}"/>
              </a:ext>
            </a:extLst>
          </p:cNvPr>
          <p:cNvSpPr txBox="1"/>
          <p:nvPr/>
        </p:nvSpPr>
        <p:spPr>
          <a:xfrm>
            <a:off x="620373" y="1103359"/>
            <a:ext cx="11571627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defPPr>
              <a:defRPr lang="zh-CN"/>
            </a:defPPr>
            <a:lvl1pPr>
              <a:defRPr sz="3200" b="1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>
                <a:solidFill>
                  <a:srgbClr val="C00000"/>
                </a:solidFill>
              </a:rPr>
              <a:t>岭参数的选择：</a:t>
            </a: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）交叉验证</a:t>
            </a:r>
          </a:p>
        </p:txBody>
      </p:sp>
      <p:sp>
        <p:nvSpPr>
          <p:cNvPr id="21" name="TextBox 7">
            <a:extLst>
              <a:ext uri="{FF2B5EF4-FFF2-40B4-BE49-F238E27FC236}">
                <a16:creationId xmlns:a16="http://schemas.microsoft.com/office/drawing/2014/main" id="{10A1A942-FCD7-B187-BC0A-03461A8D9ECD}"/>
              </a:ext>
            </a:extLst>
          </p:cNvPr>
          <p:cNvSpPr txBox="1"/>
          <p:nvPr/>
        </p:nvSpPr>
        <p:spPr>
          <a:xfrm>
            <a:off x="866953" y="2077692"/>
            <a:ext cx="10753119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defPPr>
              <a:defRPr lang="zh-CN"/>
            </a:defPPr>
            <a:lvl1pPr>
              <a:defRPr sz="3200" b="1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2800" dirty="0">
                <a:solidFill>
                  <a:schemeClr val="tx1"/>
                </a:solidFill>
              </a:rPr>
              <a:t>使用</a:t>
            </a:r>
            <a:r>
              <a:rPr lang="en-US" altLang="zh-CN" sz="2800" dirty="0">
                <a:solidFill>
                  <a:schemeClr val="tx1"/>
                </a:solidFill>
              </a:rPr>
              <a:t>k</a:t>
            </a:r>
            <a:r>
              <a:rPr lang="zh-CN" altLang="en-US" sz="2800" dirty="0">
                <a:solidFill>
                  <a:schemeClr val="tx1"/>
                </a:solidFill>
              </a:rPr>
              <a:t>折交叉验证进行岭参数选取的具体步骤如下：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F849C97-B7BE-2662-D93C-A730CA719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68" y="2990470"/>
            <a:ext cx="10729093" cy="3076258"/>
          </a:xfrm>
          <a:prstGeom prst="rect">
            <a:avLst/>
          </a:prstGeom>
        </p:spPr>
      </p:pic>
      <p:pic>
        <p:nvPicPr>
          <p:cNvPr id="52228" name="Picture 4">
            <a:extLst>
              <a:ext uri="{FF2B5EF4-FFF2-40B4-BE49-F238E27FC236}">
                <a16:creationId xmlns:a16="http://schemas.microsoft.com/office/drawing/2014/main" id="{13BDCA20-D33E-5682-588E-FE350CD16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227" name="Picture 3">
            <a:extLst>
              <a:ext uri="{FF2B5EF4-FFF2-40B4-BE49-F238E27FC236}">
                <a16:creationId xmlns:a16="http://schemas.microsoft.com/office/drawing/2014/main" id="{03AF7961-EED8-FF0D-2A88-21E5622BC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226" name="Picture 2">
            <a:extLst>
              <a:ext uri="{FF2B5EF4-FFF2-40B4-BE49-F238E27FC236}">
                <a16:creationId xmlns:a16="http://schemas.microsoft.com/office/drawing/2014/main" id="{6D8130F8-DC2C-86C1-3B74-F99EF4799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68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225" name="Picture 1">
            <a:extLst>
              <a:ext uri="{FF2B5EF4-FFF2-40B4-BE49-F238E27FC236}">
                <a16:creationId xmlns:a16="http://schemas.microsoft.com/office/drawing/2014/main" id="{42B8C86D-B852-5EE1-A57D-8E6AB5C5CA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1923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87E5F-7CA3-D3E7-6285-4486333C8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Box 7">
            <a:extLst>
              <a:ext uri="{FF2B5EF4-FFF2-40B4-BE49-F238E27FC236}">
                <a16:creationId xmlns:a16="http://schemas.microsoft.com/office/drawing/2014/main" id="{81E683D1-927C-B227-2214-B7DBBFAD5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9906" y="2685882"/>
            <a:ext cx="6292749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spAutoFit/>
          </a:bodyPr>
          <a:lstStyle>
            <a:defPPr>
              <a:defRPr lang="zh-CN"/>
            </a:defPPr>
            <a:lvl1pPr algn="ctr">
              <a:buClr>
                <a:srgbClr val="002060"/>
              </a:buClr>
              <a:buSzPct val="105000"/>
              <a:defRPr sz="4400" b="1">
                <a:gradFill>
                  <a:gsLst>
                    <a:gs pos="417">
                      <a:srgbClr val="FFC000"/>
                    </a:gs>
                    <a:gs pos="77000">
                      <a:srgbClr val="C00000"/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eaLnBrk="0" hangingPunct="0"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5000"/>
              <a:buFontTx/>
              <a:buNone/>
              <a:tabLst/>
              <a:defRPr/>
            </a:pPr>
            <a:r>
              <a:rPr lang="zh-CN" altLang="en-US" sz="4000" dirty="0">
                <a:solidFill>
                  <a:srgbClr val="0084CF"/>
                </a:solidFill>
              </a:rPr>
              <a:t>岭回归概述</a:t>
            </a:r>
          </a:p>
        </p:txBody>
      </p:sp>
      <p:sp>
        <p:nvSpPr>
          <p:cNvPr id="26" name="矩形 33">
            <a:extLst>
              <a:ext uri="{FF2B5EF4-FFF2-40B4-BE49-F238E27FC236}">
                <a16:creationId xmlns:a16="http://schemas.microsoft.com/office/drawing/2014/main" id="{0E98CE61-F311-CB5D-0BA3-B396D63C468B}"/>
              </a:ext>
            </a:extLst>
          </p:cNvPr>
          <p:cNvSpPr/>
          <p:nvPr/>
        </p:nvSpPr>
        <p:spPr>
          <a:xfrm>
            <a:off x="2306212" y="2524452"/>
            <a:ext cx="997725" cy="938442"/>
          </a:xfrm>
          <a:prstGeom prst="rect">
            <a:avLst/>
          </a:prstGeom>
          <a:noFill/>
          <a:ln w="12700">
            <a:solidFill>
              <a:srgbClr val="0084C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7" name="矩形 34">
            <a:extLst>
              <a:ext uri="{FF2B5EF4-FFF2-40B4-BE49-F238E27FC236}">
                <a16:creationId xmlns:a16="http://schemas.microsoft.com/office/drawing/2014/main" id="{AAFBD9FF-F925-26A4-71EE-ECFDA54F84FD}"/>
              </a:ext>
            </a:extLst>
          </p:cNvPr>
          <p:cNvSpPr/>
          <p:nvPr/>
        </p:nvSpPr>
        <p:spPr>
          <a:xfrm>
            <a:off x="2396223" y="2609115"/>
            <a:ext cx="817703" cy="769116"/>
          </a:xfrm>
          <a:prstGeom prst="rect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</a:rPr>
              <a:t>01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pitchFamily="2" charset="-122"/>
            </a:endParaRPr>
          </a:p>
        </p:txBody>
      </p:sp>
      <p:cxnSp>
        <p:nvCxnSpPr>
          <p:cNvPr id="25" name="直接连接符 5">
            <a:extLst>
              <a:ext uri="{FF2B5EF4-FFF2-40B4-BE49-F238E27FC236}">
                <a16:creationId xmlns:a16="http://schemas.microsoft.com/office/drawing/2014/main" id="{395583FC-424C-5068-4AC5-4E86EEAC1232}"/>
              </a:ext>
            </a:extLst>
          </p:cNvPr>
          <p:cNvCxnSpPr>
            <a:stCxn id="26" idx="2"/>
          </p:cNvCxnSpPr>
          <p:nvPr/>
        </p:nvCxnSpPr>
        <p:spPr>
          <a:xfrm>
            <a:off x="2805074" y="3462894"/>
            <a:ext cx="7080714" cy="0"/>
          </a:xfrm>
          <a:prstGeom prst="line">
            <a:avLst/>
          </a:prstGeom>
          <a:noFill/>
          <a:ln w="12700">
            <a:solidFill>
              <a:srgbClr val="0084C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" name="Text Box 7">
            <a:extLst>
              <a:ext uri="{FF2B5EF4-FFF2-40B4-BE49-F238E27FC236}">
                <a16:creationId xmlns:a16="http://schemas.microsoft.com/office/drawing/2014/main" id="{3980DB06-64BB-6560-76CE-E2E850EA16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9906" y="3828975"/>
            <a:ext cx="6292749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>
                <a:srgbClr val="002060"/>
              </a:buClr>
              <a:buSzPct val="105000"/>
              <a:defRPr/>
            </a:pPr>
            <a:r>
              <a:rPr lang="zh-CN" altLang="en-US" sz="4000" b="1" dirty="0">
                <a:solidFill>
                  <a:srgbClr val="0084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岭参数的选择</a:t>
            </a:r>
          </a:p>
        </p:txBody>
      </p:sp>
      <p:sp>
        <p:nvSpPr>
          <p:cNvPr id="21" name="矩形 29">
            <a:extLst>
              <a:ext uri="{FF2B5EF4-FFF2-40B4-BE49-F238E27FC236}">
                <a16:creationId xmlns:a16="http://schemas.microsoft.com/office/drawing/2014/main" id="{0C737DC2-4260-92DB-D5DF-E682B44E2668}"/>
              </a:ext>
            </a:extLst>
          </p:cNvPr>
          <p:cNvSpPr/>
          <p:nvPr/>
        </p:nvSpPr>
        <p:spPr>
          <a:xfrm>
            <a:off x="2306212" y="3667426"/>
            <a:ext cx="997725" cy="938442"/>
          </a:xfrm>
          <a:prstGeom prst="rect">
            <a:avLst/>
          </a:prstGeom>
          <a:noFill/>
          <a:ln w="12700">
            <a:solidFill>
              <a:srgbClr val="0084C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2" name="矩形 30">
            <a:extLst>
              <a:ext uri="{FF2B5EF4-FFF2-40B4-BE49-F238E27FC236}">
                <a16:creationId xmlns:a16="http://schemas.microsoft.com/office/drawing/2014/main" id="{8CC2CC53-415E-698E-8033-06F8C0456E2B}"/>
              </a:ext>
            </a:extLst>
          </p:cNvPr>
          <p:cNvSpPr/>
          <p:nvPr/>
        </p:nvSpPr>
        <p:spPr>
          <a:xfrm>
            <a:off x="2396223" y="3752089"/>
            <a:ext cx="817703" cy="769116"/>
          </a:xfrm>
          <a:prstGeom prst="rect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</a:rPr>
              <a:t>02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pitchFamily="2" charset="-122"/>
            </a:endParaRPr>
          </a:p>
        </p:txBody>
      </p:sp>
      <p:cxnSp>
        <p:nvCxnSpPr>
          <p:cNvPr id="18" name="直接连接符 43">
            <a:extLst>
              <a:ext uri="{FF2B5EF4-FFF2-40B4-BE49-F238E27FC236}">
                <a16:creationId xmlns:a16="http://schemas.microsoft.com/office/drawing/2014/main" id="{D43328AA-FCCC-4EAA-E24A-9E059D1D6D2C}"/>
              </a:ext>
            </a:extLst>
          </p:cNvPr>
          <p:cNvCxnSpPr>
            <a:stCxn id="21" idx="2"/>
          </p:cNvCxnSpPr>
          <p:nvPr/>
        </p:nvCxnSpPr>
        <p:spPr>
          <a:xfrm>
            <a:off x="2805074" y="4605868"/>
            <a:ext cx="7080714" cy="0"/>
          </a:xfrm>
          <a:prstGeom prst="line">
            <a:avLst/>
          </a:prstGeom>
          <a:noFill/>
          <a:ln w="12700">
            <a:solidFill>
              <a:srgbClr val="0084C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Text Box 7">
            <a:extLst>
              <a:ext uri="{FF2B5EF4-FFF2-40B4-BE49-F238E27FC236}">
                <a16:creationId xmlns:a16="http://schemas.microsoft.com/office/drawing/2014/main" id="{352AA692-0DB2-11D9-0C13-636EEFA753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9906" y="4971830"/>
            <a:ext cx="6292749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>
                <a:srgbClr val="002060"/>
              </a:buClr>
              <a:buSzPct val="105000"/>
              <a:defRPr/>
            </a:pPr>
            <a:r>
              <a:rPr lang="zh-CN" altLang="en-US" sz="4000" b="1" dirty="0">
                <a:gradFill>
                  <a:gsLst>
                    <a:gs pos="417">
                      <a:srgbClr val="FFC000"/>
                    </a:gs>
                    <a:gs pos="77000">
                      <a:srgbClr val="C00000"/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岭回归实践案例</a:t>
            </a:r>
          </a:p>
        </p:txBody>
      </p:sp>
      <p:sp>
        <p:nvSpPr>
          <p:cNvPr id="15" name="矩形 41">
            <a:extLst>
              <a:ext uri="{FF2B5EF4-FFF2-40B4-BE49-F238E27FC236}">
                <a16:creationId xmlns:a16="http://schemas.microsoft.com/office/drawing/2014/main" id="{DC515CF7-A1F0-1F8A-E8CE-6F44A9A96942}"/>
              </a:ext>
            </a:extLst>
          </p:cNvPr>
          <p:cNvSpPr/>
          <p:nvPr/>
        </p:nvSpPr>
        <p:spPr>
          <a:xfrm>
            <a:off x="2306212" y="4810400"/>
            <a:ext cx="997725" cy="938442"/>
          </a:xfrm>
          <a:prstGeom prst="rect">
            <a:avLst/>
          </a:prstGeom>
          <a:noFill/>
          <a:ln w="12700">
            <a:solidFill>
              <a:srgbClr val="0084C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" name="矩形 42">
            <a:extLst>
              <a:ext uri="{FF2B5EF4-FFF2-40B4-BE49-F238E27FC236}">
                <a16:creationId xmlns:a16="http://schemas.microsoft.com/office/drawing/2014/main" id="{F43A5249-4ED5-F0D7-5FB2-A4E91124A634}"/>
              </a:ext>
            </a:extLst>
          </p:cNvPr>
          <p:cNvSpPr/>
          <p:nvPr/>
        </p:nvSpPr>
        <p:spPr>
          <a:xfrm>
            <a:off x="2396223" y="4895063"/>
            <a:ext cx="817703" cy="769116"/>
          </a:xfrm>
          <a:prstGeom prst="rect">
            <a:avLst/>
          </a:prstGeom>
          <a:gradFill>
            <a:gsLst>
              <a:gs pos="417">
                <a:srgbClr val="FFC000"/>
              </a:gs>
              <a:gs pos="99000">
                <a:srgbClr val="C00000"/>
              </a:gs>
            </a:gsLst>
            <a:lin ang="2700000" scaled="0"/>
          </a:gradFill>
          <a:ln w="12700"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</a:rPr>
              <a:t>03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pitchFamily="2" charset="-122"/>
            </a:endParaRPr>
          </a:p>
        </p:txBody>
      </p:sp>
      <p:cxnSp>
        <p:nvCxnSpPr>
          <p:cNvPr id="12" name="直接连接符 45">
            <a:extLst>
              <a:ext uri="{FF2B5EF4-FFF2-40B4-BE49-F238E27FC236}">
                <a16:creationId xmlns:a16="http://schemas.microsoft.com/office/drawing/2014/main" id="{F77FFC87-4252-04B7-C59B-09085CEE5835}"/>
              </a:ext>
            </a:extLst>
          </p:cNvPr>
          <p:cNvCxnSpPr>
            <a:stCxn id="15" idx="2"/>
          </p:cNvCxnSpPr>
          <p:nvPr/>
        </p:nvCxnSpPr>
        <p:spPr>
          <a:xfrm>
            <a:off x="2805074" y="5748842"/>
            <a:ext cx="7080714" cy="0"/>
          </a:xfrm>
          <a:prstGeom prst="line">
            <a:avLst/>
          </a:prstGeom>
          <a:noFill/>
          <a:ln w="12700">
            <a:solidFill>
              <a:srgbClr val="0084C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7F754EA5-20C3-2C34-FB8C-583E390E240C}"/>
              </a:ext>
            </a:extLst>
          </p:cNvPr>
          <p:cNvSpPr txBox="1">
            <a:spLocks/>
          </p:cNvSpPr>
          <p:nvPr/>
        </p:nvSpPr>
        <p:spPr>
          <a:xfrm>
            <a:off x="1371600" y="565393"/>
            <a:ext cx="9448800" cy="1339898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r>
              <a:rPr lang="zh-CN" altLang="en-US" b="0" dirty="0">
                <a:solidFill>
                  <a:srgbClr val="FD5C0C"/>
                </a:solidFill>
                <a:effectLst/>
                <a:latin typeface="华光综艺_CNKI" panose="02000500000000000000" pitchFamily="2" charset="-122"/>
                <a:ea typeface="华光综艺_CNKI" panose="02000500000000000000" pitchFamily="2" charset="-122"/>
              </a:rPr>
              <a:t>汇报提纲</a:t>
            </a:r>
            <a:endParaRPr lang="en-US" b="0" dirty="0">
              <a:solidFill>
                <a:schemeClr val="bg1"/>
              </a:solidFill>
              <a:effectLst/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pic>
        <p:nvPicPr>
          <p:cNvPr id="3" name="Picture 2" descr="A logo with dots and lines&#10;&#10;Description automatically generated">
            <a:extLst>
              <a:ext uri="{FF2B5EF4-FFF2-40B4-BE49-F238E27FC236}">
                <a16:creationId xmlns:a16="http://schemas.microsoft.com/office/drawing/2014/main" id="{46674E1D-5945-DB46-FD20-90BE662AD4F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8" r="8389" b="36069"/>
          <a:stretch/>
        </p:blipFill>
        <p:spPr>
          <a:xfrm>
            <a:off x="11471423" y="93711"/>
            <a:ext cx="588328" cy="45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706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0C8C7-BF01-8FBB-F788-54295736F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BE4E02D3-688F-8DB9-5A94-D18DE241E76C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 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实践案例：基于岭回归的汽车燃油效率预测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046EDF89-F4D0-68D0-7F64-0D222CC41B00}"/>
              </a:ext>
            </a:extLst>
          </p:cNvPr>
          <p:cNvSpPr txBox="1"/>
          <p:nvPr/>
        </p:nvSpPr>
        <p:spPr>
          <a:xfrm>
            <a:off x="620373" y="1103359"/>
            <a:ext cx="11571627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defPPr>
              <a:defRPr lang="zh-CN"/>
            </a:defPPr>
            <a:lvl1pPr>
              <a:defRPr sz="3200" b="1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>
                <a:solidFill>
                  <a:srgbClr val="C00000"/>
                </a:solidFill>
              </a:rPr>
              <a:t>岭回归实践案例：</a:t>
            </a:r>
            <a:r>
              <a:rPr lang="zh-CN" altLang="en-US" dirty="0">
                <a:solidFill>
                  <a:schemeClr val="tx1"/>
                </a:solidFill>
              </a:rPr>
              <a:t>汽车燃油效率数据集</a:t>
            </a:r>
          </a:p>
        </p:txBody>
      </p:sp>
      <p:pic>
        <p:nvPicPr>
          <p:cNvPr id="53250" name="Object 4">
            <a:extLst>
              <a:ext uri="{FF2B5EF4-FFF2-40B4-BE49-F238E27FC236}">
                <a16:creationId xmlns:a16="http://schemas.microsoft.com/office/drawing/2014/main" id="{647ED588-54B9-0302-0C43-E2AEC253B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1" name="Object 3">
            <a:extLst>
              <a:ext uri="{FF2B5EF4-FFF2-40B4-BE49-F238E27FC236}">
                <a16:creationId xmlns:a16="http://schemas.microsoft.com/office/drawing/2014/main" id="{726FB710-53EE-9FB1-0ACE-3371035A32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2" name="Object 2">
            <a:extLst>
              <a:ext uri="{FF2B5EF4-FFF2-40B4-BE49-F238E27FC236}">
                <a16:creationId xmlns:a16="http://schemas.microsoft.com/office/drawing/2014/main" id="{F9EEB457-C357-526D-A01C-B8572B3737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68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3" name="Object 1">
            <a:extLst>
              <a:ext uri="{FF2B5EF4-FFF2-40B4-BE49-F238E27FC236}">
                <a16:creationId xmlns:a16="http://schemas.microsoft.com/office/drawing/2014/main" id="{0BDE57E8-B6CB-573C-5C5C-9E6294DB4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B297C37-C6E0-6941-704B-A9E0A327E6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6462" y="1900816"/>
            <a:ext cx="9480581" cy="462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411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3C762-EFD3-5B1F-0D34-363E83BE2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C5EB6EE4-A085-1794-4B3D-C33449C527A4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 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实践案例：基于岭回归的汽车燃油效率预测</a:t>
            </a:r>
            <a:endParaRPr lang="en-US" altLang="zh-CN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90F86DB0-AF1A-921D-D0B4-072591429CD7}"/>
              </a:ext>
            </a:extLst>
          </p:cNvPr>
          <p:cNvSpPr txBox="1"/>
          <p:nvPr/>
        </p:nvSpPr>
        <p:spPr>
          <a:xfrm>
            <a:off x="620373" y="1103359"/>
            <a:ext cx="11571627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defPPr>
              <a:defRPr lang="zh-CN"/>
            </a:defPPr>
            <a:lvl1pPr>
              <a:defRPr sz="3200" b="1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>
                <a:solidFill>
                  <a:srgbClr val="C00000"/>
                </a:solidFill>
              </a:rPr>
              <a:t>岭回归实践案例：</a:t>
            </a:r>
            <a:r>
              <a:rPr lang="zh-CN" altLang="en-US" dirty="0">
                <a:solidFill>
                  <a:schemeClr val="tx1"/>
                </a:solidFill>
              </a:rPr>
              <a:t>数据导入与数据预处理</a:t>
            </a:r>
          </a:p>
        </p:txBody>
      </p:sp>
      <p:pic>
        <p:nvPicPr>
          <p:cNvPr id="53250" name="Object 4">
            <a:extLst>
              <a:ext uri="{FF2B5EF4-FFF2-40B4-BE49-F238E27FC236}">
                <a16:creationId xmlns:a16="http://schemas.microsoft.com/office/drawing/2014/main" id="{925C2410-10A7-D9B3-3990-D8EBA80A9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1" name="Object 3">
            <a:extLst>
              <a:ext uri="{FF2B5EF4-FFF2-40B4-BE49-F238E27FC236}">
                <a16:creationId xmlns:a16="http://schemas.microsoft.com/office/drawing/2014/main" id="{BC262BFC-DE49-BBDD-E5A0-04F03380C2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2" name="Object 2">
            <a:extLst>
              <a:ext uri="{FF2B5EF4-FFF2-40B4-BE49-F238E27FC236}">
                <a16:creationId xmlns:a16="http://schemas.microsoft.com/office/drawing/2014/main" id="{1993DC8E-5C49-1A22-16AC-CBCE3430A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68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3" name="Object 1">
            <a:extLst>
              <a:ext uri="{FF2B5EF4-FFF2-40B4-BE49-F238E27FC236}">
                <a16:creationId xmlns:a16="http://schemas.microsoft.com/office/drawing/2014/main" id="{61D86A9F-5204-52D7-8EBE-CAC3567EBD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746DE971-5E4C-C154-BF8E-CADC23B9DD03}"/>
              </a:ext>
            </a:extLst>
          </p:cNvPr>
          <p:cNvGrpSpPr/>
          <p:nvPr/>
        </p:nvGrpSpPr>
        <p:grpSpPr>
          <a:xfrm>
            <a:off x="1232021" y="2141898"/>
            <a:ext cx="9544692" cy="3918691"/>
            <a:chOff x="3986374" y="5933062"/>
            <a:chExt cx="9544692" cy="3918691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82011E5C-F568-D151-2898-99982D673A11}"/>
                </a:ext>
              </a:extLst>
            </p:cNvPr>
            <p:cNvSpPr/>
            <p:nvPr/>
          </p:nvSpPr>
          <p:spPr>
            <a:xfrm>
              <a:off x="3986374" y="5933062"/>
              <a:ext cx="9544692" cy="391869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E44C3FB-92D7-EAE9-B906-9D918B82AA8B}"/>
                </a:ext>
              </a:extLst>
            </p:cNvPr>
            <p:cNvSpPr txBox="1"/>
            <p:nvPr/>
          </p:nvSpPr>
          <p:spPr>
            <a:xfrm>
              <a:off x="4006922" y="5999115"/>
              <a:ext cx="9524144" cy="37856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# 1.</a:t>
              </a:r>
              <a:r>
                <a:rPr lang="zh-CN" altLang="en-US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读取数据集、数据预处理</a:t>
              </a:r>
            </a:p>
            <a:p>
              <a:pPr marL="342900" indent="-342900"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data = 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pd.read_csv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('../data/auto_mpg.csv', 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sep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=',')</a:t>
              </a:r>
            </a:p>
            <a:p>
              <a:pPr marL="342900" indent="-342900"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data = 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data.dropna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()  # </a:t>
              </a:r>
              <a:r>
                <a:rPr lang="zh-CN" altLang="en-US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缺失值处理</a:t>
              </a:r>
            </a:p>
            <a:p>
              <a:pPr marL="342900" indent="-342900"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X = data[['displacement', 'cylinders', 'horsepower', 'weight', 'acceleration', '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model_year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', 'origin']]</a:t>
              </a:r>
            </a:p>
            <a:p>
              <a:pPr marL="342900" indent="-342900"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y = 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data.iloc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[:, 7]</a:t>
              </a:r>
            </a:p>
            <a:p>
              <a:pPr marL="342900" indent="-342900"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X_train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, 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X_test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, 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y_train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, 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y_test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 = 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train_test_split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(X, y, 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test_size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=0.3, 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random_state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=1)  # </a:t>
              </a:r>
              <a:r>
                <a:rPr lang="zh-CN" altLang="en-US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将数据集分为训练集和测试集</a:t>
              </a:r>
            </a:p>
            <a:p>
              <a:pPr marL="342900" indent="-342900"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X_train_scaled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 = (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X_train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 - 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np.mean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(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X_train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, axis=0)) / 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np.std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(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X_train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, axis=0)  # </a:t>
              </a:r>
              <a:r>
                <a:rPr lang="zh-CN" altLang="en-US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对训练集进行标准化</a:t>
              </a:r>
            </a:p>
            <a:p>
              <a:pPr marL="342900" indent="-342900"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X_test_scaled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 = (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X_test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 - 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np.mean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(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X_train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, axis=0)) / 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np.std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(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X_train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, axis=0)  # </a:t>
              </a:r>
              <a:r>
                <a:rPr lang="zh-CN" altLang="en-US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对测试集进行标准化</a:t>
              </a:r>
            </a:p>
          </p:txBody>
        </p:sp>
      </p:grp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579689-F953-7871-5F86-9CFF03F35701}"/>
              </a:ext>
            </a:extLst>
          </p:cNvPr>
          <p:cNvSpPr/>
          <p:nvPr/>
        </p:nvSpPr>
        <p:spPr>
          <a:xfrm>
            <a:off x="805058" y="4073898"/>
            <a:ext cx="10208253" cy="1960801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C618B2A-0507-62C3-537D-ABB3C0DA8A15}"/>
              </a:ext>
            </a:extLst>
          </p:cNvPr>
          <p:cNvSpPr txBox="1"/>
          <p:nvPr/>
        </p:nvSpPr>
        <p:spPr>
          <a:xfrm>
            <a:off x="9000161" y="6126642"/>
            <a:ext cx="2619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划分训练集和测试集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并进行标准化处理</a:t>
            </a:r>
          </a:p>
        </p:txBody>
      </p:sp>
    </p:spTree>
    <p:extLst>
      <p:ext uri="{BB962C8B-B14F-4D97-AF65-F5344CB8AC3E}">
        <p14:creationId xmlns:p14="http://schemas.microsoft.com/office/powerpoint/2010/main" val="3642962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6EF3F-45FB-64FF-C903-322E6FD3B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3142BA4F-3184-3179-8C57-CAF3E76ACF44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 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实践案例：基于岭回归的汽车燃油效率预测</a:t>
            </a:r>
            <a:endParaRPr lang="en-US" altLang="zh-CN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27960571-10AB-190F-E748-8D6EA2B47E7B}"/>
              </a:ext>
            </a:extLst>
          </p:cNvPr>
          <p:cNvSpPr txBox="1"/>
          <p:nvPr/>
        </p:nvSpPr>
        <p:spPr>
          <a:xfrm>
            <a:off x="620373" y="1103359"/>
            <a:ext cx="11571627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defPPr>
              <a:defRPr lang="zh-CN"/>
            </a:defPPr>
            <a:lvl1pPr>
              <a:defRPr sz="3200" b="1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>
                <a:solidFill>
                  <a:srgbClr val="C00000"/>
                </a:solidFill>
              </a:rPr>
              <a:t>岭回归实践案例：</a:t>
            </a:r>
            <a:r>
              <a:rPr lang="zh-CN" altLang="en-US" dirty="0">
                <a:solidFill>
                  <a:schemeClr val="tx1"/>
                </a:solidFill>
              </a:rPr>
              <a:t>多重共线性检验</a:t>
            </a:r>
          </a:p>
        </p:txBody>
      </p:sp>
      <p:pic>
        <p:nvPicPr>
          <p:cNvPr id="53250" name="Object 4">
            <a:extLst>
              <a:ext uri="{FF2B5EF4-FFF2-40B4-BE49-F238E27FC236}">
                <a16:creationId xmlns:a16="http://schemas.microsoft.com/office/drawing/2014/main" id="{D90051E8-1FCF-92EC-E9BA-EA7776418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1" name="Object 3">
            <a:extLst>
              <a:ext uri="{FF2B5EF4-FFF2-40B4-BE49-F238E27FC236}">
                <a16:creationId xmlns:a16="http://schemas.microsoft.com/office/drawing/2014/main" id="{B729218A-A57F-C6A7-2B28-9810A8EA4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2" name="Object 2">
            <a:extLst>
              <a:ext uri="{FF2B5EF4-FFF2-40B4-BE49-F238E27FC236}">
                <a16:creationId xmlns:a16="http://schemas.microsoft.com/office/drawing/2014/main" id="{9AA35B1D-2BF7-8723-8FBA-562AF5DC77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68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3" name="Object 1">
            <a:extLst>
              <a:ext uri="{FF2B5EF4-FFF2-40B4-BE49-F238E27FC236}">
                <a16:creationId xmlns:a16="http://schemas.microsoft.com/office/drawing/2014/main" id="{4D88FC67-B511-8F5B-C255-C5E4CDD56F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7">
            <a:extLst>
              <a:ext uri="{FF2B5EF4-FFF2-40B4-BE49-F238E27FC236}">
                <a16:creationId xmlns:a16="http://schemas.microsoft.com/office/drawing/2014/main" id="{CC6ABFDF-DF36-5B61-60C5-B7F8C2BEC244}"/>
              </a:ext>
            </a:extLst>
          </p:cNvPr>
          <p:cNvSpPr txBox="1"/>
          <p:nvPr/>
        </p:nvSpPr>
        <p:spPr>
          <a:xfrm>
            <a:off x="620373" y="1958532"/>
            <a:ext cx="11571627" cy="107721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defPPr>
              <a:defRPr lang="zh-CN"/>
            </a:defPPr>
            <a:lvl1pPr>
              <a:defRPr sz="3200" b="1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effectLst/>
              </a:rPr>
              <a:t>使用</a:t>
            </a:r>
            <a:r>
              <a:rPr lang="en-US" altLang="zh-CN" dirty="0" err="1">
                <a:solidFill>
                  <a:schemeClr val="tx1"/>
                </a:solidFill>
                <a:effectLst/>
              </a:rPr>
              <a:t>statsmodels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库中的</a:t>
            </a:r>
            <a:r>
              <a:rPr lang="en-US" altLang="zh-CN" dirty="0" err="1">
                <a:solidFill>
                  <a:srgbClr val="0066FF"/>
                </a:solidFill>
                <a:effectLst/>
              </a:rPr>
              <a:t>variance_inflation_factor</a:t>
            </a:r>
            <a:r>
              <a:rPr lang="zh-CN" altLang="en-US" dirty="0">
                <a:solidFill>
                  <a:srgbClr val="0066FF"/>
                </a:solidFill>
                <a:effectLst/>
              </a:rPr>
              <a:t>函数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来计算各个特征的</a:t>
            </a:r>
            <a:r>
              <a:rPr lang="zh-CN" altLang="en-US" dirty="0">
                <a:solidFill>
                  <a:srgbClr val="0066FF"/>
                </a:solidFill>
                <a:effectLst/>
              </a:rPr>
              <a:t>方差膨胀因子（</a:t>
            </a:r>
            <a:r>
              <a:rPr lang="en-US" altLang="zh-CN" dirty="0">
                <a:solidFill>
                  <a:srgbClr val="0066FF"/>
                </a:solidFill>
                <a:effectLst/>
              </a:rPr>
              <a:t>VIF</a:t>
            </a:r>
            <a:r>
              <a:rPr lang="zh-CN" altLang="en-US" dirty="0">
                <a:solidFill>
                  <a:srgbClr val="0066FF"/>
                </a:solidFill>
              </a:rPr>
              <a:t>）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2814013E-030F-BA17-C133-7AE29FA925A5}"/>
              </a:ext>
            </a:extLst>
          </p:cNvPr>
          <p:cNvGrpSpPr/>
          <p:nvPr/>
        </p:nvGrpSpPr>
        <p:grpSpPr>
          <a:xfrm>
            <a:off x="676629" y="3450033"/>
            <a:ext cx="6833491" cy="455912"/>
            <a:chOff x="327598" y="4475315"/>
            <a:chExt cx="6833491" cy="455912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4765D1B-3865-4327-4371-AC1010C3DEE3}"/>
                </a:ext>
              </a:extLst>
            </p:cNvPr>
            <p:cNvSpPr/>
            <p:nvPr/>
          </p:nvSpPr>
          <p:spPr>
            <a:xfrm>
              <a:off x="327983" y="4485591"/>
              <a:ext cx="6833106" cy="44563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6E4A8B8F-6C68-213F-D1A8-2C3AE7A5EF70}"/>
                </a:ext>
              </a:extLst>
            </p:cNvPr>
            <p:cNvSpPr txBox="1"/>
            <p:nvPr/>
          </p:nvSpPr>
          <p:spPr>
            <a:xfrm>
              <a:off x="327598" y="4475315"/>
              <a:ext cx="6741022" cy="4456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lvl="0" indent="-342900">
                <a:lnSpc>
                  <a:spcPct val="125000"/>
                </a:lnSpc>
                <a:tabLst>
                  <a:tab pos="457200" algn="l"/>
                </a:tabLst>
              </a:pPr>
              <a:r>
                <a:rPr lang="en-US" altLang="zh-CN" sz="2000" kern="0" dirty="0" err="1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vif</a:t>
              </a:r>
              <a:r>
                <a:rPr lang="en-US" altLang="zh-CN" sz="2000" kern="0" dirty="0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 = </a:t>
              </a:r>
              <a:r>
                <a:rPr lang="en-US" altLang="zh-CN" sz="2000" kern="0" dirty="0" err="1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variance_inflation_factor</a:t>
              </a:r>
              <a:r>
                <a:rPr lang="en-US" altLang="zh-CN" sz="2000" kern="0" dirty="0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lang="en-US" altLang="zh-CN" sz="2000" kern="0" dirty="0" err="1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exog</a:t>
              </a:r>
              <a:r>
                <a:rPr lang="en-US" altLang="zh-CN" sz="2000" kern="0" dirty="0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, </a:t>
              </a:r>
              <a:r>
                <a:rPr lang="en-US" altLang="zh-CN" sz="2000" kern="0" dirty="0" err="1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exog_idx</a:t>
              </a:r>
              <a:r>
                <a:rPr lang="en-US" altLang="zh-CN" sz="2000" kern="0" dirty="0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)</a:t>
              </a:r>
              <a:endParaRPr lang="zh-CN" altLang="zh-CN" sz="3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F9BF2ED-F8C6-A49C-1D66-93F770925F82}"/>
              </a:ext>
            </a:extLst>
          </p:cNvPr>
          <p:cNvGrpSpPr/>
          <p:nvPr/>
        </p:nvGrpSpPr>
        <p:grpSpPr>
          <a:xfrm>
            <a:off x="429802" y="4798322"/>
            <a:ext cx="7460751" cy="1813440"/>
            <a:chOff x="3986372" y="5999115"/>
            <a:chExt cx="8907695" cy="2899766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90E4397-6B07-31F8-ECD6-74D31BA691F4}"/>
                </a:ext>
              </a:extLst>
            </p:cNvPr>
            <p:cNvSpPr/>
            <p:nvPr/>
          </p:nvSpPr>
          <p:spPr>
            <a:xfrm>
              <a:off x="3986372" y="5999115"/>
              <a:ext cx="8907695" cy="289976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1925BDB8-58EB-95DE-7D47-F25EF87F9267}"/>
                </a:ext>
              </a:extLst>
            </p:cNvPr>
            <p:cNvSpPr txBox="1"/>
            <p:nvPr/>
          </p:nvSpPr>
          <p:spPr>
            <a:xfrm>
              <a:off x="4006922" y="5999115"/>
              <a:ext cx="8732448" cy="26083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# 2.</a:t>
              </a:r>
              <a:r>
                <a:rPr lang="zh-CN" altLang="en-US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计算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VIF</a:t>
              </a:r>
              <a:r>
                <a:rPr lang="zh-CN" altLang="en-US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，检验多重共线性</a:t>
              </a:r>
            </a:p>
            <a:p>
              <a:pPr marL="342900" indent="-342900"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vif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 = [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variance_inflation_factor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(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X_train_scaled.values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, 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i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) for 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i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 in range(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X_train_scaled.shape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[1])]</a:t>
              </a:r>
            </a:p>
            <a:p>
              <a:pPr marL="342900" indent="-342900"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vif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 = [round(v, 3) for v in 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vif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]</a:t>
              </a:r>
            </a:p>
            <a:p>
              <a:pPr marL="342900" indent="-342900"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print('VIF:', 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vif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)</a:t>
              </a:r>
            </a:p>
          </p:txBody>
        </p:sp>
      </p:grp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7C9B7B9-FBF0-339E-5464-7657970EFAB9}"/>
              </a:ext>
            </a:extLst>
          </p:cNvPr>
          <p:cNvCxnSpPr>
            <a:cxnSpLocks/>
          </p:cNvCxnSpPr>
          <p:nvPr/>
        </p:nvCxnSpPr>
        <p:spPr>
          <a:xfrm>
            <a:off x="4071079" y="4106050"/>
            <a:ext cx="0" cy="58092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123DA56-18DF-E441-E86D-11E22B44102B}"/>
                  </a:ext>
                </a:extLst>
              </p:cNvPr>
              <p:cNvSpPr txBox="1"/>
              <p:nvPr/>
            </p:nvSpPr>
            <p:spPr>
              <a:xfrm>
                <a:off x="7981249" y="3505660"/>
                <a:ext cx="4177584" cy="2585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zh-CN" sz="1800" b="1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从发动机排量到产地，每个特征的</a:t>
                </a:r>
                <a:r>
                  <a:rPr lang="en-US" altLang="zh-CN" sz="1800" b="1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VIF</a:t>
                </a:r>
                <a:r>
                  <a:rPr lang="zh-CN" altLang="zh-CN" sz="1800" b="1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值分别为：</a:t>
                </a:r>
                <a:r>
                  <a:rPr lang="en-US" altLang="zh-CN" sz="1800" b="1" kern="100" dirty="0">
                    <a:solidFill>
                      <a:srgbClr val="C0000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22.79</a:t>
                </a:r>
                <a:r>
                  <a:rPr lang="zh-CN" altLang="zh-CN" sz="1800" b="1" kern="100" dirty="0">
                    <a:solidFill>
                      <a:srgbClr val="C0000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1800" b="1" kern="100" dirty="0">
                    <a:solidFill>
                      <a:srgbClr val="C0000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11.32</a:t>
                </a:r>
                <a:r>
                  <a:rPr lang="zh-CN" altLang="zh-CN" sz="1800" b="1" kern="100" dirty="0">
                    <a:solidFill>
                      <a:srgbClr val="C0000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1800" b="1" kern="100" dirty="0">
                    <a:solidFill>
                      <a:srgbClr val="0066F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9.89</a:t>
                </a:r>
                <a:r>
                  <a:rPr lang="zh-CN" altLang="zh-CN" sz="1800" b="1" kern="100" dirty="0">
                    <a:solidFill>
                      <a:srgbClr val="0066F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1800" b="1" kern="100" dirty="0">
                    <a:solidFill>
                      <a:srgbClr val="C0000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12.25</a:t>
                </a:r>
                <a:r>
                  <a:rPr lang="zh-CN" altLang="zh-CN" sz="1800" b="1" kern="100" dirty="0">
                    <a:solidFill>
                      <a:srgbClr val="C00000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1800" b="1" kern="100" dirty="0">
                    <a:solidFill>
                      <a:srgbClr val="0066F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2.68</a:t>
                </a:r>
                <a:r>
                  <a:rPr lang="zh-CN" altLang="zh-CN" sz="1800" b="1" kern="100" dirty="0">
                    <a:solidFill>
                      <a:srgbClr val="0066F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1800" b="1" kern="100" dirty="0">
                    <a:solidFill>
                      <a:srgbClr val="0066F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1.205</a:t>
                </a:r>
                <a:r>
                  <a:rPr lang="zh-CN" altLang="zh-CN" sz="1800" b="1" kern="100" dirty="0">
                    <a:solidFill>
                      <a:srgbClr val="0066F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1800" b="1" kern="100" dirty="0">
                    <a:solidFill>
                      <a:srgbClr val="0066F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1.7104</a:t>
                </a:r>
                <a:r>
                  <a:rPr lang="zh-CN" altLang="zh-CN" sz="1800" b="1" kern="100" dirty="0"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。</a:t>
                </a:r>
                <a:endParaRPr lang="en-US" altLang="zh-CN" sz="1800" b="1" kern="100" dirty="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r>
                  <a:rPr lang="en-US" altLang="zh-CN" b="1" dirty="0">
                    <a:solidFill>
                      <a:srgbClr val="0066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VIF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b="1" i="1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</m:t>
                    </m:r>
                  </m:oMath>
                </a14:m>
                <a:r>
                  <a:rPr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时说明该自变量与其余自变量之间有严重的多重共线性。因此，</a:t>
                </a:r>
                <a:r>
                  <a:rPr lang="en-US" altLang="zh-CN" b="1" dirty="0">
                    <a:solidFill>
                      <a:srgbClr val="008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displacement</a:t>
                </a:r>
                <a:r>
                  <a:rPr lang="zh-CN" altLang="en-US" b="1" dirty="0">
                    <a:solidFill>
                      <a:srgbClr val="008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（发动机排量）、</a:t>
                </a:r>
                <a:r>
                  <a:rPr lang="en-US" altLang="zh-CN" b="1" dirty="0">
                    <a:solidFill>
                      <a:srgbClr val="008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cylinders</a:t>
                </a:r>
                <a:r>
                  <a:rPr lang="zh-CN" altLang="en-US" b="1" dirty="0">
                    <a:solidFill>
                      <a:srgbClr val="008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（引擎气缸数）和</a:t>
                </a:r>
                <a:r>
                  <a:rPr lang="en-US" altLang="zh-CN" b="1" dirty="0">
                    <a:solidFill>
                      <a:srgbClr val="008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weight</a:t>
                </a:r>
                <a:r>
                  <a:rPr lang="zh-CN" altLang="en-US" b="1" dirty="0">
                    <a:solidFill>
                      <a:srgbClr val="008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（汽车重量）分别与其他自变量之间存在多重共线性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123DA56-18DF-E441-E86D-11E22B4410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249" y="3505660"/>
                <a:ext cx="4177584" cy="2585323"/>
              </a:xfrm>
              <a:prstGeom prst="rect">
                <a:avLst/>
              </a:prstGeom>
              <a:blipFill>
                <a:blip r:embed="rId7"/>
                <a:stretch>
                  <a:fillRect l="-1166" t="-1179" b="-28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2">
            <a:extLst>
              <a:ext uri="{FF2B5EF4-FFF2-40B4-BE49-F238E27FC236}">
                <a16:creationId xmlns:a16="http://schemas.microsoft.com/office/drawing/2014/main" id="{51FDF206-91BA-A552-1130-7B3D11D841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VIF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10995FC9-9652-E106-B802-F0CB9ABEE2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323850" cy="19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4404" imgH="177569" progId="Equation.DSMT4">
                  <p:embed/>
                </p:oleObj>
              </mc:Choice>
              <mc:Fallback>
                <p:oleObj name="Equation" r:id="rId8" imgW="304404" imgH="177569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323850" cy="196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82031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58464-C43F-332D-296E-B9BE0DD3E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455AF487-E3DB-5E85-5D0B-C46D78A454A1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 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实践案例：基于岭回归的汽车燃油效率预测</a:t>
            </a:r>
            <a:endParaRPr lang="en-US" altLang="zh-CN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9B93D87F-1A1F-C537-D55B-DC3AC7551A19}"/>
              </a:ext>
            </a:extLst>
          </p:cNvPr>
          <p:cNvSpPr txBox="1"/>
          <p:nvPr/>
        </p:nvSpPr>
        <p:spPr>
          <a:xfrm>
            <a:off x="620373" y="1103359"/>
            <a:ext cx="11571627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defPPr>
              <a:defRPr lang="zh-CN"/>
            </a:defPPr>
            <a:lvl1pPr>
              <a:defRPr sz="3200" b="1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>
                <a:solidFill>
                  <a:srgbClr val="C00000"/>
                </a:solidFill>
              </a:rPr>
              <a:t>岭回归实践案例：</a:t>
            </a:r>
            <a:r>
              <a:rPr lang="zh-CN" altLang="en-US" dirty="0">
                <a:solidFill>
                  <a:schemeClr val="tx1"/>
                </a:solidFill>
              </a:rPr>
              <a:t>建立岭回归模型</a:t>
            </a:r>
          </a:p>
        </p:txBody>
      </p:sp>
      <p:pic>
        <p:nvPicPr>
          <p:cNvPr id="53250" name="Object 4">
            <a:extLst>
              <a:ext uri="{FF2B5EF4-FFF2-40B4-BE49-F238E27FC236}">
                <a16:creationId xmlns:a16="http://schemas.microsoft.com/office/drawing/2014/main" id="{A8854FD9-2A8C-2BEF-8C04-262095233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1" name="Object 3">
            <a:extLst>
              <a:ext uri="{FF2B5EF4-FFF2-40B4-BE49-F238E27FC236}">
                <a16:creationId xmlns:a16="http://schemas.microsoft.com/office/drawing/2014/main" id="{456DFCC6-DCB1-99BE-42E1-4AD62B0054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2" name="Object 2">
            <a:extLst>
              <a:ext uri="{FF2B5EF4-FFF2-40B4-BE49-F238E27FC236}">
                <a16:creationId xmlns:a16="http://schemas.microsoft.com/office/drawing/2014/main" id="{1642769A-5107-B147-7223-5332CB4803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68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3" name="Object 1">
            <a:extLst>
              <a:ext uri="{FF2B5EF4-FFF2-40B4-BE49-F238E27FC236}">
                <a16:creationId xmlns:a16="http://schemas.microsoft.com/office/drawing/2014/main" id="{D1D3D09C-2D7B-712E-6B69-D1EDD3F1C2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7">
            <a:extLst>
              <a:ext uri="{FF2B5EF4-FFF2-40B4-BE49-F238E27FC236}">
                <a16:creationId xmlns:a16="http://schemas.microsoft.com/office/drawing/2014/main" id="{A142730D-C98E-9EEC-FAA0-B7F80AA9428D}"/>
              </a:ext>
            </a:extLst>
          </p:cNvPr>
          <p:cNvSpPr txBox="1"/>
          <p:nvPr/>
        </p:nvSpPr>
        <p:spPr>
          <a:xfrm>
            <a:off x="620373" y="1958532"/>
            <a:ext cx="11571627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defPPr>
              <a:defRPr lang="zh-CN"/>
            </a:defPPr>
            <a:lvl1pPr>
              <a:defRPr sz="3200" b="1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effectLst/>
              </a:rPr>
              <a:t>使用</a:t>
            </a:r>
            <a:r>
              <a:rPr lang="en-US" altLang="zh-CN" dirty="0" err="1">
                <a:solidFill>
                  <a:schemeClr val="tx1"/>
                </a:solidFill>
                <a:effectLst/>
              </a:rPr>
              <a:t>sklearn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库中的</a:t>
            </a:r>
            <a:r>
              <a:rPr lang="en-US" altLang="zh-CN" dirty="0">
                <a:solidFill>
                  <a:srgbClr val="0066FF"/>
                </a:solidFill>
                <a:effectLst/>
              </a:rPr>
              <a:t>Ridge</a:t>
            </a:r>
            <a:r>
              <a:rPr lang="zh-CN" altLang="en-US" dirty="0">
                <a:solidFill>
                  <a:srgbClr val="0066FF"/>
                </a:solidFill>
                <a:effectLst/>
              </a:rPr>
              <a:t>岭回归模型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拟合数据。</a:t>
            </a:r>
            <a:endParaRPr lang="zh-CN" altLang="en-US" dirty="0">
              <a:solidFill>
                <a:srgbClr val="0066FF"/>
              </a:solidFill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A126A00-673A-F323-6410-66BC57ED929B}"/>
              </a:ext>
            </a:extLst>
          </p:cNvPr>
          <p:cNvGrpSpPr/>
          <p:nvPr/>
        </p:nvGrpSpPr>
        <p:grpSpPr>
          <a:xfrm>
            <a:off x="928599" y="2813705"/>
            <a:ext cx="6833491" cy="1280992"/>
            <a:chOff x="620373" y="2828986"/>
            <a:chExt cx="6833491" cy="1280992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61C9197D-A152-744D-A7EB-6C6E009E41EB}"/>
                </a:ext>
              </a:extLst>
            </p:cNvPr>
            <p:cNvSpPr/>
            <p:nvPr/>
          </p:nvSpPr>
          <p:spPr>
            <a:xfrm>
              <a:off x="620758" y="2828986"/>
              <a:ext cx="6833106" cy="128099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520A93CD-E2F4-E31E-C9DC-134EE44BB8BC}"/>
                </a:ext>
              </a:extLst>
            </p:cNvPr>
            <p:cNvSpPr txBox="1"/>
            <p:nvPr/>
          </p:nvSpPr>
          <p:spPr>
            <a:xfrm>
              <a:off x="620373" y="2840543"/>
              <a:ext cx="6715374" cy="12150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lvl="0" indent="-342900">
                <a:lnSpc>
                  <a:spcPct val="125000"/>
                </a:lnSpc>
                <a:tabLst>
                  <a:tab pos="457200" algn="l"/>
                </a:tabLst>
              </a:pPr>
              <a:r>
                <a:rPr lang="en-US" altLang="zh-CN" sz="2000" kern="0" dirty="0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ridge = Ridge(alpha=1.0, </a:t>
              </a:r>
              <a:r>
                <a:rPr lang="en-US" altLang="zh-CN" sz="2000" kern="0" dirty="0" err="1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fit_intercept</a:t>
              </a:r>
              <a:r>
                <a:rPr lang="en-US" altLang="zh-CN" sz="2000" kern="0" dirty="0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=True, normalize=False, solver='auto', </a:t>
              </a:r>
              <a:r>
                <a:rPr lang="en-US" altLang="zh-CN" sz="2000" kern="0" dirty="0" err="1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random_state</a:t>
              </a:r>
              <a:r>
                <a:rPr lang="en-US" altLang="zh-CN" sz="2000" kern="0" dirty="0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=None)</a:t>
              </a:r>
              <a:endParaRPr lang="zh-CN" altLang="zh-CN" sz="3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F919E5E-5A16-9EE3-6EE1-1353D641ECF7}"/>
              </a:ext>
            </a:extLst>
          </p:cNvPr>
          <p:cNvGrpSpPr/>
          <p:nvPr/>
        </p:nvGrpSpPr>
        <p:grpSpPr>
          <a:xfrm>
            <a:off x="671417" y="4588801"/>
            <a:ext cx="7460751" cy="2301117"/>
            <a:chOff x="3986372" y="5999115"/>
            <a:chExt cx="8907695" cy="3215377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3923CA29-A2BA-AB68-D00E-5E38792B46D1}"/>
                </a:ext>
              </a:extLst>
            </p:cNvPr>
            <p:cNvSpPr/>
            <p:nvPr/>
          </p:nvSpPr>
          <p:spPr>
            <a:xfrm>
              <a:off x="3986372" y="5999115"/>
              <a:ext cx="8907695" cy="289976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8230C37E-0CA0-AF7C-C56D-CC775F0B9990}"/>
                </a:ext>
              </a:extLst>
            </p:cNvPr>
            <p:cNvSpPr txBox="1"/>
            <p:nvPr/>
          </p:nvSpPr>
          <p:spPr>
            <a:xfrm>
              <a:off x="4006922" y="6113963"/>
              <a:ext cx="8732448" cy="31005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# 3.</a:t>
              </a:r>
              <a:r>
                <a:rPr lang="zh-CN" altLang="en-US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建立岭回归模型</a:t>
              </a:r>
            </a:p>
            <a:p>
              <a:pPr marL="342900" indent="-342900"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ridge = Ridge(alpha=1)</a:t>
              </a:r>
            </a:p>
            <a:p>
              <a:pPr marL="342900" indent="-342900"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ridge.fit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(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X_train_scaled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, 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y_train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)</a:t>
              </a:r>
            </a:p>
            <a:p>
              <a:pPr marL="342900" indent="-342900"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print('Intercept:', round(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ridge.intercept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_, 3))</a:t>
              </a:r>
            </a:p>
            <a:p>
              <a:pPr marL="342900" indent="-342900"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print('Coefficients:', [round(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coef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, 3) for 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coef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 in 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ridge.coef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_])</a:t>
              </a:r>
            </a:p>
          </p:txBody>
        </p:sp>
      </p:grp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B1BA8071-B7A7-A360-F1D4-E6088AFC9769}"/>
              </a:ext>
            </a:extLst>
          </p:cNvPr>
          <p:cNvCxnSpPr>
            <a:cxnSpLocks/>
          </p:cNvCxnSpPr>
          <p:nvPr/>
        </p:nvCxnSpPr>
        <p:spPr>
          <a:xfrm>
            <a:off x="4379305" y="4131865"/>
            <a:ext cx="0" cy="4320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2">
            <a:extLst>
              <a:ext uri="{FF2B5EF4-FFF2-40B4-BE49-F238E27FC236}">
                <a16:creationId xmlns:a16="http://schemas.microsoft.com/office/drawing/2014/main" id="{94D2FF9D-23A3-4CD3-238B-328E1F4E5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VIF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417393ED-AF1C-9B76-3C67-A0F75BAB6D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323850" cy="19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04404" imgH="177569" progId="Equation.DSMT4">
                  <p:embed/>
                </p:oleObj>
              </mc:Choice>
              <mc:Fallback>
                <p:oleObj name="Equation" r:id="rId7" imgW="304404" imgH="177569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10995FC9-9652-E106-B802-F0CB9ABEE2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323850" cy="196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18F8EEE6-E915-E0A6-1A92-5D8F088127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9729598"/>
              </p:ext>
            </p:extLst>
          </p:nvPr>
        </p:nvGraphicFramePr>
        <p:xfrm>
          <a:off x="6096000" y="4038892"/>
          <a:ext cx="5673011" cy="1043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486345" imgH="457216" progId="Equation.DSMT4">
                  <p:embed/>
                </p:oleObj>
              </mc:Choice>
              <mc:Fallback>
                <p:oleObj name="Equation" r:id="rId9" imgW="2486345" imgH="45721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096000" y="4038892"/>
                        <a:ext cx="5673011" cy="1043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EF464EF-3F99-827D-D644-C24A35188008}"/>
              </a:ext>
            </a:extLst>
          </p:cNvPr>
          <p:cNvSpPr/>
          <p:nvPr/>
        </p:nvSpPr>
        <p:spPr>
          <a:xfrm>
            <a:off x="5979560" y="3788181"/>
            <a:ext cx="5876232" cy="1574930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6648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A64FF-F86E-F653-FA7E-03ED22A51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C374608F-2BF6-F8E3-0D24-7D3FC27C72E2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 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实践案例：基于岭回归的汽车燃油效率预测</a:t>
            </a:r>
            <a:endParaRPr lang="en-US" altLang="zh-CN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D0E47605-A7D8-E649-7B00-FDE46E21D8D3}"/>
              </a:ext>
            </a:extLst>
          </p:cNvPr>
          <p:cNvSpPr txBox="1"/>
          <p:nvPr/>
        </p:nvSpPr>
        <p:spPr>
          <a:xfrm>
            <a:off x="620373" y="1103359"/>
            <a:ext cx="11571627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defPPr>
              <a:defRPr lang="zh-CN"/>
            </a:defPPr>
            <a:lvl1pPr>
              <a:defRPr sz="3200" b="1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>
                <a:solidFill>
                  <a:srgbClr val="C00000"/>
                </a:solidFill>
              </a:rPr>
              <a:t>岭回归实践案例：</a:t>
            </a:r>
            <a:r>
              <a:rPr lang="zh-CN" altLang="en-US" dirty="0">
                <a:solidFill>
                  <a:schemeClr val="tx1"/>
                </a:solidFill>
              </a:rPr>
              <a:t>预测、模型评估</a:t>
            </a:r>
          </a:p>
        </p:txBody>
      </p:sp>
      <p:pic>
        <p:nvPicPr>
          <p:cNvPr id="53250" name="Object 4">
            <a:extLst>
              <a:ext uri="{FF2B5EF4-FFF2-40B4-BE49-F238E27FC236}">
                <a16:creationId xmlns:a16="http://schemas.microsoft.com/office/drawing/2014/main" id="{846421CC-26CA-3A4D-DA0B-5CE9059794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1" name="Object 3">
            <a:extLst>
              <a:ext uri="{FF2B5EF4-FFF2-40B4-BE49-F238E27FC236}">
                <a16:creationId xmlns:a16="http://schemas.microsoft.com/office/drawing/2014/main" id="{0A09A20A-ABD3-4560-6E34-096A295BC9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2" name="Object 2">
            <a:extLst>
              <a:ext uri="{FF2B5EF4-FFF2-40B4-BE49-F238E27FC236}">
                <a16:creationId xmlns:a16="http://schemas.microsoft.com/office/drawing/2014/main" id="{72734B7A-3010-45F7-EF94-1B80EFAF7A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68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3" name="Object 1">
            <a:extLst>
              <a:ext uri="{FF2B5EF4-FFF2-40B4-BE49-F238E27FC236}">
                <a16:creationId xmlns:a16="http://schemas.microsoft.com/office/drawing/2014/main" id="{1174E01B-45FB-1C75-0C12-C28884AAD9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39A6C73B-B271-D615-CF21-2B82E54DDDD4}"/>
              </a:ext>
            </a:extLst>
          </p:cNvPr>
          <p:cNvGrpSpPr/>
          <p:nvPr/>
        </p:nvGrpSpPr>
        <p:grpSpPr>
          <a:xfrm>
            <a:off x="2150894" y="2225744"/>
            <a:ext cx="8062438" cy="2911334"/>
            <a:chOff x="3925749" y="6079506"/>
            <a:chExt cx="9514691" cy="3254284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8CDB20E-D816-65B0-D6E5-6E43F41235E3}"/>
                </a:ext>
              </a:extLst>
            </p:cNvPr>
            <p:cNvSpPr/>
            <p:nvPr/>
          </p:nvSpPr>
          <p:spPr>
            <a:xfrm>
              <a:off x="3925749" y="6079506"/>
              <a:ext cx="9514691" cy="289976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1DB91648-F6DB-9F8D-0620-C773D882FB1B}"/>
                </a:ext>
              </a:extLst>
            </p:cNvPr>
            <p:cNvSpPr txBox="1"/>
            <p:nvPr/>
          </p:nvSpPr>
          <p:spPr>
            <a:xfrm>
              <a:off x="3946299" y="6194354"/>
              <a:ext cx="9096897" cy="31394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# 4.</a:t>
              </a:r>
              <a:r>
                <a:rPr lang="zh-CN" altLang="en-US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预测、模型评估</a:t>
              </a:r>
            </a:p>
            <a:p>
              <a:pPr marL="342900" indent="-342900"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y_pred_ridge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 = 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ridge.predict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(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X_test_scaled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)</a:t>
              </a:r>
            </a:p>
            <a:p>
              <a:pPr marL="342900" indent="-342900"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mse_ridge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 = 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mean_squared_error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(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y_test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, 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y_pred_ridge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)</a:t>
              </a:r>
            </a:p>
            <a:p>
              <a:pPr marL="342900" indent="-342900"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rmse_ridge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 = 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np.sqrt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(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mse_ridge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)</a:t>
              </a:r>
            </a:p>
            <a:p>
              <a:pPr marL="342900" indent="-342900"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print('Ridge RMSE:', round(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rmse_ridge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, 3))</a:t>
              </a:r>
            </a:p>
            <a:p>
              <a:pPr marL="342900" indent="-342900"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r2_ridge = r2_score(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y_test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, 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y_pred_ridge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)</a:t>
              </a:r>
            </a:p>
            <a:p>
              <a:pPr marL="342900" indent="-342900"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print('Ridge R2:', round(r2_ridge, 3))</a:t>
              </a:r>
            </a:p>
          </p:txBody>
        </p:sp>
      </p:grpSp>
      <p:sp>
        <p:nvSpPr>
          <p:cNvPr id="16" name="Rectangle 2">
            <a:extLst>
              <a:ext uri="{FF2B5EF4-FFF2-40B4-BE49-F238E27FC236}">
                <a16:creationId xmlns:a16="http://schemas.microsoft.com/office/drawing/2014/main" id="{7C5582E4-4DF7-9D0E-3D51-C6D0F3228D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VIF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6B5A8A22-EFBA-03BC-3FD6-131C81BD33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323850" cy="19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04404" imgH="177569" progId="Equation.DSMT4">
                  <p:embed/>
                </p:oleObj>
              </mc:Choice>
              <mc:Fallback>
                <p:oleObj name="Equation" r:id="rId7" imgW="304404" imgH="177569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417393ED-AF1C-9B76-3C67-A0F75BAB6D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323850" cy="196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BEBC654-E785-4CB3-6408-840BF178C507}"/>
                  </a:ext>
                </a:extLst>
              </p:cNvPr>
              <p:cNvSpPr txBox="1"/>
              <p:nvPr/>
            </p:nvSpPr>
            <p:spPr>
              <a:xfrm>
                <a:off x="1621876" y="5357531"/>
                <a:ext cx="9525270" cy="8626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RMSE</a:t>
                </a: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值为</a:t>
                </a: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3.43</a:t>
                </a: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𝑹</m:t>
                        </m:r>
                      </m:e>
                      <m:sup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值为</a:t>
                </a: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0.824</a:t>
                </a: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，说明模型的拟合效果较好，且模型能够解释因变量（燃油效率）变异性的</a:t>
                </a: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82.4%</a:t>
                </a: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BEBC654-E785-4CB3-6408-840BF178C5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1876" y="5357531"/>
                <a:ext cx="9525270" cy="862608"/>
              </a:xfrm>
              <a:prstGeom prst="rect">
                <a:avLst/>
              </a:prstGeom>
              <a:blipFill>
                <a:blip r:embed="rId9"/>
                <a:stretch>
                  <a:fillRect l="-960" t="-4255" b="-127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7283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1035ED6-ED79-6653-E473-3F5FCA3CC077}"/>
              </a:ext>
            </a:extLst>
          </p:cNvPr>
          <p:cNvSpPr txBox="1">
            <a:spLocks/>
          </p:cNvSpPr>
          <p:nvPr/>
        </p:nvSpPr>
        <p:spPr>
          <a:xfrm>
            <a:off x="2974694" y="2267379"/>
            <a:ext cx="7326776" cy="1352550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dist"/>
            <a:r>
              <a:rPr lang="zh-CN" altLang="en-US" b="0" dirty="0">
                <a:solidFill>
                  <a:schemeClr val="bg1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恳请批评指正！</a:t>
            </a:r>
            <a:endParaRPr lang="en-US" b="0" dirty="0">
              <a:solidFill>
                <a:schemeClr val="bg1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3532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057fef28-e1f3-418f-8f7b-57f60670b37e"/>
  <p:tag name="COMMONDATA" val="eyJoZGlkIjoiNGZlODdkOGY2N2FkZjEzZjVmYjI5NGY1MTQ2NGRhNjQ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0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7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1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1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2_默认设计模板">
  <a:themeElements>
    <a:clrScheme name="自定义 4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967A5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muant0k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默认设计模板">
  <a:themeElements>
    <a:clrScheme name="自定义 4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967A5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9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18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19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6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7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3E28D3-CC25-4935-9535-3CA44F295BD0}">
  <we:reference id="wa200005669" version="2.0.0.0" store="en-US" storeType="OMEX"/>
  <we:alternateReferences>
    <we:reference id="WA200005669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3554</TotalTime>
  <Words>1119</Words>
  <Application>Microsoft Office PowerPoint</Application>
  <PresentationFormat>宽屏</PresentationFormat>
  <Paragraphs>94</Paragraphs>
  <Slides>13</Slides>
  <Notes>13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39" baseType="lpstr">
      <vt:lpstr>等线</vt:lpstr>
      <vt:lpstr>华光综艺_CNKI</vt:lpstr>
      <vt:lpstr>思源黑体</vt:lpstr>
      <vt:lpstr>思源黑体 CN Bold</vt:lpstr>
      <vt:lpstr>微软雅黑</vt:lpstr>
      <vt:lpstr>Arial</vt:lpstr>
      <vt:lpstr>Calibri</vt:lpstr>
      <vt:lpstr>Cambria Math</vt:lpstr>
      <vt:lpstr>Consolas</vt:lpstr>
      <vt:lpstr>Impact</vt:lpstr>
      <vt:lpstr>Times New Roman</vt:lpstr>
      <vt:lpstr>Wingdings</vt:lpstr>
      <vt:lpstr>Office 主题​​</vt:lpstr>
      <vt:lpstr>10_自定义设计方案</vt:lpstr>
      <vt:lpstr>17_自定义设计方案</vt:lpstr>
      <vt:lpstr>21_自定义设计方案</vt:lpstr>
      <vt:lpstr>11_自定义设计方案</vt:lpstr>
      <vt:lpstr>2_默认设计模板</vt:lpstr>
      <vt:lpstr>1_默认设计模板</vt:lpstr>
      <vt:lpstr>7_自定义设计方案</vt:lpstr>
      <vt:lpstr>18_自定义设计方案</vt:lpstr>
      <vt:lpstr>12_自定义设计方案</vt:lpstr>
      <vt:lpstr>19_自定义设计方案</vt:lpstr>
      <vt:lpstr>16_自定义设计方案</vt:lpstr>
      <vt:lpstr>Equation</vt:lpstr>
      <vt:lpstr>Photo Editor 照片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 大数据分析-模版-吕欣.pptx</dc:title>
  <dc:creator>吕欣</dc:creator>
  <cp:lastModifiedBy>Star Champion</cp:lastModifiedBy>
  <cp:revision>2518</cp:revision>
  <dcterms:created xsi:type="dcterms:W3CDTF">2022-05-23T09:13:00Z</dcterms:created>
  <dcterms:modified xsi:type="dcterms:W3CDTF">2025-04-18T13:16:47Z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03DF3E81453D43789918EC1D3CAC176D_12</vt:lpwstr>
  </property>
  <property fmtid="{D5CDD505-2E9C-101B-9397-08002B2CF9AE}" pid="3" name="KSOProductBuildVer">
    <vt:lpwstr>2052-11.1.0.14309</vt:lpwstr>
  </property>
</Properties>
</file>