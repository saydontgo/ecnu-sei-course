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3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4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5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6.xml" ContentType="application/vnd.openxmlformats-officedocument.theme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7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8.xml" ContentType="application/vnd.openxmlformats-officedocument.theme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9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10.xml" ContentType="application/vnd.openxmlformats-officedocument.theme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theme/theme11.xml" ContentType="application/vnd.openxmlformats-officedocument.theme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2">
  <p:sldMasterIdLst>
    <p:sldMasterId id="2147483648" r:id="rId1"/>
    <p:sldMasterId id="2147484409" r:id="rId2"/>
    <p:sldMasterId id="2147484466" r:id="rId3"/>
    <p:sldMasterId id="2147484493" r:id="rId4"/>
    <p:sldMasterId id="2147484519" r:id="rId5"/>
    <p:sldMasterId id="2147484635" r:id="rId6"/>
    <p:sldMasterId id="2147484651" r:id="rId7"/>
    <p:sldMasterId id="2147484950" r:id="rId8"/>
    <p:sldMasterId id="2147484968" r:id="rId9"/>
    <p:sldMasterId id="2147484995" r:id="rId10"/>
    <p:sldMasterId id="2147485044" r:id="rId11"/>
    <p:sldMasterId id="2147485105" r:id="rId12"/>
  </p:sldMasterIdLst>
  <p:notesMasterIdLst>
    <p:notesMasterId r:id="rId20"/>
  </p:notesMasterIdLst>
  <p:handoutMasterIdLst>
    <p:handoutMasterId r:id="rId21"/>
  </p:handoutMasterIdLst>
  <p:sldIdLst>
    <p:sldId id="15638" r:id="rId13"/>
    <p:sldId id="15669" r:id="rId14"/>
    <p:sldId id="15870" r:id="rId15"/>
    <p:sldId id="15871" r:id="rId16"/>
    <p:sldId id="15872" r:id="rId17"/>
    <p:sldId id="15873" r:id="rId18"/>
    <p:sldId id="15502" r:id="rId19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2252" userDrawn="1">
          <p15:clr>
            <a:srgbClr val="A4A3A4"/>
          </p15:clr>
        </p15:guide>
        <p15:guide id="5" orient="horz" pos="245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5C0C"/>
    <a:srgbClr val="FFFFFF"/>
    <a:srgbClr val="0066FF"/>
    <a:srgbClr val="7EA4EE"/>
    <a:srgbClr val="00FF00"/>
    <a:srgbClr val="F6F9FE"/>
    <a:srgbClr val="91CF50"/>
    <a:srgbClr val="FF66FF"/>
    <a:srgbClr val="00CCFF"/>
    <a:srgbClr val="0096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32" autoAdjust="0"/>
    <p:restoredTop sz="88617" autoAdjust="0"/>
  </p:normalViewPr>
  <p:slideViewPr>
    <p:cSldViewPr snapToGrid="0">
      <p:cViewPr varScale="1">
        <p:scale>
          <a:sx n="94" d="100"/>
          <a:sy n="94" d="100"/>
        </p:scale>
        <p:origin x="726" y="78"/>
      </p:cViewPr>
      <p:guideLst>
        <p:guide pos="2252"/>
        <p:guide orient="horz" pos="24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2428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682E4-1D3E-4E21-8E57-F0A36E8AFBBC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971F6-C60D-4682-BD97-627ABF355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80EC0-271A-47A3-B94A-5AACB63D0D64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F833C-0931-4030-8352-AFD9186768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672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B2364-C4ED-C4F6-5139-791D90C5A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208D54-AB53-7A3D-FE9F-B742B0538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B1F1FB-5D20-0CC0-48E6-5024F25A6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2DC0CC-ECDA-C7C5-4E37-F0F8AC80C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968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301D8-25F9-C54F-7771-82C3CB4B5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E538C-6D9A-C2D5-4533-4E57849FA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E7584BF-B8E0-CA2E-058C-C7081BD72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20FA94-DAC0-0B64-65FF-2A2EE0E10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6597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D961C-650C-F2D8-60E9-AEAB9D45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E67C99-172D-A6A5-0B5A-6D31E088F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9C0D8D-6E40-3326-915B-22206060C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E8E49A-2D00-DC80-23FF-B90B615F9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4793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E9C4C-7D78-E702-337A-60B8F0173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2846FA-D790-9ED3-B39C-87D021655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A406E6-0868-0C24-A55A-4DD5FA036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232909-6A73-74A2-A880-46B7FE831B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088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F1AC6-D317-9325-7550-CFA0BF2C3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881303-AFFC-34BF-2B86-7C5464801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9618C6-F6AA-F525-3485-646EAD487E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B5420B-EEE0-3885-016C-9082E7FF6B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9440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40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Relationship Id="rId4" Type="http://schemas.microsoft.com/office/2007/relationships/hdphoto" Target="../media/hdphoto1.wdp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Relationship Id="rId4" Type="http://schemas.microsoft.com/office/2007/relationships/hdphoto" Target="../media/hdphoto1.wdp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9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1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2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2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508FBC-A264-6F1A-7977-DAFCBAF387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/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>
            <a:extLst>
              <a:ext uri="{FF2B5EF4-FFF2-40B4-BE49-F238E27FC236}">
                <a16:creationId xmlns:a16="http://schemas.microsoft.com/office/drawing/2014/main" id="{5467157C-6AAC-7C52-2017-1FE36A3D10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/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71D0F9-5031-B629-E802-6AEAF0F1C6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53"/>
          <a:stretch/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F803D8-0039-D24A-E8C1-26F5161CAA45}"/>
              </a:ext>
            </a:extLst>
          </p:cNvPr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9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48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二、主要工作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09687F67-AA25-9614-8E73-69B387358195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三、总结展望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237FF217-6AE0-9A66-FE88-108698555006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结束语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E96EBE77-5145-3DED-C2A2-D3DD459293CF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5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7017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23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4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61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352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581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5071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8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184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40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1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8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21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25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3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45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4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80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26843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33461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43333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58808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207485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83863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3369776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0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376049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80203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49577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65707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80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2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986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66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4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24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122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160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728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922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37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2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4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761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78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3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96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6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49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342809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67902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0298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7605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4321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355559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95084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09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45308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5475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1332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5755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11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4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86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 userDrawn="1"/>
        </p:nvSpPr>
        <p:spPr bwMode="auto">
          <a:xfrm>
            <a:off x="0" y="137411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研究成果与主要创新</a:t>
            </a:r>
            <a:endParaRPr lang="zh-CN" altLang="en-US" sz="3600" b="1" spc="300" dirty="0">
              <a:solidFill>
                <a:schemeClr val="accent4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7"/>
          <p:cNvSpPr/>
          <p:nvPr userDrawn="1"/>
        </p:nvSpPr>
        <p:spPr>
          <a:xfrm>
            <a:off x="0" y="6713999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90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87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1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08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228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425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359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440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64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57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5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11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7" y="124415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85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93110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96581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49991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59847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46097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94409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79241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11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7547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285782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99905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265406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77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6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6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0" y="87766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05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1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66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717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235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727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4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63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4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93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5" y="124414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5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73168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9733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9897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94650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85636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20887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91587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1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51207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3766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83503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0862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69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4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9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黄生俊   副教授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2509937" y="3182187"/>
            <a:ext cx="717212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统计调查</a:t>
            </a:r>
          </a:p>
        </p:txBody>
      </p:sp>
    </p:spTree>
    <p:extLst>
      <p:ext uri="{BB962C8B-B14F-4D97-AF65-F5344CB8AC3E}">
        <p14:creationId xmlns:p14="http://schemas.microsoft.com/office/powerpoint/2010/main" val="82377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91030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0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2749563" y="2348880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3791744" y="2380494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统计调查概述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2749563" y="3388677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3791744" y="3420291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统计调查的实施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1" name="椭圆 10"/>
          <p:cNvSpPr/>
          <p:nvPr userDrawn="1"/>
        </p:nvSpPr>
        <p:spPr>
          <a:xfrm>
            <a:off x="2735627" y="4437112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3777808" y="4468726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10177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37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75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统计调查概述</a:t>
            </a:r>
          </a:p>
        </p:txBody>
      </p:sp>
    </p:spTree>
    <p:extLst>
      <p:ext uri="{BB962C8B-B14F-4D97-AF65-F5344CB8AC3E}">
        <p14:creationId xmlns:p14="http://schemas.microsoft.com/office/powerpoint/2010/main" val="164188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一、统计调查概述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9595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38381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296812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51066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三、调查问卷</a:t>
            </a:r>
          </a:p>
        </p:txBody>
      </p:sp>
    </p:spTree>
    <p:extLst>
      <p:ext uri="{BB962C8B-B14F-4D97-AF65-F5344CB8AC3E}">
        <p14:creationId xmlns:p14="http://schemas.microsoft.com/office/powerpoint/2010/main" val="31577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111825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257450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08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8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刘亚杰   研究员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1902991" y="3182187"/>
            <a:ext cx="838601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 抽样与估计</a:t>
            </a:r>
            <a:r>
              <a:rPr kumimoji="0" lang="en-US" altLang="zh-CN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1</a:t>
            </a:r>
            <a:endParaRPr kumimoji="0" lang="zh-CN" altLang="en-US" sz="4400" b="1" i="0" u="none" strike="noStrike" kern="1200" cap="none" spc="30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51526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3387976" y="2204864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4430158" y="223125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抽样的基本概念</a:t>
            </a:r>
          </a:p>
        </p:txBody>
      </p:sp>
      <p:sp>
        <p:nvSpPr>
          <p:cNvPr id="21" name="椭圆 20"/>
          <p:cNvSpPr/>
          <p:nvPr userDrawn="1"/>
        </p:nvSpPr>
        <p:spPr>
          <a:xfrm>
            <a:off x="3387976" y="3902552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22" name="矩形 21"/>
          <p:cNvSpPr/>
          <p:nvPr userDrawn="1"/>
        </p:nvSpPr>
        <p:spPr>
          <a:xfrm>
            <a:off x="4430157" y="39315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分层抽样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3387976" y="3053708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4430158" y="308140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简单随机抽样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3" name="椭圆 12"/>
          <p:cNvSpPr/>
          <p:nvPr userDrawn="1"/>
        </p:nvSpPr>
        <p:spPr>
          <a:xfrm>
            <a:off x="3387976" y="4751396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4430157" y="478170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整群抽样</a:t>
            </a:r>
          </a:p>
        </p:txBody>
      </p:sp>
      <p:sp>
        <p:nvSpPr>
          <p:cNvPr id="15" name="椭圆 14"/>
          <p:cNvSpPr/>
          <p:nvPr userDrawn="1"/>
        </p:nvSpPr>
        <p:spPr>
          <a:xfrm>
            <a:off x="3387976" y="5600241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4430157" y="56318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378132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2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88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272000" y="2852936"/>
            <a:ext cx="9648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432000" rIns="432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49553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72300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504000" rIns="504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52455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96433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分层抽样</a:t>
            </a:r>
          </a:p>
        </p:txBody>
      </p:sp>
    </p:spTree>
    <p:extLst>
      <p:ext uri="{BB962C8B-B14F-4D97-AF65-F5344CB8AC3E}">
        <p14:creationId xmlns:p14="http://schemas.microsoft.com/office/powerpoint/2010/main" val="337986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三、分层抽样</a:t>
            </a:r>
          </a:p>
        </p:txBody>
      </p:sp>
    </p:spTree>
    <p:extLst>
      <p:ext uri="{BB962C8B-B14F-4D97-AF65-F5344CB8AC3E}">
        <p14:creationId xmlns:p14="http://schemas.microsoft.com/office/powerpoint/2010/main" val="252784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第四部分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整群抽样</a:t>
            </a:r>
          </a:p>
        </p:txBody>
      </p:sp>
    </p:spTree>
    <p:extLst>
      <p:ext uri="{BB962C8B-B14F-4D97-AF65-F5344CB8AC3E}">
        <p14:creationId xmlns:p14="http://schemas.microsoft.com/office/powerpoint/2010/main" val="336202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四、整群抽样</a:t>
            </a:r>
          </a:p>
        </p:txBody>
      </p:sp>
    </p:spTree>
    <p:extLst>
      <p:ext uri="{BB962C8B-B14F-4D97-AF65-F5344CB8AC3E}">
        <p14:creationId xmlns:p14="http://schemas.microsoft.com/office/powerpoint/2010/main" val="215020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第五部分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40394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五、系统抽样</a:t>
            </a:r>
          </a:p>
        </p:txBody>
      </p:sp>
    </p:spTree>
    <p:extLst>
      <p:ext uri="{BB962C8B-B14F-4D97-AF65-F5344CB8AC3E}">
        <p14:creationId xmlns:p14="http://schemas.microsoft.com/office/powerpoint/2010/main" val="408787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384779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166547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25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64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41"/>
            <a:ext cx="10362961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5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073367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6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306138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5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3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21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4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6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60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12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64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16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132400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5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5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54008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9" y="1535113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9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3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558282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80104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96582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49"/>
            <a:ext cx="4010547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4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105580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1"/>
            <a:ext cx="7316152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21" indent="0">
              <a:buNone/>
              <a:defRPr sz="3733"/>
            </a:lvl2pPr>
            <a:lvl3pPr marL="1219042" indent="0">
              <a:buNone/>
              <a:defRPr sz="3200"/>
            </a:lvl3pPr>
            <a:lvl4pPr marL="1828561" indent="0">
              <a:buNone/>
              <a:defRPr sz="2667"/>
            </a:lvl4pPr>
            <a:lvl5pPr marL="2438080" indent="0">
              <a:buNone/>
              <a:defRPr sz="2667"/>
            </a:lvl5pPr>
            <a:lvl6pPr marL="3047601" indent="0">
              <a:buNone/>
              <a:defRPr sz="2667"/>
            </a:lvl6pPr>
            <a:lvl7pPr marL="3657122" indent="0">
              <a:buNone/>
              <a:defRPr sz="2667"/>
            </a:lvl7pPr>
            <a:lvl8pPr marL="4266641" indent="0">
              <a:buNone/>
              <a:defRPr sz="2667"/>
            </a:lvl8pPr>
            <a:lvl9pPr marL="4876162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7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231279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06571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4" y="274644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4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76562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74451897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2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718346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24130156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796071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496657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749256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6"/>
            <a:ext cx="2844800" cy="365125"/>
          </a:xfrm>
          <a:prstGeom prst="rect">
            <a:avLst/>
          </a:prstGeom>
        </p:spPr>
        <p:txBody>
          <a:bodyPr vert="horz" lIns="121916" tIns="60959" rIns="121916" bIns="60959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245552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072092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7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3" y="87768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73426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573167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61138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055062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5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8175703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476336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0252322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81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1346797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637126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575122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00194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886211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5659433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18018538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78604256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22311615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88470857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79513701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649633970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4" y="124412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6777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27927788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2619967837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861590437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237137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48556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6481458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37"/>
            <a:ext cx="10362961" cy="147002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4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53599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8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908976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8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5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0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0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1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52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02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52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0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40644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6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6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81048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8" y="1535115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8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5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558549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400213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481677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52"/>
            <a:ext cx="4010547" cy="116204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2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5"/>
            </a:lvl1pPr>
            <a:lvl2pPr>
              <a:defRPr sz="3732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715691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4"/>
            <a:ext cx="7316152" cy="566737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5"/>
            </a:lvl1pPr>
            <a:lvl2pPr marL="609503" indent="0">
              <a:buNone/>
              <a:defRPr sz="3732"/>
            </a:lvl2pPr>
            <a:lvl3pPr marL="1219008" indent="0">
              <a:buNone/>
              <a:defRPr sz="3200"/>
            </a:lvl3pPr>
            <a:lvl4pPr marL="1828512" indent="0">
              <a:buNone/>
              <a:defRPr sz="2667"/>
            </a:lvl4pPr>
            <a:lvl5pPr marL="2438016" indent="0">
              <a:buNone/>
              <a:defRPr sz="2667"/>
            </a:lvl5pPr>
            <a:lvl6pPr marL="3047521" indent="0">
              <a:buNone/>
              <a:defRPr sz="2667"/>
            </a:lvl6pPr>
            <a:lvl7pPr marL="3657025" indent="0">
              <a:buNone/>
              <a:defRPr sz="2667"/>
            </a:lvl7pPr>
            <a:lvl8pPr marL="4266529" indent="0">
              <a:buNone/>
              <a:defRPr sz="2667"/>
            </a:lvl8pPr>
            <a:lvl9pPr marL="4876034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6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25151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767217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2" y="274646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6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454049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675348321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0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0005484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718987335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0065691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5225702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9259243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8"/>
            <a:ext cx="2844800" cy="365125"/>
          </a:xfrm>
          <a:prstGeom prst="rect">
            <a:avLst/>
          </a:prstGeom>
        </p:spPr>
        <p:txBody>
          <a:bodyPr vert="horz" lIns="121912" tIns="60956" rIns="121912" bIns="60956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22716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763641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7" y="202986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09434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117324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000382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106546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6178270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128835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8046193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9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5921409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922690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522471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015495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921563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473182540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088016884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708961625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867872023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50110946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867925218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990947103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3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654656536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713739972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09380426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923270866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320787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80919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50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09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100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3847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864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（一）个人简历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5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19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59" y="124411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25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0" y="124411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1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253351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6326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6138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9648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727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2928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46263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1999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99249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139804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71637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8621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12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image" Target="../media/image9.gif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image" Target="../media/image8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image" Target="../media/image13.gif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7.xml"/><Relationship Id="rId26" Type="http://schemas.openxmlformats.org/officeDocument/2006/relationships/theme" Target="../theme/theme4.xml"/><Relationship Id="rId3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80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79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83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82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8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81.xml"/><Relationship Id="rId27" Type="http://schemas.openxmlformats.org/officeDocument/2006/relationships/image" Target="../media/image8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102.xml"/><Relationship Id="rId26" Type="http://schemas.openxmlformats.org/officeDocument/2006/relationships/theme" Target="../theme/theme5.xml"/><Relationship Id="rId3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5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20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2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23" Type="http://schemas.openxmlformats.org/officeDocument/2006/relationships/slideLayout" Target="../slideLayouts/slideLayout10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Relationship Id="rId22" Type="http://schemas.openxmlformats.org/officeDocument/2006/relationships/slideLayout" Target="../slideLayouts/slideLayout106.xml"/><Relationship Id="rId27" Type="http://schemas.openxmlformats.org/officeDocument/2006/relationships/image" Target="../media/image8.jp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21.xml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111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4.xml"/><Relationship Id="rId15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12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2.xml"/><Relationship Id="rId13" Type="http://schemas.openxmlformats.org/officeDocument/2006/relationships/slideLayout" Target="../slideLayouts/slideLayout137.xml"/><Relationship Id="rId18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127.xml"/><Relationship Id="rId21" Type="http://schemas.openxmlformats.org/officeDocument/2006/relationships/theme" Target="../theme/theme7.xml"/><Relationship Id="rId7" Type="http://schemas.openxmlformats.org/officeDocument/2006/relationships/slideLayout" Target="../slideLayouts/slideLayout131.xml"/><Relationship Id="rId12" Type="http://schemas.openxmlformats.org/officeDocument/2006/relationships/slideLayout" Target="../slideLayouts/slideLayout136.xml"/><Relationship Id="rId17" Type="http://schemas.openxmlformats.org/officeDocument/2006/relationships/slideLayout" Target="../slideLayouts/slideLayout141.xml"/><Relationship Id="rId2" Type="http://schemas.openxmlformats.org/officeDocument/2006/relationships/slideLayout" Target="../slideLayouts/slideLayout126.xml"/><Relationship Id="rId16" Type="http://schemas.openxmlformats.org/officeDocument/2006/relationships/slideLayout" Target="../slideLayouts/slideLayout140.xml"/><Relationship Id="rId20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29.xml"/><Relationship Id="rId15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34.xml"/><Relationship Id="rId19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Relationship Id="rId14" Type="http://schemas.openxmlformats.org/officeDocument/2006/relationships/slideLayout" Target="../slideLayouts/slideLayout138.xml"/><Relationship Id="rId22" Type="http://schemas.openxmlformats.org/officeDocument/2006/relationships/image" Target="../media/image15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2.xml"/><Relationship Id="rId13" Type="http://schemas.openxmlformats.org/officeDocument/2006/relationships/slideLayout" Target="../slideLayouts/slideLayout157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6.xml"/><Relationship Id="rId17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46.xml"/><Relationship Id="rId16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49.xml"/><Relationship Id="rId1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14" Type="http://schemas.openxmlformats.org/officeDocument/2006/relationships/slideLayout" Target="../slideLayouts/slideLayout15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9.xml"/><Relationship Id="rId13" Type="http://schemas.openxmlformats.org/officeDocument/2006/relationships/slideLayout" Target="../slideLayouts/slideLayout174.xml"/><Relationship Id="rId18" Type="http://schemas.openxmlformats.org/officeDocument/2006/relationships/slideLayout" Target="../slideLayouts/slideLayout179.xml"/><Relationship Id="rId26" Type="http://schemas.openxmlformats.org/officeDocument/2006/relationships/slideLayout" Target="../slideLayouts/slideLayout187.xml"/><Relationship Id="rId3" Type="http://schemas.openxmlformats.org/officeDocument/2006/relationships/slideLayout" Target="../slideLayouts/slideLayout164.xml"/><Relationship Id="rId21" Type="http://schemas.openxmlformats.org/officeDocument/2006/relationships/slideLayout" Target="../slideLayouts/slideLayout182.xml"/><Relationship Id="rId7" Type="http://schemas.openxmlformats.org/officeDocument/2006/relationships/slideLayout" Target="../slideLayouts/slideLayout168.xml"/><Relationship Id="rId12" Type="http://schemas.openxmlformats.org/officeDocument/2006/relationships/slideLayout" Target="../slideLayouts/slideLayout173.xml"/><Relationship Id="rId17" Type="http://schemas.openxmlformats.org/officeDocument/2006/relationships/slideLayout" Target="../slideLayouts/slideLayout178.xml"/><Relationship Id="rId25" Type="http://schemas.openxmlformats.org/officeDocument/2006/relationships/slideLayout" Target="../slideLayouts/slideLayout186.xml"/><Relationship Id="rId2" Type="http://schemas.openxmlformats.org/officeDocument/2006/relationships/slideLayout" Target="../slideLayouts/slideLayout163.xml"/><Relationship Id="rId16" Type="http://schemas.openxmlformats.org/officeDocument/2006/relationships/slideLayout" Target="../slideLayouts/slideLayout177.xml"/><Relationship Id="rId20" Type="http://schemas.openxmlformats.org/officeDocument/2006/relationships/slideLayout" Target="../slideLayouts/slideLayout181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7.xml"/><Relationship Id="rId11" Type="http://schemas.openxmlformats.org/officeDocument/2006/relationships/slideLayout" Target="../slideLayouts/slideLayout172.xml"/><Relationship Id="rId24" Type="http://schemas.openxmlformats.org/officeDocument/2006/relationships/slideLayout" Target="../slideLayouts/slideLayout185.xml"/><Relationship Id="rId5" Type="http://schemas.openxmlformats.org/officeDocument/2006/relationships/slideLayout" Target="../slideLayouts/slideLayout166.xml"/><Relationship Id="rId15" Type="http://schemas.openxmlformats.org/officeDocument/2006/relationships/slideLayout" Target="../slideLayouts/slideLayout176.xml"/><Relationship Id="rId23" Type="http://schemas.openxmlformats.org/officeDocument/2006/relationships/slideLayout" Target="../slideLayouts/slideLayout184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171.xml"/><Relationship Id="rId19" Type="http://schemas.openxmlformats.org/officeDocument/2006/relationships/slideLayout" Target="../slideLayouts/slideLayout180.xml"/><Relationship Id="rId4" Type="http://schemas.openxmlformats.org/officeDocument/2006/relationships/slideLayout" Target="../slideLayouts/slideLayout165.xml"/><Relationship Id="rId9" Type="http://schemas.openxmlformats.org/officeDocument/2006/relationships/slideLayout" Target="../slideLayouts/slideLayout170.xml"/><Relationship Id="rId14" Type="http://schemas.openxmlformats.org/officeDocument/2006/relationships/slideLayout" Target="../slideLayouts/slideLayout175.xml"/><Relationship Id="rId22" Type="http://schemas.openxmlformats.org/officeDocument/2006/relationships/slideLayout" Target="../slideLayouts/slideLayout183.xml"/><Relationship Id="rId27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13" Type="http://schemas.openxmlformats.org/officeDocument/2006/relationships/slideLayout" Target="../slideLayouts/slideLayout200.xml"/><Relationship Id="rId18" Type="http://schemas.openxmlformats.org/officeDocument/2006/relationships/theme" Target="../theme/theme10.xml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slideLayout" Target="../slideLayouts/slideLayout199.xml"/><Relationship Id="rId17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189.xml"/><Relationship Id="rId16" Type="http://schemas.openxmlformats.org/officeDocument/2006/relationships/slideLayout" Target="../slideLayouts/slideLayout203.xml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Relationship Id="rId14" Type="http://schemas.openxmlformats.org/officeDocument/2006/relationships/slideLayout" Target="../slideLayouts/slideLayout201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2.xml"/><Relationship Id="rId13" Type="http://schemas.openxmlformats.org/officeDocument/2006/relationships/slideLayout" Target="../slideLayouts/slideLayout217.xml"/><Relationship Id="rId18" Type="http://schemas.openxmlformats.org/officeDocument/2006/relationships/slideLayout" Target="../slideLayouts/slideLayout222.xml"/><Relationship Id="rId26" Type="http://schemas.openxmlformats.org/officeDocument/2006/relationships/theme" Target="../theme/theme11.xml"/><Relationship Id="rId3" Type="http://schemas.openxmlformats.org/officeDocument/2006/relationships/slideLayout" Target="../slideLayouts/slideLayout207.xml"/><Relationship Id="rId21" Type="http://schemas.openxmlformats.org/officeDocument/2006/relationships/slideLayout" Target="../slideLayouts/slideLayout225.xml"/><Relationship Id="rId7" Type="http://schemas.openxmlformats.org/officeDocument/2006/relationships/slideLayout" Target="../slideLayouts/slideLayout211.xml"/><Relationship Id="rId12" Type="http://schemas.openxmlformats.org/officeDocument/2006/relationships/slideLayout" Target="../slideLayouts/slideLayout216.xml"/><Relationship Id="rId17" Type="http://schemas.openxmlformats.org/officeDocument/2006/relationships/slideLayout" Target="../slideLayouts/slideLayout221.xml"/><Relationship Id="rId25" Type="http://schemas.openxmlformats.org/officeDocument/2006/relationships/slideLayout" Target="../slideLayouts/slideLayout229.xml"/><Relationship Id="rId2" Type="http://schemas.openxmlformats.org/officeDocument/2006/relationships/slideLayout" Target="../slideLayouts/slideLayout206.xml"/><Relationship Id="rId16" Type="http://schemas.openxmlformats.org/officeDocument/2006/relationships/slideLayout" Target="../slideLayouts/slideLayout220.xml"/><Relationship Id="rId2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10.xml"/><Relationship Id="rId11" Type="http://schemas.openxmlformats.org/officeDocument/2006/relationships/slideLayout" Target="../slideLayouts/slideLayout215.xml"/><Relationship Id="rId24" Type="http://schemas.openxmlformats.org/officeDocument/2006/relationships/slideLayout" Target="../slideLayouts/slideLayout228.xml"/><Relationship Id="rId5" Type="http://schemas.openxmlformats.org/officeDocument/2006/relationships/slideLayout" Target="../slideLayouts/slideLayout209.xml"/><Relationship Id="rId15" Type="http://schemas.openxmlformats.org/officeDocument/2006/relationships/slideLayout" Target="../slideLayouts/slideLayout219.xml"/><Relationship Id="rId23" Type="http://schemas.openxmlformats.org/officeDocument/2006/relationships/slideLayout" Target="../slideLayouts/slideLayout22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214.xml"/><Relationship Id="rId19" Type="http://schemas.openxmlformats.org/officeDocument/2006/relationships/slideLayout" Target="../slideLayouts/slideLayout223.xml"/><Relationship Id="rId4" Type="http://schemas.openxmlformats.org/officeDocument/2006/relationships/slideLayout" Target="../slideLayouts/slideLayout208.xml"/><Relationship Id="rId9" Type="http://schemas.openxmlformats.org/officeDocument/2006/relationships/slideLayout" Target="../slideLayouts/slideLayout213.xml"/><Relationship Id="rId14" Type="http://schemas.openxmlformats.org/officeDocument/2006/relationships/slideLayout" Target="../slideLayouts/slideLayout218.xml"/><Relationship Id="rId22" Type="http://schemas.openxmlformats.org/officeDocument/2006/relationships/slideLayout" Target="../slideLayouts/slideLayout226.xml"/><Relationship Id="rId27" Type="http://schemas.openxmlformats.org/officeDocument/2006/relationships/image" Target="../media/image8.jp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7.xml"/><Relationship Id="rId13" Type="http://schemas.openxmlformats.org/officeDocument/2006/relationships/slideLayout" Target="../slideLayouts/slideLayout242.xml"/><Relationship Id="rId18" Type="http://schemas.openxmlformats.org/officeDocument/2006/relationships/slideLayout" Target="../slideLayouts/slideLayout247.xml"/><Relationship Id="rId3" Type="http://schemas.openxmlformats.org/officeDocument/2006/relationships/slideLayout" Target="../slideLayouts/slideLayout232.xml"/><Relationship Id="rId21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36.xml"/><Relationship Id="rId12" Type="http://schemas.openxmlformats.org/officeDocument/2006/relationships/slideLayout" Target="../slideLayouts/slideLayout241.xml"/><Relationship Id="rId17" Type="http://schemas.openxmlformats.org/officeDocument/2006/relationships/slideLayout" Target="../slideLayouts/slideLayout246.xml"/><Relationship Id="rId25" Type="http://schemas.openxmlformats.org/officeDocument/2006/relationships/image" Target="../media/image14.png"/><Relationship Id="rId2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45.xml"/><Relationship Id="rId20" Type="http://schemas.openxmlformats.org/officeDocument/2006/relationships/slideLayout" Target="../slideLayouts/slideLayout249.xml"/><Relationship Id="rId1" Type="http://schemas.openxmlformats.org/officeDocument/2006/relationships/slideLayout" Target="../slideLayouts/slideLayout230.xml"/><Relationship Id="rId6" Type="http://schemas.openxmlformats.org/officeDocument/2006/relationships/slideLayout" Target="../slideLayouts/slideLayout235.xml"/><Relationship Id="rId11" Type="http://schemas.openxmlformats.org/officeDocument/2006/relationships/slideLayout" Target="../slideLayouts/slideLayout240.xml"/><Relationship Id="rId24" Type="http://schemas.openxmlformats.org/officeDocument/2006/relationships/image" Target="../media/image8.jpg"/><Relationship Id="rId5" Type="http://schemas.openxmlformats.org/officeDocument/2006/relationships/slideLayout" Target="../slideLayouts/slideLayout234.xml"/><Relationship Id="rId15" Type="http://schemas.openxmlformats.org/officeDocument/2006/relationships/slideLayout" Target="../slideLayouts/slideLayout244.xml"/><Relationship Id="rId23" Type="http://schemas.openxmlformats.org/officeDocument/2006/relationships/theme" Target="../theme/theme12.xml"/><Relationship Id="rId10" Type="http://schemas.openxmlformats.org/officeDocument/2006/relationships/slideLayout" Target="../slideLayouts/slideLayout239.xml"/><Relationship Id="rId19" Type="http://schemas.openxmlformats.org/officeDocument/2006/relationships/slideLayout" Target="../slideLayouts/slideLayout248.xml"/><Relationship Id="rId4" Type="http://schemas.openxmlformats.org/officeDocument/2006/relationships/slideLayout" Target="../slideLayouts/slideLayout233.xml"/><Relationship Id="rId9" Type="http://schemas.openxmlformats.org/officeDocument/2006/relationships/slideLayout" Target="../slideLayouts/slideLayout238.xml"/><Relationship Id="rId14" Type="http://schemas.openxmlformats.org/officeDocument/2006/relationships/slideLayout" Target="../slideLayouts/slideLayout243.xml"/><Relationship Id="rId22" Type="http://schemas.openxmlformats.org/officeDocument/2006/relationships/slideLayout" Target="../slideLayouts/slideLayout2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4634" r:id="rId3"/>
    <p:sldLayoutId id="2147484633" r:id="rId4"/>
    <p:sldLayoutId id="2147483651" r:id="rId5"/>
    <p:sldLayoutId id="2147483652" r:id="rId6"/>
    <p:sldLayoutId id="2147483653" r:id="rId7"/>
    <p:sldLayoutId id="2147483654" r:id="rId8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>
            <a:extLst>
              <a:ext uri="{FF2B5EF4-FFF2-40B4-BE49-F238E27FC236}">
                <a16:creationId xmlns:a16="http://schemas.microsoft.com/office/drawing/2014/main" id="{BF0A28E6-27C8-F660-D593-EFD6DA2267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C2F7084D-7EAE-2DD4-8488-B494D6C147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09" t="23955" r="40919" b="37048"/>
          <a:stretch/>
        </p:blipFill>
        <p:spPr>
          <a:xfrm>
            <a:off x="152401" y="50489"/>
            <a:ext cx="461681" cy="51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0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0" r:id="rId1"/>
    <p:sldLayoutId id="2147484411" r:id="rId2"/>
    <p:sldLayoutId id="2147484412" r:id="rId3"/>
    <p:sldLayoutId id="2147484413" r:id="rId4"/>
    <p:sldLayoutId id="2147484414" r:id="rId5"/>
    <p:sldLayoutId id="2147484415" r:id="rId6"/>
    <p:sldLayoutId id="2147484416" r:id="rId7"/>
    <p:sldLayoutId id="2147484417" r:id="rId8"/>
    <p:sldLayoutId id="2147484418" r:id="rId9"/>
    <p:sldLayoutId id="2147484419" r:id="rId10"/>
    <p:sldLayoutId id="2147484420" r:id="rId11"/>
    <p:sldLayoutId id="2147484421" r:id="rId12"/>
    <p:sldLayoutId id="2147484422" r:id="rId13"/>
    <p:sldLayoutId id="2147484423" r:id="rId14"/>
    <p:sldLayoutId id="2147484424" r:id="rId15"/>
    <p:sldLayoutId id="2147484425" r:id="rId16"/>
    <p:sldLayoutId id="2147484426" r:id="rId17"/>
    <p:sldLayoutId id="2147484427" r:id="rId18"/>
    <p:sldLayoutId id="2147484428" r:id="rId19"/>
    <p:sldLayoutId id="2147484429" r:id="rId20"/>
    <p:sldLayoutId id="2147484430" r:id="rId21"/>
    <p:sldLayoutId id="2147484431" r:id="rId22"/>
    <p:sldLayoutId id="2147484432" r:id="rId23"/>
    <p:sldLayoutId id="2147484433" r:id="rId24"/>
    <p:sldLayoutId id="2147484435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2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4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6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8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6" indent="-241066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310" indent="-20200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55" indent="-160712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78" indent="-161828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400" indent="-160712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822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245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66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87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21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4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6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87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1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53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95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7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B61907-CE38-43EF-ABC9-71DF18B992B9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35" y="0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82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7" r:id="rId1"/>
    <p:sldLayoutId id="2147484468" r:id="rId2"/>
    <p:sldLayoutId id="2147484469" r:id="rId3"/>
    <p:sldLayoutId id="2147484470" r:id="rId4"/>
    <p:sldLayoutId id="2147484471" r:id="rId5"/>
    <p:sldLayoutId id="2147484472" r:id="rId6"/>
    <p:sldLayoutId id="2147484473" r:id="rId7"/>
    <p:sldLayoutId id="2147484474" r:id="rId8"/>
    <p:sldLayoutId id="2147484475" r:id="rId9"/>
    <p:sldLayoutId id="2147484476" r:id="rId10"/>
    <p:sldLayoutId id="2147484477" r:id="rId11"/>
    <p:sldLayoutId id="2147484478" r:id="rId12"/>
    <p:sldLayoutId id="2147484479" r:id="rId13"/>
    <p:sldLayoutId id="2147484480" r:id="rId14"/>
    <p:sldLayoutId id="2147484481" r:id="rId15"/>
    <p:sldLayoutId id="2147484482" r:id="rId16"/>
    <p:sldLayoutId id="2147484483" r:id="rId17"/>
    <p:sldLayoutId id="2147484484" r:id="rId18"/>
    <p:sldLayoutId id="2147484485" r:id="rId19"/>
    <p:sldLayoutId id="2147484486" r:id="rId20"/>
    <p:sldLayoutId id="2147484487" r:id="rId21"/>
    <p:sldLayoutId id="2147484488" r:id="rId22"/>
    <p:sldLayoutId id="2147484489" r:id="rId23"/>
    <p:sldLayoutId id="2147484490" r:id="rId24"/>
    <p:sldLayoutId id="2147484491" r:id="rId25"/>
    <p:sldLayoutId id="2147484492" r:id="rId26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1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2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4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5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1" indent="-24106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98" indent="-20200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35" indent="-16070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51" indent="-16182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64" indent="-16070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7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93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06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1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1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29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4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55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7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84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98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1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6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5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115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4" r:id="rId1"/>
    <p:sldLayoutId id="2147484495" r:id="rId2"/>
    <p:sldLayoutId id="2147484496" r:id="rId3"/>
    <p:sldLayoutId id="2147484497" r:id="rId4"/>
    <p:sldLayoutId id="2147484498" r:id="rId5"/>
    <p:sldLayoutId id="2147484499" r:id="rId6"/>
    <p:sldLayoutId id="2147484500" r:id="rId7"/>
    <p:sldLayoutId id="2147484501" r:id="rId8"/>
    <p:sldLayoutId id="2147484502" r:id="rId9"/>
    <p:sldLayoutId id="2147484503" r:id="rId10"/>
    <p:sldLayoutId id="2147484504" r:id="rId11"/>
    <p:sldLayoutId id="2147484505" r:id="rId12"/>
    <p:sldLayoutId id="2147484506" r:id="rId13"/>
    <p:sldLayoutId id="2147484507" r:id="rId14"/>
    <p:sldLayoutId id="2147484508" r:id="rId15"/>
    <p:sldLayoutId id="2147484509" r:id="rId16"/>
    <p:sldLayoutId id="2147484510" r:id="rId17"/>
    <p:sldLayoutId id="2147484511" r:id="rId18"/>
    <p:sldLayoutId id="2147484512" r:id="rId19"/>
    <p:sldLayoutId id="2147484513" r:id="rId20"/>
    <p:sldLayoutId id="2147484514" r:id="rId21"/>
    <p:sldLayoutId id="2147484515" r:id="rId22"/>
    <p:sldLayoutId id="2147484516" r:id="rId23"/>
    <p:sldLayoutId id="2147484517" r:id="rId24"/>
    <p:sldLayoutId id="2147484518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8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7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6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5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1" indent="-24104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55" indent="-20198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71" indent="-16069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60" indent="-16181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47" indent="-16069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34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22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09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98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8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77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65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51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42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2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16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04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2" y="9963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8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8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1306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0" r:id="rId1"/>
    <p:sldLayoutId id="2147484521" r:id="rId2"/>
    <p:sldLayoutId id="2147484522" r:id="rId3"/>
    <p:sldLayoutId id="2147484523" r:id="rId4"/>
    <p:sldLayoutId id="2147484524" r:id="rId5"/>
    <p:sldLayoutId id="2147484525" r:id="rId6"/>
    <p:sldLayoutId id="2147484526" r:id="rId7"/>
    <p:sldLayoutId id="2147484527" r:id="rId8"/>
    <p:sldLayoutId id="2147484528" r:id="rId9"/>
    <p:sldLayoutId id="2147484529" r:id="rId10"/>
    <p:sldLayoutId id="2147484530" r:id="rId11"/>
    <p:sldLayoutId id="2147484531" r:id="rId12"/>
    <p:sldLayoutId id="2147484532" r:id="rId13"/>
    <p:sldLayoutId id="2147484533" r:id="rId14"/>
    <p:sldLayoutId id="2147484534" r:id="rId15"/>
    <p:sldLayoutId id="2147484535" r:id="rId16"/>
    <p:sldLayoutId id="2147484536" r:id="rId17"/>
    <p:sldLayoutId id="2147484537" r:id="rId18"/>
    <p:sldLayoutId id="2147484538" r:id="rId19"/>
    <p:sldLayoutId id="2147484539" r:id="rId20"/>
    <p:sldLayoutId id="2147484540" r:id="rId21"/>
    <p:sldLayoutId id="2147484541" r:id="rId22"/>
    <p:sldLayoutId id="2147484542" r:id="rId23"/>
    <p:sldLayoutId id="2147484543" r:id="rId24"/>
    <p:sldLayoutId id="2147484544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9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8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8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7" indent="-241047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68" indent="-201989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90" indent="-16069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88" indent="-16181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82" indent="-16069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7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75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6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866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9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9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89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8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8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7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7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68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C65BA3-EF8F-408F-A22D-18BBE8C1E8E8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442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6" r:id="rId1"/>
    <p:sldLayoutId id="2147484637" r:id="rId2"/>
    <p:sldLayoutId id="2147484638" r:id="rId3"/>
    <p:sldLayoutId id="2147484639" r:id="rId4"/>
    <p:sldLayoutId id="2147484640" r:id="rId5"/>
    <p:sldLayoutId id="2147484641" r:id="rId6"/>
    <p:sldLayoutId id="2147484642" r:id="rId7"/>
    <p:sldLayoutId id="2147484643" r:id="rId8"/>
    <p:sldLayoutId id="2147484644" r:id="rId9"/>
    <p:sldLayoutId id="2147484645" r:id="rId10"/>
    <p:sldLayoutId id="2147484646" r:id="rId11"/>
    <p:sldLayoutId id="2147484647" r:id="rId12"/>
    <p:sldLayoutId id="2147484648" r:id="rId13"/>
    <p:sldLayoutId id="2147484649" r:id="rId14"/>
    <p:sldLayoutId id="2147484650" r:id="rId1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03FF89-D6BC-427F-AEEF-1C1BC669514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214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53" r:id="rId2"/>
    <p:sldLayoutId id="2147484654" r:id="rId3"/>
    <p:sldLayoutId id="2147484655" r:id="rId4"/>
    <p:sldLayoutId id="2147484656" r:id="rId5"/>
    <p:sldLayoutId id="2147484657" r:id="rId6"/>
    <p:sldLayoutId id="2147484658" r:id="rId7"/>
    <p:sldLayoutId id="2147484659" r:id="rId8"/>
    <p:sldLayoutId id="2147484660" r:id="rId9"/>
    <p:sldLayoutId id="2147484661" r:id="rId10"/>
    <p:sldLayoutId id="2147484662" r:id="rId11"/>
    <p:sldLayoutId id="2147484663" r:id="rId12"/>
    <p:sldLayoutId id="2147484664" r:id="rId13"/>
    <p:sldLayoutId id="2147484665" r:id="rId14"/>
    <p:sldLayoutId id="2147484666" r:id="rId15"/>
    <p:sldLayoutId id="2147484667" r:id="rId16"/>
    <p:sldLayoutId id="2147484668" r:id="rId17"/>
    <p:sldLayoutId id="2147484669" r:id="rId18"/>
    <p:sldLayoutId id="2147484670" r:id="rId19"/>
    <p:sldLayoutId id="2147484671" r:id="rId20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3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89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51" r:id="rId1"/>
    <p:sldLayoutId id="2147484952" r:id="rId2"/>
    <p:sldLayoutId id="2147484953" r:id="rId3"/>
    <p:sldLayoutId id="2147484954" r:id="rId4"/>
    <p:sldLayoutId id="2147484955" r:id="rId5"/>
    <p:sldLayoutId id="2147484956" r:id="rId6"/>
    <p:sldLayoutId id="2147484957" r:id="rId7"/>
    <p:sldLayoutId id="2147484958" r:id="rId8"/>
    <p:sldLayoutId id="2147484959" r:id="rId9"/>
    <p:sldLayoutId id="2147484960" r:id="rId10"/>
    <p:sldLayoutId id="2147484961" r:id="rId11"/>
    <p:sldLayoutId id="2147484962" r:id="rId12"/>
    <p:sldLayoutId id="2147484963" r:id="rId13"/>
    <p:sldLayoutId id="2147484964" r:id="rId14"/>
    <p:sldLayoutId id="2147484965" r:id="rId15"/>
    <p:sldLayoutId id="2147484966" r:id="rId16"/>
    <p:sldLayoutId id="2147484967" r:id="rId17"/>
  </p:sldLayoutIdLst>
  <p:txStyles>
    <p:titleStyle>
      <a:lvl1pPr algn="ctr" defTabSz="1219042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41" indent="-457141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470" indent="-38095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320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9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36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88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4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92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2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4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6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8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0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12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64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04824" y="9968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8838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69" r:id="rId1"/>
    <p:sldLayoutId id="2147484970" r:id="rId2"/>
    <p:sldLayoutId id="2147484971" r:id="rId3"/>
    <p:sldLayoutId id="2147484972" r:id="rId4"/>
    <p:sldLayoutId id="2147484973" r:id="rId5"/>
    <p:sldLayoutId id="2147484974" r:id="rId6"/>
    <p:sldLayoutId id="2147484975" r:id="rId7"/>
    <p:sldLayoutId id="2147484976" r:id="rId8"/>
    <p:sldLayoutId id="2147484977" r:id="rId9"/>
    <p:sldLayoutId id="2147484978" r:id="rId10"/>
    <p:sldLayoutId id="2147484979" r:id="rId11"/>
    <p:sldLayoutId id="2147484980" r:id="rId12"/>
    <p:sldLayoutId id="2147484981" r:id="rId13"/>
    <p:sldLayoutId id="2147484982" r:id="rId14"/>
    <p:sldLayoutId id="2147484983" r:id="rId15"/>
    <p:sldLayoutId id="2147484984" r:id="rId16"/>
    <p:sldLayoutId id="2147484985" r:id="rId17"/>
    <p:sldLayoutId id="2147484986" r:id="rId18"/>
    <p:sldLayoutId id="2147484987" r:id="rId19"/>
    <p:sldLayoutId id="2147484988" r:id="rId20"/>
    <p:sldLayoutId id="2147484989" r:id="rId21"/>
    <p:sldLayoutId id="2147484990" r:id="rId22"/>
    <p:sldLayoutId id="2147484991" r:id="rId23"/>
    <p:sldLayoutId id="2147484992" r:id="rId24"/>
    <p:sldLayoutId id="2147484993" r:id="rId25"/>
    <p:sldLayoutId id="2147484994" r:id="rId2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2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652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397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0995" indent="-240995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55" indent="-20194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16" indent="-160664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644" indent="-16178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5969" indent="-160664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294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621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09946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272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25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52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79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0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633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956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28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608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33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1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3332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915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96" r:id="rId1"/>
    <p:sldLayoutId id="2147484997" r:id="rId2"/>
    <p:sldLayoutId id="2147484998" r:id="rId3"/>
    <p:sldLayoutId id="2147484999" r:id="rId4"/>
    <p:sldLayoutId id="2147485000" r:id="rId5"/>
    <p:sldLayoutId id="2147485001" r:id="rId6"/>
    <p:sldLayoutId id="2147485002" r:id="rId7"/>
    <p:sldLayoutId id="2147485003" r:id="rId8"/>
    <p:sldLayoutId id="2147485004" r:id="rId9"/>
    <p:sldLayoutId id="2147485005" r:id="rId10"/>
    <p:sldLayoutId id="2147485006" r:id="rId11"/>
    <p:sldLayoutId id="2147485007" r:id="rId12"/>
    <p:sldLayoutId id="2147485008" r:id="rId13"/>
    <p:sldLayoutId id="2147485009" r:id="rId14"/>
    <p:sldLayoutId id="2147485010" r:id="rId15"/>
    <p:sldLayoutId id="2147485011" r:id="rId16"/>
    <p:sldLayoutId id="2147485012" r:id="rId17"/>
  </p:sldLayoutIdLst>
  <p:txStyles>
    <p:titleStyle>
      <a:lvl1pPr algn="ctr" defTabSz="1219008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7" indent="-457127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445" indent="-380940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761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264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769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27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777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28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785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03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08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12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16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521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025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29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034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6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077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45" r:id="rId1"/>
    <p:sldLayoutId id="2147485046" r:id="rId2"/>
    <p:sldLayoutId id="2147485047" r:id="rId3"/>
    <p:sldLayoutId id="2147485048" r:id="rId4"/>
    <p:sldLayoutId id="2147485049" r:id="rId5"/>
    <p:sldLayoutId id="2147485050" r:id="rId6"/>
    <p:sldLayoutId id="2147485051" r:id="rId7"/>
    <p:sldLayoutId id="2147485052" r:id="rId8"/>
    <p:sldLayoutId id="2147485053" r:id="rId9"/>
    <p:sldLayoutId id="2147485054" r:id="rId10"/>
    <p:sldLayoutId id="2147485055" r:id="rId11"/>
    <p:sldLayoutId id="2147485056" r:id="rId12"/>
    <p:sldLayoutId id="2147485057" r:id="rId13"/>
    <p:sldLayoutId id="2147485058" r:id="rId14"/>
    <p:sldLayoutId id="2147485059" r:id="rId15"/>
    <p:sldLayoutId id="2147485060" r:id="rId16"/>
    <p:sldLayoutId id="2147485061" r:id="rId17"/>
    <p:sldLayoutId id="2147485062" r:id="rId18"/>
    <p:sldLayoutId id="2147485063" r:id="rId19"/>
    <p:sldLayoutId id="2147485064" r:id="rId20"/>
    <p:sldLayoutId id="2147485065" r:id="rId21"/>
    <p:sldLayoutId id="2147485066" r:id="rId22"/>
    <p:sldLayoutId id="2147485067" r:id="rId23"/>
    <p:sldLayoutId id="2147485068" r:id="rId24"/>
    <p:sldLayoutId id="2147485069" r:id="rId2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0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13" indent="-241013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91" indent="-20196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73" indent="-160676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725" indent="-16179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073" indent="-160676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422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773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121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469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0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0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749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0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44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794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0"/>
            <a:ext cx="12192000" cy="587029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4820" y="9961"/>
            <a:ext cx="793019" cy="58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4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06" r:id="rId1"/>
    <p:sldLayoutId id="2147485107" r:id="rId2"/>
    <p:sldLayoutId id="2147485108" r:id="rId3"/>
    <p:sldLayoutId id="2147485109" r:id="rId4"/>
    <p:sldLayoutId id="2147485110" r:id="rId5"/>
    <p:sldLayoutId id="2147485111" r:id="rId6"/>
    <p:sldLayoutId id="2147485112" r:id="rId7"/>
    <p:sldLayoutId id="2147485113" r:id="rId8"/>
    <p:sldLayoutId id="2147485114" r:id="rId9"/>
    <p:sldLayoutId id="2147485115" r:id="rId10"/>
    <p:sldLayoutId id="2147485116" r:id="rId11"/>
    <p:sldLayoutId id="2147485117" r:id="rId12"/>
    <p:sldLayoutId id="2147485118" r:id="rId13"/>
    <p:sldLayoutId id="2147485119" r:id="rId14"/>
    <p:sldLayoutId id="2147485120" r:id="rId15"/>
    <p:sldLayoutId id="2147485121" r:id="rId16"/>
    <p:sldLayoutId id="2147485122" r:id="rId17"/>
    <p:sldLayoutId id="2147485123" r:id="rId18"/>
    <p:sldLayoutId id="2147485124" r:id="rId19"/>
    <p:sldLayoutId id="2147485125" r:id="rId20"/>
    <p:sldLayoutId id="2147485126" r:id="rId21"/>
    <p:sldLayoutId id="2147485127" r:id="rId22"/>
  </p:sldLayoutIdLst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0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50" indent="-24105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76" indent="-20199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03" indent="-160701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05" indent="-161817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05" indent="-160701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06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08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5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9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0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03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08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209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CBC5161-4448-DA26-9386-B6055113A398}"/>
              </a:ext>
            </a:extLst>
          </p:cNvPr>
          <p:cNvSpPr txBox="1">
            <a:spLocks/>
          </p:cNvSpPr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2.2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zh-CN" altLang="en-US" b="0" dirty="0">
                <a:ea typeface="华光综艺_CNKI" panose="02000500000000000000" pitchFamily="2" charset="-122"/>
              </a:rPr>
              <a:t>数据属性</a:t>
            </a:r>
            <a:endParaRPr lang="en-US" altLang="zh-CN" b="0" dirty="0"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095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4B536-A18F-2B1B-8F1F-2882FB9ED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2B537DC0-F4BE-6724-1330-CDCA8268D233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标称属性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FDBF35D-1811-E453-3027-485898E79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833A05-5A11-9463-1DB4-A286AF113FD5}"/>
              </a:ext>
            </a:extLst>
          </p:cNvPr>
          <p:cNvSpPr txBox="1"/>
          <p:nvPr/>
        </p:nvSpPr>
        <p:spPr>
          <a:xfrm>
            <a:off x="551180" y="1228083"/>
            <a:ext cx="10821670" cy="111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标称属性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Nominal attribute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是由离散的符号或名称表示的属性，代表不同的类别、状态或编码</a:t>
            </a:r>
            <a:r>
              <a:rPr lang="zh-CN" altLang="zh-CN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E4ACEC8-586E-735F-8267-1F351DE708B2}"/>
              </a:ext>
            </a:extLst>
          </p:cNvPr>
          <p:cNvSpPr txBox="1"/>
          <p:nvPr/>
        </p:nvSpPr>
        <p:spPr>
          <a:xfrm>
            <a:off x="593532" y="2342747"/>
            <a:ext cx="10821670" cy="9734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04800" algn="just">
              <a:lnSpc>
                <a:spcPct val="125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标称属性的取值是枚举型的，即它们是一个预定义集合中的元素，而不是连续或可度量的数值。</a:t>
            </a:r>
            <a:endParaRPr lang="zh-CN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C77E41F-746E-38D8-910E-1B39DC62C253}"/>
              </a:ext>
            </a:extLst>
          </p:cNvPr>
          <p:cNvSpPr txBox="1"/>
          <p:nvPr/>
        </p:nvSpPr>
        <p:spPr>
          <a:xfrm>
            <a:off x="593532" y="3383280"/>
            <a:ext cx="10821670" cy="111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二元属性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Binary attribute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是只有两种可能取值的属性，是标称属性的特例。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48BF596-5FA7-7C27-8EA7-F003D9D728EB}"/>
              </a:ext>
            </a:extLst>
          </p:cNvPr>
          <p:cNvSpPr txBox="1"/>
          <p:nvPr/>
        </p:nvSpPr>
        <p:spPr>
          <a:xfrm>
            <a:off x="635884" y="4497944"/>
            <a:ext cx="10821670" cy="143513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04800" algn="just">
              <a:lnSpc>
                <a:spcPct val="125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在统计学和数据分析中，二元属性常常用来表示两种互斥的状态或类别，比如是</a:t>
            </a:r>
            <a:r>
              <a:rPr lang="en-US" altLang="zh-CN" dirty="0"/>
              <a:t>/</a:t>
            </a:r>
            <a:r>
              <a:rPr lang="zh-CN" altLang="en-US" dirty="0"/>
              <a:t>否、成功</a:t>
            </a:r>
            <a:r>
              <a:rPr lang="en-US" altLang="zh-CN" dirty="0"/>
              <a:t>/</a:t>
            </a:r>
            <a:r>
              <a:rPr lang="zh-CN" altLang="en-US" dirty="0"/>
              <a:t>失败、有</a:t>
            </a:r>
            <a:r>
              <a:rPr lang="en-US" altLang="zh-CN" dirty="0"/>
              <a:t>/</a:t>
            </a:r>
            <a:r>
              <a:rPr lang="zh-CN" altLang="en-US" dirty="0"/>
              <a:t>无等。二元属性可进一步分为对称的二元属性和不对称的二元属性。如果属性的两种状态结果同等重要，则为对称的二元属性。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05846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080F7-1D30-9E8D-7C3C-2C90F10F7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605E8DE7-C615-3DB4-9184-FAFE63516C01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序数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属性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C93AD5D2-5033-6047-B739-A65AB7268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297C28-8A74-7B4C-2435-3190DA0907D0}"/>
              </a:ext>
            </a:extLst>
          </p:cNvPr>
          <p:cNvSpPr txBox="1"/>
          <p:nvPr/>
        </p:nvSpPr>
        <p:spPr>
          <a:xfrm>
            <a:off x="551180" y="1228083"/>
            <a:ext cx="10821670" cy="111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序数属性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Ordinal attribute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是一种用来描述对象在一组事物中相对排列顺序的属性。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118BEC8-4FCB-19D3-EEA9-F2A892D5D5D4}"/>
              </a:ext>
            </a:extLst>
          </p:cNvPr>
          <p:cNvSpPr txBox="1"/>
          <p:nvPr/>
        </p:nvSpPr>
        <p:spPr>
          <a:xfrm>
            <a:off x="593532" y="2342747"/>
            <a:ext cx="10821670" cy="143513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04800" algn="just">
              <a:lnSpc>
                <a:spcPct val="125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序数属性的取值存在有意义的秩，可以进行大小和顺序的比较，但不能进行加减乘除等数学计算。该属性取值的大小能够表示数据对象的等级、方位、大小等顺序关系。</a:t>
            </a:r>
            <a:endParaRPr lang="zh-CN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BB04AA1-9110-925E-A9CA-6B6810220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58" y="4048753"/>
            <a:ext cx="11332883" cy="256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69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1D514-8A52-1793-D666-F1FBBAAED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5D74AF6C-70CB-4573-4BC8-2339AD4A367F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数值属性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55C47A86-618A-4B86-AE0B-DA91B3E08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DCFE3B7-0D7E-C455-6A92-5C6B4F07C119}"/>
              </a:ext>
            </a:extLst>
          </p:cNvPr>
          <p:cNvSpPr txBox="1"/>
          <p:nvPr/>
        </p:nvSpPr>
        <p:spPr>
          <a:xfrm>
            <a:off x="551180" y="1228083"/>
            <a:ext cx="10821670" cy="111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数值属性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Numeric attribute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用于表示具有数值含义的属性，其取值是一个数字。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25BFF3-DFC3-9985-ED32-6C5C9C0C1C66}"/>
              </a:ext>
            </a:extLst>
          </p:cNvPr>
          <p:cNvSpPr txBox="1"/>
          <p:nvPr/>
        </p:nvSpPr>
        <p:spPr>
          <a:xfrm>
            <a:off x="593532" y="2342747"/>
            <a:ext cx="10821670" cy="5118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04800" algn="just">
              <a:lnSpc>
                <a:spcPct val="125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数值属性是可度量的量，既可以进行大小比较，也可以进行数学计算。</a:t>
            </a:r>
            <a:endParaRPr lang="zh-CN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CF0AA4-C8F9-8712-E1C3-B0416AE8918B}"/>
              </a:ext>
            </a:extLst>
          </p:cNvPr>
          <p:cNvSpPr txBox="1"/>
          <p:nvPr/>
        </p:nvSpPr>
        <p:spPr>
          <a:xfrm>
            <a:off x="551180" y="3011827"/>
            <a:ext cx="10821670" cy="111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比率标度属性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Ratio-scaled attribute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是存在绝对零点的数值属性。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BC0702-0138-3FF7-7EA2-3D4B166E1F80}"/>
              </a:ext>
            </a:extLst>
          </p:cNvPr>
          <p:cNvSpPr txBox="1"/>
          <p:nvPr/>
        </p:nvSpPr>
        <p:spPr>
          <a:xfrm>
            <a:off x="593532" y="4126491"/>
            <a:ext cx="10821670" cy="189680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04800" algn="just">
              <a:lnSpc>
                <a:spcPct val="125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在比率标度属性中，属性的取值可进行比例运算，如果某物体的长度是</a:t>
            </a:r>
            <a:r>
              <a:rPr lang="en-US" altLang="zh-CN" dirty="0"/>
              <a:t>20cm</a:t>
            </a:r>
            <a:r>
              <a:rPr lang="zh-CN" altLang="en-US" dirty="0"/>
              <a:t>，宽度是</a:t>
            </a:r>
            <a:r>
              <a:rPr lang="en-US" altLang="zh-CN" dirty="0"/>
              <a:t>10cm</a:t>
            </a:r>
            <a:r>
              <a:rPr lang="zh-CN" altLang="en-US" dirty="0"/>
              <a:t>，则可认为该物体的长度是宽度的两倍。此外，比率标度属性的不同数值之间具有相等的间隔，例如，在速度属性中，</a:t>
            </a:r>
            <a:r>
              <a:rPr lang="en-US" altLang="zh-CN" dirty="0"/>
              <a:t>1m/s</a:t>
            </a:r>
            <a:r>
              <a:rPr lang="zh-CN" altLang="en-US" dirty="0"/>
              <a:t>和</a:t>
            </a:r>
            <a:r>
              <a:rPr lang="en-US" altLang="zh-CN" dirty="0"/>
              <a:t>2m/s</a:t>
            </a:r>
            <a:r>
              <a:rPr lang="zh-CN" altLang="en-US" dirty="0"/>
              <a:t>的差距与</a:t>
            </a:r>
            <a:r>
              <a:rPr lang="en-US" altLang="zh-CN" dirty="0"/>
              <a:t>100m/s</a:t>
            </a:r>
            <a:r>
              <a:rPr lang="zh-CN" altLang="en-US" dirty="0"/>
              <a:t>和</a:t>
            </a:r>
            <a:r>
              <a:rPr lang="en-US" altLang="zh-CN" dirty="0"/>
              <a:t>101m/s</a:t>
            </a:r>
            <a:r>
              <a:rPr lang="zh-CN" altLang="en-US" dirty="0"/>
              <a:t>的差距是相等的。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659347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D2C62-3A03-D6B3-0E7A-D512D0D6A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BB8EB9E5-E229-7F13-6D13-91D4F0DE43F2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数值属性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B134D348-E370-B0E0-A0E7-2E4FAD161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739ACC-5785-7AEE-264E-2E4B88FB6487}"/>
              </a:ext>
            </a:extLst>
          </p:cNvPr>
          <p:cNvSpPr txBox="1"/>
          <p:nvPr/>
        </p:nvSpPr>
        <p:spPr>
          <a:xfrm>
            <a:off x="551180" y="1228083"/>
            <a:ext cx="10821670" cy="111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区间标度属性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Interval-scaled attribute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是不存在绝对零点的数值属性。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ACBA44D-EB97-C4B9-4862-7A4527293AC1}"/>
              </a:ext>
            </a:extLst>
          </p:cNvPr>
          <p:cNvSpPr txBox="1"/>
          <p:nvPr/>
        </p:nvSpPr>
        <p:spPr>
          <a:xfrm>
            <a:off x="593532" y="2434187"/>
            <a:ext cx="10821670" cy="23584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04800" algn="just">
              <a:lnSpc>
                <a:spcPct val="125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区间标度属性没有固有零点，例如摄氏温度（℃），</a:t>
            </a:r>
            <a:r>
              <a:rPr lang="en-US" altLang="zh-CN" dirty="0"/>
              <a:t>0℃</a:t>
            </a:r>
            <a:r>
              <a:rPr lang="zh-CN" altLang="en-US" dirty="0"/>
              <a:t>并不表示完全没有温度，而是表示冰点。区间标度属性只能进行大小比较，不能进行比率比较。例如</a:t>
            </a:r>
            <a:r>
              <a:rPr lang="en-US" altLang="zh-CN" dirty="0"/>
              <a:t>30℃</a:t>
            </a:r>
            <a:r>
              <a:rPr lang="zh-CN" altLang="en-US" dirty="0"/>
              <a:t>和</a:t>
            </a:r>
            <a:r>
              <a:rPr lang="en-US" altLang="zh-CN" dirty="0"/>
              <a:t>20℃</a:t>
            </a:r>
            <a:r>
              <a:rPr lang="zh-CN" altLang="en-US" dirty="0"/>
              <a:t>的温差是</a:t>
            </a:r>
            <a:r>
              <a:rPr lang="en-US" altLang="zh-CN" dirty="0"/>
              <a:t>10</a:t>
            </a:r>
            <a:r>
              <a:rPr lang="zh-CN" altLang="en-US" dirty="0"/>
              <a:t>，可以认为前者比后者温度高，但不能认为前者是后者的</a:t>
            </a:r>
            <a:r>
              <a:rPr lang="en-US" altLang="zh-CN" dirty="0"/>
              <a:t>1.5</a:t>
            </a:r>
            <a:r>
              <a:rPr lang="zh-CN" altLang="en-US" dirty="0"/>
              <a:t>倍热。同样的，华氏温度（℉）也是区间标度属性，但开尔文温度（</a:t>
            </a:r>
            <a:r>
              <a:rPr lang="en-US" altLang="zh-CN" dirty="0"/>
              <a:t>K</a:t>
            </a:r>
            <a:r>
              <a:rPr lang="zh-CN" altLang="en-US" dirty="0"/>
              <a:t>）是比率标度属性。区间标度属性的例子还包括日期、经纬度、成绩评分等。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390450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1A7CA-C130-82A0-99FC-0AF7F8279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BAF11B89-E29C-B90A-E230-C4B950FFEC94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离散属性与连续属性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85BCBF1E-6EA1-8750-2B0A-007895D92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EEF7D3-0526-F4B6-5255-7DC3FA588FBC}"/>
              </a:ext>
            </a:extLst>
          </p:cNvPr>
          <p:cNvSpPr txBox="1"/>
          <p:nvPr/>
        </p:nvSpPr>
        <p:spPr>
          <a:xfrm>
            <a:off x="551180" y="1228083"/>
            <a:ext cx="10821670" cy="111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离散属性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Categorical attribute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是指数据取值个数有限的属性，可定性地将每个观察单位分配给特定类别。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3363C51-DCDD-48DD-7EF4-BC4AD56ACB32}"/>
              </a:ext>
            </a:extLst>
          </p:cNvPr>
          <p:cNvSpPr txBox="1"/>
          <p:nvPr/>
        </p:nvSpPr>
        <p:spPr>
          <a:xfrm>
            <a:off x="551180" y="2447283"/>
            <a:ext cx="10821670" cy="111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连续属性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Continuous attribute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是具有无限个可能取值的属性，这些取值通常表示一定范围内的测量结果或数量，可无限细分。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BCEF9F4-A617-764B-1477-E9DDE08F3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332" y="3666483"/>
            <a:ext cx="8321336" cy="340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575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035ED6-ED79-6653-E473-3F5FCA3CC077}"/>
              </a:ext>
            </a:extLst>
          </p:cNvPr>
          <p:cNvSpPr txBox="1">
            <a:spLocks/>
          </p:cNvSpPr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35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57fef28-e1f3-418f-8f7b-57f60670b37e"/>
  <p:tag name="COMMONDATA" val="eyJoZGlkIjoiNGZlODdkOGY2N2FkZjEzZjVmYjI5NGY1MTQ2NGRhNj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7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muant0k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9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8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9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6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3E28D3-CC25-4935-9535-3CA44F295BD0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5128</TotalTime>
  <Words>562</Words>
  <Application>Microsoft Office PowerPoint</Application>
  <PresentationFormat>宽屏</PresentationFormat>
  <Paragraphs>29</Paragraphs>
  <Slides>7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9" baseType="lpstr">
      <vt:lpstr>等线</vt:lpstr>
      <vt:lpstr>华光综艺_CNKI</vt:lpstr>
      <vt:lpstr>思源黑体</vt:lpstr>
      <vt:lpstr>思源黑体 CN Bold</vt:lpstr>
      <vt:lpstr>微软雅黑</vt:lpstr>
      <vt:lpstr>Arial</vt:lpstr>
      <vt:lpstr>Calibri</vt:lpstr>
      <vt:lpstr>Times New Roman</vt:lpstr>
      <vt:lpstr>Wingdings</vt:lpstr>
      <vt:lpstr>Office 主题​​</vt:lpstr>
      <vt:lpstr>10_自定义设计方案</vt:lpstr>
      <vt:lpstr>17_自定义设计方案</vt:lpstr>
      <vt:lpstr>21_自定义设计方案</vt:lpstr>
      <vt:lpstr>11_自定义设计方案</vt:lpstr>
      <vt:lpstr>2_默认设计模板</vt:lpstr>
      <vt:lpstr>1_默认设计模板</vt:lpstr>
      <vt:lpstr>7_自定义设计方案</vt:lpstr>
      <vt:lpstr>18_自定义设计方案</vt:lpstr>
      <vt:lpstr>12_自定义设计方案</vt:lpstr>
      <vt:lpstr>19_自定义设计方案</vt:lpstr>
      <vt:lpstr>16_自定义设计方案</vt:lpstr>
      <vt:lpstr>Photo Editor 照片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 大数据分析-模版-吕欣.pptx</dc:title>
  <dc:creator>吕欣</dc:creator>
  <cp:lastModifiedBy>Mengxin Ou</cp:lastModifiedBy>
  <cp:revision>2900</cp:revision>
  <dcterms:created xsi:type="dcterms:W3CDTF">2022-05-23T09:13:00Z</dcterms:created>
  <dcterms:modified xsi:type="dcterms:W3CDTF">2025-04-17T16:35:27Z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03DF3E81453D43789918EC1D3CAC176D_12</vt:lpwstr>
  </property>
  <property fmtid="{D5CDD505-2E9C-101B-9397-08002B2CF9AE}" pid="3" name="KSOProductBuildVer">
    <vt:lpwstr>2052-11.1.0.14309</vt:lpwstr>
  </property>
</Properties>
</file>