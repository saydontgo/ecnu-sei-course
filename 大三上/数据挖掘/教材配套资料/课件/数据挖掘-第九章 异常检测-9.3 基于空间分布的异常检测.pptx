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3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4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5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6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7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8.xml" ContentType="application/vnd.openxmlformats-officedocument.theme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9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10.xml" ContentType="application/vnd.openxmlformats-officedocument.theme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theme/theme11.xml" ContentType="application/vnd.openxmlformats-officedocument.theme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2">
  <p:sldMasterIdLst>
    <p:sldMasterId id="2147483648" r:id="rId1"/>
    <p:sldMasterId id="2147484409" r:id="rId2"/>
    <p:sldMasterId id="2147484466" r:id="rId3"/>
    <p:sldMasterId id="2147484493" r:id="rId4"/>
    <p:sldMasterId id="2147484519" r:id="rId5"/>
    <p:sldMasterId id="2147484635" r:id="rId6"/>
    <p:sldMasterId id="2147484651" r:id="rId7"/>
    <p:sldMasterId id="2147484950" r:id="rId8"/>
    <p:sldMasterId id="2147484968" r:id="rId9"/>
    <p:sldMasterId id="2147484995" r:id="rId10"/>
    <p:sldMasterId id="2147485044" r:id="rId11"/>
    <p:sldMasterId id="2147485105" r:id="rId12"/>
  </p:sldMasterIdLst>
  <p:notesMasterIdLst>
    <p:notesMasterId r:id="rId32"/>
  </p:notesMasterIdLst>
  <p:handoutMasterIdLst>
    <p:handoutMasterId r:id="rId33"/>
  </p:handoutMasterIdLst>
  <p:sldIdLst>
    <p:sldId id="15638" r:id="rId13"/>
    <p:sldId id="15669" r:id="rId14"/>
    <p:sldId id="15771" r:id="rId15"/>
    <p:sldId id="15870" r:id="rId16"/>
    <p:sldId id="15871" r:id="rId17"/>
    <p:sldId id="15772" r:id="rId18"/>
    <p:sldId id="15872" r:id="rId19"/>
    <p:sldId id="15873" r:id="rId20"/>
    <p:sldId id="15874" r:id="rId21"/>
    <p:sldId id="15773" r:id="rId22"/>
    <p:sldId id="15774" r:id="rId23"/>
    <p:sldId id="15875" r:id="rId24"/>
    <p:sldId id="15876" r:id="rId25"/>
    <p:sldId id="15850" r:id="rId26"/>
    <p:sldId id="15867" r:id="rId27"/>
    <p:sldId id="15877" r:id="rId28"/>
    <p:sldId id="15878" r:id="rId29"/>
    <p:sldId id="15879" r:id="rId30"/>
    <p:sldId id="15502" r:id="rId31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2252" userDrawn="1">
          <p15:clr>
            <a:srgbClr val="A4A3A4"/>
          </p15:clr>
        </p15:guide>
        <p15:guide id="5" orient="horz" pos="245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5C0C"/>
    <a:srgbClr val="FFFFFF"/>
    <a:srgbClr val="0066FF"/>
    <a:srgbClr val="7EA4EE"/>
    <a:srgbClr val="00FF00"/>
    <a:srgbClr val="F6F9FE"/>
    <a:srgbClr val="91CF50"/>
    <a:srgbClr val="FF66FF"/>
    <a:srgbClr val="00CCFF"/>
    <a:srgbClr val="0096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88617" autoAdjust="0"/>
  </p:normalViewPr>
  <p:slideViewPr>
    <p:cSldViewPr snapToGrid="0">
      <p:cViewPr varScale="1">
        <p:scale>
          <a:sx n="94" d="100"/>
          <a:sy n="94" d="100"/>
        </p:scale>
        <p:origin x="726" y="78"/>
      </p:cViewPr>
      <p:guideLst>
        <p:guide pos="2252"/>
        <p:guide orient="horz" pos="24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242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21" Type="http://schemas.openxmlformats.org/officeDocument/2006/relationships/slide" Target="slides/slide9.xml"/><Relationship Id="rId34" Type="http://schemas.openxmlformats.org/officeDocument/2006/relationships/tags" Target="tags/tag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82E4-1D3E-4E21-8E57-F0A36E8AFBBC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971F6-C60D-4682-BD97-627ABF355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80EC0-271A-47A3-B94A-5AACB63D0D64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F833C-0931-4030-8352-AFD9186768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672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B2364-C4ED-C4F6-5139-791D90C5A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208D54-AB53-7A3D-FE9F-B742B0538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B1F1FB-5D20-0CC0-48E6-5024F25A6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2DC0CC-ECDA-C7C5-4E37-F0F8AC80C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968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F808B-8B6B-876C-4873-82E7F5D8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A3B2AF-6C1D-EEF6-89F5-0A5C71934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11878E-66BA-AAE1-0D42-623D3FC1F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17A170-5736-4367-B77C-C762C1E30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399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B4238-26A6-5CCA-F41D-73E37123A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E895FE-A13C-0D24-B5F5-F13BC6084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D034E2-1F86-4C5F-C9C9-170C092F6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FEDF90-EBE1-6266-6869-9677B38C4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3113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F99D2-418E-FA80-2192-062681201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D2E1F6-7319-495E-2CE0-0B4BC31C15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4220232-4F05-8959-E621-33EAEB95A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7732B8-9BE2-52CA-467E-9D87A4A30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65074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6E554-75CF-5A65-B810-42E36A683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1F06C3-2A71-99B6-B78D-AA3567844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98CCE1-BB65-A77B-7133-818562C18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A62295-F3E0-8D7F-4FA4-ACB8E9B50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85671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01F7E-7F64-13F3-05AF-64E8B4B34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D30158-EB85-9A7E-DFB2-4BF38284D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8C66BB-CC5C-CE65-0DEE-E64D547D1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911AD3-D0A5-09F0-B755-C7C863534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50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9E21A-8542-B356-1C2A-AC105073A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67A0C14-273F-EF09-E955-B78D912C94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C1F992-D17B-E400-BC07-1ACC4196E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8A5AC9-F9AA-95D0-006C-CD9367A82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8719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238C4-F802-328B-B7C1-2EA215FE9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E38F44-B2FD-2E24-D25A-E0C3810C8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227DAB-9B8B-EAC2-67F0-65856240F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78C6A5-8F2A-908E-2DE7-71C8EB453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2376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26D67-403F-BD90-EB19-7BC05C370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7C0B51-0716-82AB-E7CC-1DF808F01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B4764C-10AA-C091-42D8-D208F6A2B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46A1B0-C1CE-7008-143D-AAA5AA6047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53420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D4FDB-2AD9-87C8-7507-FE6811772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D12ABA-2387-F383-B66D-2C68E8FA5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E76C09-86CF-B511-B799-3C52929D3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5B3BF2-1ADE-0993-3007-8A18945DA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24873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8EEAC-E305-47B1-8062-1431A3B4A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880AD1-0F27-47FF-7913-5123ADFA9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E54564-FE1F-0083-CEAA-2F6924DE8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796DCF-EE10-AE57-584B-4FC89E8ED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60332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4BFDD-5636-BD5B-EEE2-0C022B9A9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C0BCEF-C513-F661-E12D-05C01EB09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94F930-F74D-F63A-BAAC-961061624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BE9B90-3523-AD34-80D8-A004669BE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79976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1AC82-2BA1-260A-4749-460E71B8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255D39-6108-AA4F-D421-E4D793E4F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A45A93-6C92-CC3A-9356-EF3B65935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DDC318-15C3-7F19-015B-0EAAFE596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235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A6EF7-1128-D6E2-1678-D3C3290A1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D59989-A60A-F73B-0ED8-3B37246CB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A468BC-2CD6-C6F7-15DB-9ABF8AE7A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66016B-7367-CB90-2F3E-F10353F504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77121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EFE44-126D-5C08-122D-6B2DBC0EF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BBCED8-29B9-898D-2756-4F5F929BE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AC3577-10D2-C107-5AB5-566CEB295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F93234-25E1-5C3A-470A-59ABD3195C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27473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866F9-8AD0-58BA-A854-16E80FF9F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BB4C47-E871-9D3E-D64C-3A412E4534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516955-F2A9-B803-9700-5DF2CF033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EAEB4A-F39C-E8F9-F57B-AAE7BC798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84980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4F9E2-288B-137D-43F1-F0FD371E9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DCE6C0-4070-A8B2-8540-D8149F14A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08EEAD-A64D-B59A-37CF-8E73A8B83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97F21B-83C2-030B-A7B4-8A024AA44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09775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Relationship Id="rId4" Type="http://schemas.microsoft.com/office/2007/relationships/hdphoto" Target="../media/hdphoto1.wdp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Relationship Id="rId4" Type="http://schemas.microsoft.com/office/2007/relationships/hdphoto" Target="../media/hdphoto1.wdp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9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1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2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2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508FBC-A264-6F1A-7977-DAFCBAF387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/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>
            <a:extLst>
              <a:ext uri="{FF2B5EF4-FFF2-40B4-BE49-F238E27FC236}">
                <a16:creationId xmlns:a16="http://schemas.microsoft.com/office/drawing/2014/main" id="{5467157C-6AAC-7C52-2017-1FE36A3D10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/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1D0F9-5031-B629-E802-6AEAF0F1C6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53"/>
          <a:stretch/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F803D8-0039-D24A-E8C1-26F5161CAA45}"/>
              </a:ext>
            </a:extLst>
          </p:cNvPr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9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48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二、主要工作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09687F67-AA25-9614-8E73-69B387358195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三、总结展望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237FF217-6AE0-9A66-FE88-108698555006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结束语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E96EBE77-5145-3DED-C2A2-D3DD459293CF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5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701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23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4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61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352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581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507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8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184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40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1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8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21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25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3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45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4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80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26843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33461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4333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58808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20748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83863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336977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0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376049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8020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49577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65707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80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2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986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66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4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24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122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160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728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922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37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2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4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761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78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3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96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6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9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342809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67902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0298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7605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4321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355559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95084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09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45308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5475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1332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5755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11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4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86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 userDrawn="1"/>
        </p:nvSpPr>
        <p:spPr bwMode="auto">
          <a:xfrm>
            <a:off x="0" y="137411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研究成果与主要创新</a:t>
            </a:r>
            <a:endParaRPr lang="zh-CN" altLang="en-US" sz="3600" b="1" spc="300" dirty="0">
              <a:solidFill>
                <a:schemeClr val="accent4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7"/>
          <p:cNvSpPr/>
          <p:nvPr userDrawn="1"/>
        </p:nvSpPr>
        <p:spPr>
          <a:xfrm>
            <a:off x="0" y="6713999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90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87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1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08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228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425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359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440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64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57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5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11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7" y="124415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85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9311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96581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49991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59847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46097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94409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79241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11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7547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285782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99905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265406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77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6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6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0" y="87766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05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1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66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717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235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727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4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63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4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93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5" y="124414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5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73168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9733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9897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94650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85636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20887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91587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1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51207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3766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83503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0862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69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4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9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黄生俊   副教授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2509937" y="3182187"/>
            <a:ext cx="717212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统计调查</a:t>
            </a:r>
          </a:p>
        </p:txBody>
      </p:sp>
    </p:spTree>
    <p:extLst>
      <p:ext uri="{BB962C8B-B14F-4D97-AF65-F5344CB8AC3E}">
        <p14:creationId xmlns:p14="http://schemas.microsoft.com/office/powerpoint/2010/main" val="82377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91030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0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2749563" y="2348880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3791744" y="2380494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统计调查概述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2749563" y="3388677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3791744" y="3420291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统计调查的实施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1" name="椭圆 10"/>
          <p:cNvSpPr/>
          <p:nvPr userDrawn="1"/>
        </p:nvSpPr>
        <p:spPr>
          <a:xfrm>
            <a:off x="2735627" y="4437112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3777808" y="4468726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10177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37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75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统计调查概述</a:t>
            </a:r>
          </a:p>
        </p:txBody>
      </p:sp>
    </p:spTree>
    <p:extLst>
      <p:ext uri="{BB962C8B-B14F-4D97-AF65-F5344CB8AC3E}">
        <p14:creationId xmlns:p14="http://schemas.microsoft.com/office/powerpoint/2010/main" val="16418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一、统计调查概述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9595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3838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296812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51066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三、调查问卷</a:t>
            </a:r>
          </a:p>
        </p:txBody>
      </p:sp>
    </p:spTree>
    <p:extLst>
      <p:ext uri="{BB962C8B-B14F-4D97-AF65-F5344CB8AC3E}">
        <p14:creationId xmlns:p14="http://schemas.microsoft.com/office/powerpoint/2010/main" val="31577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111825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257450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08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8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刘亚杰   研究员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1902991" y="3182187"/>
            <a:ext cx="838601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 抽样与估计</a:t>
            </a:r>
            <a:r>
              <a:rPr kumimoji="0" lang="en-US" altLang="zh-CN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1</a:t>
            </a:r>
            <a:endParaRPr kumimoji="0" lang="zh-CN" altLang="en-US" sz="4400" b="1" i="0" u="none" strike="noStrike" kern="1200" cap="none" spc="30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51526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3387976" y="2204864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4430158" y="223125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抽样的基本概念</a:t>
            </a:r>
          </a:p>
        </p:txBody>
      </p:sp>
      <p:sp>
        <p:nvSpPr>
          <p:cNvPr id="21" name="椭圆 20"/>
          <p:cNvSpPr/>
          <p:nvPr userDrawn="1"/>
        </p:nvSpPr>
        <p:spPr>
          <a:xfrm>
            <a:off x="3387976" y="3902552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22" name="矩形 21"/>
          <p:cNvSpPr/>
          <p:nvPr userDrawn="1"/>
        </p:nvSpPr>
        <p:spPr>
          <a:xfrm>
            <a:off x="4430157" y="39315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分层抽样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3387976" y="3053708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4430158" y="308140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简单随机抽样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3" name="椭圆 12"/>
          <p:cNvSpPr/>
          <p:nvPr userDrawn="1"/>
        </p:nvSpPr>
        <p:spPr>
          <a:xfrm>
            <a:off x="3387976" y="4751396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4430157" y="478170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整群抽样</a:t>
            </a:r>
          </a:p>
        </p:txBody>
      </p:sp>
      <p:sp>
        <p:nvSpPr>
          <p:cNvPr id="15" name="椭圆 14"/>
          <p:cNvSpPr/>
          <p:nvPr userDrawn="1"/>
        </p:nvSpPr>
        <p:spPr>
          <a:xfrm>
            <a:off x="3387976" y="5600241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4430157" y="56318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378132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2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88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272000" y="2852936"/>
            <a:ext cx="9648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432000" rIns="432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49553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72300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504000" rIns="504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52455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96433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分层抽样</a:t>
            </a:r>
          </a:p>
        </p:txBody>
      </p:sp>
    </p:spTree>
    <p:extLst>
      <p:ext uri="{BB962C8B-B14F-4D97-AF65-F5344CB8AC3E}">
        <p14:creationId xmlns:p14="http://schemas.microsoft.com/office/powerpoint/2010/main" val="337986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三、分层抽样</a:t>
            </a:r>
          </a:p>
        </p:txBody>
      </p:sp>
    </p:spTree>
    <p:extLst>
      <p:ext uri="{BB962C8B-B14F-4D97-AF65-F5344CB8AC3E}">
        <p14:creationId xmlns:p14="http://schemas.microsoft.com/office/powerpoint/2010/main" val="252784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第四部分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整群抽样</a:t>
            </a:r>
          </a:p>
        </p:txBody>
      </p:sp>
    </p:spTree>
    <p:extLst>
      <p:ext uri="{BB962C8B-B14F-4D97-AF65-F5344CB8AC3E}">
        <p14:creationId xmlns:p14="http://schemas.microsoft.com/office/powerpoint/2010/main" val="336202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四、整群抽样</a:t>
            </a:r>
          </a:p>
        </p:txBody>
      </p:sp>
    </p:spTree>
    <p:extLst>
      <p:ext uri="{BB962C8B-B14F-4D97-AF65-F5344CB8AC3E}">
        <p14:creationId xmlns:p14="http://schemas.microsoft.com/office/powerpoint/2010/main" val="215020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第五部分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40394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五、系统抽样</a:t>
            </a:r>
          </a:p>
        </p:txBody>
      </p:sp>
    </p:spTree>
    <p:extLst>
      <p:ext uri="{BB962C8B-B14F-4D97-AF65-F5344CB8AC3E}">
        <p14:creationId xmlns:p14="http://schemas.microsoft.com/office/powerpoint/2010/main" val="408787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384779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166547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25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6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41"/>
            <a:ext cx="10362961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5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073367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6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306138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5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3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21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4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6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60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12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64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16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13240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5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5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54008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9" y="1535113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9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3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558282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80104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96582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49"/>
            <a:ext cx="4010547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4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105580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1"/>
            <a:ext cx="7316152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21" indent="0">
              <a:buNone/>
              <a:defRPr sz="3733"/>
            </a:lvl2pPr>
            <a:lvl3pPr marL="1219042" indent="0">
              <a:buNone/>
              <a:defRPr sz="3200"/>
            </a:lvl3pPr>
            <a:lvl4pPr marL="1828561" indent="0">
              <a:buNone/>
              <a:defRPr sz="2667"/>
            </a:lvl4pPr>
            <a:lvl5pPr marL="2438080" indent="0">
              <a:buNone/>
              <a:defRPr sz="2667"/>
            </a:lvl5pPr>
            <a:lvl6pPr marL="3047601" indent="0">
              <a:buNone/>
              <a:defRPr sz="2667"/>
            </a:lvl6pPr>
            <a:lvl7pPr marL="3657122" indent="0">
              <a:buNone/>
              <a:defRPr sz="2667"/>
            </a:lvl7pPr>
            <a:lvl8pPr marL="4266641" indent="0">
              <a:buNone/>
              <a:defRPr sz="2667"/>
            </a:lvl8pPr>
            <a:lvl9pPr marL="4876162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7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231279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06571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4" y="274644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4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76562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74451897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2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718346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24130156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796071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496657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749256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6"/>
            <a:ext cx="2844800" cy="365125"/>
          </a:xfrm>
          <a:prstGeom prst="rect">
            <a:avLst/>
          </a:prstGeom>
        </p:spPr>
        <p:txBody>
          <a:bodyPr vert="horz" lIns="121916" tIns="60959" rIns="121916" bIns="60959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24555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072092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7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3" y="87768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73426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57316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61138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05506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5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175703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476336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0252322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81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1346797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637126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575122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0194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886211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5659433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18018538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78604256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22311615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8847085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79513701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649633970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4" y="124412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6777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27927788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2619967837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86159043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23713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48556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6481458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37"/>
            <a:ext cx="10362961" cy="147002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4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53599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8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908976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8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5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0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0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1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52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02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52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0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40644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6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6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81048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8" y="1535115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8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5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558549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400213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481677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52"/>
            <a:ext cx="4010547" cy="116204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2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5"/>
            </a:lvl1pPr>
            <a:lvl2pPr>
              <a:defRPr sz="3732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715691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4"/>
            <a:ext cx="7316152" cy="566737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5"/>
            </a:lvl1pPr>
            <a:lvl2pPr marL="609503" indent="0">
              <a:buNone/>
              <a:defRPr sz="3732"/>
            </a:lvl2pPr>
            <a:lvl3pPr marL="1219008" indent="0">
              <a:buNone/>
              <a:defRPr sz="3200"/>
            </a:lvl3pPr>
            <a:lvl4pPr marL="1828512" indent="0">
              <a:buNone/>
              <a:defRPr sz="2667"/>
            </a:lvl4pPr>
            <a:lvl5pPr marL="2438016" indent="0">
              <a:buNone/>
              <a:defRPr sz="2667"/>
            </a:lvl5pPr>
            <a:lvl6pPr marL="3047521" indent="0">
              <a:buNone/>
              <a:defRPr sz="2667"/>
            </a:lvl6pPr>
            <a:lvl7pPr marL="3657025" indent="0">
              <a:buNone/>
              <a:defRPr sz="2667"/>
            </a:lvl7pPr>
            <a:lvl8pPr marL="4266529" indent="0">
              <a:buNone/>
              <a:defRPr sz="2667"/>
            </a:lvl8pPr>
            <a:lvl9pPr marL="4876034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6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25151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767217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2" y="274646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6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454049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675348321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0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0005484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718987335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0065691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22570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9259243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8"/>
            <a:ext cx="2844800" cy="365125"/>
          </a:xfrm>
          <a:prstGeom prst="rect">
            <a:avLst/>
          </a:prstGeom>
        </p:spPr>
        <p:txBody>
          <a:bodyPr vert="horz" lIns="121912" tIns="60956" rIns="121912" bIns="60956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22716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763641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7" y="202986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09434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117324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000382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106546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6178270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28835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8046193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9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5921409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922690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522471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015495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921563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473182540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088016884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708961625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867872023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50110946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86792521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990947103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3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654656536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713739972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09380426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923270866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32078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80919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50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09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100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3847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864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（一）个人简历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5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19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59" y="124411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25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0" y="124411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1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253351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6326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6138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9648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727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2928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46263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1999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99249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139804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71637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8621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12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image" Target="../media/image9.gif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image" Target="../media/image8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image" Target="../media/image13.gif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7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80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79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83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82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8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81.xml"/><Relationship Id="rId27" Type="http://schemas.openxmlformats.org/officeDocument/2006/relationships/image" Target="../media/image8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26" Type="http://schemas.openxmlformats.org/officeDocument/2006/relationships/theme" Target="../theme/theme5.xml"/><Relationship Id="rId3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5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20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2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23" Type="http://schemas.openxmlformats.org/officeDocument/2006/relationships/slideLayout" Target="../slideLayouts/slideLayout10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6.xml"/><Relationship Id="rId27" Type="http://schemas.openxmlformats.org/officeDocument/2006/relationships/image" Target="../media/image8.jp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1.xml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111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2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2.xml"/><Relationship Id="rId13" Type="http://schemas.openxmlformats.org/officeDocument/2006/relationships/slideLayout" Target="../slideLayouts/slideLayout137.xml"/><Relationship Id="rId18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127.xml"/><Relationship Id="rId21" Type="http://schemas.openxmlformats.org/officeDocument/2006/relationships/theme" Target="../theme/theme7.xml"/><Relationship Id="rId7" Type="http://schemas.openxmlformats.org/officeDocument/2006/relationships/slideLayout" Target="../slideLayouts/slideLayout131.xml"/><Relationship Id="rId12" Type="http://schemas.openxmlformats.org/officeDocument/2006/relationships/slideLayout" Target="../slideLayouts/slideLayout136.xml"/><Relationship Id="rId17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26.xml"/><Relationship Id="rId16" Type="http://schemas.openxmlformats.org/officeDocument/2006/relationships/slideLayout" Target="../slideLayouts/slideLayout140.xml"/><Relationship Id="rId20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29.xml"/><Relationship Id="rId15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34.xml"/><Relationship Id="rId19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Relationship Id="rId14" Type="http://schemas.openxmlformats.org/officeDocument/2006/relationships/slideLayout" Target="../slideLayouts/slideLayout138.xml"/><Relationship Id="rId22" Type="http://schemas.openxmlformats.org/officeDocument/2006/relationships/image" Target="../media/image15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7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6.xml"/><Relationship Id="rId17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46.xml"/><Relationship Id="rId16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49.xml"/><Relationship Id="rId1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4" Type="http://schemas.openxmlformats.org/officeDocument/2006/relationships/slideLayout" Target="../slideLayouts/slideLayout15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9.xml"/><Relationship Id="rId13" Type="http://schemas.openxmlformats.org/officeDocument/2006/relationships/slideLayout" Target="../slideLayouts/slideLayout174.xml"/><Relationship Id="rId18" Type="http://schemas.openxmlformats.org/officeDocument/2006/relationships/slideLayout" Target="../slideLayouts/slideLayout179.xml"/><Relationship Id="rId26" Type="http://schemas.openxmlformats.org/officeDocument/2006/relationships/slideLayout" Target="../slideLayouts/slideLayout187.xml"/><Relationship Id="rId3" Type="http://schemas.openxmlformats.org/officeDocument/2006/relationships/slideLayout" Target="../slideLayouts/slideLayout164.xml"/><Relationship Id="rId21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68.xml"/><Relationship Id="rId12" Type="http://schemas.openxmlformats.org/officeDocument/2006/relationships/slideLayout" Target="../slideLayouts/slideLayout173.xml"/><Relationship Id="rId17" Type="http://schemas.openxmlformats.org/officeDocument/2006/relationships/slideLayout" Target="../slideLayouts/slideLayout178.xml"/><Relationship Id="rId25" Type="http://schemas.openxmlformats.org/officeDocument/2006/relationships/slideLayout" Target="../slideLayouts/slideLayout186.xml"/><Relationship Id="rId2" Type="http://schemas.openxmlformats.org/officeDocument/2006/relationships/slideLayout" Target="../slideLayouts/slideLayout163.xml"/><Relationship Id="rId16" Type="http://schemas.openxmlformats.org/officeDocument/2006/relationships/slideLayout" Target="../slideLayouts/slideLayout177.xml"/><Relationship Id="rId20" Type="http://schemas.openxmlformats.org/officeDocument/2006/relationships/slideLayout" Target="../slideLayouts/slideLayout181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72.xml"/><Relationship Id="rId24" Type="http://schemas.openxmlformats.org/officeDocument/2006/relationships/slideLayout" Target="../slideLayouts/slideLayout185.xml"/><Relationship Id="rId5" Type="http://schemas.openxmlformats.org/officeDocument/2006/relationships/slideLayout" Target="../slideLayouts/slideLayout166.xml"/><Relationship Id="rId15" Type="http://schemas.openxmlformats.org/officeDocument/2006/relationships/slideLayout" Target="../slideLayouts/slideLayout176.xml"/><Relationship Id="rId23" Type="http://schemas.openxmlformats.org/officeDocument/2006/relationships/slideLayout" Target="../slideLayouts/slideLayout184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171.xml"/><Relationship Id="rId19" Type="http://schemas.openxmlformats.org/officeDocument/2006/relationships/slideLayout" Target="../slideLayouts/slideLayout180.xml"/><Relationship Id="rId4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70.xml"/><Relationship Id="rId14" Type="http://schemas.openxmlformats.org/officeDocument/2006/relationships/slideLayout" Target="../slideLayouts/slideLayout175.xml"/><Relationship Id="rId22" Type="http://schemas.openxmlformats.org/officeDocument/2006/relationships/slideLayout" Target="../slideLayouts/slideLayout183.xml"/><Relationship Id="rId27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13" Type="http://schemas.openxmlformats.org/officeDocument/2006/relationships/slideLayout" Target="../slideLayouts/slideLayout200.xml"/><Relationship Id="rId18" Type="http://schemas.openxmlformats.org/officeDocument/2006/relationships/theme" Target="../theme/theme10.xml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slideLayout" Target="../slideLayouts/slideLayout199.xml"/><Relationship Id="rId17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89.xml"/><Relationship Id="rId16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Relationship Id="rId14" Type="http://schemas.openxmlformats.org/officeDocument/2006/relationships/slideLayout" Target="../slideLayouts/slideLayout201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2.xml"/><Relationship Id="rId13" Type="http://schemas.openxmlformats.org/officeDocument/2006/relationships/slideLayout" Target="../slideLayouts/slideLayout217.xml"/><Relationship Id="rId18" Type="http://schemas.openxmlformats.org/officeDocument/2006/relationships/slideLayout" Target="../slideLayouts/slideLayout222.xml"/><Relationship Id="rId26" Type="http://schemas.openxmlformats.org/officeDocument/2006/relationships/theme" Target="../theme/theme11.xml"/><Relationship Id="rId3" Type="http://schemas.openxmlformats.org/officeDocument/2006/relationships/slideLayout" Target="../slideLayouts/slideLayout207.xml"/><Relationship Id="rId21" Type="http://schemas.openxmlformats.org/officeDocument/2006/relationships/slideLayout" Target="../slideLayouts/slideLayout225.xml"/><Relationship Id="rId7" Type="http://schemas.openxmlformats.org/officeDocument/2006/relationships/slideLayout" Target="../slideLayouts/slideLayout211.xml"/><Relationship Id="rId12" Type="http://schemas.openxmlformats.org/officeDocument/2006/relationships/slideLayout" Target="../slideLayouts/slideLayout216.xml"/><Relationship Id="rId17" Type="http://schemas.openxmlformats.org/officeDocument/2006/relationships/slideLayout" Target="../slideLayouts/slideLayout221.xml"/><Relationship Id="rId25" Type="http://schemas.openxmlformats.org/officeDocument/2006/relationships/slideLayout" Target="../slideLayouts/slideLayout229.xml"/><Relationship Id="rId2" Type="http://schemas.openxmlformats.org/officeDocument/2006/relationships/slideLayout" Target="../slideLayouts/slideLayout206.xml"/><Relationship Id="rId16" Type="http://schemas.openxmlformats.org/officeDocument/2006/relationships/slideLayout" Target="../slideLayouts/slideLayout220.xml"/><Relationship Id="rId2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5.xml"/><Relationship Id="rId24" Type="http://schemas.openxmlformats.org/officeDocument/2006/relationships/slideLayout" Target="../slideLayouts/slideLayout228.xml"/><Relationship Id="rId5" Type="http://schemas.openxmlformats.org/officeDocument/2006/relationships/slideLayout" Target="../slideLayouts/slideLayout209.xml"/><Relationship Id="rId15" Type="http://schemas.openxmlformats.org/officeDocument/2006/relationships/slideLayout" Target="../slideLayouts/slideLayout219.xml"/><Relationship Id="rId23" Type="http://schemas.openxmlformats.org/officeDocument/2006/relationships/slideLayout" Target="../slideLayouts/slideLayout22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13.xml"/><Relationship Id="rId14" Type="http://schemas.openxmlformats.org/officeDocument/2006/relationships/slideLayout" Target="../slideLayouts/slideLayout218.xml"/><Relationship Id="rId22" Type="http://schemas.openxmlformats.org/officeDocument/2006/relationships/slideLayout" Target="../slideLayouts/slideLayout226.xml"/><Relationship Id="rId27" Type="http://schemas.openxmlformats.org/officeDocument/2006/relationships/image" Target="../media/image8.jp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7.xml"/><Relationship Id="rId13" Type="http://schemas.openxmlformats.org/officeDocument/2006/relationships/slideLayout" Target="../slideLayouts/slideLayout242.xml"/><Relationship Id="rId18" Type="http://schemas.openxmlformats.org/officeDocument/2006/relationships/slideLayout" Target="../slideLayouts/slideLayout247.xml"/><Relationship Id="rId3" Type="http://schemas.openxmlformats.org/officeDocument/2006/relationships/slideLayout" Target="../slideLayouts/slideLayout232.xml"/><Relationship Id="rId21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36.xml"/><Relationship Id="rId12" Type="http://schemas.openxmlformats.org/officeDocument/2006/relationships/slideLayout" Target="../slideLayouts/slideLayout241.xml"/><Relationship Id="rId17" Type="http://schemas.openxmlformats.org/officeDocument/2006/relationships/slideLayout" Target="../slideLayouts/slideLayout246.xml"/><Relationship Id="rId25" Type="http://schemas.openxmlformats.org/officeDocument/2006/relationships/image" Target="../media/image14.png"/><Relationship Id="rId2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45.xml"/><Relationship Id="rId20" Type="http://schemas.openxmlformats.org/officeDocument/2006/relationships/slideLayout" Target="../slideLayouts/slideLayout249.xml"/><Relationship Id="rId1" Type="http://schemas.openxmlformats.org/officeDocument/2006/relationships/slideLayout" Target="../slideLayouts/slideLayout230.xml"/><Relationship Id="rId6" Type="http://schemas.openxmlformats.org/officeDocument/2006/relationships/slideLayout" Target="../slideLayouts/slideLayout235.xml"/><Relationship Id="rId11" Type="http://schemas.openxmlformats.org/officeDocument/2006/relationships/slideLayout" Target="../slideLayouts/slideLayout240.xml"/><Relationship Id="rId24" Type="http://schemas.openxmlformats.org/officeDocument/2006/relationships/image" Target="../media/image8.jpg"/><Relationship Id="rId5" Type="http://schemas.openxmlformats.org/officeDocument/2006/relationships/slideLayout" Target="../slideLayouts/slideLayout234.xml"/><Relationship Id="rId15" Type="http://schemas.openxmlformats.org/officeDocument/2006/relationships/slideLayout" Target="../slideLayouts/slideLayout244.xml"/><Relationship Id="rId23" Type="http://schemas.openxmlformats.org/officeDocument/2006/relationships/theme" Target="../theme/theme12.xml"/><Relationship Id="rId10" Type="http://schemas.openxmlformats.org/officeDocument/2006/relationships/slideLayout" Target="../slideLayouts/slideLayout239.xml"/><Relationship Id="rId19" Type="http://schemas.openxmlformats.org/officeDocument/2006/relationships/slideLayout" Target="../slideLayouts/slideLayout248.xml"/><Relationship Id="rId4" Type="http://schemas.openxmlformats.org/officeDocument/2006/relationships/slideLayout" Target="../slideLayouts/slideLayout233.xml"/><Relationship Id="rId9" Type="http://schemas.openxmlformats.org/officeDocument/2006/relationships/slideLayout" Target="../slideLayouts/slideLayout238.xml"/><Relationship Id="rId14" Type="http://schemas.openxmlformats.org/officeDocument/2006/relationships/slideLayout" Target="../slideLayouts/slideLayout243.xml"/><Relationship Id="rId22" Type="http://schemas.openxmlformats.org/officeDocument/2006/relationships/slideLayout" Target="../slideLayouts/slideLayout2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4634" r:id="rId3"/>
    <p:sldLayoutId id="2147484633" r:id="rId4"/>
    <p:sldLayoutId id="2147483651" r:id="rId5"/>
    <p:sldLayoutId id="2147483652" r:id="rId6"/>
    <p:sldLayoutId id="2147483653" r:id="rId7"/>
    <p:sldLayoutId id="2147483654" r:id="rId8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>
            <a:extLst>
              <a:ext uri="{FF2B5EF4-FFF2-40B4-BE49-F238E27FC236}">
                <a16:creationId xmlns:a16="http://schemas.microsoft.com/office/drawing/2014/main" id="{BF0A28E6-27C8-F660-D593-EFD6DA2267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C2F7084D-7EAE-2DD4-8488-B494D6C147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09" t="23955" r="40919" b="37048"/>
          <a:stretch/>
        </p:blipFill>
        <p:spPr>
          <a:xfrm>
            <a:off x="152401" y="50489"/>
            <a:ext cx="461681" cy="51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0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0" r:id="rId1"/>
    <p:sldLayoutId id="2147484411" r:id="rId2"/>
    <p:sldLayoutId id="2147484412" r:id="rId3"/>
    <p:sldLayoutId id="2147484413" r:id="rId4"/>
    <p:sldLayoutId id="2147484414" r:id="rId5"/>
    <p:sldLayoutId id="2147484415" r:id="rId6"/>
    <p:sldLayoutId id="2147484416" r:id="rId7"/>
    <p:sldLayoutId id="2147484417" r:id="rId8"/>
    <p:sldLayoutId id="2147484418" r:id="rId9"/>
    <p:sldLayoutId id="2147484419" r:id="rId10"/>
    <p:sldLayoutId id="2147484420" r:id="rId11"/>
    <p:sldLayoutId id="2147484421" r:id="rId12"/>
    <p:sldLayoutId id="2147484422" r:id="rId13"/>
    <p:sldLayoutId id="2147484423" r:id="rId14"/>
    <p:sldLayoutId id="2147484424" r:id="rId15"/>
    <p:sldLayoutId id="2147484425" r:id="rId16"/>
    <p:sldLayoutId id="2147484426" r:id="rId17"/>
    <p:sldLayoutId id="2147484427" r:id="rId18"/>
    <p:sldLayoutId id="2147484428" r:id="rId19"/>
    <p:sldLayoutId id="2147484429" r:id="rId20"/>
    <p:sldLayoutId id="2147484430" r:id="rId21"/>
    <p:sldLayoutId id="2147484431" r:id="rId22"/>
    <p:sldLayoutId id="2147484432" r:id="rId23"/>
    <p:sldLayoutId id="2147484433" r:id="rId24"/>
    <p:sldLayoutId id="2147484435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2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4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6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8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6" indent="-241066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310" indent="-20200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55" indent="-160712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78" indent="-161828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400" indent="-160712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22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245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66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87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21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4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6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87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1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53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95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7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B61907-CE38-43EF-ABC9-71DF18B992B9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35" y="0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82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7" r:id="rId1"/>
    <p:sldLayoutId id="2147484468" r:id="rId2"/>
    <p:sldLayoutId id="2147484469" r:id="rId3"/>
    <p:sldLayoutId id="2147484470" r:id="rId4"/>
    <p:sldLayoutId id="2147484471" r:id="rId5"/>
    <p:sldLayoutId id="2147484472" r:id="rId6"/>
    <p:sldLayoutId id="2147484473" r:id="rId7"/>
    <p:sldLayoutId id="2147484474" r:id="rId8"/>
    <p:sldLayoutId id="2147484475" r:id="rId9"/>
    <p:sldLayoutId id="2147484476" r:id="rId10"/>
    <p:sldLayoutId id="2147484477" r:id="rId11"/>
    <p:sldLayoutId id="2147484478" r:id="rId12"/>
    <p:sldLayoutId id="2147484479" r:id="rId13"/>
    <p:sldLayoutId id="2147484480" r:id="rId14"/>
    <p:sldLayoutId id="2147484481" r:id="rId15"/>
    <p:sldLayoutId id="2147484482" r:id="rId16"/>
    <p:sldLayoutId id="2147484483" r:id="rId17"/>
    <p:sldLayoutId id="2147484484" r:id="rId18"/>
    <p:sldLayoutId id="2147484485" r:id="rId19"/>
    <p:sldLayoutId id="2147484486" r:id="rId20"/>
    <p:sldLayoutId id="2147484487" r:id="rId21"/>
    <p:sldLayoutId id="2147484488" r:id="rId22"/>
    <p:sldLayoutId id="2147484489" r:id="rId23"/>
    <p:sldLayoutId id="2147484490" r:id="rId24"/>
    <p:sldLayoutId id="2147484491" r:id="rId25"/>
    <p:sldLayoutId id="2147484492" r:id="rId26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1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2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4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5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1" indent="-24106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98" indent="-20200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35" indent="-16070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51" indent="-16182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64" indent="-16070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7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93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06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1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1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29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4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55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7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84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98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1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6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5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115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4" r:id="rId1"/>
    <p:sldLayoutId id="2147484495" r:id="rId2"/>
    <p:sldLayoutId id="2147484496" r:id="rId3"/>
    <p:sldLayoutId id="2147484497" r:id="rId4"/>
    <p:sldLayoutId id="2147484498" r:id="rId5"/>
    <p:sldLayoutId id="2147484499" r:id="rId6"/>
    <p:sldLayoutId id="2147484500" r:id="rId7"/>
    <p:sldLayoutId id="2147484501" r:id="rId8"/>
    <p:sldLayoutId id="2147484502" r:id="rId9"/>
    <p:sldLayoutId id="2147484503" r:id="rId10"/>
    <p:sldLayoutId id="2147484504" r:id="rId11"/>
    <p:sldLayoutId id="2147484505" r:id="rId12"/>
    <p:sldLayoutId id="2147484506" r:id="rId13"/>
    <p:sldLayoutId id="2147484507" r:id="rId14"/>
    <p:sldLayoutId id="2147484508" r:id="rId15"/>
    <p:sldLayoutId id="2147484509" r:id="rId16"/>
    <p:sldLayoutId id="2147484510" r:id="rId17"/>
    <p:sldLayoutId id="2147484511" r:id="rId18"/>
    <p:sldLayoutId id="2147484512" r:id="rId19"/>
    <p:sldLayoutId id="2147484513" r:id="rId20"/>
    <p:sldLayoutId id="2147484514" r:id="rId21"/>
    <p:sldLayoutId id="2147484515" r:id="rId22"/>
    <p:sldLayoutId id="2147484516" r:id="rId23"/>
    <p:sldLayoutId id="2147484517" r:id="rId24"/>
    <p:sldLayoutId id="2147484518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8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7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6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5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1" indent="-24104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55" indent="-20198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71" indent="-16069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60" indent="-16181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47" indent="-16069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34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22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09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98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8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77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65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51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42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2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16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04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2" y="9963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8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8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1306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0" r:id="rId1"/>
    <p:sldLayoutId id="2147484521" r:id="rId2"/>
    <p:sldLayoutId id="2147484522" r:id="rId3"/>
    <p:sldLayoutId id="2147484523" r:id="rId4"/>
    <p:sldLayoutId id="2147484524" r:id="rId5"/>
    <p:sldLayoutId id="2147484525" r:id="rId6"/>
    <p:sldLayoutId id="2147484526" r:id="rId7"/>
    <p:sldLayoutId id="2147484527" r:id="rId8"/>
    <p:sldLayoutId id="2147484528" r:id="rId9"/>
    <p:sldLayoutId id="2147484529" r:id="rId10"/>
    <p:sldLayoutId id="2147484530" r:id="rId11"/>
    <p:sldLayoutId id="2147484531" r:id="rId12"/>
    <p:sldLayoutId id="2147484532" r:id="rId13"/>
    <p:sldLayoutId id="2147484533" r:id="rId14"/>
    <p:sldLayoutId id="2147484534" r:id="rId15"/>
    <p:sldLayoutId id="2147484535" r:id="rId16"/>
    <p:sldLayoutId id="2147484536" r:id="rId17"/>
    <p:sldLayoutId id="2147484537" r:id="rId18"/>
    <p:sldLayoutId id="2147484538" r:id="rId19"/>
    <p:sldLayoutId id="2147484539" r:id="rId20"/>
    <p:sldLayoutId id="2147484540" r:id="rId21"/>
    <p:sldLayoutId id="2147484541" r:id="rId22"/>
    <p:sldLayoutId id="2147484542" r:id="rId23"/>
    <p:sldLayoutId id="2147484543" r:id="rId24"/>
    <p:sldLayoutId id="2147484544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9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8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8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7" indent="-241047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68" indent="-201989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90" indent="-16069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88" indent="-16181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82" indent="-16069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7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75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866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9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9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89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8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8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7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7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68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C65BA3-EF8F-408F-A22D-18BBE8C1E8E8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442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37" r:id="rId2"/>
    <p:sldLayoutId id="2147484638" r:id="rId3"/>
    <p:sldLayoutId id="2147484639" r:id="rId4"/>
    <p:sldLayoutId id="2147484640" r:id="rId5"/>
    <p:sldLayoutId id="2147484641" r:id="rId6"/>
    <p:sldLayoutId id="2147484642" r:id="rId7"/>
    <p:sldLayoutId id="2147484643" r:id="rId8"/>
    <p:sldLayoutId id="2147484644" r:id="rId9"/>
    <p:sldLayoutId id="2147484645" r:id="rId10"/>
    <p:sldLayoutId id="2147484646" r:id="rId11"/>
    <p:sldLayoutId id="2147484647" r:id="rId12"/>
    <p:sldLayoutId id="2147484648" r:id="rId13"/>
    <p:sldLayoutId id="2147484649" r:id="rId14"/>
    <p:sldLayoutId id="2147484650" r:id="rId1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03FF89-D6BC-427F-AEEF-1C1BC669514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214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53" r:id="rId2"/>
    <p:sldLayoutId id="2147484654" r:id="rId3"/>
    <p:sldLayoutId id="2147484655" r:id="rId4"/>
    <p:sldLayoutId id="2147484656" r:id="rId5"/>
    <p:sldLayoutId id="2147484657" r:id="rId6"/>
    <p:sldLayoutId id="2147484658" r:id="rId7"/>
    <p:sldLayoutId id="2147484659" r:id="rId8"/>
    <p:sldLayoutId id="2147484660" r:id="rId9"/>
    <p:sldLayoutId id="2147484661" r:id="rId10"/>
    <p:sldLayoutId id="2147484662" r:id="rId11"/>
    <p:sldLayoutId id="2147484663" r:id="rId12"/>
    <p:sldLayoutId id="2147484664" r:id="rId13"/>
    <p:sldLayoutId id="2147484665" r:id="rId14"/>
    <p:sldLayoutId id="2147484666" r:id="rId15"/>
    <p:sldLayoutId id="2147484667" r:id="rId16"/>
    <p:sldLayoutId id="2147484668" r:id="rId17"/>
    <p:sldLayoutId id="2147484669" r:id="rId18"/>
    <p:sldLayoutId id="2147484670" r:id="rId19"/>
    <p:sldLayoutId id="2147484671" r:id="rId20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3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89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1" r:id="rId1"/>
    <p:sldLayoutId id="2147484952" r:id="rId2"/>
    <p:sldLayoutId id="2147484953" r:id="rId3"/>
    <p:sldLayoutId id="2147484954" r:id="rId4"/>
    <p:sldLayoutId id="2147484955" r:id="rId5"/>
    <p:sldLayoutId id="2147484956" r:id="rId6"/>
    <p:sldLayoutId id="2147484957" r:id="rId7"/>
    <p:sldLayoutId id="2147484958" r:id="rId8"/>
    <p:sldLayoutId id="2147484959" r:id="rId9"/>
    <p:sldLayoutId id="2147484960" r:id="rId10"/>
    <p:sldLayoutId id="2147484961" r:id="rId11"/>
    <p:sldLayoutId id="2147484962" r:id="rId12"/>
    <p:sldLayoutId id="2147484963" r:id="rId13"/>
    <p:sldLayoutId id="2147484964" r:id="rId14"/>
    <p:sldLayoutId id="2147484965" r:id="rId15"/>
    <p:sldLayoutId id="2147484966" r:id="rId16"/>
    <p:sldLayoutId id="2147484967" r:id="rId17"/>
  </p:sldLayoutIdLst>
  <p:txStyles>
    <p:titleStyle>
      <a:lvl1pPr algn="ctr" defTabSz="1219042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41" indent="-457141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470" indent="-38095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320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9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36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88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4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92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2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4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6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8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0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12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64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04824" y="9968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8838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9" r:id="rId1"/>
    <p:sldLayoutId id="2147484970" r:id="rId2"/>
    <p:sldLayoutId id="2147484971" r:id="rId3"/>
    <p:sldLayoutId id="2147484972" r:id="rId4"/>
    <p:sldLayoutId id="2147484973" r:id="rId5"/>
    <p:sldLayoutId id="2147484974" r:id="rId6"/>
    <p:sldLayoutId id="2147484975" r:id="rId7"/>
    <p:sldLayoutId id="2147484976" r:id="rId8"/>
    <p:sldLayoutId id="2147484977" r:id="rId9"/>
    <p:sldLayoutId id="2147484978" r:id="rId10"/>
    <p:sldLayoutId id="2147484979" r:id="rId11"/>
    <p:sldLayoutId id="2147484980" r:id="rId12"/>
    <p:sldLayoutId id="2147484981" r:id="rId13"/>
    <p:sldLayoutId id="2147484982" r:id="rId14"/>
    <p:sldLayoutId id="2147484983" r:id="rId15"/>
    <p:sldLayoutId id="2147484984" r:id="rId16"/>
    <p:sldLayoutId id="2147484985" r:id="rId17"/>
    <p:sldLayoutId id="2147484986" r:id="rId18"/>
    <p:sldLayoutId id="2147484987" r:id="rId19"/>
    <p:sldLayoutId id="2147484988" r:id="rId20"/>
    <p:sldLayoutId id="2147484989" r:id="rId21"/>
    <p:sldLayoutId id="2147484990" r:id="rId22"/>
    <p:sldLayoutId id="2147484991" r:id="rId23"/>
    <p:sldLayoutId id="2147484992" r:id="rId24"/>
    <p:sldLayoutId id="2147484993" r:id="rId25"/>
    <p:sldLayoutId id="2147484994" r:id="rId2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2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652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397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0995" indent="-240995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55" indent="-20194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16" indent="-160664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644" indent="-16178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5969" indent="-160664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294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621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09946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272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25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52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79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0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633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956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28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608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33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1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3332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915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96" r:id="rId1"/>
    <p:sldLayoutId id="2147484997" r:id="rId2"/>
    <p:sldLayoutId id="2147484998" r:id="rId3"/>
    <p:sldLayoutId id="2147484999" r:id="rId4"/>
    <p:sldLayoutId id="2147485000" r:id="rId5"/>
    <p:sldLayoutId id="2147485001" r:id="rId6"/>
    <p:sldLayoutId id="2147485002" r:id="rId7"/>
    <p:sldLayoutId id="2147485003" r:id="rId8"/>
    <p:sldLayoutId id="2147485004" r:id="rId9"/>
    <p:sldLayoutId id="2147485005" r:id="rId10"/>
    <p:sldLayoutId id="2147485006" r:id="rId11"/>
    <p:sldLayoutId id="2147485007" r:id="rId12"/>
    <p:sldLayoutId id="2147485008" r:id="rId13"/>
    <p:sldLayoutId id="2147485009" r:id="rId14"/>
    <p:sldLayoutId id="2147485010" r:id="rId15"/>
    <p:sldLayoutId id="2147485011" r:id="rId16"/>
    <p:sldLayoutId id="2147485012" r:id="rId17"/>
  </p:sldLayoutIdLst>
  <p:txStyles>
    <p:titleStyle>
      <a:lvl1pPr algn="ctr" defTabSz="1219008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7" indent="-457127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445" indent="-380940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761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264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769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27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777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28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785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03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08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12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16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521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025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29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034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6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077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5" r:id="rId1"/>
    <p:sldLayoutId id="2147485046" r:id="rId2"/>
    <p:sldLayoutId id="2147485047" r:id="rId3"/>
    <p:sldLayoutId id="2147485048" r:id="rId4"/>
    <p:sldLayoutId id="2147485049" r:id="rId5"/>
    <p:sldLayoutId id="2147485050" r:id="rId6"/>
    <p:sldLayoutId id="2147485051" r:id="rId7"/>
    <p:sldLayoutId id="2147485052" r:id="rId8"/>
    <p:sldLayoutId id="2147485053" r:id="rId9"/>
    <p:sldLayoutId id="2147485054" r:id="rId10"/>
    <p:sldLayoutId id="2147485055" r:id="rId11"/>
    <p:sldLayoutId id="2147485056" r:id="rId12"/>
    <p:sldLayoutId id="2147485057" r:id="rId13"/>
    <p:sldLayoutId id="2147485058" r:id="rId14"/>
    <p:sldLayoutId id="2147485059" r:id="rId15"/>
    <p:sldLayoutId id="2147485060" r:id="rId16"/>
    <p:sldLayoutId id="2147485061" r:id="rId17"/>
    <p:sldLayoutId id="2147485062" r:id="rId18"/>
    <p:sldLayoutId id="2147485063" r:id="rId19"/>
    <p:sldLayoutId id="2147485064" r:id="rId20"/>
    <p:sldLayoutId id="2147485065" r:id="rId21"/>
    <p:sldLayoutId id="2147485066" r:id="rId22"/>
    <p:sldLayoutId id="2147485067" r:id="rId23"/>
    <p:sldLayoutId id="2147485068" r:id="rId24"/>
    <p:sldLayoutId id="2147485069" r:id="rId2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0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13" indent="-241013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91" indent="-20196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73" indent="-160676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725" indent="-16179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073" indent="-160676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422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773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121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469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0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0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749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0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44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794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0"/>
            <a:ext cx="12192000" cy="587029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4820" y="9961"/>
            <a:ext cx="793019" cy="58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4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6" r:id="rId1"/>
    <p:sldLayoutId id="2147485107" r:id="rId2"/>
    <p:sldLayoutId id="2147485108" r:id="rId3"/>
    <p:sldLayoutId id="2147485109" r:id="rId4"/>
    <p:sldLayoutId id="2147485110" r:id="rId5"/>
    <p:sldLayoutId id="2147485111" r:id="rId6"/>
    <p:sldLayoutId id="2147485112" r:id="rId7"/>
    <p:sldLayoutId id="2147485113" r:id="rId8"/>
    <p:sldLayoutId id="2147485114" r:id="rId9"/>
    <p:sldLayoutId id="2147485115" r:id="rId10"/>
    <p:sldLayoutId id="2147485116" r:id="rId11"/>
    <p:sldLayoutId id="2147485117" r:id="rId12"/>
    <p:sldLayoutId id="2147485118" r:id="rId13"/>
    <p:sldLayoutId id="2147485119" r:id="rId14"/>
    <p:sldLayoutId id="2147485120" r:id="rId15"/>
    <p:sldLayoutId id="2147485121" r:id="rId16"/>
    <p:sldLayoutId id="2147485122" r:id="rId17"/>
    <p:sldLayoutId id="2147485123" r:id="rId18"/>
    <p:sldLayoutId id="2147485124" r:id="rId19"/>
    <p:sldLayoutId id="2147485125" r:id="rId20"/>
    <p:sldLayoutId id="2147485126" r:id="rId21"/>
    <p:sldLayoutId id="2147485127" r:id="rId22"/>
  </p:sldLayoutIdLst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0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50" indent="-24105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76" indent="-20199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03" indent="-160701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05" indent="-161817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05" indent="-160701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06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08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5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9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0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03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8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209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image" Target="../media/image31.emf"/><Relationship Id="rId7" Type="http://schemas.openxmlformats.org/officeDocument/2006/relationships/image" Target="../media/image3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2.e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image" Target="../media/image36.emf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42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e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41.e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4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46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CBC5161-4448-DA26-9386-B6055113A398}"/>
              </a:ext>
            </a:extLst>
          </p:cNvPr>
          <p:cNvSpPr txBox="1">
            <a:spLocks/>
          </p:cNvSpPr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9.3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zh-CN" altLang="en-US" b="0" dirty="0">
                <a:ea typeface="华光综艺_CNKI" panose="02000500000000000000" pitchFamily="2" charset="-122"/>
              </a:rPr>
              <a:t>基于空间分布的异常检测</a:t>
            </a:r>
            <a:endParaRPr lang="en-US" altLang="zh-CN" b="0" dirty="0"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095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4B536-A18F-2B1B-8F1F-2882FB9ED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2B537DC0-F4BE-6724-1330-CDCA8268D233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基本原理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FDBF35D-1811-E453-3027-485898E79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AD098E4-9374-2881-E182-628D9EB32F9B}"/>
              </a:ext>
            </a:extLst>
          </p:cNvPr>
          <p:cNvSpPr txBox="1"/>
          <p:nvPr/>
        </p:nvSpPr>
        <p:spPr>
          <a:xfrm>
            <a:off x="350803" y="1344862"/>
            <a:ext cx="11307127" cy="97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25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基于空间分布的异常检测算法主要分析待观测数据的空间分布情况，通过寻找位于低密度区域的点，或识别出到聚集中心点的距离较远的点来判断异常值。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156A6F4-6CC4-D5A0-65FD-18F4745908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6" r="18277"/>
          <a:stretch/>
        </p:blipFill>
        <p:spPr>
          <a:xfrm>
            <a:off x="3169920" y="2350822"/>
            <a:ext cx="5140960" cy="437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46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30A7A-7077-A8E3-CC2F-86BC11CD0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9336A6A0-2B84-F164-4AC9-3D5570D93660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孤立森林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1A5F329-1383-8C25-D93D-C509036A9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9976B954-5F5D-373B-C795-A6C857F0A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BF494C-4AC2-5E22-C43F-E0C019489A2C}"/>
              </a:ext>
            </a:extLst>
          </p:cNvPr>
          <p:cNvSpPr txBox="1"/>
          <p:nvPr/>
        </p:nvSpPr>
        <p:spPr>
          <a:xfrm>
            <a:off x="551180" y="1228083"/>
            <a:ext cx="10821670" cy="1653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孤立森林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Isolation Forest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IF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是一种基于</a:t>
            </a: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树结构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的无监督异常检测算法。它利用数据在特征空间中的</a:t>
            </a: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孤立程度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进行异常判定，认为异常数据为分布稀疏，且离高密度群体较远的点。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CFE912-1171-56BC-6014-2C19E5FCA66A}"/>
              </a:ext>
            </a:extLst>
          </p:cNvPr>
          <p:cNvSpPr txBox="1"/>
          <p:nvPr/>
        </p:nvSpPr>
        <p:spPr>
          <a:xfrm>
            <a:off x="593532" y="2948589"/>
            <a:ext cx="10821670" cy="2191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孤立树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Isolation Tree, </a:t>
            </a:r>
            <a:r>
              <a:rPr lang="en-US" altLang="zh-CN" sz="2800" b="1" kern="100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iTree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孤立树是孤立森林中的基本单元，它通过</a:t>
            </a: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随机选择一个特征和一个随机阈值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来划分数据集。孤立树的生长过程是通过递归地选择特征和阈值进行数据集的划分，直到每个数据点都被单独分离在叶子节点上（或达到了预设的划分次数）。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79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9AEB6-E2E1-7BDA-1934-722CFB3E5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D17EEE09-60EA-13F5-0878-6D7EA5FD2E3F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孤立森林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2C187EDD-BCCF-7B8E-CF80-A2BE4217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45B147D3-012D-68C1-480A-FBA8B6D14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CF196F-66A4-70BA-2358-AFBD38F21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85" y="2471128"/>
            <a:ext cx="10493229" cy="4138675"/>
          </a:xfrm>
          <a:prstGeom prst="rect">
            <a:avLst/>
          </a:prstGeom>
        </p:spPr>
      </p:pic>
      <p:sp>
        <p:nvSpPr>
          <p:cNvPr id="6" name="矩形: 圆角 55">
            <a:extLst>
              <a:ext uri="{FF2B5EF4-FFF2-40B4-BE49-F238E27FC236}">
                <a16:creationId xmlns:a16="http://schemas.microsoft.com/office/drawing/2014/main" id="{AA748ABD-1D97-C648-B550-A766290E8D02}"/>
              </a:ext>
            </a:extLst>
          </p:cNvPr>
          <p:cNvSpPr/>
          <p:nvPr/>
        </p:nvSpPr>
        <p:spPr>
          <a:xfrm>
            <a:off x="438873" y="1196636"/>
            <a:ext cx="3096807" cy="584764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孤立树生成过程</a:t>
            </a:r>
          </a:p>
        </p:txBody>
      </p:sp>
    </p:spTree>
    <p:extLst>
      <p:ext uri="{BB962C8B-B14F-4D97-AF65-F5344CB8AC3E}">
        <p14:creationId xmlns:p14="http://schemas.microsoft.com/office/powerpoint/2010/main" val="1301082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CBBC0-1746-3949-D396-45D0B4C13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D51AB378-8887-5D09-FA3E-A0C98F90E9B8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孤立森林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13BB2F2-FFEC-77B4-6A69-6830C3ECC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98D90E74-F831-C3B7-9E41-5E861F45C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矩形: 圆角 55">
            <a:extLst>
              <a:ext uri="{FF2B5EF4-FFF2-40B4-BE49-F238E27FC236}">
                <a16:creationId xmlns:a16="http://schemas.microsoft.com/office/drawing/2014/main" id="{41E2B886-60F6-ECDA-348F-931309748518}"/>
              </a:ext>
            </a:extLst>
          </p:cNvPr>
          <p:cNvSpPr/>
          <p:nvPr/>
        </p:nvSpPr>
        <p:spPr>
          <a:xfrm>
            <a:off x="438873" y="1196636"/>
            <a:ext cx="3523527" cy="584764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孤立树生成过程示例</a:t>
            </a:r>
          </a:p>
        </p:txBody>
      </p:sp>
      <p:pic>
        <p:nvPicPr>
          <p:cNvPr id="2" name="图形 5">
            <a:extLst>
              <a:ext uri="{FF2B5EF4-FFF2-40B4-BE49-F238E27FC236}">
                <a16:creationId xmlns:a16="http://schemas.microsoft.com/office/drawing/2014/main" id="{1360B266-B1EB-2146-D532-D55EEAD4C53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14" t="620" r="-614" b="4650"/>
          <a:stretch/>
        </p:blipFill>
        <p:spPr bwMode="auto">
          <a:xfrm>
            <a:off x="1239552" y="1997234"/>
            <a:ext cx="9532430" cy="447032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39476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57A67-0160-44A1-A966-03B59952A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A2C509F0-80A7-652D-BC02-F377E658DF57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孤立森林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D827F71-DA99-405F-9CDA-46AA8E796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65503EF8-19DE-DB61-F5BA-A82C9C15E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0036" y="1609825"/>
            <a:ext cx="53732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2DA8F2-5A41-E557-62CC-A17193D507C9}"/>
              </a:ext>
            </a:extLst>
          </p:cNvPr>
          <p:cNvSpPr txBox="1"/>
          <p:nvPr/>
        </p:nvSpPr>
        <p:spPr>
          <a:xfrm>
            <a:off x="551180" y="1228083"/>
            <a:ext cx="10821670" cy="111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路径长度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Path length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数据点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的路径长度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h(x)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为从点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到孤立树的根节点经过的边数。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FF295C94-2B6C-E79D-3347-5700639199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1180" y="2650489"/>
            <a:ext cx="5288856" cy="374149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7DC6C91-AFBA-89F3-9517-DB23070840AC}"/>
              </a:ext>
            </a:extLst>
          </p:cNvPr>
          <p:cNvSpPr txBox="1"/>
          <p:nvPr/>
        </p:nvSpPr>
        <p:spPr>
          <a:xfrm>
            <a:off x="6630485" y="3408155"/>
            <a:ext cx="4382826" cy="2221762"/>
          </a:xfrm>
          <a:prstGeom prst="rect">
            <a:avLst/>
          </a:prstGeom>
          <a:noFill/>
          <a:ln w="19050">
            <a:solidFill>
              <a:srgbClr val="3484FF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异常得分与路径长度成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反比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，路径长度越短，异常得分越高。当异常得分高于预定义的阈值时，将数据点判定为异常。</a:t>
            </a:r>
          </a:p>
        </p:txBody>
      </p:sp>
    </p:spTree>
    <p:extLst>
      <p:ext uri="{BB962C8B-B14F-4D97-AF65-F5344CB8AC3E}">
        <p14:creationId xmlns:p14="http://schemas.microsoft.com/office/powerpoint/2010/main" val="3855787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302C1-CEAD-8028-91BD-9BDCA361F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1ED17F78-2F3F-F56A-1A0A-3B7D789EA00F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孤立森林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C668E45E-9FAD-66BB-F158-C93174D0A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69F4F5A2-DA14-2B39-5317-E196AA993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0036" y="1609825"/>
            <a:ext cx="53732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矩形: 圆角 55">
            <a:extLst>
              <a:ext uri="{FF2B5EF4-FFF2-40B4-BE49-F238E27FC236}">
                <a16:creationId xmlns:a16="http://schemas.microsoft.com/office/drawing/2014/main" id="{907BFACD-BDDA-2245-1B81-5532E82F43AC}"/>
              </a:ext>
            </a:extLst>
          </p:cNvPr>
          <p:cNvSpPr/>
          <p:nvPr/>
        </p:nvSpPr>
        <p:spPr>
          <a:xfrm>
            <a:off x="438873" y="1196636"/>
            <a:ext cx="2558327" cy="584764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计算异常得分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97EDF0A-9BF4-7614-227F-940311556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43" y="1736437"/>
            <a:ext cx="10874959" cy="1539532"/>
          </a:xfrm>
          <a:prstGeom prst="rect">
            <a:avLst/>
          </a:prstGeom>
        </p:spPr>
      </p:pic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DCA115F-28B8-C270-A9C0-511E02AAD8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5710443"/>
              </p:ext>
            </p:extLst>
          </p:nvPr>
        </p:nvGraphicFramePr>
        <p:xfrm>
          <a:off x="5129341" y="3300946"/>
          <a:ext cx="2496044" cy="562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6866" imgH="237952" progId="Equation.DSMT4">
                  <p:embed/>
                </p:oleObj>
              </mc:Choice>
              <mc:Fallback>
                <p:oleObj name="Equation" r:id="rId4" imgW="1056866" imgH="23795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29341" y="3300946"/>
                        <a:ext cx="2496044" cy="5621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6DFCE08-98DF-3E5B-C69D-DEF6E5DCDA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9646272"/>
              </p:ext>
            </p:extLst>
          </p:nvPr>
        </p:nvGraphicFramePr>
        <p:xfrm>
          <a:off x="3084909" y="3761483"/>
          <a:ext cx="6584908" cy="966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89522" imgH="409666" progId="Equation.DSMT4">
                  <p:embed/>
                </p:oleObj>
              </mc:Choice>
              <mc:Fallback>
                <p:oleObj name="Equation" r:id="rId6" imgW="2789522" imgH="40966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84909" y="3761483"/>
                        <a:ext cx="6584908" cy="9669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828CE34E-69E0-74AC-C78C-D4A2830CF6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9591" y="4833022"/>
            <a:ext cx="10395544" cy="128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640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F2723-7573-875B-D71F-9415DFB9D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08FCF8EF-671E-EB67-FD7C-9B7E689FD6FC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孤立森林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8D7EB5F3-810E-5D04-B41D-7C41B6A71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0786C760-6B63-299C-4487-F3083B39E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0036" y="1609825"/>
            <a:ext cx="53732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矩形: 圆角 55">
            <a:extLst>
              <a:ext uri="{FF2B5EF4-FFF2-40B4-BE49-F238E27FC236}">
                <a16:creationId xmlns:a16="http://schemas.microsoft.com/office/drawing/2014/main" id="{17EC0952-D0F0-4DD4-BCDA-D26B72E179F7}"/>
              </a:ext>
            </a:extLst>
          </p:cNvPr>
          <p:cNvSpPr/>
          <p:nvPr/>
        </p:nvSpPr>
        <p:spPr>
          <a:xfrm>
            <a:off x="438873" y="1196636"/>
            <a:ext cx="2558327" cy="584764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计算异常得分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CDE5FB7-40D3-38CB-2C2F-8003471C8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62" y="1755619"/>
            <a:ext cx="10585609" cy="1486617"/>
          </a:xfrm>
          <a:prstGeom prst="rect">
            <a:avLst/>
          </a:prstGeom>
        </p:spPr>
      </p:pic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E0637BB-EE51-46EA-89F1-18A4FDA177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3536230"/>
              </p:ext>
            </p:extLst>
          </p:nvPr>
        </p:nvGraphicFramePr>
        <p:xfrm>
          <a:off x="4457287" y="2936240"/>
          <a:ext cx="3302824" cy="985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0653" imgH="352428" progId="Equation.DSMT4">
                  <p:embed/>
                </p:oleObj>
              </mc:Choice>
              <mc:Fallback>
                <p:oleObj name="Equation" r:id="rId4" imgW="1180653" imgH="35242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57287" y="2936240"/>
                        <a:ext cx="3302824" cy="985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F1264A63-3733-A7CE-FBAC-2BAA4F5D42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6403" y="4084768"/>
            <a:ext cx="10281920" cy="124515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5081448-D4E4-C8BB-A726-CC48EE9D665E}"/>
              </a:ext>
            </a:extLst>
          </p:cNvPr>
          <p:cNvSpPr txBox="1"/>
          <p:nvPr/>
        </p:nvSpPr>
        <p:spPr>
          <a:xfrm>
            <a:off x="2014219" y="5322002"/>
            <a:ext cx="8188960" cy="1113766"/>
          </a:xfrm>
          <a:prstGeom prst="rect">
            <a:avLst/>
          </a:prstGeom>
          <a:noFill/>
          <a:ln w="19050">
            <a:solidFill>
              <a:srgbClr val="3484FF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样本的平均路径长度越短，得分越接近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，异常概率越高；反之，平均路径长度越长，得分越接近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，异常概率越低。</a:t>
            </a:r>
          </a:p>
        </p:txBody>
      </p:sp>
    </p:spTree>
    <p:extLst>
      <p:ext uri="{BB962C8B-B14F-4D97-AF65-F5344CB8AC3E}">
        <p14:creationId xmlns:p14="http://schemas.microsoft.com/office/powerpoint/2010/main" val="611838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C4CBB-371D-458B-5337-1317A6ACB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8F4267B1-84EF-D0B2-57B9-9C8A0421CD8A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孤立森林</a:t>
            </a:r>
            <a:endParaRPr kumimoji="0" lang="de-DE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C0E4A76-260F-7A5E-28AD-275FBFFA9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AE972678-F04A-AF19-2ADE-304B957BC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BA1952F-875F-A9BB-92F9-1EEABF84A8E4}"/>
              </a:ext>
            </a:extLst>
          </p:cNvPr>
          <p:cNvSpPr txBox="1"/>
          <p:nvPr/>
        </p:nvSpPr>
        <p:spPr>
          <a:xfrm>
            <a:off x="1103376" y="1665966"/>
            <a:ext cx="9985248" cy="3992568"/>
          </a:xfrm>
          <a:prstGeom prst="rect">
            <a:avLst/>
          </a:prstGeom>
          <a:noFill/>
          <a:ln w="19050">
            <a:solidFill>
              <a:srgbClr val="3484FF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484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算法评价：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3484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孤立森林算法是一种基于树的算法，该算法的独立生成树结构使其可部署于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大规模分布式系统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上，且树的数量越多，算法的稳定性越高。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然而，孤立森林在处理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高维数据集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时存在局限性。由于算法在每次切割数据空间时随机选择特征，这可能导致未能充分利用所有特征的信息，降低了算法的效果。此外，高维空间中的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噪音特征或无关特征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也可能干扰树的构建过程，影响算法的准确性。</a:t>
            </a:r>
          </a:p>
        </p:txBody>
      </p:sp>
    </p:spTree>
    <p:extLst>
      <p:ext uri="{BB962C8B-B14F-4D97-AF65-F5344CB8AC3E}">
        <p14:creationId xmlns:p14="http://schemas.microsoft.com/office/powerpoint/2010/main" val="186649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5DB34-12DB-2DB2-956A-85BEB360E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96818841-0B24-0B5E-D5DB-CAF432EA0300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局部异常因子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9BF30654-AE84-8622-56E8-BF8E3B3B5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5372A5EE-8B4C-C65E-F10E-DEFC8DEEA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FD5867D-45F6-AF38-4D36-764CAD2F0329}"/>
              </a:ext>
            </a:extLst>
          </p:cNvPr>
          <p:cNvSpPr txBox="1"/>
          <p:nvPr/>
        </p:nvSpPr>
        <p:spPr>
          <a:xfrm>
            <a:off x="551180" y="1228083"/>
            <a:ext cx="10821670" cy="111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局部异常因子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Local Outlier Factor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LOF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是基于数据的</a:t>
            </a: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局部密度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来进行异常检测的算法，密度越小，异常概率越高。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730722-F0B2-C67F-0E15-9F83AED75F1A}"/>
              </a:ext>
            </a:extLst>
          </p:cNvPr>
          <p:cNvSpPr txBox="1"/>
          <p:nvPr/>
        </p:nvSpPr>
        <p:spPr>
          <a:xfrm>
            <a:off x="551180" y="2512895"/>
            <a:ext cx="10821670" cy="111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近邻距离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K-nearest distance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近邻距离是点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到其第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个最近邻域点的距离，记作          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54CA7E5-6593-6023-7839-6DCF02E613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87865"/>
              </p:ext>
            </p:extLst>
          </p:nvPr>
        </p:nvGraphicFramePr>
        <p:xfrm>
          <a:off x="4538980" y="3070227"/>
          <a:ext cx="1008380" cy="567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6080" imgH="228600" progId="Equation.DSMT4">
                  <p:embed/>
                </p:oleObj>
              </mc:Choice>
              <mc:Fallback>
                <p:oleObj name="Equation" r:id="rId3" imgW="406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38980" y="3070227"/>
                        <a:ext cx="1008380" cy="5672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823D237-C90B-BBBF-0F75-663E0DD4FCF6}"/>
              </a:ext>
            </a:extLst>
          </p:cNvPr>
          <p:cNvSpPr txBox="1"/>
          <p:nvPr/>
        </p:nvSpPr>
        <p:spPr>
          <a:xfrm>
            <a:off x="551180" y="3797707"/>
            <a:ext cx="10821670" cy="111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近邻邻域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K-nearest neighbors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指在        范围内的数据点构成的集合，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3CD55D9-53B1-57E9-19E7-7EE75F8DAD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059556"/>
              </p:ext>
            </p:extLst>
          </p:nvPr>
        </p:nvGraphicFramePr>
        <p:xfrm>
          <a:off x="7115175" y="3797707"/>
          <a:ext cx="100965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09155" imgH="567020" progId="Equation.DSMT4">
                  <p:embed/>
                </p:oleObj>
              </mc:Choice>
              <mc:Fallback>
                <p:oleObj name="Equation" r:id="rId5" imgW="1009155" imgH="5670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15175" y="3797707"/>
                        <a:ext cx="1009650" cy="566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0386A64-BDA0-832C-F10E-4843E55BC3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7388195"/>
              </p:ext>
            </p:extLst>
          </p:nvPr>
        </p:nvGraphicFramePr>
        <p:xfrm>
          <a:off x="2032248" y="4364444"/>
          <a:ext cx="6092577" cy="65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74560" imgH="253800" progId="Equation.DSMT4">
                  <p:embed/>
                </p:oleObj>
              </mc:Choice>
              <mc:Fallback>
                <p:oleObj name="Equation" r:id="rId7" imgW="23745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32248" y="4364444"/>
                        <a:ext cx="6092577" cy="651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01EAD4F3-80F5-DB1E-579D-873FF5B78B07}"/>
              </a:ext>
            </a:extLst>
          </p:cNvPr>
          <p:cNvSpPr txBox="1"/>
          <p:nvPr/>
        </p:nvSpPr>
        <p:spPr>
          <a:xfrm>
            <a:off x="551180" y="5072585"/>
            <a:ext cx="10821670" cy="111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可达距离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Reachability-distance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到点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的可达距离为点</a:t>
            </a:r>
            <a:r>
              <a:rPr lang="en-US" altLang="zh-CN" sz="2800" i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近邻距离           和点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与点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的直接距离            中的较大值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15AB18A-B825-2CF5-BECC-67B759A237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5909344"/>
              </p:ext>
            </p:extLst>
          </p:nvPr>
        </p:nvGraphicFramePr>
        <p:xfrm>
          <a:off x="2042215" y="5629917"/>
          <a:ext cx="100965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09155" imgH="567020" progId="Equation.DSMT4">
                  <p:embed/>
                </p:oleObj>
              </mc:Choice>
              <mc:Fallback>
                <p:oleObj name="Equation" r:id="rId9" imgW="1009155" imgH="5670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42215" y="5629917"/>
                        <a:ext cx="1009650" cy="566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2D4F559-45D4-06A7-BEB0-E33790282E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2445178"/>
              </p:ext>
            </p:extLst>
          </p:nvPr>
        </p:nvGraphicFramePr>
        <p:xfrm>
          <a:off x="6543689" y="5672659"/>
          <a:ext cx="1142972" cy="481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82400" imgH="203040" progId="Equation.DSMT4">
                  <p:embed/>
                </p:oleObj>
              </mc:Choice>
              <mc:Fallback>
                <p:oleObj name="Equation" r:id="rId11" imgW="482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543689" y="5672659"/>
                        <a:ext cx="1142972" cy="4812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87B9178-E5C1-8BB0-0E5E-877BBAB6C5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9913909"/>
              </p:ext>
            </p:extLst>
          </p:nvPr>
        </p:nvGraphicFramePr>
        <p:xfrm>
          <a:off x="3655128" y="6166248"/>
          <a:ext cx="5349798" cy="62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83948" imgH="300074" progId="Equation.DSMT4">
                  <p:embed/>
                </p:oleObj>
              </mc:Choice>
              <mc:Fallback>
                <p:oleObj name="Equation" r:id="rId13" imgW="2583948" imgH="30007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55128" y="6166248"/>
                        <a:ext cx="5349798" cy="621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4993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69D21-88C2-834A-E244-C0EC226D1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1D7F3167-A458-981F-B317-859DEC21D235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局部异常因子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99E1954-72D0-7CC7-6EEF-10D9C17FE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" name="图形 2">
            <a:extLst>
              <a:ext uri="{FF2B5EF4-FFF2-40B4-BE49-F238E27FC236}">
                <a16:creationId xmlns:a16="http://schemas.microsoft.com/office/drawing/2014/main" id="{B45B5C1B-F1E2-35D2-2028-A40DC05375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22702" y="2075180"/>
            <a:ext cx="6546596" cy="4030980"/>
          </a:xfrm>
          <a:prstGeom prst="rect">
            <a:avLst/>
          </a:prstGeom>
        </p:spPr>
      </p:pic>
      <p:sp>
        <p:nvSpPr>
          <p:cNvPr id="4" name="矩形: 圆角 55">
            <a:extLst>
              <a:ext uri="{FF2B5EF4-FFF2-40B4-BE49-F238E27FC236}">
                <a16:creationId xmlns:a16="http://schemas.microsoft.com/office/drawing/2014/main" id="{84DEF984-5CF8-B2BE-37D6-FE4B4E97C709}"/>
              </a:ext>
            </a:extLst>
          </p:cNvPr>
          <p:cNvSpPr/>
          <p:nvPr/>
        </p:nvSpPr>
        <p:spPr>
          <a:xfrm>
            <a:off x="438873" y="1196636"/>
            <a:ext cx="3289847" cy="584764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667" b="1" i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k</a:t>
            </a:r>
            <a:r>
              <a:rPr lang="en-US" altLang="zh-CN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-</a:t>
            </a: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近邻距离示意图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27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EC3C4-E069-FBDC-A1D6-D9FC97AB2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40852AE9-7E26-E8DD-2C68-4456340B2AC4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局部异常因子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18FFF1F8-779A-B359-9C4B-DE9F7287A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1ABC6026-6DCD-A785-BCC9-A67F769E9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331674B-1043-2821-22C8-EA7CC9027408}"/>
              </a:ext>
            </a:extLst>
          </p:cNvPr>
          <p:cNvSpPr txBox="1"/>
          <p:nvPr/>
        </p:nvSpPr>
        <p:spPr>
          <a:xfrm>
            <a:off x="551180" y="1228083"/>
            <a:ext cx="10821670" cy="111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局部可达密度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Local reachability density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的局部可达密度是点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与其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近邻的平均可达距离的倒数。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552FB99-B578-2A7A-9380-2D82331DD8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7109158"/>
              </p:ext>
            </p:extLst>
          </p:nvPr>
        </p:nvGraphicFramePr>
        <p:xfrm>
          <a:off x="3479037" y="2322514"/>
          <a:ext cx="5259325" cy="1266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25680" imgH="583920" progId="Equation.DSMT4">
                  <p:embed/>
                </p:oleObj>
              </mc:Choice>
              <mc:Fallback>
                <p:oleObj name="Equation" r:id="rId3" imgW="242568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79037" y="2322514"/>
                        <a:ext cx="5259325" cy="12666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A7016749-BA10-9C48-DAEA-8ABEE9CF321D}"/>
              </a:ext>
            </a:extLst>
          </p:cNvPr>
          <p:cNvSpPr txBox="1"/>
          <p:nvPr/>
        </p:nvSpPr>
        <p:spPr>
          <a:xfrm>
            <a:off x="685164" y="3532412"/>
            <a:ext cx="10821670" cy="576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进一步地，点</a:t>
            </a:r>
            <a:r>
              <a:rPr lang="en-US" altLang="zh-CN" sz="2800" i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8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的局部异常因子为：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0F2EBEEA-7D46-1EE3-296D-A33EC39DA0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592728"/>
              </p:ext>
            </p:extLst>
          </p:nvPr>
        </p:nvGraphicFramePr>
        <p:xfrm>
          <a:off x="2919810" y="4108467"/>
          <a:ext cx="6352377" cy="1337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17399" imgH="866672" progId="Equation.DSMT4">
                  <p:embed/>
                </p:oleObj>
              </mc:Choice>
              <mc:Fallback>
                <p:oleObj name="Equation" r:id="rId5" imgW="4117399" imgH="86667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19810" y="4108467"/>
                        <a:ext cx="6352377" cy="13370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69A60676-121A-0276-F7C6-2A7709BFCB03}"/>
              </a:ext>
            </a:extLst>
          </p:cNvPr>
          <p:cNvSpPr txBox="1"/>
          <p:nvPr/>
        </p:nvSpPr>
        <p:spPr>
          <a:xfrm>
            <a:off x="355600" y="5535676"/>
            <a:ext cx="11653519" cy="1200329"/>
          </a:xfrm>
          <a:prstGeom prst="rect">
            <a:avLst/>
          </a:prstGeom>
          <a:noFill/>
          <a:ln w="19050">
            <a:solidFill>
              <a:srgbClr val="3484FF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zh-CN" altLang="zh-CN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局部异常因子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接近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，说明点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的密度与其邻域点密度相近，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可能和邻域同属一簇； 越小于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，说明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的密度高于其邻域点密度，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越可能是正常点； 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越大于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，说明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的密度小于其邻域点密度，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越可能是异常点。</a:t>
            </a:r>
          </a:p>
        </p:txBody>
      </p:sp>
    </p:spTree>
    <p:extLst>
      <p:ext uri="{BB962C8B-B14F-4D97-AF65-F5344CB8AC3E}">
        <p14:creationId xmlns:p14="http://schemas.microsoft.com/office/powerpoint/2010/main" val="1293224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FF273-5179-50F3-2C36-737BB10B5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E5403375-446F-152F-37D2-29DD16D33C8E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局部异常因子</a:t>
            </a:r>
            <a:endParaRPr kumimoji="0" lang="de-DE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495F8B9-191A-0F0A-3FEE-5D83EFA6C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397C616F-A503-454F-7A0D-7E63ABCBD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E59C48-F14C-9C8A-830B-4016775C44FC}"/>
              </a:ext>
            </a:extLst>
          </p:cNvPr>
          <p:cNvSpPr txBox="1"/>
          <p:nvPr/>
        </p:nvSpPr>
        <p:spPr>
          <a:xfrm>
            <a:off x="1103376" y="1665966"/>
            <a:ext cx="9985248" cy="3992568"/>
          </a:xfrm>
          <a:prstGeom prst="rect">
            <a:avLst/>
          </a:prstGeom>
          <a:noFill/>
          <a:ln w="19050">
            <a:solidFill>
              <a:srgbClr val="3484FF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484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算法评价：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3484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LOF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算法通过计算点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与其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个最近邻域点的相对密度，来刻画其异常程度。这种相对密度计算方式有助于克服绝对密度估计的不足，即使在数据集的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空间分布不均匀、密度差异明显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的情况下，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LOF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算法也能取得良好的异常检测效果。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然而，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LOF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算法在实施过程中要计算每对数据点之间的距离，在处理大规模数据集时会显著增加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计算负担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29253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78DAC-B673-4353-40D8-6579617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82217CF0-DCC2-44E5-5A0D-3969EA560FAC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实践案例：基于局部异常因子的信用卡欺诈行为检测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EF0F45D7-A32A-18E1-50F7-27F83F9B1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2C004A51-C1AA-CF2A-A8B5-528DA9AA2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A32EFD-7084-A974-325F-A82DAEC98D7F}"/>
              </a:ext>
            </a:extLst>
          </p:cNvPr>
          <p:cNvSpPr txBox="1"/>
          <p:nvPr/>
        </p:nvSpPr>
        <p:spPr>
          <a:xfrm>
            <a:off x="166155" y="983047"/>
            <a:ext cx="11873445" cy="2796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本节使用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LOF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算法进行信用卡欺诈行为的检测。数据集来源于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Kaggle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creditcard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数据集，包含了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284807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笔欧洲持卡人用信用卡进行的交易记录，其中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492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笔为欺诈交易，占所有交易的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0.172%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。数据集只包含数值输入变量，共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个。其中“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Time”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表示每个事务与数据集中的第一个事务之间经过的秒数，“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Amount”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为交易金额，“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Class”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是响应变量，在欺诈情况下取值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，否则取值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BE238F-523C-C9E4-3C3D-9AFC35820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82" y="3929989"/>
            <a:ext cx="11527590" cy="331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9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7DC9D-830F-624C-17DD-7576EE47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8B6C7267-53D0-32F3-C99D-8BA94523D832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实践案例：基于局部异常因子的信用卡欺诈行为检测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B8B8B41-6F4D-567D-0DAC-706E3FCB6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10F6AF56-ED5C-0485-F2E2-33E1F71B6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36907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1B75B8-9A68-1F8D-4F2F-A68D1C2BF9DB}"/>
              </a:ext>
            </a:extLst>
          </p:cNvPr>
          <p:cNvSpPr txBox="1"/>
          <p:nvPr/>
        </p:nvSpPr>
        <p:spPr>
          <a:xfrm>
            <a:off x="12700" y="1536174"/>
            <a:ext cx="349249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特征工程。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lambda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apply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方法将时间转换为小时，并将结果存储在名为“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Hour”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的新列中。然后，将删除“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Time”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、“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Class”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列后的数据存储到变量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中，并将“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Class”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（异常标签）存储到变量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EBBCE83-3B36-62D1-ABD7-E09C124FE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537" y="1905509"/>
            <a:ext cx="8136094" cy="34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3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9DDE6-A963-52BE-CCD0-393C35108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D17466F4-9913-3FAD-DDA2-9DE1B513DC5E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实践案例：基于局部异常因子的信用卡欺诈行为检测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4DC0FF2-4DE5-4CC6-AA20-93E96E30A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380680EE-2848-FFC9-D516-ABB6D7390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36907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D12045-2DA3-EF0A-938C-F021B4598573}"/>
              </a:ext>
            </a:extLst>
          </p:cNvPr>
          <p:cNvSpPr txBox="1"/>
          <p:nvPr/>
        </p:nvSpPr>
        <p:spPr>
          <a:xfrm>
            <a:off x="163636" y="1081159"/>
            <a:ext cx="11845483" cy="3535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模型训练。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de-DE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sklearn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</a:t>
            </a:r>
            <a:r>
              <a:rPr lang="de-DE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LocalOutlierFactor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创建一个</a:t>
            </a:r>
            <a:r>
              <a:rPr lang="de-DE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LOF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对象，并指定每个数据点的邻居点数（</a:t>
            </a:r>
            <a:r>
              <a:rPr lang="de-DE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n_neighbors</a:t>
            </a:r>
            <a:r>
              <a:rPr lang="zh-CN" altLang="de-DE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25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de-DE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fit_predict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方法对特征矩阵 进行训练并预测，得到每个样本的异常标签（预测结果为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表示异常点，为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表示正常点）。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de-DE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LOF.negative_outlier_factor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提取</a:t>
            </a:r>
            <a:r>
              <a:rPr lang="de-DE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LOF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算法计算出的异常分值，并存储在</a:t>
            </a:r>
            <a:r>
              <a:rPr lang="de-DE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Y_scores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F6B57A5-3103-718B-892E-7DE5BCD0E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86" y="4822396"/>
            <a:ext cx="10636628" cy="178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4946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5BC8E-3D9E-4C73-324C-9FBFFAEF0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E6C7DC72-332B-D3B7-EB0B-8271BAACF3D9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实践案例：基于局部异常因子的信用卡欺诈行为检测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A5672F47-40AF-8D52-25FD-85C2DBD6F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4B7F810E-D8BC-9E4F-1371-4DB74EE21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36907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2717AB-1B60-91F6-A048-A3AB0ACFB249}"/>
              </a:ext>
            </a:extLst>
          </p:cNvPr>
          <p:cNvSpPr txBox="1"/>
          <p:nvPr/>
        </p:nvSpPr>
        <p:spPr>
          <a:xfrm>
            <a:off x="163636" y="1081159"/>
            <a:ext cx="3961324" cy="5197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算法性能评估。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指定评估的样本数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，对“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scores”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列的值进行排序，将异常分值低的样本排在前面。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选择排在前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位的样本作为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TopN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样本，并计算标签为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的样本的比例，即准确率。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输出准确率的结果。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5882E5-54EA-44F3-7AF6-BE186C975F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292"/>
          <a:stretch/>
        </p:blipFill>
        <p:spPr>
          <a:xfrm>
            <a:off x="4290299" y="1905194"/>
            <a:ext cx="7553486" cy="441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75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43BDD-6675-F997-AB0A-E56A00B47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7D1A0006-2043-A1AE-4B99-A2DB4EFCA76E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实践案例：基于局部异常因子的信用卡欺诈行为检测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F52D09A-A3DB-A35B-9906-F3D59C510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D811CF8C-A92D-5865-F9BE-C7981D4A6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36907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E06949-E7DA-A079-F0E1-D21C64BC59F2}"/>
              </a:ext>
            </a:extLst>
          </p:cNvPr>
          <p:cNvSpPr txBox="1"/>
          <p:nvPr/>
        </p:nvSpPr>
        <p:spPr>
          <a:xfrm>
            <a:off x="163636" y="1081159"/>
            <a:ext cx="55970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输出结果。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R="0" algn="l" rtl="0"/>
            <a:r>
              <a:rPr lang="zh-CN" altLang="en-US" sz="24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检测出的异常值数量为</a:t>
            </a:r>
            <a:r>
              <a:rPr lang="en-US" altLang="zh-CN" sz="24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1696</a:t>
            </a:r>
            <a:endParaRPr lang="zh-CN" altLang="en-US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形 11">
            <a:extLst>
              <a:ext uri="{FF2B5EF4-FFF2-40B4-BE49-F238E27FC236}">
                <a16:creationId xmlns:a16="http://schemas.microsoft.com/office/drawing/2014/main" id="{73ADAA2B-54E2-C15B-029F-01AB13591A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99" t="4707" r="1607" b="4253"/>
          <a:stretch/>
        </p:blipFill>
        <p:spPr bwMode="auto">
          <a:xfrm>
            <a:off x="1760758" y="2424573"/>
            <a:ext cx="8695884" cy="40937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16534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57fef28-e1f3-418f-8f7b-57f60670b37e"/>
  <p:tag name="COMMONDATA" val="eyJoZGlkIjoiNGZlODdkOGY2N2FkZjEzZjVmYjI5NGY1MTQ2NGRhNj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7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muant0k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9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8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9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6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3E28D3-CC25-4935-9535-3CA44F295BD0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5147</TotalTime>
  <Words>1165</Words>
  <Application>Microsoft Office PowerPoint</Application>
  <PresentationFormat>宽屏</PresentationFormat>
  <Paragraphs>96</Paragraphs>
  <Slides>19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43" baseType="lpstr">
      <vt:lpstr>等线</vt:lpstr>
      <vt:lpstr>华光综艺_CNKI</vt:lpstr>
      <vt:lpstr>楷体</vt:lpstr>
      <vt:lpstr>思源黑体</vt:lpstr>
      <vt:lpstr>思源黑体 CN Bold</vt:lpstr>
      <vt:lpstr>微软雅黑</vt:lpstr>
      <vt:lpstr>Arial</vt:lpstr>
      <vt:lpstr>Calibri</vt:lpstr>
      <vt:lpstr>Times New Roman</vt:lpstr>
      <vt:lpstr>Wingdings</vt:lpstr>
      <vt:lpstr>Office 主题​​</vt:lpstr>
      <vt:lpstr>10_自定义设计方案</vt:lpstr>
      <vt:lpstr>17_自定义设计方案</vt:lpstr>
      <vt:lpstr>21_自定义设计方案</vt:lpstr>
      <vt:lpstr>11_自定义设计方案</vt:lpstr>
      <vt:lpstr>2_默认设计模板</vt:lpstr>
      <vt:lpstr>1_默认设计模板</vt:lpstr>
      <vt:lpstr>7_自定义设计方案</vt:lpstr>
      <vt:lpstr>18_自定义设计方案</vt:lpstr>
      <vt:lpstr>12_自定义设计方案</vt:lpstr>
      <vt:lpstr>19_自定义设计方案</vt:lpstr>
      <vt:lpstr>16_自定义设计方案</vt:lpstr>
      <vt:lpstr>Photo Editor 照片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 大数据分析-模版-吕欣.pptx</dc:title>
  <dc:creator>吕欣</dc:creator>
  <cp:lastModifiedBy>Mengxin Ou</cp:lastModifiedBy>
  <cp:revision>2901</cp:revision>
  <dcterms:created xsi:type="dcterms:W3CDTF">2022-05-23T09:13:00Z</dcterms:created>
  <dcterms:modified xsi:type="dcterms:W3CDTF">2025-04-17T14:21:54Z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03DF3E81453D43789918EC1D3CAC176D_12</vt:lpwstr>
  </property>
  <property fmtid="{D5CDD505-2E9C-101B-9397-08002B2CF9AE}" pid="3" name="KSOProductBuildVer">
    <vt:lpwstr>2052-11.1.0.14309</vt:lpwstr>
  </property>
</Properties>
</file>