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3.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5.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6.xml" ContentType="application/vnd.openxmlformats-officedocument.theme+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7.xml" ContentType="application/vnd.openxmlformats-officedocument.theme+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theme/theme8.xml" ContentType="application/vnd.openxmlformats-officedocument.theme+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theme/theme9.xml" ContentType="application/vnd.openxmlformats-officedocument.theme+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10.xml" ContentType="application/vnd.openxmlformats-officedocument.theme+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theme/theme11.xml" ContentType="application/vnd.openxmlformats-officedocument.theme+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bookmarkIdSeed="8">
  <p:sldMasterIdLst>
    <p:sldMasterId id="2147483648" r:id="rId1"/>
    <p:sldMasterId id="2147484409" r:id="rId2"/>
    <p:sldMasterId id="2147484466" r:id="rId3"/>
    <p:sldMasterId id="2147484493" r:id="rId4"/>
    <p:sldMasterId id="2147484519" r:id="rId5"/>
    <p:sldMasterId id="2147484635" r:id="rId6"/>
    <p:sldMasterId id="2147484651" r:id="rId7"/>
    <p:sldMasterId id="2147484950" r:id="rId8"/>
    <p:sldMasterId id="2147484968" r:id="rId9"/>
    <p:sldMasterId id="2147484995" r:id="rId10"/>
    <p:sldMasterId id="2147485044" r:id="rId11"/>
    <p:sldMasterId id="2147485105" r:id="rId12"/>
  </p:sldMasterIdLst>
  <p:notesMasterIdLst>
    <p:notesMasterId r:id="rId23"/>
  </p:notesMasterIdLst>
  <p:handoutMasterIdLst>
    <p:handoutMasterId r:id="rId24"/>
  </p:handoutMasterIdLst>
  <p:sldIdLst>
    <p:sldId id="15637" r:id="rId13"/>
    <p:sldId id="15664" r:id="rId14"/>
    <p:sldId id="15779" r:id="rId15"/>
    <p:sldId id="15774" r:id="rId16"/>
    <p:sldId id="15688" r:id="rId17"/>
    <p:sldId id="15775" r:id="rId18"/>
    <p:sldId id="15776" r:id="rId19"/>
    <p:sldId id="15777" r:id="rId20"/>
    <p:sldId id="15778" r:id="rId21"/>
    <p:sldId id="15502" r:id="rId22"/>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第一节" id="{B76A38E9-E72E-4BCB-B362-B21FAC086E6B}">
          <p14:sldIdLst>
            <p14:sldId id="15637"/>
            <p14:sldId id="15664"/>
            <p14:sldId id="15779"/>
            <p14:sldId id="15774"/>
            <p14:sldId id="15688"/>
            <p14:sldId id="15775"/>
            <p14:sldId id="15776"/>
            <p14:sldId id="15777"/>
            <p14:sldId id="15778"/>
            <p14:sldId id="15502"/>
          </p14:sldIdLst>
        </p14:section>
      </p14:sectionLst>
    </p:ext>
    <p:ext uri="{EFAFB233-063F-42B5-8137-9DF3F51BA10A}">
      <p15:sldGuideLst xmlns:p15="http://schemas.microsoft.com/office/powerpoint/2012/main">
        <p15:guide id="4" pos="2280" userDrawn="1">
          <p15:clr>
            <a:srgbClr val="A4A3A4"/>
          </p15:clr>
        </p15:guide>
        <p15:guide id="5" orient="horz" pos="290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45AD"/>
    <a:srgbClr val="000080"/>
    <a:srgbClr val="FBE4D5"/>
    <a:srgbClr val="008ED7"/>
    <a:srgbClr val="D13400"/>
    <a:srgbClr val="0444AE"/>
    <a:srgbClr val="0347AF"/>
    <a:srgbClr val="0146AE"/>
    <a:srgbClr val="FFFF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463" autoAdjust="0"/>
    <p:restoredTop sz="86966" autoAdjust="0"/>
  </p:normalViewPr>
  <p:slideViewPr>
    <p:cSldViewPr snapToGrid="0">
      <p:cViewPr varScale="1">
        <p:scale>
          <a:sx n="93" d="100"/>
          <a:sy n="93" d="100"/>
        </p:scale>
        <p:origin x="184" y="80"/>
      </p:cViewPr>
      <p:guideLst>
        <p:guide pos="2280"/>
        <p:guide orient="horz" pos="2904"/>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notesViewPr>
    <p:cSldViewPr snapToGrid="0">
      <p:cViewPr varScale="1">
        <p:scale>
          <a:sx n="85" d="100"/>
          <a:sy n="85" d="100"/>
        </p:scale>
        <p:origin x="2428" y="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9.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handoutMaster" Target="handoutMasters/handoutMaster1.xml"/><Relationship Id="rId5" Type="http://schemas.openxmlformats.org/officeDocument/2006/relationships/slideMaster" Target="slideMasters/slideMaster5.xml"/><Relationship Id="rId15" Type="http://schemas.openxmlformats.org/officeDocument/2006/relationships/slide" Target="slides/slide3.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Master" Target="slideMasters/slideMaster10.xml"/><Relationship Id="rId19" Type="http://schemas.openxmlformats.org/officeDocument/2006/relationships/slide" Target="slides/slide7.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5682E4-1D3E-4E21-8E57-F0A36E8AFBBC}" type="datetimeFigureOut">
              <a:rPr lang="zh-CN" altLang="en-US" smtClean="0"/>
              <a:t>2025/4/18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C971F6-C60D-4682-BD97-627ABF355346}"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B80EC0-271A-47A3-B94A-5AACB63D0D64}" type="datetimeFigureOut">
              <a:rPr lang="zh-CN" altLang="en-US" smtClean="0"/>
              <a:t>2025/4/18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6F833C-0931-4030-8352-AFD9186768B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t>1</a:t>
            </a:fld>
            <a:endParaRPr lang="zh-CN" altLang="en-US"/>
          </a:p>
        </p:txBody>
      </p:sp>
    </p:spTree>
    <p:extLst>
      <p:ext uri="{BB962C8B-B14F-4D97-AF65-F5344CB8AC3E}">
        <p14:creationId xmlns:p14="http://schemas.microsoft.com/office/powerpoint/2010/main" val="9530560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133D7-F0D4-95DE-BC4E-7580C790FE2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E32AFEC-8F93-6FB4-BBE2-5992FE70096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0EDBA0E-867B-3D24-AE2A-9AB6C2F4E0C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FBE0D0DC-7C73-E362-A272-1665A4FB140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86464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92933-95AE-5F86-33F6-3EA2E2D8D52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4EE91E-AEE9-5D61-D7C0-903C78DAFBC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172D990-8D32-03A1-4BF0-0BC4C9FAEF6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E4E5CDB7-7589-4ABE-B431-110345919B7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1350603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2C759-6F9F-F8B3-A3EA-BC9C1C40CC4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00E5622-111D-D583-3EB3-94228E6485A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4A5AAB5-9985-B490-CA48-A952858E497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76E76DEE-CECC-4DF9-117B-99F76B26EC3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2341085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07CAF-A367-645E-AD16-C87C9A13BE6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F6AA3CE-1818-0BD8-B78B-8C9F1B08D93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D23D863-3680-4FEF-E878-4F935209ACF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4B8CE5FD-24C1-1546-60A4-1053FCCED6C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348635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ED765-5243-419B-494A-937AE20AB36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711CEB8-4D43-C1DA-ADA9-B304D490E1D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6D28F42-F78F-761C-330A-843DBD32446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3C839EA5-B214-29FC-1717-E53FE64707F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862778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026A2-E71A-7A8F-8416-2591BAD18E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6E31865-E281-F293-5009-8FF84425617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CAA0DF5-E6EB-BDCA-F083-92146FC2015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906C3D3E-094C-E327-7FFB-3B2B7C0A001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5788204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39347-3448-19A5-CA38-AE52C76168D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146EC50-5088-2255-4B2F-208B7C87FFF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D52601C-D397-C0D4-95E8-519F6F92A6E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291125F4-9100-9532-E548-1DBB6ABF378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1227496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DC5E8-721F-D196-32A6-0F8498F1F3D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7160D36-C69A-F9E5-A8D8-34832E72558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C3E5E02-147F-BDC6-5E41-23FE31869EB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164C401D-2D30-36B9-78AE-11888BEDCE9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718702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524093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6.xml"/><Relationship Id="rId4" Type="http://schemas.microsoft.com/office/2007/relationships/hdphoto" Target="../media/hdphoto1.wdp"/></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7.xml"/><Relationship Id="rId4" Type="http://schemas.microsoft.com/office/2007/relationships/hdphoto" Target="../media/hdphoto1.wdp"/></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1.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2.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pitchFamily="34" charset="-122"/>
              <a:ea typeface="微软雅黑" panose="020B0503020204020204" pitchFamily="3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508FBC-A264-6F1A-7977-DAFCBAF3875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55"/>
          <a:stretch/>
        </p:blipFill>
        <p:spPr>
          <a:xfrm>
            <a:off x="916640" y="227763"/>
            <a:ext cx="11161059" cy="603504"/>
          </a:xfrm>
          <a:prstGeom prst="rect">
            <a:avLst/>
          </a:prstGeom>
        </p:spPr>
      </p:pic>
      <p:pic>
        <p:nvPicPr>
          <p:cNvPr id="3" name="Picture 2" descr="A logo with dots and lines&#10;&#10;Description automatically generated">
            <a:extLst>
              <a:ext uri="{FF2B5EF4-FFF2-40B4-BE49-F238E27FC236}">
                <a16:creationId xmlns:a16="http://schemas.microsoft.com/office/drawing/2014/main" id="{5467157C-6AAC-7C52-2017-1FE36A3D10C3}"/>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B71D0F9-5031-B629-E802-6AEAF0F1C632}"/>
              </a:ext>
            </a:extLst>
          </p:cNvPr>
          <p:cNvPicPr>
            <a:picLocks noChangeAspect="1"/>
          </p:cNvPicPr>
          <p:nvPr userDrawn="1"/>
        </p:nvPicPr>
        <p:blipFill rotWithShape="1">
          <a:blip r:embed="rId2"/>
          <a:srcRect l="453"/>
          <a:stretch/>
        </p:blipFill>
        <p:spPr>
          <a:xfrm>
            <a:off x="0" y="0"/>
            <a:ext cx="12192000" cy="1014998"/>
          </a:xfrm>
          <a:prstGeom prst="rect">
            <a:avLst/>
          </a:prstGeom>
        </p:spPr>
      </p:pic>
      <p:sp>
        <p:nvSpPr>
          <p:cNvPr id="2" name="Rectangle 1">
            <a:extLst>
              <a:ext uri="{FF2B5EF4-FFF2-40B4-BE49-F238E27FC236}">
                <a16:creationId xmlns:a16="http://schemas.microsoft.com/office/drawing/2014/main" id="{F3F803D8-0039-D24A-E8C1-26F5161CAA45}"/>
              </a:ext>
            </a:extLst>
          </p:cNvPr>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18990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74834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二、主要工作</a:t>
            </a:r>
          </a:p>
        </p:txBody>
      </p:sp>
      <p:sp>
        <p:nvSpPr>
          <p:cNvPr id="2" name="矩形 26">
            <a:extLst>
              <a:ext uri="{FF2B5EF4-FFF2-40B4-BE49-F238E27FC236}">
                <a16:creationId xmlns:a16="http://schemas.microsoft.com/office/drawing/2014/main" id="{09687F67-AA25-9614-8E73-69B387358195}"/>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三、总结展望</a:t>
            </a:r>
          </a:p>
        </p:txBody>
      </p:sp>
      <p:sp>
        <p:nvSpPr>
          <p:cNvPr id="2" name="矩形 26">
            <a:extLst>
              <a:ext uri="{FF2B5EF4-FFF2-40B4-BE49-F238E27FC236}">
                <a16:creationId xmlns:a16="http://schemas.microsoft.com/office/drawing/2014/main" id="{237FF217-6AE0-9A66-FE88-108698555006}"/>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结束语</a:t>
            </a:r>
          </a:p>
        </p:txBody>
      </p:sp>
      <p:sp>
        <p:nvSpPr>
          <p:cNvPr id="2" name="矩形 26">
            <a:extLst>
              <a:ext uri="{FF2B5EF4-FFF2-40B4-BE49-F238E27FC236}">
                <a16:creationId xmlns:a16="http://schemas.microsoft.com/office/drawing/2014/main" id="{E96EBE77-5145-3DED-C2A2-D3DD459293CF}"/>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5"/>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8770174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923539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4507437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76186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2235285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82581224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267507155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8"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4618409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0"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1"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34682162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342575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3"/>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33845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4"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380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2684325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3346196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433335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5880842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2074857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838632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3369776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0"/>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37604906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8020350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4957722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6570711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88039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4/18/2025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47932535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769863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16606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502470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724178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0312220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5416086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8572895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62922012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1"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377"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2"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47"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7476164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237875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3"/>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9879606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6"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144960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34280979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6790264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0298697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26760598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432172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35555954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95084749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09"/>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4530837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547564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13326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575501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211477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4/18/2025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121994257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002">
    <p:spTree>
      <p:nvGrpSpPr>
        <p:cNvPr id="1" name=""/>
        <p:cNvGrpSpPr/>
        <p:nvPr/>
      </p:nvGrpSpPr>
      <p:grpSpPr>
        <a:xfrm>
          <a:off x="0" y="0"/>
          <a:ext cx="0" cy="0"/>
          <a:chOff x="0" y="0"/>
          <a:chExt cx="0" cy="0"/>
        </a:xfrm>
      </p:grpSpPr>
      <p:sp>
        <p:nvSpPr>
          <p:cNvPr id="7" name="矩形 6"/>
          <p:cNvSpPr/>
          <p:nvPr userDrawn="1"/>
        </p:nvSpPr>
        <p:spPr>
          <a:xfrm>
            <a:off x="0" y="6714000"/>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8" name="矩形 7"/>
          <p:cNvSpPr/>
          <p:nvPr userDrawn="1"/>
        </p:nvSpPr>
        <p:spPr>
          <a:xfrm>
            <a:off x="0" y="0"/>
            <a:ext cx="12192000" cy="86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4" name="文本框 3"/>
          <p:cNvSpPr txBox="1">
            <a:spLocks noChangeArrowheads="1"/>
          </p:cNvSpPr>
          <p:nvPr userDrawn="1"/>
        </p:nvSpPr>
        <p:spPr bwMode="auto">
          <a:xfrm>
            <a:off x="0" y="137411"/>
            <a:ext cx="1219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rPr>
              <a:t>二  研究成果与主要创新</a:t>
            </a:r>
            <a:endParaRPr lang="zh-CN" altLang="en-US" sz="3600" b="1" spc="300" dirty="0">
              <a:solidFill>
                <a:schemeClr val="accent4">
                  <a:lumMod val="40000"/>
                  <a:lumOff val="60000"/>
                </a:schemeClr>
              </a:solidFill>
              <a:latin typeface="微软雅黑" panose="020B0503020204020204" pitchFamily="34" charset="-122"/>
              <a:ea typeface="微软雅黑" panose="020B0503020204020204" pitchFamily="34" charset="-122"/>
            </a:endParaRPr>
          </a:p>
        </p:txBody>
      </p:sp>
      <p:sp>
        <p:nvSpPr>
          <p:cNvPr id="6" name="矩形 7"/>
          <p:cNvSpPr/>
          <p:nvPr userDrawn="1"/>
        </p:nvSpPr>
        <p:spPr>
          <a:xfrm>
            <a:off x="0" y="6713999"/>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Tree>
    <p:extLst>
      <p:ext uri="{BB962C8B-B14F-4D97-AF65-F5344CB8AC3E}">
        <p14:creationId xmlns:p14="http://schemas.microsoft.com/office/powerpoint/2010/main" val="10999053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3809716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187983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971779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70889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1222865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9542546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0235951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4034407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95464782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75707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5"/>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5911005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7" y="124415"/>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002856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9311068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96581560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49991907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5984768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460970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9440917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7924158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11"/>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7547318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28578282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9990543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26540637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7750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8075647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6"/>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0" y="87766"/>
            <a:ext cx="833913" cy="625435"/>
          </a:xfrm>
          <a:prstGeom prst="rect">
            <a:avLst/>
          </a:prstGeom>
        </p:spPr>
      </p:pic>
    </p:spTree>
    <p:extLst>
      <p:ext uri="{BB962C8B-B14F-4D97-AF65-F5344CB8AC3E}">
        <p14:creationId xmlns:p14="http://schemas.microsoft.com/office/powerpoint/2010/main" val="30445544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40590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815122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46629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13271703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50235392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1420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7672777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6429422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006358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4"/>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559353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5" y="124414"/>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956585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73168294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973309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9897481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9465017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856367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2088798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9158766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1"/>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5120712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376637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8350377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086269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66966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40804835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9"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黄生俊   副教授</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2509937" y="3182187"/>
            <a:ext cx="717212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统计调查</a:t>
            </a:r>
          </a:p>
        </p:txBody>
      </p:sp>
    </p:spTree>
    <p:extLst>
      <p:ext uri="{BB962C8B-B14F-4D97-AF65-F5344CB8AC3E}">
        <p14:creationId xmlns:p14="http://schemas.microsoft.com/office/powerpoint/2010/main" val="8237704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191030678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27673099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2749563" y="2348880"/>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3791744" y="2380494"/>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统计调查概述</a:t>
            </a:r>
          </a:p>
        </p:txBody>
      </p:sp>
      <p:sp>
        <p:nvSpPr>
          <p:cNvPr id="23" name="椭圆 22"/>
          <p:cNvSpPr/>
          <p:nvPr userDrawn="1"/>
        </p:nvSpPr>
        <p:spPr>
          <a:xfrm>
            <a:off x="2749563" y="3388677"/>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3791744" y="3420291"/>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统计调查的实施</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1" name="椭圆 10"/>
          <p:cNvSpPr/>
          <p:nvPr userDrawn="1"/>
        </p:nvSpPr>
        <p:spPr>
          <a:xfrm>
            <a:off x="2735627" y="4437112"/>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12" name="矩形 11"/>
          <p:cNvSpPr/>
          <p:nvPr userDrawn="1"/>
        </p:nvSpPr>
        <p:spPr>
          <a:xfrm>
            <a:off x="3777808" y="4468726"/>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调查问卷</a:t>
            </a:r>
          </a:p>
        </p:txBody>
      </p:sp>
    </p:spTree>
    <p:extLst>
      <p:ext uri="{BB962C8B-B14F-4D97-AF65-F5344CB8AC3E}">
        <p14:creationId xmlns:p14="http://schemas.microsoft.com/office/powerpoint/2010/main" val="21017715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28293709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83075896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统计调查概述</a:t>
            </a:r>
          </a:p>
        </p:txBody>
      </p:sp>
    </p:spTree>
    <p:extLst>
      <p:ext uri="{BB962C8B-B14F-4D97-AF65-F5344CB8AC3E}">
        <p14:creationId xmlns:p14="http://schemas.microsoft.com/office/powerpoint/2010/main" val="16418887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一、统计调查概述</a:t>
            </a:r>
          </a:p>
        </p:txBody>
      </p:sp>
      <p:sp>
        <p:nvSpPr>
          <p:cNvPr id="3" name="标题 2"/>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959599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统计调查的实施</a:t>
            </a:r>
          </a:p>
        </p:txBody>
      </p:sp>
    </p:spTree>
    <p:extLst>
      <p:ext uri="{BB962C8B-B14F-4D97-AF65-F5344CB8AC3E}">
        <p14:creationId xmlns:p14="http://schemas.microsoft.com/office/powerpoint/2010/main" val="38381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二、统计调查的实施</a:t>
            </a:r>
          </a:p>
        </p:txBody>
      </p:sp>
    </p:spTree>
    <p:extLst>
      <p:ext uri="{BB962C8B-B14F-4D97-AF65-F5344CB8AC3E}">
        <p14:creationId xmlns:p14="http://schemas.microsoft.com/office/powerpoint/2010/main" val="29681230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调查问卷</a:t>
            </a:r>
          </a:p>
        </p:txBody>
      </p:sp>
    </p:spTree>
    <p:extLst>
      <p:ext uri="{BB962C8B-B14F-4D97-AF65-F5344CB8AC3E}">
        <p14:creationId xmlns:p14="http://schemas.microsoft.com/office/powerpoint/2010/main" val="25106697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三、调查问卷</a:t>
            </a:r>
          </a:p>
        </p:txBody>
      </p:sp>
    </p:spTree>
    <p:extLst>
      <p:ext uri="{BB962C8B-B14F-4D97-AF65-F5344CB8AC3E}">
        <p14:creationId xmlns:p14="http://schemas.microsoft.com/office/powerpoint/2010/main" val="3157779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11182516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25745050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50830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8"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刘亚杰   研究员</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1902991" y="3182187"/>
            <a:ext cx="838601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抽样与估计</a:t>
            </a:r>
            <a:r>
              <a:rPr kumimoji="0" lang="en-US" altLang="zh-CN"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1</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Tree>
    <p:extLst>
      <p:ext uri="{BB962C8B-B14F-4D97-AF65-F5344CB8AC3E}">
        <p14:creationId xmlns:p14="http://schemas.microsoft.com/office/powerpoint/2010/main" val="2706480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25152681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1001369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3387976" y="2204864"/>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4430158" y="223125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抽样的基本概念</a:t>
            </a:r>
          </a:p>
        </p:txBody>
      </p:sp>
      <p:sp>
        <p:nvSpPr>
          <p:cNvPr id="21" name="椭圆 20"/>
          <p:cNvSpPr/>
          <p:nvPr userDrawn="1"/>
        </p:nvSpPr>
        <p:spPr>
          <a:xfrm>
            <a:off x="3387976" y="3902552"/>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22" name="矩形 21"/>
          <p:cNvSpPr/>
          <p:nvPr userDrawn="1"/>
        </p:nvSpPr>
        <p:spPr>
          <a:xfrm>
            <a:off x="4430157" y="39315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分层抽样</a:t>
            </a:r>
          </a:p>
        </p:txBody>
      </p:sp>
      <p:sp>
        <p:nvSpPr>
          <p:cNvPr id="23" name="椭圆 22"/>
          <p:cNvSpPr/>
          <p:nvPr userDrawn="1"/>
        </p:nvSpPr>
        <p:spPr>
          <a:xfrm>
            <a:off x="3387976" y="3053708"/>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4430158" y="308140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简单随机抽样</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3" name="椭圆 12"/>
          <p:cNvSpPr/>
          <p:nvPr userDrawn="1"/>
        </p:nvSpPr>
        <p:spPr>
          <a:xfrm>
            <a:off x="3387976" y="4751396"/>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四</a:t>
            </a:r>
          </a:p>
        </p:txBody>
      </p:sp>
      <p:sp>
        <p:nvSpPr>
          <p:cNvPr id="14" name="矩形 13"/>
          <p:cNvSpPr/>
          <p:nvPr userDrawn="1"/>
        </p:nvSpPr>
        <p:spPr>
          <a:xfrm>
            <a:off x="4430157" y="478170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整群抽样</a:t>
            </a:r>
          </a:p>
        </p:txBody>
      </p:sp>
      <p:sp>
        <p:nvSpPr>
          <p:cNvPr id="15" name="椭圆 14"/>
          <p:cNvSpPr/>
          <p:nvPr userDrawn="1"/>
        </p:nvSpPr>
        <p:spPr>
          <a:xfrm>
            <a:off x="3387976" y="5600241"/>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五</a:t>
            </a:r>
          </a:p>
        </p:txBody>
      </p:sp>
      <p:sp>
        <p:nvSpPr>
          <p:cNvPr id="16" name="矩形 15"/>
          <p:cNvSpPr/>
          <p:nvPr userDrawn="1"/>
        </p:nvSpPr>
        <p:spPr>
          <a:xfrm>
            <a:off x="4430157" y="56318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系统抽样</a:t>
            </a:r>
          </a:p>
        </p:txBody>
      </p:sp>
    </p:spTree>
    <p:extLst>
      <p:ext uri="{BB962C8B-B14F-4D97-AF65-F5344CB8AC3E}">
        <p14:creationId xmlns:p14="http://schemas.microsoft.com/office/powerpoint/2010/main" val="37813254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41432478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12208814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272000" y="2852936"/>
            <a:ext cx="9648000" cy="1428214"/>
          </a:xfrm>
          <a:prstGeom prst="roundRect">
            <a:avLst>
              <a:gd name="adj" fmla="val 50000"/>
            </a:avLst>
          </a:prstGeom>
          <a:solidFill>
            <a:srgbClr val="1967A5"/>
          </a:solidFill>
        </p:spPr>
        <p:txBody>
          <a:bodyPr wrap="square" lIns="432000" rIns="432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抽样的基本概念</a:t>
            </a:r>
          </a:p>
        </p:txBody>
      </p:sp>
    </p:spTree>
    <p:extLst>
      <p:ext uri="{BB962C8B-B14F-4D97-AF65-F5344CB8AC3E}">
        <p14:creationId xmlns:p14="http://schemas.microsoft.com/office/powerpoint/2010/main" val="24955395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一、抽样的基本概念</a:t>
            </a:r>
          </a:p>
        </p:txBody>
      </p:sp>
    </p:spTree>
    <p:extLst>
      <p:ext uri="{BB962C8B-B14F-4D97-AF65-F5344CB8AC3E}">
        <p14:creationId xmlns:p14="http://schemas.microsoft.com/office/powerpoint/2010/main" val="27230024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504000" rIns="504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简单随机抽样</a:t>
            </a:r>
          </a:p>
        </p:txBody>
      </p:sp>
    </p:spTree>
    <p:extLst>
      <p:ext uri="{BB962C8B-B14F-4D97-AF65-F5344CB8AC3E}">
        <p14:creationId xmlns:p14="http://schemas.microsoft.com/office/powerpoint/2010/main" val="35245598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二、简单随机抽样</a:t>
            </a:r>
          </a:p>
        </p:txBody>
      </p:sp>
    </p:spTree>
    <p:extLst>
      <p:ext uri="{BB962C8B-B14F-4D97-AF65-F5344CB8AC3E}">
        <p14:creationId xmlns:p14="http://schemas.microsoft.com/office/powerpoint/2010/main" val="39643339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分层抽样</a:t>
            </a:r>
          </a:p>
        </p:txBody>
      </p:sp>
    </p:spTree>
    <p:extLst>
      <p:ext uri="{BB962C8B-B14F-4D97-AF65-F5344CB8AC3E}">
        <p14:creationId xmlns:p14="http://schemas.microsoft.com/office/powerpoint/2010/main" val="33798624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三、分层抽样</a:t>
            </a:r>
          </a:p>
        </p:txBody>
      </p:sp>
    </p:spTree>
    <p:extLst>
      <p:ext uri="{BB962C8B-B14F-4D97-AF65-F5344CB8AC3E}">
        <p14:creationId xmlns:p14="http://schemas.microsoft.com/office/powerpoint/2010/main" val="25278443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第四部分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整群抽样</a:t>
            </a:r>
          </a:p>
        </p:txBody>
      </p:sp>
    </p:spTree>
    <p:extLst>
      <p:ext uri="{BB962C8B-B14F-4D97-AF65-F5344CB8AC3E}">
        <p14:creationId xmlns:p14="http://schemas.microsoft.com/office/powerpoint/2010/main" val="33620276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四、整群抽样</a:t>
            </a:r>
          </a:p>
        </p:txBody>
      </p:sp>
    </p:spTree>
    <p:extLst>
      <p:ext uri="{BB962C8B-B14F-4D97-AF65-F5344CB8AC3E}">
        <p14:creationId xmlns:p14="http://schemas.microsoft.com/office/powerpoint/2010/main" val="2150209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第五部分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系统抽样</a:t>
            </a:r>
          </a:p>
        </p:txBody>
      </p:sp>
    </p:spTree>
    <p:extLst>
      <p:ext uri="{BB962C8B-B14F-4D97-AF65-F5344CB8AC3E}">
        <p14:creationId xmlns:p14="http://schemas.microsoft.com/office/powerpoint/2010/main" val="4039430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五、系统抽样</a:t>
            </a:r>
          </a:p>
        </p:txBody>
      </p:sp>
    </p:spTree>
    <p:extLst>
      <p:ext uri="{BB962C8B-B14F-4D97-AF65-F5344CB8AC3E}">
        <p14:creationId xmlns:p14="http://schemas.microsoft.com/office/powerpoint/2010/main" val="40878796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38477917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16654773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62527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0640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41"/>
            <a:ext cx="10362961"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5" y="3886200"/>
            <a:ext cx="8533924" cy="1752600"/>
          </a:xfrm>
          <a:prstGeom prst="rect">
            <a:avLst/>
          </a:prstGeom>
        </p:spPr>
        <p:txBody>
          <a:bodyPr/>
          <a:lstStyle>
            <a:lvl1pPr marL="0" indent="0" algn="ctr">
              <a:buNone/>
              <a:defRPr>
                <a:solidFill>
                  <a:schemeClr val="tx1">
                    <a:tint val="75000"/>
                  </a:schemeClr>
                </a:solidFill>
              </a:defRPr>
            </a:lvl1pPr>
            <a:lvl2pPr marL="609521" indent="0" algn="ctr">
              <a:buNone/>
              <a:defRPr>
                <a:solidFill>
                  <a:schemeClr val="tx1">
                    <a:tint val="75000"/>
                  </a:schemeClr>
                </a:solidFill>
              </a:defRPr>
            </a:lvl2pPr>
            <a:lvl3pPr marL="1219042" indent="0" algn="ctr">
              <a:buNone/>
              <a:defRPr>
                <a:solidFill>
                  <a:schemeClr val="tx1">
                    <a:tint val="75000"/>
                  </a:schemeClr>
                </a:solidFill>
              </a:defRPr>
            </a:lvl3pPr>
            <a:lvl4pPr marL="1828561" indent="0" algn="ctr">
              <a:buNone/>
              <a:defRPr>
                <a:solidFill>
                  <a:schemeClr val="tx1">
                    <a:tint val="75000"/>
                  </a:schemeClr>
                </a:solidFill>
              </a:defRPr>
            </a:lvl4pPr>
            <a:lvl5pPr marL="2438080" indent="0" algn="ctr">
              <a:buNone/>
              <a:defRPr>
                <a:solidFill>
                  <a:schemeClr val="tx1">
                    <a:tint val="75000"/>
                  </a:schemeClr>
                </a:solidFill>
              </a:defRPr>
            </a:lvl5pPr>
            <a:lvl6pPr marL="3047601" indent="0" algn="ctr">
              <a:buNone/>
              <a:defRPr>
                <a:solidFill>
                  <a:schemeClr val="tx1">
                    <a:tint val="75000"/>
                  </a:schemeClr>
                </a:solidFill>
              </a:defRPr>
            </a:lvl6pPr>
            <a:lvl7pPr marL="3657122" indent="0" algn="ctr">
              <a:buNone/>
              <a:defRPr>
                <a:solidFill>
                  <a:schemeClr val="tx1">
                    <a:tint val="75000"/>
                  </a:schemeClr>
                </a:solidFill>
              </a:defRPr>
            </a:lvl7pPr>
            <a:lvl8pPr marL="4266641" indent="0" algn="ctr">
              <a:buNone/>
              <a:defRPr>
                <a:solidFill>
                  <a:schemeClr val="tx1">
                    <a:tint val="75000"/>
                  </a:schemeClr>
                </a:solidFill>
              </a:defRPr>
            </a:lvl8pPr>
            <a:lvl9pPr marL="4876162"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0907336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5"/>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3791747" y="6356356"/>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830306138"/>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5"/>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3"/>
            <a:ext cx="10362961" cy="1500187"/>
          </a:xfrm>
          <a:prstGeom prst="rect">
            <a:avLst/>
          </a:prstGeom>
        </p:spPr>
        <p:txBody>
          <a:bodyPr anchor="b"/>
          <a:lstStyle>
            <a:lvl1pPr marL="0" indent="0">
              <a:buNone/>
              <a:defRPr sz="2667">
                <a:solidFill>
                  <a:schemeClr val="tx1">
                    <a:tint val="75000"/>
                  </a:schemeClr>
                </a:solidFill>
              </a:defRPr>
            </a:lvl1pPr>
            <a:lvl2pPr marL="609521" indent="0">
              <a:buNone/>
              <a:defRPr sz="2400">
                <a:solidFill>
                  <a:schemeClr val="tx1">
                    <a:tint val="75000"/>
                  </a:schemeClr>
                </a:solidFill>
              </a:defRPr>
            </a:lvl2pPr>
            <a:lvl3pPr marL="1219042" indent="0">
              <a:buNone/>
              <a:defRPr sz="2133">
                <a:solidFill>
                  <a:schemeClr val="tx1">
                    <a:tint val="75000"/>
                  </a:schemeClr>
                </a:solidFill>
              </a:defRPr>
            </a:lvl3pPr>
            <a:lvl4pPr marL="1828561" indent="0">
              <a:buNone/>
              <a:defRPr sz="1867">
                <a:solidFill>
                  <a:schemeClr val="tx1">
                    <a:tint val="75000"/>
                  </a:schemeClr>
                </a:solidFill>
              </a:defRPr>
            </a:lvl4pPr>
            <a:lvl5pPr marL="2438080" indent="0">
              <a:buNone/>
              <a:defRPr sz="1867">
                <a:solidFill>
                  <a:schemeClr val="tx1">
                    <a:tint val="75000"/>
                  </a:schemeClr>
                </a:solidFill>
              </a:defRPr>
            </a:lvl5pPr>
            <a:lvl6pPr marL="3047601" indent="0">
              <a:buNone/>
              <a:defRPr sz="1867">
                <a:solidFill>
                  <a:schemeClr val="tx1">
                    <a:tint val="75000"/>
                  </a:schemeClr>
                </a:solidFill>
              </a:defRPr>
            </a:lvl6pPr>
            <a:lvl7pPr marL="3657122" indent="0">
              <a:buNone/>
              <a:defRPr sz="1867">
                <a:solidFill>
                  <a:schemeClr val="tx1">
                    <a:tint val="75000"/>
                  </a:schemeClr>
                </a:solidFill>
              </a:defRPr>
            </a:lvl7pPr>
            <a:lvl8pPr marL="4266641" indent="0">
              <a:buNone/>
              <a:defRPr sz="1867">
                <a:solidFill>
                  <a:schemeClr val="tx1">
                    <a:tint val="75000"/>
                  </a:schemeClr>
                </a:solidFill>
              </a:defRPr>
            </a:lvl8pPr>
            <a:lvl9pPr marL="4876162"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394013240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5"/>
            <a:ext cx="5409317"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5"/>
            <a:ext cx="5410904"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08540086"/>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9" y="1535113"/>
            <a:ext cx="5387089"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9"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3"/>
            <a:ext cx="5388676"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8" name="页脚占位符 7"/>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36755828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4" name="页脚占位符 3"/>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26801042"/>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3" name="页脚占位符 2"/>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075965820"/>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49"/>
            <a:ext cx="4010547" cy="1162051"/>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4" y="273066"/>
            <a:ext cx="6816025" cy="5853113"/>
          </a:xfrm>
          <a:prstGeom prst="rect">
            <a:avLst/>
          </a:prstGeo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411105580"/>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1"/>
            <a:ext cx="7316152" cy="566739"/>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7"/>
            </a:lvl1pPr>
            <a:lvl2pPr marL="609521" indent="0">
              <a:buNone/>
              <a:defRPr sz="3733"/>
            </a:lvl2pPr>
            <a:lvl3pPr marL="1219042" indent="0">
              <a:buNone/>
              <a:defRPr sz="3200"/>
            </a:lvl3pPr>
            <a:lvl4pPr marL="1828561" indent="0">
              <a:buNone/>
              <a:defRPr sz="2667"/>
            </a:lvl4pPr>
            <a:lvl5pPr marL="2438080" indent="0">
              <a:buNone/>
              <a:defRPr sz="2667"/>
            </a:lvl5pPr>
            <a:lvl6pPr marL="3047601" indent="0">
              <a:buNone/>
              <a:defRPr sz="2667"/>
            </a:lvl6pPr>
            <a:lvl7pPr marL="3657122" indent="0">
              <a:buNone/>
              <a:defRPr sz="2667"/>
            </a:lvl7pPr>
            <a:lvl8pPr marL="4266641" indent="0">
              <a:buNone/>
              <a:defRPr sz="2667"/>
            </a:lvl8pPr>
            <a:lvl9pPr marL="4876162"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7"/>
            <a:ext cx="7316152" cy="8048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46231279"/>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5"/>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34406571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4" y="274644"/>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4"/>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758765625"/>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7" tIns="60953" rIns="121907" bIns="60953"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4174451897"/>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2"/>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7183462"/>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4124130156"/>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37960715"/>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201496657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2077492560"/>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6"/>
            <a:ext cx="2844800" cy="365125"/>
          </a:xfrm>
          <a:prstGeom prst="rect">
            <a:avLst/>
          </a:prstGeom>
        </p:spPr>
        <p:txBody>
          <a:bodyPr vert="horz" lIns="121916" tIns="60959" rIns="121916" bIns="60959"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2530245552"/>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4072092"/>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7"/>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3" y="87768"/>
            <a:ext cx="833913" cy="625435"/>
          </a:xfrm>
          <a:prstGeom prst="rect">
            <a:avLst/>
          </a:prstGeom>
        </p:spPr>
      </p:pic>
    </p:spTree>
    <p:extLst>
      <p:ext uri="{BB962C8B-B14F-4D97-AF65-F5344CB8AC3E}">
        <p14:creationId xmlns:p14="http://schemas.microsoft.com/office/powerpoint/2010/main" val="1629473426"/>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0573167"/>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3217561138"/>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055062"/>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5"/>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0817570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204763363"/>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30252322"/>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81"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631346797"/>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16637126"/>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385575122"/>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502001943"/>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204886211"/>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5659433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180185388"/>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678604256"/>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122311615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88470857"/>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79513701"/>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649633970"/>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4" y="124412"/>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67770"/>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27927788"/>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2619967837"/>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861590437"/>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9223713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516248556"/>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13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3256481458"/>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37"/>
            <a:ext cx="10362961" cy="1470027"/>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4" y="3886200"/>
            <a:ext cx="8533924" cy="1752600"/>
          </a:xfrm>
          <a:prstGeom prst="rect">
            <a:avLst/>
          </a:prstGeom>
        </p:spPr>
        <p:txBody>
          <a:bodyPr/>
          <a:lstStyle>
            <a:lvl1pPr marL="0" indent="0" algn="ctr">
              <a:buNone/>
              <a:defRPr>
                <a:solidFill>
                  <a:schemeClr val="tx1">
                    <a:tint val="75000"/>
                  </a:schemeClr>
                </a:solidFill>
              </a:defRPr>
            </a:lvl1pPr>
            <a:lvl2pPr marL="609503" indent="0" algn="ctr">
              <a:buNone/>
              <a:defRPr>
                <a:solidFill>
                  <a:schemeClr val="tx1">
                    <a:tint val="75000"/>
                  </a:schemeClr>
                </a:solidFill>
              </a:defRPr>
            </a:lvl2pPr>
            <a:lvl3pPr marL="1219008" indent="0" algn="ctr">
              <a:buNone/>
              <a:defRPr>
                <a:solidFill>
                  <a:schemeClr val="tx1">
                    <a:tint val="75000"/>
                  </a:schemeClr>
                </a:solidFill>
              </a:defRPr>
            </a:lvl3pPr>
            <a:lvl4pPr marL="1828512" indent="0" algn="ctr">
              <a:buNone/>
              <a:defRPr>
                <a:solidFill>
                  <a:schemeClr val="tx1">
                    <a:tint val="75000"/>
                  </a:schemeClr>
                </a:solidFill>
              </a:defRPr>
            </a:lvl4pPr>
            <a:lvl5pPr marL="2438016" indent="0" algn="ctr">
              <a:buNone/>
              <a:defRPr>
                <a:solidFill>
                  <a:schemeClr val="tx1">
                    <a:tint val="75000"/>
                  </a:schemeClr>
                </a:solidFill>
              </a:defRPr>
            </a:lvl5pPr>
            <a:lvl6pPr marL="3047521" indent="0" algn="ctr">
              <a:buNone/>
              <a:defRPr>
                <a:solidFill>
                  <a:schemeClr val="tx1">
                    <a:tint val="75000"/>
                  </a:schemeClr>
                </a:solidFill>
              </a:defRPr>
            </a:lvl6pPr>
            <a:lvl7pPr marL="3657025" indent="0" algn="ctr">
              <a:buNone/>
              <a:defRPr>
                <a:solidFill>
                  <a:schemeClr val="tx1">
                    <a:tint val="75000"/>
                  </a:schemeClr>
                </a:solidFill>
              </a:defRPr>
            </a:lvl7pPr>
            <a:lvl8pPr marL="4266529" indent="0" algn="ctr">
              <a:buNone/>
              <a:defRPr>
                <a:solidFill>
                  <a:schemeClr val="tx1">
                    <a:tint val="75000"/>
                  </a:schemeClr>
                </a:solidFill>
              </a:defRPr>
            </a:lvl8pPr>
            <a:lvl9pPr marL="4876034"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929535992"/>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6"/>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3791747" y="6356358"/>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05908976"/>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8"/>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5"/>
            <a:ext cx="10362961" cy="1500187"/>
          </a:xfrm>
          <a:prstGeom prst="rect">
            <a:avLst/>
          </a:prstGeom>
        </p:spPr>
        <p:txBody>
          <a:bodyPr anchor="b"/>
          <a:lstStyle>
            <a:lvl1pPr marL="0" indent="0">
              <a:buNone/>
              <a:defRPr sz="2667">
                <a:solidFill>
                  <a:schemeClr val="tx1">
                    <a:tint val="75000"/>
                  </a:schemeClr>
                </a:solidFill>
              </a:defRPr>
            </a:lvl1pPr>
            <a:lvl2pPr marL="609503" indent="0">
              <a:buNone/>
              <a:defRPr sz="2400">
                <a:solidFill>
                  <a:schemeClr val="tx1">
                    <a:tint val="75000"/>
                  </a:schemeClr>
                </a:solidFill>
              </a:defRPr>
            </a:lvl2pPr>
            <a:lvl3pPr marL="1219008" indent="0">
              <a:buNone/>
              <a:defRPr sz="2133">
                <a:solidFill>
                  <a:schemeClr val="tx1">
                    <a:tint val="75000"/>
                  </a:schemeClr>
                </a:solidFill>
              </a:defRPr>
            </a:lvl3pPr>
            <a:lvl4pPr marL="1828512" indent="0">
              <a:buNone/>
              <a:defRPr sz="1867">
                <a:solidFill>
                  <a:schemeClr val="tx1">
                    <a:tint val="75000"/>
                  </a:schemeClr>
                </a:solidFill>
              </a:defRPr>
            </a:lvl4pPr>
            <a:lvl5pPr marL="2438016" indent="0">
              <a:buNone/>
              <a:defRPr sz="1867">
                <a:solidFill>
                  <a:schemeClr val="tx1">
                    <a:tint val="75000"/>
                  </a:schemeClr>
                </a:solidFill>
              </a:defRPr>
            </a:lvl5pPr>
            <a:lvl6pPr marL="3047521" indent="0">
              <a:buNone/>
              <a:defRPr sz="1867">
                <a:solidFill>
                  <a:schemeClr val="tx1">
                    <a:tint val="75000"/>
                  </a:schemeClr>
                </a:solidFill>
              </a:defRPr>
            </a:lvl6pPr>
            <a:lvl7pPr marL="3657025" indent="0">
              <a:buNone/>
              <a:defRPr sz="1867">
                <a:solidFill>
                  <a:schemeClr val="tx1">
                    <a:tint val="75000"/>
                  </a:schemeClr>
                </a:solidFill>
              </a:defRPr>
            </a:lvl7pPr>
            <a:lvl8pPr marL="4266529" indent="0">
              <a:buNone/>
              <a:defRPr sz="1867">
                <a:solidFill>
                  <a:schemeClr val="tx1">
                    <a:tint val="75000"/>
                  </a:schemeClr>
                </a:solidFill>
              </a:defRPr>
            </a:lvl8pPr>
            <a:lvl9pPr marL="4876034"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2321406441"/>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6"/>
            <a:ext cx="5409317"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6"/>
            <a:ext cx="5410904"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739081048"/>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8" y="1535115"/>
            <a:ext cx="5387089"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8"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5"/>
            <a:ext cx="5388676"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8" name="页脚占位符 7"/>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881558549"/>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4" name="页脚占位符 3"/>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93400213"/>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3" name="页脚占位符 2"/>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799481677"/>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52"/>
            <a:ext cx="4010547" cy="1162049"/>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2" y="273066"/>
            <a:ext cx="6816025" cy="5853113"/>
          </a:xfrm>
          <a:prstGeom prst="rect">
            <a:avLst/>
          </a:prstGeom>
        </p:spPr>
        <p:txBody>
          <a:bodyPr/>
          <a:lstStyle>
            <a:lvl1pPr>
              <a:defRPr sz="4265"/>
            </a:lvl1pPr>
            <a:lvl2pPr>
              <a:defRPr sz="3732"/>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407715691"/>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4"/>
            <a:ext cx="7316152" cy="566737"/>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503" indent="0">
              <a:buNone/>
              <a:defRPr sz="3732"/>
            </a:lvl2pPr>
            <a:lvl3pPr marL="1219008" indent="0">
              <a:buNone/>
              <a:defRPr sz="3200"/>
            </a:lvl3pPr>
            <a:lvl4pPr marL="1828512" indent="0">
              <a:buNone/>
              <a:defRPr sz="2667"/>
            </a:lvl4pPr>
            <a:lvl5pPr marL="2438016" indent="0">
              <a:buNone/>
              <a:defRPr sz="2667"/>
            </a:lvl5pPr>
            <a:lvl6pPr marL="3047521" indent="0">
              <a:buNone/>
              <a:defRPr sz="2667"/>
            </a:lvl6pPr>
            <a:lvl7pPr marL="3657025" indent="0">
              <a:buNone/>
              <a:defRPr sz="2667"/>
            </a:lvl7pPr>
            <a:lvl8pPr marL="4266529" indent="0">
              <a:buNone/>
              <a:defRPr sz="2667"/>
            </a:lvl8pPr>
            <a:lvl9pPr marL="4876034"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6"/>
            <a:ext cx="7316152" cy="8048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58251516"/>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6"/>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509767217"/>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2" y="274646"/>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6"/>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178454049"/>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4" tIns="60952" rIns="121904" bIns="60952"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3675348321"/>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0"/>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0005484"/>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1718987335"/>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30065691"/>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585225702"/>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110925924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8"/>
            <a:ext cx="2844800" cy="365125"/>
          </a:xfrm>
          <a:prstGeom prst="rect">
            <a:avLst/>
          </a:prstGeom>
        </p:spPr>
        <p:txBody>
          <a:bodyPr vert="horz" lIns="121912" tIns="60956" rIns="121912" bIns="60956"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392122716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763641"/>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7" y="202986"/>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787809434"/>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1117324"/>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36000382"/>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4106546"/>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76178270"/>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201288357"/>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58046193"/>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9"/>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355921409"/>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52922690"/>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617522471"/>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936015495"/>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85092156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473182540"/>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088016884"/>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708961625"/>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867872023"/>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50110946"/>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867925218"/>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990947103"/>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3"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654656536"/>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713739972"/>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09380426"/>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923270866"/>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9320787"/>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186580919"/>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50573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809497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57100377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185384709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40386405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（一）个人简历</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275346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3198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25170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59" y="124411"/>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15325411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0" y="124411"/>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1611721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253351438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6326135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6138444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69648905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72732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29280551"/>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4626305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1999"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99249759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1398044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716374863"/>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8621666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812839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26" Type="http://schemas.openxmlformats.org/officeDocument/2006/relationships/theme" Target="../theme/theme2.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slideLayout" Target="../slideLayouts/slideLayout33.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slideLayout" Target="../slideLayouts/slideLayout32.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28" Type="http://schemas.openxmlformats.org/officeDocument/2006/relationships/image" Target="../media/image9.gif"/><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 Id="rId27" Type="http://schemas.openxmlformats.org/officeDocument/2006/relationships/image" Target="../media/image8.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slideLayout" Target="../slideLayouts/slideLayout59.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image" Target="../media/image13.gif"/><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image" Target="../media/image8.jpg"/><Relationship Id="rId10" Type="http://schemas.openxmlformats.org/officeDocument/2006/relationships/slideLayout" Target="../slideLayouts/slideLayout43.xml"/><Relationship Id="rId19" Type="http://schemas.openxmlformats.org/officeDocument/2006/relationships/slideLayout" Target="../slideLayouts/slideLayout52.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26" Type="http://schemas.openxmlformats.org/officeDocument/2006/relationships/theme" Target="../theme/theme4.xml"/><Relationship Id="rId3" Type="http://schemas.openxmlformats.org/officeDocument/2006/relationships/slideLayout" Target="../slideLayouts/slideLayout62.xml"/><Relationship Id="rId21" Type="http://schemas.openxmlformats.org/officeDocument/2006/relationships/slideLayout" Target="../slideLayouts/slideLayout80.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slideLayout" Target="../slideLayouts/slideLayout84.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slideLayout" Target="../slideLayouts/slideLayout79.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24" Type="http://schemas.openxmlformats.org/officeDocument/2006/relationships/slideLayout" Target="../slideLayouts/slideLayout83.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23" Type="http://schemas.openxmlformats.org/officeDocument/2006/relationships/slideLayout" Target="../slideLayouts/slideLayout82.xml"/><Relationship Id="rId28" Type="http://schemas.openxmlformats.org/officeDocument/2006/relationships/image" Target="../media/image14.png"/><Relationship Id="rId10" Type="http://schemas.openxmlformats.org/officeDocument/2006/relationships/slideLayout" Target="../slideLayouts/slideLayout69.xml"/><Relationship Id="rId19" Type="http://schemas.openxmlformats.org/officeDocument/2006/relationships/slideLayout" Target="../slideLayouts/slideLayout78.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slideLayout" Target="../slideLayouts/slideLayout81.xml"/><Relationship Id="rId27" Type="http://schemas.openxmlformats.org/officeDocument/2006/relationships/image" Target="../media/image8.jp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theme" Target="../theme/theme5.xml"/><Relationship Id="rId3" Type="http://schemas.openxmlformats.org/officeDocument/2006/relationships/slideLayout" Target="../slideLayouts/slideLayout87.xml"/><Relationship Id="rId21" Type="http://schemas.openxmlformats.org/officeDocument/2006/relationships/slideLayout" Target="../slideLayouts/slideLayout105.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slideLayout" Target="../slideLayouts/slideLayout104.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image" Target="../media/image14.png"/><Relationship Id="rId10" Type="http://schemas.openxmlformats.org/officeDocument/2006/relationships/slideLayout" Target="../slideLayouts/slideLayout94.xml"/><Relationship Id="rId19" Type="http://schemas.openxmlformats.org/officeDocument/2006/relationships/slideLayout" Target="../slideLayouts/slideLayout103.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image" Target="../media/image8.jp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3" Type="http://schemas.openxmlformats.org/officeDocument/2006/relationships/slideLayout" Target="../slideLayouts/slideLayout112.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image" Target="../media/image15.png"/><Relationship Id="rId2" Type="http://schemas.openxmlformats.org/officeDocument/2006/relationships/slideLayout" Target="../slideLayouts/slideLayout111.xml"/><Relationship Id="rId16" Type="http://schemas.openxmlformats.org/officeDocument/2006/relationships/theme" Target="../theme/theme6.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5" Type="http://schemas.openxmlformats.org/officeDocument/2006/relationships/slideLayout" Target="../slideLayouts/slideLayout114.xml"/><Relationship Id="rId15" Type="http://schemas.openxmlformats.org/officeDocument/2006/relationships/slideLayout" Target="../slideLayouts/slideLayout124.xml"/><Relationship Id="rId10" Type="http://schemas.openxmlformats.org/officeDocument/2006/relationships/slideLayout" Target="../slideLayouts/slideLayout119.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32.xml"/><Relationship Id="rId13" Type="http://schemas.openxmlformats.org/officeDocument/2006/relationships/slideLayout" Target="../slideLayouts/slideLayout137.xml"/><Relationship Id="rId18" Type="http://schemas.openxmlformats.org/officeDocument/2006/relationships/slideLayout" Target="../slideLayouts/slideLayout142.xml"/><Relationship Id="rId3" Type="http://schemas.openxmlformats.org/officeDocument/2006/relationships/slideLayout" Target="../slideLayouts/slideLayout127.xml"/><Relationship Id="rId21" Type="http://schemas.openxmlformats.org/officeDocument/2006/relationships/theme" Target="../theme/theme7.xml"/><Relationship Id="rId7" Type="http://schemas.openxmlformats.org/officeDocument/2006/relationships/slideLayout" Target="../slideLayouts/slideLayout131.xml"/><Relationship Id="rId12" Type="http://schemas.openxmlformats.org/officeDocument/2006/relationships/slideLayout" Target="../slideLayouts/slideLayout136.xml"/><Relationship Id="rId17" Type="http://schemas.openxmlformats.org/officeDocument/2006/relationships/slideLayout" Target="../slideLayouts/slideLayout141.xml"/><Relationship Id="rId2" Type="http://schemas.openxmlformats.org/officeDocument/2006/relationships/slideLayout" Target="../slideLayouts/slideLayout126.xml"/><Relationship Id="rId16" Type="http://schemas.openxmlformats.org/officeDocument/2006/relationships/slideLayout" Target="../slideLayouts/slideLayout140.xml"/><Relationship Id="rId20" Type="http://schemas.openxmlformats.org/officeDocument/2006/relationships/slideLayout" Target="../slideLayouts/slideLayout144.xml"/><Relationship Id="rId1" Type="http://schemas.openxmlformats.org/officeDocument/2006/relationships/slideLayout" Target="../slideLayouts/slideLayout125.xml"/><Relationship Id="rId6" Type="http://schemas.openxmlformats.org/officeDocument/2006/relationships/slideLayout" Target="../slideLayouts/slideLayout130.xml"/><Relationship Id="rId11" Type="http://schemas.openxmlformats.org/officeDocument/2006/relationships/slideLayout" Target="../slideLayouts/slideLayout135.xml"/><Relationship Id="rId5" Type="http://schemas.openxmlformats.org/officeDocument/2006/relationships/slideLayout" Target="../slideLayouts/slideLayout129.xml"/><Relationship Id="rId15" Type="http://schemas.openxmlformats.org/officeDocument/2006/relationships/slideLayout" Target="../slideLayouts/slideLayout139.xml"/><Relationship Id="rId10" Type="http://schemas.openxmlformats.org/officeDocument/2006/relationships/slideLayout" Target="../slideLayouts/slideLayout134.xml"/><Relationship Id="rId19" Type="http://schemas.openxmlformats.org/officeDocument/2006/relationships/slideLayout" Target="../slideLayouts/slideLayout143.xml"/><Relationship Id="rId4" Type="http://schemas.openxmlformats.org/officeDocument/2006/relationships/slideLayout" Target="../slideLayouts/slideLayout128.xml"/><Relationship Id="rId9" Type="http://schemas.openxmlformats.org/officeDocument/2006/relationships/slideLayout" Target="../slideLayouts/slideLayout133.xml"/><Relationship Id="rId14" Type="http://schemas.openxmlformats.org/officeDocument/2006/relationships/slideLayout" Target="../slideLayouts/slideLayout138.xml"/><Relationship Id="rId22" Type="http://schemas.openxmlformats.org/officeDocument/2006/relationships/image" Target="../media/image15.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52.xml"/><Relationship Id="rId13" Type="http://schemas.openxmlformats.org/officeDocument/2006/relationships/slideLayout" Target="../slideLayouts/slideLayout157.xml"/><Relationship Id="rId18" Type="http://schemas.openxmlformats.org/officeDocument/2006/relationships/theme" Target="../theme/theme8.xml"/><Relationship Id="rId3" Type="http://schemas.openxmlformats.org/officeDocument/2006/relationships/slideLayout" Target="../slideLayouts/slideLayout147.xml"/><Relationship Id="rId7" Type="http://schemas.openxmlformats.org/officeDocument/2006/relationships/slideLayout" Target="../slideLayouts/slideLayout151.xml"/><Relationship Id="rId12" Type="http://schemas.openxmlformats.org/officeDocument/2006/relationships/slideLayout" Target="../slideLayouts/slideLayout156.xml"/><Relationship Id="rId17" Type="http://schemas.openxmlformats.org/officeDocument/2006/relationships/slideLayout" Target="../slideLayouts/slideLayout161.xml"/><Relationship Id="rId2" Type="http://schemas.openxmlformats.org/officeDocument/2006/relationships/slideLayout" Target="../slideLayouts/slideLayout146.xml"/><Relationship Id="rId16" Type="http://schemas.openxmlformats.org/officeDocument/2006/relationships/slideLayout" Target="../slideLayouts/slideLayout160.xml"/><Relationship Id="rId1" Type="http://schemas.openxmlformats.org/officeDocument/2006/relationships/slideLayout" Target="../slideLayouts/slideLayout145.xml"/><Relationship Id="rId6" Type="http://schemas.openxmlformats.org/officeDocument/2006/relationships/slideLayout" Target="../slideLayouts/slideLayout150.xml"/><Relationship Id="rId11" Type="http://schemas.openxmlformats.org/officeDocument/2006/relationships/slideLayout" Target="../slideLayouts/slideLayout155.xml"/><Relationship Id="rId5" Type="http://schemas.openxmlformats.org/officeDocument/2006/relationships/slideLayout" Target="../slideLayouts/slideLayout149.xml"/><Relationship Id="rId15" Type="http://schemas.openxmlformats.org/officeDocument/2006/relationships/slideLayout" Target="../slideLayouts/slideLayout159.xml"/><Relationship Id="rId10" Type="http://schemas.openxmlformats.org/officeDocument/2006/relationships/slideLayout" Target="../slideLayouts/slideLayout154.xml"/><Relationship Id="rId4" Type="http://schemas.openxmlformats.org/officeDocument/2006/relationships/slideLayout" Target="../slideLayouts/slideLayout148.xml"/><Relationship Id="rId9" Type="http://schemas.openxmlformats.org/officeDocument/2006/relationships/slideLayout" Target="../slideLayouts/slideLayout153.xml"/><Relationship Id="rId14" Type="http://schemas.openxmlformats.org/officeDocument/2006/relationships/slideLayout" Target="../slideLayouts/slideLayout15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69.xml"/><Relationship Id="rId13" Type="http://schemas.openxmlformats.org/officeDocument/2006/relationships/slideLayout" Target="../slideLayouts/slideLayout174.xml"/><Relationship Id="rId18" Type="http://schemas.openxmlformats.org/officeDocument/2006/relationships/slideLayout" Target="../slideLayouts/slideLayout179.xml"/><Relationship Id="rId26" Type="http://schemas.openxmlformats.org/officeDocument/2006/relationships/slideLayout" Target="../slideLayouts/slideLayout187.xml"/><Relationship Id="rId3" Type="http://schemas.openxmlformats.org/officeDocument/2006/relationships/slideLayout" Target="../slideLayouts/slideLayout164.xml"/><Relationship Id="rId21" Type="http://schemas.openxmlformats.org/officeDocument/2006/relationships/slideLayout" Target="../slideLayouts/slideLayout182.xml"/><Relationship Id="rId7" Type="http://schemas.openxmlformats.org/officeDocument/2006/relationships/slideLayout" Target="../slideLayouts/slideLayout168.xml"/><Relationship Id="rId12" Type="http://schemas.openxmlformats.org/officeDocument/2006/relationships/slideLayout" Target="../slideLayouts/slideLayout173.xml"/><Relationship Id="rId17" Type="http://schemas.openxmlformats.org/officeDocument/2006/relationships/slideLayout" Target="../slideLayouts/slideLayout178.xml"/><Relationship Id="rId25" Type="http://schemas.openxmlformats.org/officeDocument/2006/relationships/slideLayout" Target="../slideLayouts/slideLayout186.xml"/><Relationship Id="rId2" Type="http://schemas.openxmlformats.org/officeDocument/2006/relationships/slideLayout" Target="../slideLayouts/slideLayout163.xml"/><Relationship Id="rId16" Type="http://schemas.openxmlformats.org/officeDocument/2006/relationships/slideLayout" Target="../slideLayouts/slideLayout177.xml"/><Relationship Id="rId20" Type="http://schemas.openxmlformats.org/officeDocument/2006/relationships/slideLayout" Target="../slideLayouts/slideLayout181.xml"/><Relationship Id="rId29" Type="http://schemas.openxmlformats.org/officeDocument/2006/relationships/image" Target="../media/image14.png"/><Relationship Id="rId1" Type="http://schemas.openxmlformats.org/officeDocument/2006/relationships/slideLayout" Target="../slideLayouts/slideLayout162.xml"/><Relationship Id="rId6" Type="http://schemas.openxmlformats.org/officeDocument/2006/relationships/slideLayout" Target="../slideLayouts/slideLayout167.xml"/><Relationship Id="rId11" Type="http://schemas.openxmlformats.org/officeDocument/2006/relationships/slideLayout" Target="../slideLayouts/slideLayout172.xml"/><Relationship Id="rId24" Type="http://schemas.openxmlformats.org/officeDocument/2006/relationships/slideLayout" Target="../slideLayouts/slideLayout185.xml"/><Relationship Id="rId5" Type="http://schemas.openxmlformats.org/officeDocument/2006/relationships/slideLayout" Target="../slideLayouts/slideLayout166.xml"/><Relationship Id="rId15" Type="http://schemas.openxmlformats.org/officeDocument/2006/relationships/slideLayout" Target="../slideLayouts/slideLayout176.xml"/><Relationship Id="rId23" Type="http://schemas.openxmlformats.org/officeDocument/2006/relationships/slideLayout" Target="../slideLayouts/slideLayout184.xml"/><Relationship Id="rId28" Type="http://schemas.openxmlformats.org/officeDocument/2006/relationships/image" Target="../media/image8.jpg"/><Relationship Id="rId10" Type="http://schemas.openxmlformats.org/officeDocument/2006/relationships/slideLayout" Target="../slideLayouts/slideLayout171.xml"/><Relationship Id="rId19" Type="http://schemas.openxmlformats.org/officeDocument/2006/relationships/slideLayout" Target="../slideLayouts/slideLayout180.xml"/><Relationship Id="rId4" Type="http://schemas.openxmlformats.org/officeDocument/2006/relationships/slideLayout" Target="../slideLayouts/slideLayout165.xml"/><Relationship Id="rId9" Type="http://schemas.openxmlformats.org/officeDocument/2006/relationships/slideLayout" Target="../slideLayouts/slideLayout170.xml"/><Relationship Id="rId14" Type="http://schemas.openxmlformats.org/officeDocument/2006/relationships/slideLayout" Target="../slideLayouts/slideLayout175.xml"/><Relationship Id="rId22" Type="http://schemas.openxmlformats.org/officeDocument/2006/relationships/slideLayout" Target="../slideLayouts/slideLayout183.xml"/><Relationship Id="rId27"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95.xml"/><Relationship Id="rId13" Type="http://schemas.openxmlformats.org/officeDocument/2006/relationships/slideLayout" Target="../slideLayouts/slideLayout200.xml"/><Relationship Id="rId18" Type="http://schemas.openxmlformats.org/officeDocument/2006/relationships/theme" Target="../theme/theme10.xml"/><Relationship Id="rId3" Type="http://schemas.openxmlformats.org/officeDocument/2006/relationships/slideLayout" Target="../slideLayouts/slideLayout190.xml"/><Relationship Id="rId7" Type="http://schemas.openxmlformats.org/officeDocument/2006/relationships/slideLayout" Target="../slideLayouts/slideLayout194.xml"/><Relationship Id="rId12" Type="http://schemas.openxmlformats.org/officeDocument/2006/relationships/slideLayout" Target="../slideLayouts/slideLayout199.xml"/><Relationship Id="rId17" Type="http://schemas.openxmlformats.org/officeDocument/2006/relationships/slideLayout" Target="../slideLayouts/slideLayout204.xml"/><Relationship Id="rId2" Type="http://schemas.openxmlformats.org/officeDocument/2006/relationships/slideLayout" Target="../slideLayouts/slideLayout189.xml"/><Relationship Id="rId16" Type="http://schemas.openxmlformats.org/officeDocument/2006/relationships/slideLayout" Target="../slideLayouts/slideLayout203.xml"/><Relationship Id="rId1" Type="http://schemas.openxmlformats.org/officeDocument/2006/relationships/slideLayout" Target="../slideLayouts/slideLayout188.xml"/><Relationship Id="rId6" Type="http://schemas.openxmlformats.org/officeDocument/2006/relationships/slideLayout" Target="../slideLayouts/slideLayout193.xml"/><Relationship Id="rId11" Type="http://schemas.openxmlformats.org/officeDocument/2006/relationships/slideLayout" Target="../slideLayouts/slideLayout198.xml"/><Relationship Id="rId5" Type="http://schemas.openxmlformats.org/officeDocument/2006/relationships/slideLayout" Target="../slideLayouts/slideLayout192.xml"/><Relationship Id="rId15" Type="http://schemas.openxmlformats.org/officeDocument/2006/relationships/slideLayout" Target="../slideLayouts/slideLayout202.xml"/><Relationship Id="rId10" Type="http://schemas.openxmlformats.org/officeDocument/2006/relationships/slideLayout" Target="../slideLayouts/slideLayout197.xml"/><Relationship Id="rId4" Type="http://schemas.openxmlformats.org/officeDocument/2006/relationships/slideLayout" Target="../slideLayouts/slideLayout191.xml"/><Relationship Id="rId9" Type="http://schemas.openxmlformats.org/officeDocument/2006/relationships/slideLayout" Target="../slideLayouts/slideLayout196.xml"/><Relationship Id="rId14" Type="http://schemas.openxmlformats.org/officeDocument/2006/relationships/slideLayout" Target="../slideLayouts/slideLayout201.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212.xml"/><Relationship Id="rId13" Type="http://schemas.openxmlformats.org/officeDocument/2006/relationships/slideLayout" Target="../slideLayouts/slideLayout217.xml"/><Relationship Id="rId18" Type="http://schemas.openxmlformats.org/officeDocument/2006/relationships/slideLayout" Target="../slideLayouts/slideLayout222.xml"/><Relationship Id="rId26" Type="http://schemas.openxmlformats.org/officeDocument/2006/relationships/theme" Target="../theme/theme11.xml"/><Relationship Id="rId3" Type="http://schemas.openxmlformats.org/officeDocument/2006/relationships/slideLayout" Target="../slideLayouts/slideLayout207.xml"/><Relationship Id="rId21" Type="http://schemas.openxmlformats.org/officeDocument/2006/relationships/slideLayout" Target="../slideLayouts/slideLayout225.xml"/><Relationship Id="rId7" Type="http://schemas.openxmlformats.org/officeDocument/2006/relationships/slideLayout" Target="../slideLayouts/slideLayout211.xml"/><Relationship Id="rId12" Type="http://schemas.openxmlformats.org/officeDocument/2006/relationships/slideLayout" Target="../slideLayouts/slideLayout216.xml"/><Relationship Id="rId17" Type="http://schemas.openxmlformats.org/officeDocument/2006/relationships/slideLayout" Target="../slideLayouts/slideLayout221.xml"/><Relationship Id="rId25" Type="http://schemas.openxmlformats.org/officeDocument/2006/relationships/slideLayout" Target="../slideLayouts/slideLayout229.xml"/><Relationship Id="rId2" Type="http://schemas.openxmlformats.org/officeDocument/2006/relationships/slideLayout" Target="../slideLayouts/slideLayout206.xml"/><Relationship Id="rId16" Type="http://schemas.openxmlformats.org/officeDocument/2006/relationships/slideLayout" Target="../slideLayouts/slideLayout220.xml"/><Relationship Id="rId20" Type="http://schemas.openxmlformats.org/officeDocument/2006/relationships/slideLayout" Target="../slideLayouts/slideLayout224.xml"/><Relationship Id="rId1" Type="http://schemas.openxmlformats.org/officeDocument/2006/relationships/slideLayout" Target="../slideLayouts/slideLayout205.xml"/><Relationship Id="rId6" Type="http://schemas.openxmlformats.org/officeDocument/2006/relationships/slideLayout" Target="../slideLayouts/slideLayout210.xml"/><Relationship Id="rId11" Type="http://schemas.openxmlformats.org/officeDocument/2006/relationships/slideLayout" Target="../slideLayouts/slideLayout215.xml"/><Relationship Id="rId24" Type="http://schemas.openxmlformats.org/officeDocument/2006/relationships/slideLayout" Target="../slideLayouts/slideLayout228.xml"/><Relationship Id="rId5" Type="http://schemas.openxmlformats.org/officeDocument/2006/relationships/slideLayout" Target="../slideLayouts/slideLayout209.xml"/><Relationship Id="rId15" Type="http://schemas.openxmlformats.org/officeDocument/2006/relationships/slideLayout" Target="../slideLayouts/slideLayout219.xml"/><Relationship Id="rId23" Type="http://schemas.openxmlformats.org/officeDocument/2006/relationships/slideLayout" Target="../slideLayouts/slideLayout227.xml"/><Relationship Id="rId28" Type="http://schemas.openxmlformats.org/officeDocument/2006/relationships/image" Target="../media/image14.png"/><Relationship Id="rId10" Type="http://schemas.openxmlformats.org/officeDocument/2006/relationships/slideLayout" Target="../slideLayouts/slideLayout214.xml"/><Relationship Id="rId19" Type="http://schemas.openxmlformats.org/officeDocument/2006/relationships/slideLayout" Target="../slideLayouts/slideLayout223.xml"/><Relationship Id="rId4" Type="http://schemas.openxmlformats.org/officeDocument/2006/relationships/slideLayout" Target="../slideLayouts/slideLayout208.xml"/><Relationship Id="rId9" Type="http://schemas.openxmlformats.org/officeDocument/2006/relationships/slideLayout" Target="../slideLayouts/slideLayout213.xml"/><Relationship Id="rId14" Type="http://schemas.openxmlformats.org/officeDocument/2006/relationships/slideLayout" Target="../slideLayouts/slideLayout218.xml"/><Relationship Id="rId22" Type="http://schemas.openxmlformats.org/officeDocument/2006/relationships/slideLayout" Target="../slideLayouts/slideLayout226.xml"/><Relationship Id="rId27" Type="http://schemas.openxmlformats.org/officeDocument/2006/relationships/image" Target="../media/image8.jp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237.xml"/><Relationship Id="rId13" Type="http://schemas.openxmlformats.org/officeDocument/2006/relationships/slideLayout" Target="../slideLayouts/slideLayout242.xml"/><Relationship Id="rId18" Type="http://schemas.openxmlformats.org/officeDocument/2006/relationships/slideLayout" Target="../slideLayouts/slideLayout247.xml"/><Relationship Id="rId3" Type="http://schemas.openxmlformats.org/officeDocument/2006/relationships/slideLayout" Target="../slideLayouts/slideLayout232.xml"/><Relationship Id="rId21" Type="http://schemas.openxmlformats.org/officeDocument/2006/relationships/slideLayout" Target="../slideLayouts/slideLayout250.xml"/><Relationship Id="rId7" Type="http://schemas.openxmlformats.org/officeDocument/2006/relationships/slideLayout" Target="../slideLayouts/slideLayout236.xml"/><Relationship Id="rId12" Type="http://schemas.openxmlformats.org/officeDocument/2006/relationships/slideLayout" Target="../slideLayouts/slideLayout241.xml"/><Relationship Id="rId17" Type="http://schemas.openxmlformats.org/officeDocument/2006/relationships/slideLayout" Target="../slideLayouts/slideLayout246.xml"/><Relationship Id="rId25" Type="http://schemas.openxmlformats.org/officeDocument/2006/relationships/image" Target="../media/image14.png"/><Relationship Id="rId2" Type="http://schemas.openxmlformats.org/officeDocument/2006/relationships/slideLayout" Target="../slideLayouts/slideLayout231.xml"/><Relationship Id="rId16" Type="http://schemas.openxmlformats.org/officeDocument/2006/relationships/slideLayout" Target="../slideLayouts/slideLayout245.xml"/><Relationship Id="rId20" Type="http://schemas.openxmlformats.org/officeDocument/2006/relationships/slideLayout" Target="../slideLayouts/slideLayout249.xml"/><Relationship Id="rId1" Type="http://schemas.openxmlformats.org/officeDocument/2006/relationships/slideLayout" Target="../slideLayouts/slideLayout230.xml"/><Relationship Id="rId6" Type="http://schemas.openxmlformats.org/officeDocument/2006/relationships/slideLayout" Target="../slideLayouts/slideLayout235.xml"/><Relationship Id="rId11" Type="http://schemas.openxmlformats.org/officeDocument/2006/relationships/slideLayout" Target="../slideLayouts/slideLayout240.xml"/><Relationship Id="rId24" Type="http://schemas.openxmlformats.org/officeDocument/2006/relationships/image" Target="../media/image8.jpg"/><Relationship Id="rId5" Type="http://schemas.openxmlformats.org/officeDocument/2006/relationships/slideLayout" Target="../slideLayouts/slideLayout234.xml"/><Relationship Id="rId15" Type="http://schemas.openxmlformats.org/officeDocument/2006/relationships/slideLayout" Target="../slideLayouts/slideLayout244.xml"/><Relationship Id="rId23" Type="http://schemas.openxmlformats.org/officeDocument/2006/relationships/theme" Target="../theme/theme12.xml"/><Relationship Id="rId10" Type="http://schemas.openxmlformats.org/officeDocument/2006/relationships/slideLayout" Target="../slideLayouts/slideLayout239.xml"/><Relationship Id="rId19" Type="http://schemas.openxmlformats.org/officeDocument/2006/relationships/slideLayout" Target="../slideLayouts/slideLayout248.xml"/><Relationship Id="rId4" Type="http://schemas.openxmlformats.org/officeDocument/2006/relationships/slideLayout" Target="../slideLayouts/slideLayout233.xml"/><Relationship Id="rId9" Type="http://schemas.openxmlformats.org/officeDocument/2006/relationships/slideLayout" Target="../slideLayouts/slideLayout238.xml"/><Relationship Id="rId14" Type="http://schemas.openxmlformats.org/officeDocument/2006/relationships/slideLayout" Target="../slideLayouts/slideLayout243.xml"/><Relationship Id="rId22" Type="http://schemas.openxmlformats.org/officeDocument/2006/relationships/slideLayout" Target="../slideLayouts/slideLayout2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fld>
            <a:endParaRPr lang="zh-CN" altLang="en-US" sz="12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4634" r:id="rId3"/>
    <p:sldLayoutId id="2147484633" r:id="rId4"/>
    <p:sldLayoutId id="2147483651" r:id="rId5"/>
    <p:sldLayoutId id="2147483652" r:id="rId6"/>
    <p:sldLayoutId id="2147483653" r:id="rId7"/>
    <p:sldLayoutId id="2147483654" r:id="rId8"/>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图片 1">
            <a:extLst>
              <a:ext uri="{FF2B5EF4-FFF2-40B4-BE49-F238E27FC236}">
                <a16:creationId xmlns:a16="http://schemas.microsoft.com/office/drawing/2014/main" id="{BF0A28E6-27C8-F660-D593-EFD6DA226780}"/>
              </a:ext>
            </a:extLst>
          </p:cNvPr>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3" name="Picture 2" descr="A blue and white logo&#10;&#10;Description automatically generated">
            <a:extLst>
              <a:ext uri="{FF2B5EF4-FFF2-40B4-BE49-F238E27FC236}">
                <a16:creationId xmlns:a16="http://schemas.microsoft.com/office/drawing/2014/main" id="{C2F7084D-7EAE-2DD4-8488-B494D6C1479E}"/>
              </a:ext>
            </a:extLst>
          </p:cNvPr>
          <p:cNvPicPr>
            <a:picLocks noChangeAspect="1"/>
          </p:cNvPicPr>
          <p:nvPr userDrawn="1"/>
        </p:nvPicPr>
        <p:blipFill rotWithShape="1">
          <a:blip r:embed="rId28" cstate="print">
            <a:extLst>
              <a:ext uri="{28A0092B-C50C-407E-A947-70E740481C1C}">
                <a14:useLocalDpi xmlns:a14="http://schemas.microsoft.com/office/drawing/2010/main" val="0"/>
              </a:ext>
            </a:extLst>
          </a:blip>
          <a:srcRect l="40809" t="23955" r="40919" b="37048"/>
          <a:stretch/>
        </p:blipFill>
        <p:spPr>
          <a:xfrm>
            <a:off x="152401" y="50489"/>
            <a:ext cx="461681" cy="517417"/>
          </a:xfrm>
          <a:prstGeom prst="rect">
            <a:avLst/>
          </a:prstGeom>
        </p:spPr>
      </p:pic>
    </p:spTree>
    <p:extLst>
      <p:ext uri="{BB962C8B-B14F-4D97-AF65-F5344CB8AC3E}">
        <p14:creationId xmlns:p14="http://schemas.microsoft.com/office/powerpoint/2010/main" val="1683504170"/>
      </p:ext>
    </p:extLst>
  </p:cSld>
  <p:clrMap bg1="lt1" tx1="dk1" bg2="lt2" tx2="dk2" accent1="accent1" accent2="accent2" accent3="accent3" accent4="accent4" accent5="accent5" accent6="accent6" hlink="hlink" folHlink="folHlink"/>
  <p:sldLayoutIdLst>
    <p:sldLayoutId id="2147484410" r:id="rId1"/>
    <p:sldLayoutId id="2147484411" r:id="rId2"/>
    <p:sldLayoutId id="2147484412" r:id="rId3"/>
    <p:sldLayoutId id="2147484413" r:id="rId4"/>
    <p:sldLayoutId id="2147484414" r:id="rId5"/>
    <p:sldLayoutId id="2147484415" r:id="rId6"/>
    <p:sldLayoutId id="2147484416" r:id="rId7"/>
    <p:sldLayoutId id="2147484417" r:id="rId8"/>
    <p:sldLayoutId id="2147484418" r:id="rId9"/>
    <p:sldLayoutId id="2147484419" r:id="rId10"/>
    <p:sldLayoutId id="2147484420" r:id="rId11"/>
    <p:sldLayoutId id="2147484421" r:id="rId12"/>
    <p:sldLayoutId id="2147484422" r:id="rId13"/>
    <p:sldLayoutId id="2147484423" r:id="rId14"/>
    <p:sldLayoutId id="2147484424" r:id="rId15"/>
    <p:sldLayoutId id="2147484425" r:id="rId16"/>
    <p:sldLayoutId id="2147484426" r:id="rId17"/>
    <p:sldLayoutId id="2147484427" r:id="rId18"/>
    <p:sldLayoutId id="2147484428" r:id="rId19"/>
    <p:sldLayoutId id="2147484429" r:id="rId20"/>
    <p:sldLayoutId id="2147484430" r:id="rId21"/>
    <p:sldLayoutId id="2147484431" r:id="rId22"/>
    <p:sldLayoutId id="2147484432" r:id="rId23"/>
    <p:sldLayoutId id="2147484433" r:id="rId24"/>
    <p:sldLayoutId id="2147484435"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21" algn="ctr" rtl="0" fontAlgn="base">
        <a:spcBef>
          <a:spcPct val="0"/>
        </a:spcBef>
        <a:spcAft>
          <a:spcPct val="0"/>
        </a:spcAft>
        <a:defRPr sz="3100">
          <a:solidFill>
            <a:schemeClr val="tx2"/>
          </a:solidFill>
          <a:latin typeface="Arial" charset="0"/>
          <a:ea typeface="宋体" pitchFamily="2" charset="-122"/>
        </a:defRPr>
      </a:lvl6pPr>
      <a:lvl7pPr marL="642845" algn="ctr" rtl="0" fontAlgn="base">
        <a:spcBef>
          <a:spcPct val="0"/>
        </a:spcBef>
        <a:spcAft>
          <a:spcPct val="0"/>
        </a:spcAft>
        <a:defRPr sz="3100">
          <a:solidFill>
            <a:schemeClr val="tx2"/>
          </a:solidFill>
          <a:latin typeface="Arial" charset="0"/>
          <a:ea typeface="宋体" pitchFamily="2" charset="-122"/>
        </a:defRPr>
      </a:lvl7pPr>
      <a:lvl8pPr marL="964266" algn="ctr" rtl="0" fontAlgn="base">
        <a:spcBef>
          <a:spcPct val="0"/>
        </a:spcBef>
        <a:spcAft>
          <a:spcPct val="0"/>
        </a:spcAft>
        <a:defRPr sz="3100">
          <a:solidFill>
            <a:schemeClr val="tx2"/>
          </a:solidFill>
          <a:latin typeface="Arial" charset="0"/>
          <a:ea typeface="宋体" pitchFamily="2" charset="-122"/>
        </a:defRPr>
      </a:lvl8pPr>
      <a:lvl9pPr marL="1285687" algn="ctr" rtl="0" fontAlgn="base">
        <a:spcBef>
          <a:spcPct val="0"/>
        </a:spcBef>
        <a:spcAft>
          <a:spcPct val="0"/>
        </a:spcAft>
        <a:defRPr sz="3100">
          <a:solidFill>
            <a:schemeClr val="tx2"/>
          </a:solidFill>
          <a:latin typeface="Arial" charset="0"/>
          <a:ea typeface="宋体" pitchFamily="2" charset="-122"/>
        </a:defRPr>
      </a:lvl9pPr>
    </p:titleStyle>
    <p:bodyStyle>
      <a:lvl1pPr marL="241066" indent="-241066" algn="l" rtl="0" eaLnBrk="0" fontAlgn="base" hangingPunct="0">
        <a:spcBef>
          <a:spcPct val="20000"/>
        </a:spcBef>
        <a:spcAft>
          <a:spcPct val="0"/>
        </a:spcAft>
        <a:buChar char="•"/>
        <a:defRPr sz="2200">
          <a:solidFill>
            <a:schemeClr val="tx1"/>
          </a:solidFill>
          <a:latin typeface="+mn-lt"/>
          <a:ea typeface="+mn-ea"/>
          <a:cs typeface="+mn-cs"/>
        </a:defRPr>
      </a:lvl1pPr>
      <a:lvl2pPr marL="522310" indent="-202006" algn="l" rtl="0" eaLnBrk="0" fontAlgn="base" hangingPunct="0">
        <a:spcBef>
          <a:spcPct val="20000"/>
        </a:spcBef>
        <a:spcAft>
          <a:spcPct val="0"/>
        </a:spcAft>
        <a:buChar char="–"/>
        <a:defRPr sz="2000">
          <a:solidFill>
            <a:schemeClr val="tx1"/>
          </a:solidFill>
          <a:latin typeface="+mn-lt"/>
          <a:ea typeface="+mn-ea"/>
        </a:defRPr>
      </a:lvl2pPr>
      <a:lvl3pPr marL="803555" indent="-160712" algn="l" rtl="0" eaLnBrk="0" fontAlgn="base" hangingPunct="0">
        <a:spcBef>
          <a:spcPct val="20000"/>
        </a:spcBef>
        <a:spcAft>
          <a:spcPct val="0"/>
        </a:spcAft>
        <a:buChar char="•"/>
        <a:defRPr sz="1700">
          <a:solidFill>
            <a:schemeClr val="tx1"/>
          </a:solidFill>
          <a:latin typeface="+mn-lt"/>
          <a:ea typeface="+mn-ea"/>
        </a:defRPr>
      </a:lvl3pPr>
      <a:lvl4pPr marL="1124978" indent="-161828" algn="l" rtl="0" eaLnBrk="0" fontAlgn="base" hangingPunct="0">
        <a:spcBef>
          <a:spcPct val="20000"/>
        </a:spcBef>
        <a:spcAft>
          <a:spcPct val="0"/>
        </a:spcAft>
        <a:buChar char="–"/>
        <a:defRPr sz="1400">
          <a:solidFill>
            <a:schemeClr val="tx1"/>
          </a:solidFill>
          <a:latin typeface="+mn-lt"/>
          <a:ea typeface="+mn-ea"/>
        </a:defRPr>
      </a:lvl4pPr>
      <a:lvl5pPr marL="1446400" indent="-160712" algn="l" rtl="0" eaLnBrk="0" fontAlgn="base" hangingPunct="0">
        <a:spcBef>
          <a:spcPct val="20000"/>
        </a:spcBef>
        <a:spcAft>
          <a:spcPct val="0"/>
        </a:spcAft>
        <a:buChar char="»"/>
        <a:defRPr sz="1400">
          <a:solidFill>
            <a:schemeClr val="tx1"/>
          </a:solidFill>
          <a:latin typeface="+mn-lt"/>
          <a:ea typeface="+mn-ea"/>
        </a:defRPr>
      </a:lvl5pPr>
      <a:lvl6pPr marL="1767822" indent="-160712" algn="l" rtl="0" fontAlgn="base">
        <a:spcBef>
          <a:spcPct val="20000"/>
        </a:spcBef>
        <a:spcAft>
          <a:spcPct val="0"/>
        </a:spcAft>
        <a:buChar char="»"/>
        <a:defRPr sz="1400">
          <a:solidFill>
            <a:schemeClr val="tx1"/>
          </a:solidFill>
          <a:latin typeface="+mn-lt"/>
          <a:ea typeface="+mn-ea"/>
        </a:defRPr>
      </a:lvl6pPr>
      <a:lvl7pPr marL="2089245" indent="-160712" algn="l" rtl="0" fontAlgn="base">
        <a:spcBef>
          <a:spcPct val="20000"/>
        </a:spcBef>
        <a:spcAft>
          <a:spcPct val="0"/>
        </a:spcAft>
        <a:buChar char="»"/>
        <a:defRPr sz="1400">
          <a:solidFill>
            <a:schemeClr val="tx1"/>
          </a:solidFill>
          <a:latin typeface="+mn-lt"/>
          <a:ea typeface="+mn-ea"/>
        </a:defRPr>
      </a:lvl7pPr>
      <a:lvl8pPr marL="2410666" indent="-160712" algn="l" rtl="0" fontAlgn="base">
        <a:spcBef>
          <a:spcPct val="20000"/>
        </a:spcBef>
        <a:spcAft>
          <a:spcPct val="0"/>
        </a:spcAft>
        <a:buChar char="»"/>
        <a:defRPr sz="1400">
          <a:solidFill>
            <a:schemeClr val="tx1"/>
          </a:solidFill>
          <a:latin typeface="+mn-lt"/>
          <a:ea typeface="+mn-ea"/>
        </a:defRPr>
      </a:lvl8pPr>
      <a:lvl9pPr marL="2732087" indent="-160712"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45" rtl="0" eaLnBrk="1" latinLnBrk="0" hangingPunct="1">
        <a:defRPr sz="1300" kern="1200">
          <a:solidFill>
            <a:schemeClr val="tx1"/>
          </a:solidFill>
          <a:latin typeface="+mn-lt"/>
          <a:ea typeface="+mn-ea"/>
          <a:cs typeface="+mn-cs"/>
        </a:defRPr>
      </a:lvl1pPr>
      <a:lvl2pPr marL="321421" algn="l" defTabSz="642845" rtl="0" eaLnBrk="1" latinLnBrk="0" hangingPunct="1">
        <a:defRPr sz="1300" kern="1200">
          <a:solidFill>
            <a:schemeClr val="tx1"/>
          </a:solidFill>
          <a:latin typeface="+mn-lt"/>
          <a:ea typeface="+mn-ea"/>
          <a:cs typeface="+mn-cs"/>
        </a:defRPr>
      </a:lvl2pPr>
      <a:lvl3pPr marL="642845" algn="l" defTabSz="642845" rtl="0" eaLnBrk="1" latinLnBrk="0" hangingPunct="1">
        <a:defRPr sz="1300" kern="1200">
          <a:solidFill>
            <a:schemeClr val="tx1"/>
          </a:solidFill>
          <a:latin typeface="+mn-lt"/>
          <a:ea typeface="+mn-ea"/>
          <a:cs typeface="+mn-cs"/>
        </a:defRPr>
      </a:lvl3pPr>
      <a:lvl4pPr marL="964266" algn="l" defTabSz="642845" rtl="0" eaLnBrk="1" latinLnBrk="0" hangingPunct="1">
        <a:defRPr sz="1300" kern="1200">
          <a:solidFill>
            <a:schemeClr val="tx1"/>
          </a:solidFill>
          <a:latin typeface="+mn-lt"/>
          <a:ea typeface="+mn-ea"/>
          <a:cs typeface="+mn-cs"/>
        </a:defRPr>
      </a:lvl4pPr>
      <a:lvl5pPr marL="1285687" algn="l" defTabSz="642845" rtl="0" eaLnBrk="1" latinLnBrk="0" hangingPunct="1">
        <a:defRPr sz="1300" kern="1200">
          <a:solidFill>
            <a:schemeClr val="tx1"/>
          </a:solidFill>
          <a:latin typeface="+mn-lt"/>
          <a:ea typeface="+mn-ea"/>
          <a:cs typeface="+mn-cs"/>
        </a:defRPr>
      </a:lvl5pPr>
      <a:lvl6pPr marL="1607112" algn="l" defTabSz="642845" rtl="0" eaLnBrk="1" latinLnBrk="0" hangingPunct="1">
        <a:defRPr sz="1300" kern="1200">
          <a:solidFill>
            <a:schemeClr val="tx1"/>
          </a:solidFill>
          <a:latin typeface="+mn-lt"/>
          <a:ea typeface="+mn-ea"/>
          <a:cs typeface="+mn-cs"/>
        </a:defRPr>
      </a:lvl6pPr>
      <a:lvl7pPr marL="1928532" algn="l" defTabSz="642845" rtl="0" eaLnBrk="1" latinLnBrk="0" hangingPunct="1">
        <a:defRPr sz="1300" kern="1200">
          <a:solidFill>
            <a:schemeClr val="tx1"/>
          </a:solidFill>
          <a:latin typeface="+mn-lt"/>
          <a:ea typeface="+mn-ea"/>
          <a:cs typeface="+mn-cs"/>
        </a:defRPr>
      </a:lvl7pPr>
      <a:lvl8pPr marL="2249955" algn="l" defTabSz="642845" rtl="0" eaLnBrk="1" latinLnBrk="0" hangingPunct="1">
        <a:defRPr sz="1300" kern="1200">
          <a:solidFill>
            <a:schemeClr val="tx1"/>
          </a:solidFill>
          <a:latin typeface="+mn-lt"/>
          <a:ea typeface="+mn-ea"/>
          <a:cs typeface="+mn-cs"/>
        </a:defRPr>
      </a:lvl8pPr>
      <a:lvl9pPr marL="2571376" algn="l" defTabSz="642845" rtl="0" eaLnBrk="1" latinLnBrk="0" hangingPunct="1">
        <a:defRPr sz="1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7" name="Picture 6">
            <a:extLst>
              <a:ext uri="{FF2B5EF4-FFF2-40B4-BE49-F238E27FC236}">
                <a16:creationId xmlns:a16="http://schemas.microsoft.com/office/drawing/2014/main" id="{51B61907-CE38-43EF-ABC9-71DF18B992B9}"/>
              </a:ext>
            </a:extLst>
          </p:cNvPr>
          <p:cNvPicPr>
            <a:picLocks noChangeAspect="1"/>
          </p:cNvPicPr>
          <p:nvPr userDrawn="1"/>
        </p:nvPicPr>
        <p:blipFill>
          <a:blip r:embed="rId29" cstate="print">
            <a:extLst>
              <a:ext uri="{28A0092B-C50C-407E-A947-70E740481C1C}">
                <a14:useLocalDpi xmlns:a14="http://schemas.microsoft.com/office/drawing/2010/main" val="0"/>
              </a:ext>
            </a:extLst>
          </a:blip>
          <a:stretch>
            <a:fillRect/>
          </a:stretch>
        </p:blipFill>
        <p:spPr>
          <a:xfrm>
            <a:off x="166735" y="0"/>
            <a:ext cx="612000" cy="612000"/>
          </a:xfrm>
          <a:prstGeom prst="rect">
            <a:avLst/>
          </a:prstGeom>
        </p:spPr>
      </p:pic>
    </p:spTree>
    <p:extLst>
      <p:ext uri="{BB962C8B-B14F-4D97-AF65-F5344CB8AC3E}">
        <p14:creationId xmlns:p14="http://schemas.microsoft.com/office/powerpoint/2010/main" val="2341582964"/>
      </p:ext>
    </p:extLst>
  </p:cSld>
  <p:clrMap bg1="lt1" tx1="dk1" bg2="lt2" tx2="dk2" accent1="accent1" accent2="accent2" accent3="accent3" accent4="accent4" accent5="accent5" accent6="accent6" hlink="hlink" folHlink="folHlink"/>
  <p:sldLayoutIdLst>
    <p:sldLayoutId id="2147484467" r:id="rId1"/>
    <p:sldLayoutId id="2147484468" r:id="rId2"/>
    <p:sldLayoutId id="2147484469" r:id="rId3"/>
    <p:sldLayoutId id="2147484470" r:id="rId4"/>
    <p:sldLayoutId id="2147484471" r:id="rId5"/>
    <p:sldLayoutId id="2147484472" r:id="rId6"/>
    <p:sldLayoutId id="2147484473" r:id="rId7"/>
    <p:sldLayoutId id="2147484474" r:id="rId8"/>
    <p:sldLayoutId id="2147484475" r:id="rId9"/>
    <p:sldLayoutId id="2147484476" r:id="rId10"/>
    <p:sldLayoutId id="2147484477" r:id="rId11"/>
    <p:sldLayoutId id="2147484478" r:id="rId12"/>
    <p:sldLayoutId id="2147484479" r:id="rId13"/>
    <p:sldLayoutId id="2147484480" r:id="rId14"/>
    <p:sldLayoutId id="2147484481" r:id="rId15"/>
    <p:sldLayoutId id="2147484482" r:id="rId16"/>
    <p:sldLayoutId id="2147484483" r:id="rId17"/>
    <p:sldLayoutId id="2147484484" r:id="rId18"/>
    <p:sldLayoutId id="2147484485" r:id="rId19"/>
    <p:sldLayoutId id="2147484486" r:id="rId20"/>
    <p:sldLayoutId id="2147484487" r:id="rId21"/>
    <p:sldLayoutId id="2147484488" r:id="rId22"/>
    <p:sldLayoutId id="2147484489" r:id="rId23"/>
    <p:sldLayoutId id="2147484490" r:id="rId24"/>
    <p:sldLayoutId id="2147484491" r:id="rId25"/>
    <p:sldLayoutId id="2147484492" r:id="rId26"/>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13" algn="ctr" rtl="0" fontAlgn="base">
        <a:spcBef>
          <a:spcPct val="0"/>
        </a:spcBef>
        <a:spcAft>
          <a:spcPct val="0"/>
        </a:spcAft>
        <a:defRPr sz="3100">
          <a:solidFill>
            <a:schemeClr val="tx2"/>
          </a:solidFill>
          <a:latin typeface="Arial" charset="0"/>
          <a:ea typeface="宋体" pitchFamily="2" charset="-122"/>
        </a:defRPr>
      </a:lvl6pPr>
      <a:lvl7pPr marL="642829" algn="ctr" rtl="0" fontAlgn="base">
        <a:spcBef>
          <a:spcPct val="0"/>
        </a:spcBef>
        <a:spcAft>
          <a:spcPct val="0"/>
        </a:spcAft>
        <a:defRPr sz="3100">
          <a:solidFill>
            <a:schemeClr val="tx2"/>
          </a:solidFill>
          <a:latin typeface="Arial" charset="0"/>
          <a:ea typeface="宋体" pitchFamily="2" charset="-122"/>
        </a:defRPr>
      </a:lvl7pPr>
      <a:lvl8pPr marL="964243" algn="ctr" rtl="0" fontAlgn="base">
        <a:spcBef>
          <a:spcPct val="0"/>
        </a:spcBef>
        <a:spcAft>
          <a:spcPct val="0"/>
        </a:spcAft>
        <a:defRPr sz="3100">
          <a:solidFill>
            <a:schemeClr val="tx2"/>
          </a:solidFill>
          <a:latin typeface="Arial" charset="0"/>
          <a:ea typeface="宋体" pitchFamily="2" charset="-122"/>
        </a:defRPr>
      </a:lvl8pPr>
      <a:lvl9pPr marL="1285655" algn="ctr" rtl="0" fontAlgn="base">
        <a:spcBef>
          <a:spcPct val="0"/>
        </a:spcBef>
        <a:spcAft>
          <a:spcPct val="0"/>
        </a:spcAft>
        <a:defRPr sz="3100">
          <a:solidFill>
            <a:schemeClr val="tx2"/>
          </a:solidFill>
          <a:latin typeface="Arial" charset="0"/>
          <a:ea typeface="宋体" pitchFamily="2" charset="-122"/>
        </a:defRPr>
      </a:lvl9pPr>
    </p:titleStyle>
    <p:bodyStyle>
      <a:lvl1pPr marL="241061" indent="-241061" algn="l" rtl="0" eaLnBrk="0" fontAlgn="base" hangingPunct="0">
        <a:spcBef>
          <a:spcPct val="20000"/>
        </a:spcBef>
        <a:spcAft>
          <a:spcPct val="0"/>
        </a:spcAft>
        <a:buChar char="•"/>
        <a:defRPr sz="2200">
          <a:solidFill>
            <a:schemeClr val="tx1"/>
          </a:solidFill>
          <a:latin typeface="+mn-lt"/>
          <a:ea typeface="+mn-ea"/>
          <a:cs typeface="+mn-cs"/>
        </a:defRPr>
      </a:lvl1pPr>
      <a:lvl2pPr marL="522298" indent="-202002" algn="l" rtl="0" eaLnBrk="0" fontAlgn="base" hangingPunct="0">
        <a:spcBef>
          <a:spcPct val="20000"/>
        </a:spcBef>
        <a:spcAft>
          <a:spcPct val="0"/>
        </a:spcAft>
        <a:buChar char="–"/>
        <a:defRPr sz="2000">
          <a:solidFill>
            <a:schemeClr val="tx1"/>
          </a:solidFill>
          <a:latin typeface="+mn-lt"/>
          <a:ea typeface="+mn-ea"/>
        </a:defRPr>
      </a:lvl2pPr>
      <a:lvl3pPr marL="803535" indent="-160708" algn="l" rtl="0" eaLnBrk="0" fontAlgn="base" hangingPunct="0">
        <a:spcBef>
          <a:spcPct val="20000"/>
        </a:spcBef>
        <a:spcAft>
          <a:spcPct val="0"/>
        </a:spcAft>
        <a:buChar char="•"/>
        <a:defRPr sz="1700">
          <a:solidFill>
            <a:schemeClr val="tx1"/>
          </a:solidFill>
          <a:latin typeface="+mn-lt"/>
          <a:ea typeface="+mn-ea"/>
        </a:defRPr>
      </a:lvl3pPr>
      <a:lvl4pPr marL="1124951" indent="-161824" algn="l" rtl="0" eaLnBrk="0" fontAlgn="base" hangingPunct="0">
        <a:spcBef>
          <a:spcPct val="20000"/>
        </a:spcBef>
        <a:spcAft>
          <a:spcPct val="0"/>
        </a:spcAft>
        <a:buChar char="–"/>
        <a:defRPr sz="1400">
          <a:solidFill>
            <a:schemeClr val="tx1"/>
          </a:solidFill>
          <a:latin typeface="+mn-lt"/>
          <a:ea typeface="+mn-ea"/>
        </a:defRPr>
      </a:lvl4pPr>
      <a:lvl5pPr marL="1446364" indent="-160708" algn="l" rtl="0" eaLnBrk="0" fontAlgn="base" hangingPunct="0">
        <a:spcBef>
          <a:spcPct val="20000"/>
        </a:spcBef>
        <a:spcAft>
          <a:spcPct val="0"/>
        </a:spcAft>
        <a:buChar char="»"/>
        <a:defRPr sz="1400">
          <a:solidFill>
            <a:schemeClr val="tx1"/>
          </a:solidFill>
          <a:latin typeface="+mn-lt"/>
          <a:ea typeface="+mn-ea"/>
        </a:defRPr>
      </a:lvl5pPr>
      <a:lvl6pPr marL="1767778" indent="-160708" algn="l" rtl="0" fontAlgn="base">
        <a:spcBef>
          <a:spcPct val="20000"/>
        </a:spcBef>
        <a:spcAft>
          <a:spcPct val="0"/>
        </a:spcAft>
        <a:buChar char="»"/>
        <a:defRPr sz="1400">
          <a:solidFill>
            <a:schemeClr val="tx1"/>
          </a:solidFill>
          <a:latin typeface="+mn-lt"/>
          <a:ea typeface="+mn-ea"/>
        </a:defRPr>
      </a:lvl6pPr>
      <a:lvl7pPr marL="2089193" indent="-160708" algn="l" rtl="0" fontAlgn="base">
        <a:spcBef>
          <a:spcPct val="20000"/>
        </a:spcBef>
        <a:spcAft>
          <a:spcPct val="0"/>
        </a:spcAft>
        <a:buChar char="»"/>
        <a:defRPr sz="1400">
          <a:solidFill>
            <a:schemeClr val="tx1"/>
          </a:solidFill>
          <a:latin typeface="+mn-lt"/>
          <a:ea typeface="+mn-ea"/>
        </a:defRPr>
      </a:lvl7pPr>
      <a:lvl8pPr marL="2410606" indent="-160708" algn="l" rtl="0" fontAlgn="base">
        <a:spcBef>
          <a:spcPct val="20000"/>
        </a:spcBef>
        <a:spcAft>
          <a:spcPct val="0"/>
        </a:spcAft>
        <a:buChar char="»"/>
        <a:defRPr sz="1400">
          <a:solidFill>
            <a:schemeClr val="tx1"/>
          </a:solidFill>
          <a:latin typeface="+mn-lt"/>
          <a:ea typeface="+mn-ea"/>
        </a:defRPr>
      </a:lvl8pPr>
      <a:lvl9pPr marL="2732018" indent="-16070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29" rtl="0" eaLnBrk="1" latinLnBrk="0" hangingPunct="1">
        <a:defRPr sz="1300" kern="1200">
          <a:solidFill>
            <a:schemeClr val="tx1"/>
          </a:solidFill>
          <a:latin typeface="+mn-lt"/>
          <a:ea typeface="+mn-ea"/>
          <a:cs typeface="+mn-cs"/>
        </a:defRPr>
      </a:lvl1pPr>
      <a:lvl2pPr marL="321413" algn="l" defTabSz="642829" rtl="0" eaLnBrk="1" latinLnBrk="0" hangingPunct="1">
        <a:defRPr sz="1300" kern="1200">
          <a:solidFill>
            <a:schemeClr val="tx1"/>
          </a:solidFill>
          <a:latin typeface="+mn-lt"/>
          <a:ea typeface="+mn-ea"/>
          <a:cs typeface="+mn-cs"/>
        </a:defRPr>
      </a:lvl2pPr>
      <a:lvl3pPr marL="642829" algn="l" defTabSz="642829" rtl="0" eaLnBrk="1" latinLnBrk="0" hangingPunct="1">
        <a:defRPr sz="1300" kern="1200">
          <a:solidFill>
            <a:schemeClr val="tx1"/>
          </a:solidFill>
          <a:latin typeface="+mn-lt"/>
          <a:ea typeface="+mn-ea"/>
          <a:cs typeface="+mn-cs"/>
        </a:defRPr>
      </a:lvl3pPr>
      <a:lvl4pPr marL="964243" algn="l" defTabSz="642829" rtl="0" eaLnBrk="1" latinLnBrk="0" hangingPunct="1">
        <a:defRPr sz="1300" kern="1200">
          <a:solidFill>
            <a:schemeClr val="tx1"/>
          </a:solidFill>
          <a:latin typeface="+mn-lt"/>
          <a:ea typeface="+mn-ea"/>
          <a:cs typeface="+mn-cs"/>
        </a:defRPr>
      </a:lvl4pPr>
      <a:lvl5pPr marL="1285655" algn="l" defTabSz="642829" rtl="0" eaLnBrk="1" latinLnBrk="0" hangingPunct="1">
        <a:defRPr sz="1300" kern="1200">
          <a:solidFill>
            <a:schemeClr val="tx1"/>
          </a:solidFill>
          <a:latin typeface="+mn-lt"/>
          <a:ea typeface="+mn-ea"/>
          <a:cs typeface="+mn-cs"/>
        </a:defRPr>
      </a:lvl5pPr>
      <a:lvl6pPr marL="1607072" algn="l" defTabSz="642829" rtl="0" eaLnBrk="1" latinLnBrk="0" hangingPunct="1">
        <a:defRPr sz="1300" kern="1200">
          <a:solidFill>
            <a:schemeClr val="tx1"/>
          </a:solidFill>
          <a:latin typeface="+mn-lt"/>
          <a:ea typeface="+mn-ea"/>
          <a:cs typeface="+mn-cs"/>
        </a:defRPr>
      </a:lvl6pPr>
      <a:lvl7pPr marL="1928484" algn="l" defTabSz="642829" rtl="0" eaLnBrk="1" latinLnBrk="0" hangingPunct="1">
        <a:defRPr sz="1300" kern="1200">
          <a:solidFill>
            <a:schemeClr val="tx1"/>
          </a:solidFill>
          <a:latin typeface="+mn-lt"/>
          <a:ea typeface="+mn-ea"/>
          <a:cs typeface="+mn-cs"/>
        </a:defRPr>
      </a:lvl7pPr>
      <a:lvl8pPr marL="2249898" algn="l" defTabSz="642829" rtl="0" eaLnBrk="1" latinLnBrk="0" hangingPunct="1">
        <a:defRPr sz="1300" kern="1200">
          <a:solidFill>
            <a:schemeClr val="tx1"/>
          </a:solidFill>
          <a:latin typeface="+mn-lt"/>
          <a:ea typeface="+mn-ea"/>
          <a:cs typeface="+mn-cs"/>
        </a:defRPr>
      </a:lvl8pPr>
      <a:lvl9pPr marL="2571312" algn="l" defTabSz="642829" rtl="0" eaLnBrk="1" latinLnBrk="0" hangingPunct="1">
        <a:defRPr sz="1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6"/>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5"/>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31155714"/>
      </p:ext>
    </p:extLst>
  </p:cSld>
  <p:clrMap bg1="lt1" tx1="dk1" bg2="lt2" tx2="dk2" accent1="accent1" accent2="accent2" accent3="accent3" accent4="accent4" accent5="accent5" accent6="accent6" hlink="hlink" folHlink="folHlink"/>
  <p:sldLayoutIdLst>
    <p:sldLayoutId id="2147484494" r:id="rId1"/>
    <p:sldLayoutId id="2147484495" r:id="rId2"/>
    <p:sldLayoutId id="2147484496" r:id="rId3"/>
    <p:sldLayoutId id="2147484497" r:id="rId4"/>
    <p:sldLayoutId id="2147484498" r:id="rId5"/>
    <p:sldLayoutId id="2147484499" r:id="rId6"/>
    <p:sldLayoutId id="2147484500" r:id="rId7"/>
    <p:sldLayoutId id="2147484501" r:id="rId8"/>
    <p:sldLayoutId id="2147484502" r:id="rId9"/>
    <p:sldLayoutId id="2147484503" r:id="rId10"/>
    <p:sldLayoutId id="2147484504" r:id="rId11"/>
    <p:sldLayoutId id="2147484505" r:id="rId12"/>
    <p:sldLayoutId id="2147484506" r:id="rId13"/>
    <p:sldLayoutId id="2147484507" r:id="rId14"/>
    <p:sldLayoutId id="2147484508" r:id="rId15"/>
    <p:sldLayoutId id="2147484509" r:id="rId16"/>
    <p:sldLayoutId id="2147484510" r:id="rId17"/>
    <p:sldLayoutId id="2147484511" r:id="rId18"/>
    <p:sldLayoutId id="2147484512" r:id="rId19"/>
    <p:sldLayoutId id="2147484513" r:id="rId20"/>
    <p:sldLayoutId id="2147484514" r:id="rId21"/>
    <p:sldLayoutId id="2147484515" r:id="rId22"/>
    <p:sldLayoutId id="2147484516" r:id="rId23"/>
    <p:sldLayoutId id="2147484517" r:id="rId24"/>
    <p:sldLayoutId id="2147484518"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88" algn="ctr" rtl="0" fontAlgn="base">
        <a:spcBef>
          <a:spcPct val="0"/>
        </a:spcBef>
        <a:spcAft>
          <a:spcPct val="0"/>
        </a:spcAft>
        <a:defRPr sz="3100">
          <a:solidFill>
            <a:schemeClr val="tx2"/>
          </a:solidFill>
          <a:latin typeface="Arial" charset="0"/>
          <a:ea typeface="宋体" pitchFamily="2" charset="-122"/>
        </a:defRPr>
      </a:lvl6pPr>
      <a:lvl7pPr marL="642777" algn="ctr" rtl="0" fontAlgn="base">
        <a:spcBef>
          <a:spcPct val="0"/>
        </a:spcBef>
        <a:spcAft>
          <a:spcPct val="0"/>
        </a:spcAft>
        <a:defRPr sz="3100">
          <a:solidFill>
            <a:schemeClr val="tx2"/>
          </a:solidFill>
          <a:latin typeface="Arial" charset="0"/>
          <a:ea typeface="宋体" pitchFamily="2" charset="-122"/>
        </a:defRPr>
      </a:lvl7pPr>
      <a:lvl8pPr marL="964165" algn="ctr" rtl="0" fontAlgn="base">
        <a:spcBef>
          <a:spcPct val="0"/>
        </a:spcBef>
        <a:spcAft>
          <a:spcPct val="0"/>
        </a:spcAft>
        <a:defRPr sz="3100">
          <a:solidFill>
            <a:schemeClr val="tx2"/>
          </a:solidFill>
          <a:latin typeface="Arial" charset="0"/>
          <a:ea typeface="宋体" pitchFamily="2" charset="-122"/>
        </a:defRPr>
      </a:lvl8pPr>
      <a:lvl9pPr marL="1285551" algn="ctr" rtl="0" fontAlgn="base">
        <a:spcBef>
          <a:spcPct val="0"/>
        </a:spcBef>
        <a:spcAft>
          <a:spcPct val="0"/>
        </a:spcAft>
        <a:defRPr sz="3100">
          <a:solidFill>
            <a:schemeClr val="tx2"/>
          </a:solidFill>
          <a:latin typeface="Arial" charset="0"/>
          <a:ea typeface="宋体" pitchFamily="2" charset="-122"/>
        </a:defRPr>
      </a:lvl9pPr>
    </p:titleStyle>
    <p:bodyStyle>
      <a:lvl1pPr marL="241041" indent="-241041" algn="l" rtl="0" eaLnBrk="0" fontAlgn="base" hangingPunct="0">
        <a:spcBef>
          <a:spcPct val="20000"/>
        </a:spcBef>
        <a:spcAft>
          <a:spcPct val="0"/>
        </a:spcAft>
        <a:buChar char="•"/>
        <a:defRPr sz="2200">
          <a:solidFill>
            <a:schemeClr val="tx1"/>
          </a:solidFill>
          <a:latin typeface="+mn-lt"/>
          <a:ea typeface="+mn-ea"/>
          <a:cs typeface="+mn-cs"/>
        </a:defRPr>
      </a:lvl1pPr>
      <a:lvl2pPr marL="522255" indent="-201984" algn="l" rtl="0" eaLnBrk="0" fontAlgn="base" hangingPunct="0">
        <a:spcBef>
          <a:spcPct val="20000"/>
        </a:spcBef>
        <a:spcAft>
          <a:spcPct val="0"/>
        </a:spcAft>
        <a:buChar char="–"/>
        <a:defRPr sz="2000">
          <a:solidFill>
            <a:schemeClr val="tx1"/>
          </a:solidFill>
          <a:latin typeface="+mn-lt"/>
          <a:ea typeface="+mn-ea"/>
        </a:defRPr>
      </a:lvl2pPr>
      <a:lvl3pPr marL="803471" indent="-160695" algn="l" rtl="0" eaLnBrk="0" fontAlgn="base" hangingPunct="0">
        <a:spcBef>
          <a:spcPct val="20000"/>
        </a:spcBef>
        <a:spcAft>
          <a:spcPct val="0"/>
        </a:spcAft>
        <a:buChar char="•"/>
        <a:defRPr sz="1700">
          <a:solidFill>
            <a:schemeClr val="tx1"/>
          </a:solidFill>
          <a:latin typeface="+mn-lt"/>
          <a:ea typeface="+mn-ea"/>
        </a:defRPr>
      </a:lvl3pPr>
      <a:lvl4pPr marL="1124860" indent="-161811" algn="l" rtl="0" eaLnBrk="0" fontAlgn="base" hangingPunct="0">
        <a:spcBef>
          <a:spcPct val="20000"/>
        </a:spcBef>
        <a:spcAft>
          <a:spcPct val="0"/>
        </a:spcAft>
        <a:buChar char="–"/>
        <a:defRPr sz="1400">
          <a:solidFill>
            <a:schemeClr val="tx1"/>
          </a:solidFill>
          <a:latin typeface="+mn-lt"/>
          <a:ea typeface="+mn-ea"/>
        </a:defRPr>
      </a:lvl4pPr>
      <a:lvl5pPr marL="1446247" indent="-160695" algn="l" rtl="0" eaLnBrk="0" fontAlgn="base" hangingPunct="0">
        <a:spcBef>
          <a:spcPct val="20000"/>
        </a:spcBef>
        <a:spcAft>
          <a:spcPct val="0"/>
        </a:spcAft>
        <a:buChar char="»"/>
        <a:defRPr sz="1400">
          <a:solidFill>
            <a:schemeClr val="tx1"/>
          </a:solidFill>
          <a:latin typeface="+mn-lt"/>
          <a:ea typeface="+mn-ea"/>
        </a:defRPr>
      </a:lvl5pPr>
      <a:lvl6pPr marL="1767634" indent="-160695" algn="l" rtl="0" fontAlgn="base">
        <a:spcBef>
          <a:spcPct val="20000"/>
        </a:spcBef>
        <a:spcAft>
          <a:spcPct val="0"/>
        </a:spcAft>
        <a:buChar char="»"/>
        <a:defRPr sz="1400">
          <a:solidFill>
            <a:schemeClr val="tx1"/>
          </a:solidFill>
          <a:latin typeface="+mn-lt"/>
          <a:ea typeface="+mn-ea"/>
        </a:defRPr>
      </a:lvl6pPr>
      <a:lvl7pPr marL="2089022" indent="-160695" algn="l" rtl="0" fontAlgn="base">
        <a:spcBef>
          <a:spcPct val="20000"/>
        </a:spcBef>
        <a:spcAft>
          <a:spcPct val="0"/>
        </a:spcAft>
        <a:buChar char="»"/>
        <a:defRPr sz="1400">
          <a:solidFill>
            <a:schemeClr val="tx1"/>
          </a:solidFill>
          <a:latin typeface="+mn-lt"/>
          <a:ea typeface="+mn-ea"/>
        </a:defRPr>
      </a:lvl7pPr>
      <a:lvl8pPr marL="2410409" indent="-160695" algn="l" rtl="0" fontAlgn="base">
        <a:spcBef>
          <a:spcPct val="20000"/>
        </a:spcBef>
        <a:spcAft>
          <a:spcPct val="0"/>
        </a:spcAft>
        <a:buChar char="»"/>
        <a:defRPr sz="1400">
          <a:solidFill>
            <a:schemeClr val="tx1"/>
          </a:solidFill>
          <a:latin typeface="+mn-lt"/>
          <a:ea typeface="+mn-ea"/>
        </a:defRPr>
      </a:lvl8pPr>
      <a:lvl9pPr marL="2731798" indent="-16069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77" rtl="0" eaLnBrk="1" latinLnBrk="0" hangingPunct="1">
        <a:defRPr sz="1300" kern="1200">
          <a:solidFill>
            <a:schemeClr val="tx1"/>
          </a:solidFill>
          <a:latin typeface="+mn-lt"/>
          <a:ea typeface="+mn-ea"/>
          <a:cs typeface="+mn-cs"/>
        </a:defRPr>
      </a:lvl1pPr>
      <a:lvl2pPr marL="321388" algn="l" defTabSz="642777" rtl="0" eaLnBrk="1" latinLnBrk="0" hangingPunct="1">
        <a:defRPr sz="1300" kern="1200">
          <a:solidFill>
            <a:schemeClr val="tx1"/>
          </a:solidFill>
          <a:latin typeface="+mn-lt"/>
          <a:ea typeface="+mn-ea"/>
          <a:cs typeface="+mn-cs"/>
        </a:defRPr>
      </a:lvl2pPr>
      <a:lvl3pPr marL="642777" algn="l" defTabSz="642777" rtl="0" eaLnBrk="1" latinLnBrk="0" hangingPunct="1">
        <a:defRPr sz="1300" kern="1200">
          <a:solidFill>
            <a:schemeClr val="tx1"/>
          </a:solidFill>
          <a:latin typeface="+mn-lt"/>
          <a:ea typeface="+mn-ea"/>
          <a:cs typeface="+mn-cs"/>
        </a:defRPr>
      </a:lvl3pPr>
      <a:lvl4pPr marL="964165" algn="l" defTabSz="642777" rtl="0" eaLnBrk="1" latinLnBrk="0" hangingPunct="1">
        <a:defRPr sz="1300" kern="1200">
          <a:solidFill>
            <a:schemeClr val="tx1"/>
          </a:solidFill>
          <a:latin typeface="+mn-lt"/>
          <a:ea typeface="+mn-ea"/>
          <a:cs typeface="+mn-cs"/>
        </a:defRPr>
      </a:lvl4pPr>
      <a:lvl5pPr marL="1285551" algn="l" defTabSz="642777" rtl="0" eaLnBrk="1" latinLnBrk="0" hangingPunct="1">
        <a:defRPr sz="1300" kern="1200">
          <a:solidFill>
            <a:schemeClr val="tx1"/>
          </a:solidFill>
          <a:latin typeface="+mn-lt"/>
          <a:ea typeface="+mn-ea"/>
          <a:cs typeface="+mn-cs"/>
        </a:defRPr>
      </a:lvl5pPr>
      <a:lvl6pPr marL="1606942" algn="l" defTabSz="642777" rtl="0" eaLnBrk="1" latinLnBrk="0" hangingPunct="1">
        <a:defRPr sz="1300" kern="1200">
          <a:solidFill>
            <a:schemeClr val="tx1"/>
          </a:solidFill>
          <a:latin typeface="+mn-lt"/>
          <a:ea typeface="+mn-ea"/>
          <a:cs typeface="+mn-cs"/>
        </a:defRPr>
      </a:lvl6pPr>
      <a:lvl7pPr marL="1928328" algn="l" defTabSz="642777" rtl="0" eaLnBrk="1" latinLnBrk="0" hangingPunct="1">
        <a:defRPr sz="1300" kern="1200">
          <a:solidFill>
            <a:schemeClr val="tx1"/>
          </a:solidFill>
          <a:latin typeface="+mn-lt"/>
          <a:ea typeface="+mn-ea"/>
          <a:cs typeface="+mn-cs"/>
        </a:defRPr>
      </a:lvl7pPr>
      <a:lvl8pPr marL="2249716" algn="l" defTabSz="642777" rtl="0" eaLnBrk="1" latinLnBrk="0" hangingPunct="1">
        <a:defRPr sz="1300" kern="1200">
          <a:solidFill>
            <a:schemeClr val="tx1"/>
          </a:solidFill>
          <a:latin typeface="+mn-lt"/>
          <a:ea typeface="+mn-ea"/>
          <a:cs typeface="+mn-cs"/>
        </a:defRPr>
      </a:lvl8pPr>
      <a:lvl9pPr marL="2571104" algn="l" defTabSz="642777" rtl="0" eaLnBrk="1" latinLnBrk="0" hangingPunct="1">
        <a:defRPr sz="13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2" y="9963"/>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343"/>
          </a:xfrm>
          <a:prstGeom prst="rect">
            <a:avLst/>
          </a:prstGeom>
          <a:noFill/>
        </p:spPr>
        <p:txBody>
          <a:bodyPr wrap="none" rtlCol="0">
            <a:spAutoFit/>
          </a:bodyPr>
          <a:lstStyle/>
          <a:p>
            <a:r>
              <a:rPr lang="zh-CN" alt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01306689"/>
      </p:ext>
    </p:extLst>
  </p:cSld>
  <p:clrMap bg1="lt1" tx1="dk1" bg2="lt2" tx2="dk2" accent1="accent1" accent2="accent2" accent3="accent3" accent4="accent4" accent5="accent5" accent6="accent6" hlink="hlink" folHlink="folHlink"/>
  <p:sldLayoutIdLst>
    <p:sldLayoutId id="2147484520" r:id="rId1"/>
    <p:sldLayoutId id="2147484521" r:id="rId2"/>
    <p:sldLayoutId id="2147484522" r:id="rId3"/>
    <p:sldLayoutId id="2147484523" r:id="rId4"/>
    <p:sldLayoutId id="2147484524" r:id="rId5"/>
    <p:sldLayoutId id="2147484525" r:id="rId6"/>
    <p:sldLayoutId id="2147484526" r:id="rId7"/>
    <p:sldLayoutId id="2147484527" r:id="rId8"/>
    <p:sldLayoutId id="2147484528" r:id="rId9"/>
    <p:sldLayoutId id="2147484529" r:id="rId10"/>
    <p:sldLayoutId id="2147484530" r:id="rId11"/>
    <p:sldLayoutId id="2147484531" r:id="rId12"/>
    <p:sldLayoutId id="2147484532" r:id="rId13"/>
    <p:sldLayoutId id="2147484533" r:id="rId14"/>
    <p:sldLayoutId id="2147484534" r:id="rId15"/>
    <p:sldLayoutId id="2147484535" r:id="rId16"/>
    <p:sldLayoutId id="2147484536" r:id="rId17"/>
    <p:sldLayoutId id="2147484537" r:id="rId18"/>
    <p:sldLayoutId id="2147484538" r:id="rId19"/>
    <p:sldLayoutId id="2147484539" r:id="rId20"/>
    <p:sldLayoutId id="2147484540" r:id="rId21"/>
    <p:sldLayoutId id="2147484541" r:id="rId22"/>
    <p:sldLayoutId id="2147484542" r:id="rId23"/>
    <p:sldLayoutId id="2147484543" r:id="rId24"/>
    <p:sldLayoutId id="2147484544"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96" algn="ctr" rtl="0" fontAlgn="base">
        <a:spcBef>
          <a:spcPct val="0"/>
        </a:spcBef>
        <a:spcAft>
          <a:spcPct val="0"/>
        </a:spcAft>
        <a:defRPr sz="3100">
          <a:solidFill>
            <a:schemeClr val="tx2"/>
          </a:solidFill>
          <a:latin typeface="Arial" charset="0"/>
          <a:ea typeface="宋体" pitchFamily="2" charset="-122"/>
        </a:defRPr>
      </a:lvl6pPr>
      <a:lvl7pPr marL="642793" algn="ctr" rtl="0" fontAlgn="base">
        <a:spcBef>
          <a:spcPct val="0"/>
        </a:spcBef>
        <a:spcAft>
          <a:spcPct val="0"/>
        </a:spcAft>
        <a:defRPr sz="3100">
          <a:solidFill>
            <a:schemeClr val="tx2"/>
          </a:solidFill>
          <a:latin typeface="Arial" charset="0"/>
          <a:ea typeface="宋体" pitchFamily="2" charset="-122"/>
        </a:defRPr>
      </a:lvl7pPr>
      <a:lvl8pPr marL="964189" algn="ctr" rtl="0" fontAlgn="base">
        <a:spcBef>
          <a:spcPct val="0"/>
        </a:spcBef>
        <a:spcAft>
          <a:spcPct val="0"/>
        </a:spcAft>
        <a:defRPr sz="3100">
          <a:solidFill>
            <a:schemeClr val="tx2"/>
          </a:solidFill>
          <a:latin typeface="Arial" charset="0"/>
          <a:ea typeface="宋体" pitchFamily="2" charset="-122"/>
        </a:defRPr>
      </a:lvl8pPr>
      <a:lvl9pPr marL="1285583" algn="ctr" rtl="0" fontAlgn="base">
        <a:spcBef>
          <a:spcPct val="0"/>
        </a:spcBef>
        <a:spcAft>
          <a:spcPct val="0"/>
        </a:spcAft>
        <a:defRPr sz="3100">
          <a:solidFill>
            <a:schemeClr val="tx2"/>
          </a:solidFill>
          <a:latin typeface="Arial" charset="0"/>
          <a:ea typeface="宋体" pitchFamily="2" charset="-122"/>
        </a:defRPr>
      </a:lvl9pPr>
    </p:titleStyle>
    <p:bodyStyle>
      <a:lvl1pPr marL="241047" indent="-241047" algn="l" rtl="0" eaLnBrk="0" fontAlgn="base" hangingPunct="0">
        <a:spcBef>
          <a:spcPct val="20000"/>
        </a:spcBef>
        <a:spcAft>
          <a:spcPct val="0"/>
        </a:spcAft>
        <a:buChar char="•"/>
        <a:defRPr sz="2200">
          <a:solidFill>
            <a:schemeClr val="tx1"/>
          </a:solidFill>
          <a:latin typeface="+mn-lt"/>
          <a:ea typeface="+mn-ea"/>
          <a:cs typeface="+mn-cs"/>
        </a:defRPr>
      </a:lvl1pPr>
      <a:lvl2pPr marL="522268" indent="-201989" algn="l" rtl="0" eaLnBrk="0" fontAlgn="base" hangingPunct="0">
        <a:spcBef>
          <a:spcPct val="20000"/>
        </a:spcBef>
        <a:spcAft>
          <a:spcPct val="0"/>
        </a:spcAft>
        <a:buChar char="–"/>
        <a:defRPr sz="2000">
          <a:solidFill>
            <a:schemeClr val="tx1"/>
          </a:solidFill>
          <a:latin typeface="+mn-lt"/>
          <a:ea typeface="+mn-ea"/>
        </a:defRPr>
      </a:lvl2pPr>
      <a:lvl3pPr marL="803490" indent="-160698" algn="l" rtl="0" eaLnBrk="0" fontAlgn="base" hangingPunct="0">
        <a:spcBef>
          <a:spcPct val="20000"/>
        </a:spcBef>
        <a:spcAft>
          <a:spcPct val="0"/>
        </a:spcAft>
        <a:buChar char="•"/>
        <a:defRPr sz="1700">
          <a:solidFill>
            <a:schemeClr val="tx1"/>
          </a:solidFill>
          <a:latin typeface="+mn-lt"/>
          <a:ea typeface="+mn-ea"/>
        </a:defRPr>
      </a:lvl3pPr>
      <a:lvl4pPr marL="1124888" indent="-161814" algn="l" rtl="0" eaLnBrk="0" fontAlgn="base" hangingPunct="0">
        <a:spcBef>
          <a:spcPct val="20000"/>
        </a:spcBef>
        <a:spcAft>
          <a:spcPct val="0"/>
        </a:spcAft>
        <a:buChar char="–"/>
        <a:defRPr sz="1400">
          <a:solidFill>
            <a:schemeClr val="tx1"/>
          </a:solidFill>
          <a:latin typeface="+mn-lt"/>
          <a:ea typeface="+mn-ea"/>
        </a:defRPr>
      </a:lvl4pPr>
      <a:lvl5pPr marL="1446282" indent="-160698" algn="l" rtl="0" eaLnBrk="0" fontAlgn="base" hangingPunct="0">
        <a:spcBef>
          <a:spcPct val="20000"/>
        </a:spcBef>
        <a:spcAft>
          <a:spcPct val="0"/>
        </a:spcAft>
        <a:buChar char="»"/>
        <a:defRPr sz="1400">
          <a:solidFill>
            <a:schemeClr val="tx1"/>
          </a:solidFill>
          <a:latin typeface="+mn-lt"/>
          <a:ea typeface="+mn-ea"/>
        </a:defRPr>
      </a:lvl5pPr>
      <a:lvl6pPr marL="1767679" indent="-160698" algn="l" rtl="0" fontAlgn="base">
        <a:spcBef>
          <a:spcPct val="20000"/>
        </a:spcBef>
        <a:spcAft>
          <a:spcPct val="0"/>
        </a:spcAft>
        <a:buChar char="»"/>
        <a:defRPr sz="1400">
          <a:solidFill>
            <a:schemeClr val="tx1"/>
          </a:solidFill>
          <a:latin typeface="+mn-lt"/>
          <a:ea typeface="+mn-ea"/>
        </a:defRPr>
      </a:lvl6pPr>
      <a:lvl7pPr marL="2089075" indent="-160698" algn="l" rtl="0" fontAlgn="base">
        <a:spcBef>
          <a:spcPct val="20000"/>
        </a:spcBef>
        <a:spcAft>
          <a:spcPct val="0"/>
        </a:spcAft>
        <a:buChar char="»"/>
        <a:defRPr sz="1400">
          <a:solidFill>
            <a:schemeClr val="tx1"/>
          </a:solidFill>
          <a:latin typeface="+mn-lt"/>
          <a:ea typeface="+mn-ea"/>
        </a:defRPr>
      </a:lvl7pPr>
      <a:lvl8pPr marL="2410469" indent="-160698" algn="l" rtl="0" fontAlgn="base">
        <a:spcBef>
          <a:spcPct val="20000"/>
        </a:spcBef>
        <a:spcAft>
          <a:spcPct val="0"/>
        </a:spcAft>
        <a:buChar char="»"/>
        <a:defRPr sz="1400">
          <a:solidFill>
            <a:schemeClr val="tx1"/>
          </a:solidFill>
          <a:latin typeface="+mn-lt"/>
          <a:ea typeface="+mn-ea"/>
        </a:defRPr>
      </a:lvl8pPr>
      <a:lvl9pPr marL="2731866" indent="-16069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93" rtl="0" eaLnBrk="1" latinLnBrk="0" hangingPunct="1">
        <a:defRPr sz="1300" kern="1200">
          <a:solidFill>
            <a:schemeClr val="tx1"/>
          </a:solidFill>
          <a:latin typeface="+mn-lt"/>
          <a:ea typeface="+mn-ea"/>
          <a:cs typeface="+mn-cs"/>
        </a:defRPr>
      </a:lvl1pPr>
      <a:lvl2pPr marL="321396" algn="l" defTabSz="642793" rtl="0" eaLnBrk="1" latinLnBrk="0" hangingPunct="1">
        <a:defRPr sz="1300" kern="1200">
          <a:solidFill>
            <a:schemeClr val="tx1"/>
          </a:solidFill>
          <a:latin typeface="+mn-lt"/>
          <a:ea typeface="+mn-ea"/>
          <a:cs typeface="+mn-cs"/>
        </a:defRPr>
      </a:lvl2pPr>
      <a:lvl3pPr marL="642793" algn="l" defTabSz="642793" rtl="0" eaLnBrk="1" latinLnBrk="0" hangingPunct="1">
        <a:defRPr sz="1300" kern="1200">
          <a:solidFill>
            <a:schemeClr val="tx1"/>
          </a:solidFill>
          <a:latin typeface="+mn-lt"/>
          <a:ea typeface="+mn-ea"/>
          <a:cs typeface="+mn-cs"/>
        </a:defRPr>
      </a:lvl3pPr>
      <a:lvl4pPr marL="964189" algn="l" defTabSz="642793" rtl="0" eaLnBrk="1" latinLnBrk="0" hangingPunct="1">
        <a:defRPr sz="1300" kern="1200">
          <a:solidFill>
            <a:schemeClr val="tx1"/>
          </a:solidFill>
          <a:latin typeface="+mn-lt"/>
          <a:ea typeface="+mn-ea"/>
          <a:cs typeface="+mn-cs"/>
        </a:defRPr>
      </a:lvl4pPr>
      <a:lvl5pPr marL="1285583" algn="l" defTabSz="642793" rtl="0" eaLnBrk="1" latinLnBrk="0" hangingPunct="1">
        <a:defRPr sz="1300" kern="1200">
          <a:solidFill>
            <a:schemeClr val="tx1"/>
          </a:solidFill>
          <a:latin typeface="+mn-lt"/>
          <a:ea typeface="+mn-ea"/>
          <a:cs typeface="+mn-cs"/>
        </a:defRPr>
      </a:lvl5pPr>
      <a:lvl6pPr marL="1606982" algn="l" defTabSz="642793" rtl="0" eaLnBrk="1" latinLnBrk="0" hangingPunct="1">
        <a:defRPr sz="1300" kern="1200">
          <a:solidFill>
            <a:schemeClr val="tx1"/>
          </a:solidFill>
          <a:latin typeface="+mn-lt"/>
          <a:ea typeface="+mn-ea"/>
          <a:cs typeface="+mn-cs"/>
        </a:defRPr>
      </a:lvl6pPr>
      <a:lvl7pPr marL="1928376" algn="l" defTabSz="642793" rtl="0" eaLnBrk="1" latinLnBrk="0" hangingPunct="1">
        <a:defRPr sz="1300" kern="1200">
          <a:solidFill>
            <a:schemeClr val="tx1"/>
          </a:solidFill>
          <a:latin typeface="+mn-lt"/>
          <a:ea typeface="+mn-ea"/>
          <a:cs typeface="+mn-cs"/>
        </a:defRPr>
      </a:lvl7pPr>
      <a:lvl8pPr marL="2249772" algn="l" defTabSz="642793" rtl="0" eaLnBrk="1" latinLnBrk="0" hangingPunct="1">
        <a:defRPr sz="1300" kern="1200">
          <a:solidFill>
            <a:schemeClr val="tx1"/>
          </a:solidFill>
          <a:latin typeface="+mn-lt"/>
          <a:ea typeface="+mn-ea"/>
          <a:cs typeface="+mn-cs"/>
        </a:defRPr>
      </a:lvl8pPr>
      <a:lvl9pPr marL="2571168" algn="l" defTabSz="642793" rtl="0" eaLnBrk="1" latinLnBrk="0" hangingPunct="1">
        <a:defRPr sz="13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7">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AAC65BA3-EF8F-408F-A22D-18BBE8C1E8E8}"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4114422936"/>
      </p:ext>
    </p:extLst>
  </p:cSld>
  <p:clrMap bg1="lt1" tx1="dk1" bg2="lt2" tx2="dk2" accent1="accent1" accent2="accent2" accent3="accent3" accent4="accent4" accent5="accent5" accent6="accent6" hlink="hlink" folHlink="folHlink"/>
  <p:sldLayoutIdLst>
    <p:sldLayoutId id="2147484636" r:id="rId1"/>
    <p:sldLayoutId id="2147484637" r:id="rId2"/>
    <p:sldLayoutId id="2147484638" r:id="rId3"/>
    <p:sldLayoutId id="2147484639" r:id="rId4"/>
    <p:sldLayoutId id="2147484640" r:id="rId5"/>
    <p:sldLayoutId id="2147484641" r:id="rId6"/>
    <p:sldLayoutId id="2147484642" r:id="rId7"/>
    <p:sldLayoutId id="2147484643" r:id="rId8"/>
    <p:sldLayoutId id="2147484644" r:id="rId9"/>
    <p:sldLayoutId id="2147484645" r:id="rId10"/>
    <p:sldLayoutId id="2147484646" r:id="rId11"/>
    <p:sldLayoutId id="2147484647" r:id="rId12"/>
    <p:sldLayoutId id="2147484648" r:id="rId13"/>
    <p:sldLayoutId id="2147484649" r:id="rId14"/>
    <p:sldLayoutId id="2147484650" r:id="rId1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2">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D203FF89-D6BC-427F-AEEF-1C1BC6695141}"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852148186"/>
      </p:ext>
    </p:extLst>
  </p:cSld>
  <p:clrMap bg1="lt1" tx1="dk1" bg2="lt2" tx2="dk2" accent1="accent1" accent2="accent2" accent3="accent3" accent4="accent4" accent5="accent5" accent6="accent6" hlink="hlink" folHlink="folHlink"/>
  <p:sldLayoutIdLst>
    <p:sldLayoutId id="2147484652" r:id="rId1"/>
    <p:sldLayoutId id="2147484653" r:id="rId2"/>
    <p:sldLayoutId id="2147484654" r:id="rId3"/>
    <p:sldLayoutId id="2147484655" r:id="rId4"/>
    <p:sldLayoutId id="2147484656" r:id="rId5"/>
    <p:sldLayoutId id="2147484657" r:id="rId6"/>
    <p:sldLayoutId id="2147484658" r:id="rId7"/>
    <p:sldLayoutId id="2147484659" r:id="rId8"/>
    <p:sldLayoutId id="2147484660" r:id="rId9"/>
    <p:sldLayoutId id="2147484661" r:id="rId10"/>
    <p:sldLayoutId id="2147484662" r:id="rId11"/>
    <p:sldLayoutId id="2147484663" r:id="rId12"/>
    <p:sldLayoutId id="2147484664" r:id="rId13"/>
    <p:sldLayoutId id="2147484665" r:id="rId14"/>
    <p:sldLayoutId id="2147484666" r:id="rId15"/>
    <p:sldLayoutId id="2147484667" r:id="rId16"/>
    <p:sldLayoutId id="2147484668" r:id="rId17"/>
    <p:sldLayoutId id="2147484669" r:id="rId18"/>
    <p:sldLayoutId id="2147484670" r:id="rId19"/>
    <p:sldLayoutId id="2147484671" r:id="rId20"/>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2400">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grpSp>
      <p:sp>
        <p:nvSpPr>
          <p:cNvPr id="120" name="Line 136"/>
          <p:cNvSpPr>
            <a:spLocks noChangeShapeType="1"/>
          </p:cNvSpPr>
          <p:nvPr/>
        </p:nvSpPr>
        <p:spPr bwMode="auto">
          <a:xfrm>
            <a:off x="46553"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1796894543"/>
      </p:ext>
    </p:extLst>
  </p:cSld>
  <p:clrMap bg1="lt1" tx1="dk1" bg2="lt2" tx2="dk2" accent1="accent1" accent2="accent2" accent3="accent3" accent4="accent4" accent5="accent5" accent6="accent6" hlink="hlink" folHlink="folHlink"/>
  <p:sldLayoutIdLst>
    <p:sldLayoutId id="2147484951" r:id="rId1"/>
    <p:sldLayoutId id="2147484952" r:id="rId2"/>
    <p:sldLayoutId id="2147484953" r:id="rId3"/>
    <p:sldLayoutId id="2147484954" r:id="rId4"/>
    <p:sldLayoutId id="2147484955" r:id="rId5"/>
    <p:sldLayoutId id="2147484956" r:id="rId6"/>
    <p:sldLayoutId id="2147484957" r:id="rId7"/>
    <p:sldLayoutId id="2147484958" r:id="rId8"/>
    <p:sldLayoutId id="2147484959" r:id="rId9"/>
    <p:sldLayoutId id="2147484960" r:id="rId10"/>
    <p:sldLayoutId id="2147484961" r:id="rId11"/>
    <p:sldLayoutId id="2147484962" r:id="rId12"/>
    <p:sldLayoutId id="2147484963" r:id="rId13"/>
    <p:sldLayoutId id="2147484964" r:id="rId14"/>
    <p:sldLayoutId id="2147484965" r:id="rId15"/>
    <p:sldLayoutId id="2147484966" r:id="rId16"/>
    <p:sldLayoutId id="2147484967" r:id="rId17"/>
  </p:sldLayoutIdLst>
  <p:txStyles>
    <p:titleStyle>
      <a:lvl1pPr algn="ctr" defTabSz="1219042" rtl="0" eaLnBrk="1" latinLnBrk="0" hangingPunct="1">
        <a:spcBef>
          <a:spcPct val="0"/>
        </a:spcBef>
        <a:buNone/>
        <a:defRPr sz="5867" kern="1200">
          <a:solidFill>
            <a:schemeClr val="tx1"/>
          </a:solidFill>
          <a:latin typeface="+mj-lt"/>
          <a:ea typeface="+mj-ea"/>
          <a:cs typeface="+mj-cs"/>
        </a:defRPr>
      </a:lvl1pPr>
    </p:titleStyle>
    <p:bodyStyle>
      <a:lvl1pPr marL="457141" indent="-457141" algn="l" defTabSz="1219042" rtl="0" eaLnBrk="1" latinLnBrk="0" hangingPunct="1">
        <a:spcBef>
          <a:spcPct val="20000"/>
        </a:spcBef>
        <a:buFont typeface="Arial" panose="020B0604020202020204" pitchFamily="34" charset="0"/>
        <a:buChar char="•"/>
        <a:defRPr sz="4267" kern="1200">
          <a:solidFill>
            <a:schemeClr val="tx1"/>
          </a:solidFill>
          <a:latin typeface="+mn-lt"/>
          <a:ea typeface="+mn-ea"/>
          <a:cs typeface="+mn-cs"/>
        </a:defRPr>
      </a:lvl1pPr>
      <a:lvl2pPr marL="990470" indent="-380950" algn="l" defTabSz="1219042" rtl="0" eaLnBrk="1" latinLnBrk="0" hangingPunct="1">
        <a:spcBef>
          <a:spcPct val="20000"/>
        </a:spcBef>
        <a:buFont typeface="Arial" panose="020B0604020202020204" pitchFamily="34" charset="0"/>
        <a:buChar char="–"/>
        <a:defRPr sz="3733" kern="1200">
          <a:solidFill>
            <a:schemeClr val="tx1"/>
          </a:solidFill>
          <a:latin typeface="+mn-lt"/>
          <a:ea typeface="+mn-ea"/>
          <a:cs typeface="+mn-cs"/>
        </a:defRPr>
      </a:lvl2pPr>
      <a:lvl3pPr marL="1523802" indent="-304760" algn="l" defTabSz="1219042"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320"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839"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36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88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40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92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42" rtl="0" eaLnBrk="1" latinLnBrk="0" hangingPunct="1">
        <a:defRPr sz="2400" kern="1200">
          <a:solidFill>
            <a:schemeClr val="tx1"/>
          </a:solidFill>
          <a:latin typeface="+mn-lt"/>
          <a:ea typeface="+mn-ea"/>
          <a:cs typeface="+mn-cs"/>
        </a:defRPr>
      </a:lvl1pPr>
      <a:lvl2pPr marL="609521" algn="l" defTabSz="1219042" rtl="0" eaLnBrk="1" latinLnBrk="0" hangingPunct="1">
        <a:defRPr sz="2400" kern="1200">
          <a:solidFill>
            <a:schemeClr val="tx1"/>
          </a:solidFill>
          <a:latin typeface="+mn-lt"/>
          <a:ea typeface="+mn-ea"/>
          <a:cs typeface="+mn-cs"/>
        </a:defRPr>
      </a:lvl2pPr>
      <a:lvl3pPr marL="1219042" algn="l" defTabSz="1219042" rtl="0" eaLnBrk="1" latinLnBrk="0" hangingPunct="1">
        <a:defRPr sz="2400" kern="1200">
          <a:solidFill>
            <a:schemeClr val="tx1"/>
          </a:solidFill>
          <a:latin typeface="+mn-lt"/>
          <a:ea typeface="+mn-ea"/>
          <a:cs typeface="+mn-cs"/>
        </a:defRPr>
      </a:lvl3pPr>
      <a:lvl4pPr marL="1828561" algn="l" defTabSz="1219042" rtl="0" eaLnBrk="1" latinLnBrk="0" hangingPunct="1">
        <a:defRPr sz="2400" kern="1200">
          <a:solidFill>
            <a:schemeClr val="tx1"/>
          </a:solidFill>
          <a:latin typeface="+mn-lt"/>
          <a:ea typeface="+mn-ea"/>
          <a:cs typeface="+mn-cs"/>
        </a:defRPr>
      </a:lvl4pPr>
      <a:lvl5pPr marL="2438080" algn="l" defTabSz="1219042" rtl="0" eaLnBrk="1" latinLnBrk="0" hangingPunct="1">
        <a:defRPr sz="2400" kern="1200">
          <a:solidFill>
            <a:schemeClr val="tx1"/>
          </a:solidFill>
          <a:latin typeface="+mn-lt"/>
          <a:ea typeface="+mn-ea"/>
          <a:cs typeface="+mn-cs"/>
        </a:defRPr>
      </a:lvl5pPr>
      <a:lvl6pPr marL="3047601" algn="l" defTabSz="1219042" rtl="0" eaLnBrk="1" latinLnBrk="0" hangingPunct="1">
        <a:defRPr sz="2400" kern="1200">
          <a:solidFill>
            <a:schemeClr val="tx1"/>
          </a:solidFill>
          <a:latin typeface="+mn-lt"/>
          <a:ea typeface="+mn-ea"/>
          <a:cs typeface="+mn-cs"/>
        </a:defRPr>
      </a:lvl6pPr>
      <a:lvl7pPr marL="3657122" algn="l" defTabSz="1219042" rtl="0" eaLnBrk="1" latinLnBrk="0" hangingPunct="1">
        <a:defRPr sz="2400" kern="1200">
          <a:solidFill>
            <a:schemeClr val="tx1"/>
          </a:solidFill>
          <a:latin typeface="+mn-lt"/>
          <a:ea typeface="+mn-ea"/>
          <a:cs typeface="+mn-cs"/>
        </a:defRPr>
      </a:lvl7pPr>
      <a:lvl8pPr marL="4266641" algn="l" defTabSz="1219042" rtl="0" eaLnBrk="1" latinLnBrk="0" hangingPunct="1">
        <a:defRPr sz="2400" kern="1200">
          <a:solidFill>
            <a:schemeClr val="tx1"/>
          </a:solidFill>
          <a:latin typeface="+mn-lt"/>
          <a:ea typeface="+mn-ea"/>
          <a:cs typeface="+mn-cs"/>
        </a:defRPr>
      </a:lvl8pPr>
      <a:lvl9pPr marL="4876162" algn="l" defTabSz="1219042"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9"/>
          <a:stretch>
            <a:fillRect/>
          </a:stretch>
        </p:blipFill>
        <p:spPr>
          <a:xfrm>
            <a:off x="104824" y="9968"/>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68838937"/>
      </p:ext>
    </p:extLst>
  </p:cSld>
  <p:clrMap bg1="lt1" tx1="dk1" bg2="lt2" tx2="dk2" accent1="accent1" accent2="accent2" accent3="accent3" accent4="accent4" accent5="accent5" accent6="accent6" hlink="hlink" folHlink="folHlink"/>
  <p:sldLayoutIdLst>
    <p:sldLayoutId id="2147484969" r:id="rId1"/>
    <p:sldLayoutId id="2147484970" r:id="rId2"/>
    <p:sldLayoutId id="2147484971" r:id="rId3"/>
    <p:sldLayoutId id="2147484972" r:id="rId4"/>
    <p:sldLayoutId id="2147484973" r:id="rId5"/>
    <p:sldLayoutId id="2147484974" r:id="rId6"/>
    <p:sldLayoutId id="2147484975" r:id="rId7"/>
    <p:sldLayoutId id="2147484976" r:id="rId8"/>
    <p:sldLayoutId id="2147484977" r:id="rId9"/>
    <p:sldLayoutId id="2147484978" r:id="rId10"/>
    <p:sldLayoutId id="2147484979" r:id="rId11"/>
    <p:sldLayoutId id="2147484980" r:id="rId12"/>
    <p:sldLayoutId id="2147484981" r:id="rId13"/>
    <p:sldLayoutId id="2147484982" r:id="rId14"/>
    <p:sldLayoutId id="2147484983" r:id="rId15"/>
    <p:sldLayoutId id="2147484984" r:id="rId16"/>
    <p:sldLayoutId id="2147484985" r:id="rId17"/>
    <p:sldLayoutId id="2147484986" r:id="rId18"/>
    <p:sldLayoutId id="2147484987" r:id="rId19"/>
    <p:sldLayoutId id="2147484988" r:id="rId20"/>
    <p:sldLayoutId id="2147484989" r:id="rId21"/>
    <p:sldLayoutId id="2147484990" r:id="rId22"/>
    <p:sldLayoutId id="2147484991" r:id="rId23"/>
    <p:sldLayoutId id="2147484992" r:id="rId24"/>
    <p:sldLayoutId id="2147484993" r:id="rId25"/>
    <p:sldLayoutId id="2147484994" r:id="rId26"/>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25" algn="ctr" rtl="0" fontAlgn="base">
        <a:spcBef>
          <a:spcPct val="0"/>
        </a:spcBef>
        <a:spcAft>
          <a:spcPct val="0"/>
        </a:spcAft>
        <a:defRPr sz="3100">
          <a:solidFill>
            <a:schemeClr val="tx2"/>
          </a:solidFill>
          <a:latin typeface="Arial" charset="0"/>
          <a:ea typeface="宋体" pitchFamily="2" charset="-122"/>
        </a:defRPr>
      </a:lvl6pPr>
      <a:lvl7pPr marL="642652" algn="ctr" rtl="0" fontAlgn="base">
        <a:spcBef>
          <a:spcPct val="0"/>
        </a:spcBef>
        <a:spcAft>
          <a:spcPct val="0"/>
        </a:spcAft>
        <a:defRPr sz="3100">
          <a:solidFill>
            <a:schemeClr val="tx2"/>
          </a:solidFill>
          <a:latin typeface="Arial" charset="0"/>
          <a:ea typeface="宋体" pitchFamily="2" charset="-122"/>
        </a:defRPr>
      </a:lvl7pPr>
      <a:lvl8pPr marL="963979" algn="ctr" rtl="0" fontAlgn="base">
        <a:spcBef>
          <a:spcPct val="0"/>
        </a:spcBef>
        <a:spcAft>
          <a:spcPct val="0"/>
        </a:spcAft>
        <a:defRPr sz="3100">
          <a:solidFill>
            <a:schemeClr val="tx2"/>
          </a:solidFill>
          <a:latin typeface="Arial" charset="0"/>
          <a:ea typeface="宋体" pitchFamily="2" charset="-122"/>
        </a:defRPr>
      </a:lvl8pPr>
      <a:lvl9pPr marL="1285304" algn="ctr" rtl="0" fontAlgn="base">
        <a:spcBef>
          <a:spcPct val="0"/>
        </a:spcBef>
        <a:spcAft>
          <a:spcPct val="0"/>
        </a:spcAft>
        <a:defRPr sz="3100">
          <a:solidFill>
            <a:schemeClr val="tx2"/>
          </a:solidFill>
          <a:latin typeface="Arial" charset="0"/>
          <a:ea typeface="宋体" pitchFamily="2" charset="-122"/>
        </a:defRPr>
      </a:lvl9pPr>
    </p:titleStyle>
    <p:bodyStyle>
      <a:lvl1pPr marL="240995" indent="-240995" algn="l" rtl="0" eaLnBrk="0" fontAlgn="base" hangingPunct="0">
        <a:spcBef>
          <a:spcPct val="20000"/>
        </a:spcBef>
        <a:spcAft>
          <a:spcPct val="0"/>
        </a:spcAft>
        <a:buChar char="•"/>
        <a:defRPr sz="2200">
          <a:solidFill>
            <a:schemeClr val="tx1"/>
          </a:solidFill>
          <a:latin typeface="+mn-lt"/>
          <a:ea typeface="+mn-ea"/>
          <a:cs typeface="+mn-cs"/>
        </a:defRPr>
      </a:lvl1pPr>
      <a:lvl2pPr marL="522155" indent="-201946" algn="l" rtl="0" eaLnBrk="0" fontAlgn="base" hangingPunct="0">
        <a:spcBef>
          <a:spcPct val="20000"/>
        </a:spcBef>
        <a:spcAft>
          <a:spcPct val="0"/>
        </a:spcAft>
        <a:buChar char="–"/>
        <a:defRPr sz="2000">
          <a:solidFill>
            <a:schemeClr val="tx1"/>
          </a:solidFill>
          <a:latin typeface="+mn-lt"/>
          <a:ea typeface="+mn-ea"/>
        </a:defRPr>
      </a:lvl2pPr>
      <a:lvl3pPr marL="803316" indent="-160664" algn="l" rtl="0" eaLnBrk="0" fontAlgn="base" hangingPunct="0">
        <a:spcBef>
          <a:spcPct val="20000"/>
        </a:spcBef>
        <a:spcAft>
          <a:spcPct val="0"/>
        </a:spcAft>
        <a:buChar char="•"/>
        <a:defRPr sz="1700">
          <a:solidFill>
            <a:schemeClr val="tx1"/>
          </a:solidFill>
          <a:latin typeface="+mn-lt"/>
          <a:ea typeface="+mn-ea"/>
        </a:defRPr>
      </a:lvl3pPr>
      <a:lvl4pPr marL="1124644" indent="-161780" algn="l" rtl="0" eaLnBrk="0" fontAlgn="base" hangingPunct="0">
        <a:spcBef>
          <a:spcPct val="20000"/>
        </a:spcBef>
        <a:spcAft>
          <a:spcPct val="0"/>
        </a:spcAft>
        <a:buChar char="–"/>
        <a:defRPr sz="1400">
          <a:solidFill>
            <a:schemeClr val="tx1"/>
          </a:solidFill>
          <a:latin typeface="+mn-lt"/>
          <a:ea typeface="+mn-ea"/>
        </a:defRPr>
      </a:lvl4pPr>
      <a:lvl5pPr marL="1445969" indent="-160664" algn="l" rtl="0" eaLnBrk="0" fontAlgn="base" hangingPunct="0">
        <a:spcBef>
          <a:spcPct val="20000"/>
        </a:spcBef>
        <a:spcAft>
          <a:spcPct val="0"/>
        </a:spcAft>
        <a:buChar char="»"/>
        <a:defRPr sz="1400">
          <a:solidFill>
            <a:schemeClr val="tx1"/>
          </a:solidFill>
          <a:latin typeface="+mn-lt"/>
          <a:ea typeface="+mn-ea"/>
        </a:defRPr>
      </a:lvl5pPr>
      <a:lvl6pPr marL="1767294" indent="-160664" algn="l" rtl="0" fontAlgn="base">
        <a:spcBef>
          <a:spcPct val="20000"/>
        </a:spcBef>
        <a:spcAft>
          <a:spcPct val="0"/>
        </a:spcAft>
        <a:buChar char="»"/>
        <a:defRPr sz="1400">
          <a:solidFill>
            <a:schemeClr val="tx1"/>
          </a:solidFill>
          <a:latin typeface="+mn-lt"/>
          <a:ea typeface="+mn-ea"/>
        </a:defRPr>
      </a:lvl6pPr>
      <a:lvl7pPr marL="2088621" indent="-160664" algn="l" rtl="0" fontAlgn="base">
        <a:spcBef>
          <a:spcPct val="20000"/>
        </a:spcBef>
        <a:spcAft>
          <a:spcPct val="0"/>
        </a:spcAft>
        <a:buChar char="»"/>
        <a:defRPr sz="1400">
          <a:solidFill>
            <a:schemeClr val="tx1"/>
          </a:solidFill>
          <a:latin typeface="+mn-lt"/>
          <a:ea typeface="+mn-ea"/>
        </a:defRPr>
      </a:lvl7pPr>
      <a:lvl8pPr marL="2409946" indent="-160664" algn="l" rtl="0" fontAlgn="base">
        <a:spcBef>
          <a:spcPct val="20000"/>
        </a:spcBef>
        <a:spcAft>
          <a:spcPct val="0"/>
        </a:spcAft>
        <a:buChar char="»"/>
        <a:defRPr sz="1400">
          <a:solidFill>
            <a:schemeClr val="tx1"/>
          </a:solidFill>
          <a:latin typeface="+mn-lt"/>
          <a:ea typeface="+mn-ea"/>
        </a:defRPr>
      </a:lvl8pPr>
      <a:lvl9pPr marL="2731272" indent="-160664"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52" rtl="0" eaLnBrk="1" latinLnBrk="0" hangingPunct="1">
        <a:defRPr sz="1300" kern="1200">
          <a:solidFill>
            <a:schemeClr val="tx1"/>
          </a:solidFill>
          <a:latin typeface="+mn-lt"/>
          <a:ea typeface="+mn-ea"/>
          <a:cs typeface="+mn-cs"/>
        </a:defRPr>
      </a:lvl1pPr>
      <a:lvl2pPr marL="321325" algn="l" defTabSz="642652" rtl="0" eaLnBrk="1" latinLnBrk="0" hangingPunct="1">
        <a:defRPr sz="1300" kern="1200">
          <a:solidFill>
            <a:schemeClr val="tx1"/>
          </a:solidFill>
          <a:latin typeface="+mn-lt"/>
          <a:ea typeface="+mn-ea"/>
          <a:cs typeface="+mn-cs"/>
        </a:defRPr>
      </a:lvl2pPr>
      <a:lvl3pPr marL="642652" algn="l" defTabSz="642652" rtl="0" eaLnBrk="1" latinLnBrk="0" hangingPunct="1">
        <a:defRPr sz="1300" kern="1200">
          <a:solidFill>
            <a:schemeClr val="tx1"/>
          </a:solidFill>
          <a:latin typeface="+mn-lt"/>
          <a:ea typeface="+mn-ea"/>
          <a:cs typeface="+mn-cs"/>
        </a:defRPr>
      </a:lvl3pPr>
      <a:lvl4pPr marL="963979" algn="l" defTabSz="642652" rtl="0" eaLnBrk="1" latinLnBrk="0" hangingPunct="1">
        <a:defRPr sz="1300" kern="1200">
          <a:solidFill>
            <a:schemeClr val="tx1"/>
          </a:solidFill>
          <a:latin typeface="+mn-lt"/>
          <a:ea typeface="+mn-ea"/>
          <a:cs typeface="+mn-cs"/>
        </a:defRPr>
      </a:lvl4pPr>
      <a:lvl5pPr marL="1285304" algn="l" defTabSz="642652" rtl="0" eaLnBrk="1" latinLnBrk="0" hangingPunct="1">
        <a:defRPr sz="1300" kern="1200">
          <a:solidFill>
            <a:schemeClr val="tx1"/>
          </a:solidFill>
          <a:latin typeface="+mn-lt"/>
          <a:ea typeface="+mn-ea"/>
          <a:cs typeface="+mn-cs"/>
        </a:defRPr>
      </a:lvl5pPr>
      <a:lvl6pPr marL="1606633" algn="l" defTabSz="642652" rtl="0" eaLnBrk="1" latinLnBrk="0" hangingPunct="1">
        <a:defRPr sz="1300" kern="1200">
          <a:solidFill>
            <a:schemeClr val="tx1"/>
          </a:solidFill>
          <a:latin typeface="+mn-lt"/>
          <a:ea typeface="+mn-ea"/>
          <a:cs typeface="+mn-cs"/>
        </a:defRPr>
      </a:lvl6pPr>
      <a:lvl7pPr marL="1927956" algn="l" defTabSz="642652" rtl="0" eaLnBrk="1" latinLnBrk="0" hangingPunct="1">
        <a:defRPr sz="1300" kern="1200">
          <a:solidFill>
            <a:schemeClr val="tx1"/>
          </a:solidFill>
          <a:latin typeface="+mn-lt"/>
          <a:ea typeface="+mn-ea"/>
          <a:cs typeface="+mn-cs"/>
        </a:defRPr>
      </a:lvl7pPr>
      <a:lvl8pPr marL="2249284" algn="l" defTabSz="642652" rtl="0" eaLnBrk="1" latinLnBrk="0" hangingPunct="1">
        <a:defRPr sz="1300" kern="1200">
          <a:solidFill>
            <a:schemeClr val="tx1"/>
          </a:solidFill>
          <a:latin typeface="+mn-lt"/>
          <a:ea typeface="+mn-ea"/>
          <a:cs typeface="+mn-cs"/>
        </a:defRPr>
      </a:lvl8pPr>
      <a:lvl9pPr marL="2570608" algn="l" defTabSz="642652" rtl="0" eaLnBrk="1" latinLnBrk="0" hangingPunct="1">
        <a:defRPr sz="13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3332">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grpSp>
      <p:sp>
        <p:nvSpPr>
          <p:cNvPr id="120" name="Line 136"/>
          <p:cNvSpPr>
            <a:spLocks noChangeShapeType="1"/>
          </p:cNvSpPr>
          <p:nvPr/>
        </p:nvSpPr>
        <p:spPr bwMode="auto">
          <a:xfrm>
            <a:off x="46551"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332">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2089915709"/>
      </p:ext>
    </p:extLst>
  </p:cSld>
  <p:clrMap bg1="lt1" tx1="dk1" bg2="lt2" tx2="dk2" accent1="accent1" accent2="accent2" accent3="accent3" accent4="accent4" accent5="accent5" accent6="accent6" hlink="hlink" folHlink="folHlink"/>
  <p:sldLayoutIdLst>
    <p:sldLayoutId id="2147484996" r:id="rId1"/>
    <p:sldLayoutId id="2147484997" r:id="rId2"/>
    <p:sldLayoutId id="2147484998" r:id="rId3"/>
    <p:sldLayoutId id="2147484999" r:id="rId4"/>
    <p:sldLayoutId id="2147485000" r:id="rId5"/>
    <p:sldLayoutId id="2147485001" r:id="rId6"/>
    <p:sldLayoutId id="2147485002" r:id="rId7"/>
    <p:sldLayoutId id="2147485003" r:id="rId8"/>
    <p:sldLayoutId id="2147485004" r:id="rId9"/>
    <p:sldLayoutId id="2147485005" r:id="rId10"/>
    <p:sldLayoutId id="2147485006" r:id="rId11"/>
    <p:sldLayoutId id="2147485007" r:id="rId12"/>
    <p:sldLayoutId id="2147485008" r:id="rId13"/>
    <p:sldLayoutId id="2147485009" r:id="rId14"/>
    <p:sldLayoutId id="2147485010" r:id="rId15"/>
    <p:sldLayoutId id="2147485011" r:id="rId16"/>
    <p:sldLayoutId id="2147485012" r:id="rId17"/>
  </p:sldLayoutIdLst>
  <p:txStyles>
    <p:titleStyle>
      <a:lvl1pPr algn="ctr" defTabSz="1219008" rtl="0" eaLnBrk="1" latinLnBrk="0" hangingPunct="1">
        <a:spcBef>
          <a:spcPct val="0"/>
        </a:spcBef>
        <a:buNone/>
        <a:defRPr sz="5867" kern="1200">
          <a:solidFill>
            <a:schemeClr val="tx1"/>
          </a:solidFill>
          <a:latin typeface="+mj-lt"/>
          <a:ea typeface="+mj-ea"/>
          <a:cs typeface="+mj-cs"/>
        </a:defRPr>
      </a:lvl1pPr>
    </p:titleStyle>
    <p:bodyStyle>
      <a:lvl1pPr marL="457127" indent="-457127" algn="l" defTabSz="1219008"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445" indent="-380940" algn="l" defTabSz="1219008" rtl="0" eaLnBrk="1" latinLnBrk="0" hangingPunct="1">
        <a:spcBef>
          <a:spcPct val="20000"/>
        </a:spcBef>
        <a:buFont typeface="Arial" panose="020B0604020202020204" pitchFamily="34" charset="0"/>
        <a:buChar char="–"/>
        <a:defRPr sz="3732" kern="1200">
          <a:solidFill>
            <a:schemeClr val="tx1"/>
          </a:solidFill>
          <a:latin typeface="+mn-lt"/>
          <a:ea typeface="+mn-ea"/>
          <a:cs typeface="+mn-cs"/>
        </a:defRPr>
      </a:lvl2pPr>
      <a:lvl3pPr marL="1523761" indent="-304752" algn="l" defTabSz="1219008"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264"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769"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27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777"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28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785"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08" rtl="0" eaLnBrk="1" latinLnBrk="0" hangingPunct="1">
        <a:defRPr sz="2400" kern="1200">
          <a:solidFill>
            <a:schemeClr val="tx1"/>
          </a:solidFill>
          <a:latin typeface="+mn-lt"/>
          <a:ea typeface="+mn-ea"/>
          <a:cs typeface="+mn-cs"/>
        </a:defRPr>
      </a:lvl1pPr>
      <a:lvl2pPr marL="609503" algn="l" defTabSz="1219008" rtl="0" eaLnBrk="1" latinLnBrk="0" hangingPunct="1">
        <a:defRPr sz="2400" kern="1200">
          <a:solidFill>
            <a:schemeClr val="tx1"/>
          </a:solidFill>
          <a:latin typeface="+mn-lt"/>
          <a:ea typeface="+mn-ea"/>
          <a:cs typeface="+mn-cs"/>
        </a:defRPr>
      </a:lvl2pPr>
      <a:lvl3pPr marL="1219008" algn="l" defTabSz="1219008" rtl="0" eaLnBrk="1" latinLnBrk="0" hangingPunct="1">
        <a:defRPr sz="2400" kern="1200">
          <a:solidFill>
            <a:schemeClr val="tx1"/>
          </a:solidFill>
          <a:latin typeface="+mn-lt"/>
          <a:ea typeface="+mn-ea"/>
          <a:cs typeface="+mn-cs"/>
        </a:defRPr>
      </a:lvl3pPr>
      <a:lvl4pPr marL="1828512" algn="l" defTabSz="1219008" rtl="0" eaLnBrk="1" latinLnBrk="0" hangingPunct="1">
        <a:defRPr sz="2400" kern="1200">
          <a:solidFill>
            <a:schemeClr val="tx1"/>
          </a:solidFill>
          <a:latin typeface="+mn-lt"/>
          <a:ea typeface="+mn-ea"/>
          <a:cs typeface="+mn-cs"/>
        </a:defRPr>
      </a:lvl4pPr>
      <a:lvl5pPr marL="2438016" algn="l" defTabSz="1219008" rtl="0" eaLnBrk="1" latinLnBrk="0" hangingPunct="1">
        <a:defRPr sz="2400" kern="1200">
          <a:solidFill>
            <a:schemeClr val="tx1"/>
          </a:solidFill>
          <a:latin typeface="+mn-lt"/>
          <a:ea typeface="+mn-ea"/>
          <a:cs typeface="+mn-cs"/>
        </a:defRPr>
      </a:lvl5pPr>
      <a:lvl6pPr marL="3047521" algn="l" defTabSz="1219008" rtl="0" eaLnBrk="1" latinLnBrk="0" hangingPunct="1">
        <a:defRPr sz="2400" kern="1200">
          <a:solidFill>
            <a:schemeClr val="tx1"/>
          </a:solidFill>
          <a:latin typeface="+mn-lt"/>
          <a:ea typeface="+mn-ea"/>
          <a:cs typeface="+mn-cs"/>
        </a:defRPr>
      </a:lvl6pPr>
      <a:lvl7pPr marL="3657025" algn="l" defTabSz="1219008" rtl="0" eaLnBrk="1" latinLnBrk="0" hangingPunct="1">
        <a:defRPr sz="2400" kern="1200">
          <a:solidFill>
            <a:schemeClr val="tx1"/>
          </a:solidFill>
          <a:latin typeface="+mn-lt"/>
          <a:ea typeface="+mn-ea"/>
          <a:cs typeface="+mn-cs"/>
        </a:defRPr>
      </a:lvl7pPr>
      <a:lvl8pPr marL="4266529" algn="l" defTabSz="1219008" rtl="0" eaLnBrk="1" latinLnBrk="0" hangingPunct="1">
        <a:defRPr sz="2400" kern="1200">
          <a:solidFill>
            <a:schemeClr val="tx1"/>
          </a:solidFill>
          <a:latin typeface="+mn-lt"/>
          <a:ea typeface="+mn-ea"/>
          <a:cs typeface="+mn-cs"/>
        </a:defRPr>
      </a:lvl8pPr>
      <a:lvl9pPr marL="4876034" algn="l" defTabSz="1219008"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6"/>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80778278"/>
      </p:ext>
    </p:extLst>
  </p:cSld>
  <p:clrMap bg1="lt1" tx1="dk1" bg2="lt2" tx2="dk2" accent1="accent1" accent2="accent2" accent3="accent3" accent4="accent4" accent5="accent5" accent6="accent6" hlink="hlink" folHlink="folHlink"/>
  <p:sldLayoutIdLst>
    <p:sldLayoutId id="2147485045" r:id="rId1"/>
    <p:sldLayoutId id="2147485046" r:id="rId2"/>
    <p:sldLayoutId id="2147485047" r:id="rId3"/>
    <p:sldLayoutId id="2147485048" r:id="rId4"/>
    <p:sldLayoutId id="2147485049" r:id="rId5"/>
    <p:sldLayoutId id="2147485050" r:id="rId6"/>
    <p:sldLayoutId id="2147485051" r:id="rId7"/>
    <p:sldLayoutId id="2147485052" r:id="rId8"/>
    <p:sldLayoutId id="2147485053" r:id="rId9"/>
    <p:sldLayoutId id="2147485054" r:id="rId10"/>
    <p:sldLayoutId id="2147485055" r:id="rId11"/>
    <p:sldLayoutId id="2147485056" r:id="rId12"/>
    <p:sldLayoutId id="2147485057" r:id="rId13"/>
    <p:sldLayoutId id="2147485058" r:id="rId14"/>
    <p:sldLayoutId id="2147485059" r:id="rId15"/>
    <p:sldLayoutId id="2147485060" r:id="rId16"/>
    <p:sldLayoutId id="2147485061" r:id="rId17"/>
    <p:sldLayoutId id="2147485062" r:id="rId18"/>
    <p:sldLayoutId id="2147485063" r:id="rId19"/>
    <p:sldLayoutId id="2147485064" r:id="rId20"/>
    <p:sldLayoutId id="2147485065" r:id="rId21"/>
    <p:sldLayoutId id="2147485066" r:id="rId22"/>
    <p:sldLayoutId id="2147485067" r:id="rId23"/>
    <p:sldLayoutId id="2147485068" r:id="rId24"/>
    <p:sldLayoutId id="2147485069" r:id="rId25"/>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48" algn="ctr" rtl="0" fontAlgn="base">
        <a:spcBef>
          <a:spcPct val="0"/>
        </a:spcBef>
        <a:spcAft>
          <a:spcPct val="0"/>
        </a:spcAft>
        <a:defRPr sz="3100">
          <a:solidFill>
            <a:schemeClr val="tx2"/>
          </a:solidFill>
          <a:latin typeface="Arial" charset="0"/>
          <a:ea typeface="宋体" pitchFamily="2" charset="-122"/>
        </a:defRPr>
      </a:lvl6pPr>
      <a:lvl7pPr marL="642700" algn="ctr" rtl="0" fontAlgn="base">
        <a:spcBef>
          <a:spcPct val="0"/>
        </a:spcBef>
        <a:spcAft>
          <a:spcPct val="0"/>
        </a:spcAft>
        <a:defRPr sz="3100">
          <a:solidFill>
            <a:schemeClr val="tx2"/>
          </a:solidFill>
          <a:latin typeface="Arial" charset="0"/>
          <a:ea typeface="宋体" pitchFamily="2" charset="-122"/>
        </a:defRPr>
      </a:lvl7pPr>
      <a:lvl8pPr marL="964048" algn="ctr" rtl="0" fontAlgn="base">
        <a:spcBef>
          <a:spcPct val="0"/>
        </a:spcBef>
        <a:spcAft>
          <a:spcPct val="0"/>
        </a:spcAft>
        <a:defRPr sz="3100">
          <a:solidFill>
            <a:schemeClr val="tx2"/>
          </a:solidFill>
          <a:latin typeface="Arial" charset="0"/>
          <a:ea typeface="宋体" pitchFamily="2" charset="-122"/>
        </a:defRPr>
      </a:lvl8pPr>
      <a:lvl9pPr marL="1285396" algn="ctr" rtl="0" fontAlgn="base">
        <a:spcBef>
          <a:spcPct val="0"/>
        </a:spcBef>
        <a:spcAft>
          <a:spcPct val="0"/>
        </a:spcAft>
        <a:defRPr sz="3100">
          <a:solidFill>
            <a:schemeClr val="tx2"/>
          </a:solidFill>
          <a:latin typeface="Arial" charset="0"/>
          <a:ea typeface="宋体" pitchFamily="2" charset="-122"/>
        </a:defRPr>
      </a:lvl9pPr>
    </p:titleStyle>
    <p:bodyStyle>
      <a:lvl1pPr marL="241013" indent="-241013" algn="l" rtl="0" eaLnBrk="0" fontAlgn="base" hangingPunct="0">
        <a:spcBef>
          <a:spcPct val="20000"/>
        </a:spcBef>
        <a:spcAft>
          <a:spcPct val="0"/>
        </a:spcAft>
        <a:buChar char="•"/>
        <a:defRPr sz="2200">
          <a:solidFill>
            <a:schemeClr val="tx1"/>
          </a:solidFill>
          <a:latin typeface="+mn-lt"/>
          <a:ea typeface="+mn-ea"/>
          <a:cs typeface="+mn-cs"/>
        </a:defRPr>
      </a:lvl1pPr>
      <a:lvl2pPr marL="522191" indent="-201960" algn="l" rtl="0" eaLnBrk="0" fontAlgn="base" hangingPunct="0">
        <a:spcBef>
          <a:spcPct val="20000"/>
        </a:spcBef>
        <a:spcAft>
          <a:spcPct val="0"/>
        </a:spcAft>
        <a:buChar char="–"/>
        <a:defRPr sz="2000">
          <a:solidFill>
            <a:schemeClr val="tx1"/>
          </a:solidFill>
          <a:latin typeface="+mn-lt"/>
          <a:ea typeface="+mn-ea"/>
        </a:defRPr>
      </a:lvl2pPr>
      <a:lvl3pPr marL="803373" indent="-160676" algn="l" rtl="0" eaLnBrk="0" fontAlgn="base" hangingPunct="0">
        <a:spcBef>
          <a:spcPct val="20000"/>
        </a:spcBef>
        <a:spcAft>
          <a:spcPct val="0"/>
        </a:spcAft>
        <a:buChar char="•"/>
        <a:defRPr sz="1700">
          <a:solidFill>
            <a:schemeClr val="tx1"/>
          </a:solidFill>
          <a:latin typeface="+mn-lt"/>
          <a:ea typeface="+mn-ea"/>
        </a:defRPr>
      </a:lvl3pPr>
      <a:lvl4pPr marL="1124725" indent="-161791" algn="l" rtl="0" eaLnBrk="0" fontAlgn="base" hangingPunct="0">
        <a:spcBef>
          <a:spcPct val="20000"/>
        </a:spcBef>
        <a:spcAft>
          <a:spcPct val="0"/>
        </a:spcAft>
        <a:buChar char="–"/>
        <a:defRPr sz="1400">
          <a:solidFill>
            <a:schemeClr val="tx1"/>
          </a:solidFill>
          <a:latin typeface="+mn-lt"/>
          <a:ea typeface="+mn-ea"/>
        </a:defRPr>
      </a:lvl4pPr>
      <a:lvl5pPr marL="1446073" indent="-160676" algn="l" rtl="0" eaLnBrk="0" fontAlgn="base" hangingPunct="0">
        <a:spcBef>
          <a:spcPct val="20000"/>
        </a:spcBef>
        <a:spcAft>
          <a:spcPct val="0"/>
        </a:spcAft>
        <a:buChar char="»"/>
        <a:defRPr sz="1400">
          <a:solidFill>
            <a:schemeClr val="tx1"/>
          </a:solidFill>
          <a:latin typeface="+mn-lt"/>
          <a:ea typeface="+mn-ea"/>
        </a:defRPr>
      </a:lvl5pPr>
      <a:lvl6pPr marL="1767422" indent="-160676" algn="l" rtl="0" fontAlgn="base">
        <a:spcBef>
          <a:spcPct val="20000"/>
        </a:spcBef>
        <a:spcAft>
          <a:spcPct val="0"/>
        </a:spcAft>
        <a:buChar char="»"/>
        <a:defRPr sz="1400">
          <a:solidFill>
            <a:schemeClr val="tx1"/>
          </a:solidFill>
          <a:latin typeface="+mn-lt"/>
          <a:ea typeface="+mn-ea"/>
        </a:defRPr>
      </a:lvl6pPr>
      <a:lvl7pPr marL="2088773" indent="-160676" algn="l" rtl="0" fontAlgn="base">
        <a:spcBef>
          <a:spcPct val="20000"/>
        </a:spcBef>
        <a:spcAft>
          <a:spcPct val="0"/>
        </a:spcAft>
        <a:buChar char="»"/>
        <a:defRPr sz="1400">
          <a:solidFill>
            <a:schemeClr val="tx1"/>
          </a:solidFill>
          <a:latin typeface="+mn-lt"/>
          <a:ea typeface="+mn-ea"/>
        </a:defRPr>
      </a:lvl7pPr>
      <a:lvl8pPr marL="2410121" indent="-160676" algn="l" rtl="0" fontAlgn="base">
        <a:spcBef>
          <a:spcPct val="20000"/>
        </a:spcBef>
        <a:spcAft>
          <a:spcPct val="0"/>
        </a:spcAft>
        <a:buChar char="»"/>
        <a:defRPr sz="1400">
          <a:solidFill>
            <a:schemeClr val="tx1"/>
          </a:solidFill>
          <a:latin typeface="+mn-lt"/>
          <a:ea typeface="+mn-ea"/>
        </a:defRPr>
      </a:lvl8pPr>
      <a:lvl9pPr marL="2731469" indent="-160676"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00" rtl="0" eaLnBrk="1" latinLnBrk="0" hangingPunct="1">
        <a:defRPr sz="1300" kern="1200">
          <a:solidFill>
            <a:schemeClr val="tx1"/>
          </a:solidFill>
          <a:latin typeface="+mn-lt"/>
          <a:ea typeface="+mn-ea"/>
          <a:cs typeface="+mn-cs"/>
        </a:defRPr>
      </a:lvl1pPr>
      <a:lvl2pPr marL="321348" algn="l" defTabSz="642700" rtl="0" eaLnBrk="1" latinLnBrk="0" hangingPunct="1">
        <a:defRPr sz="1300" kern="1200">
          <a:solidFill>
            <a:schemeClr val="tx1"/>
          </a:solidFill>
          <a:latin typeface="+mn-lt"/>
          <a:ea typeface="+mn-ea"/>
          <a:cs typeface="+mn-cs"/>
        </a:defRPr>
      </a:lvl2pPr>
      <a:lvl3pPr marL="642700" algn="l" defTabSz="642700" rtl="0" eaLnBrk="1" latinLnBrk="0" hangingPunct="1">
        <a:defRPr sz="1300" kern="1200">
          <a:solidFill>
            <a:schemeClr val="tx1"/>
          </a:solidFill>
          <a:latin typeface="+mn-lt"/>
          <a:ea typeface="+mn-ea"/>
          <a:cs typeface="+mn-cs"/>
        </a:defRPr>
      </a:lvl3pPr>
      <a:lvl4pPr marL="964048" algn="l" defTabSz="642700" rtl="0" eaLnBrk="1" latinLnBrk="0" hangingPunct="1">
        <a:defRPr sz="1300" kern="1200">
          <a:solidFill>
            <a:schemeClr val="tx1"/>
          </a:solidFill>
          <a:latin typeface="+mn-lt"/>
          <a:ea typeface="+mn-ea"/>
          <a:cs typeface="+mn-cs"/>
        </a:defRPr>
      </a:lvl4pPr>
      <a:lvl5pPr marL="1285396" algn="l" defTabSz="642700" rtl="0" eaLnBrk="1" latinLnBrk="0" hangingPunct="1">
        <a:defRPr sz="1300" kern="1200">
          <a:solidFill>
            <a:schemeClr val="tx1"/>
          </a:solidFill>
          <a:latin typeface="+mn-lt"/>
          <a:ea typeface="+mn-ea"/>
          <a:cs typeface="+mn-cs"/>
        </a:defRPr>
      </a:lvl5pPr>
      <a:lvl6pPr marL="1606749" algn="l" defTabSz="642700" rtl="0" eaLnBrk="1" latinLnBrk="0" hangingPunct="1">
        <a:defRPr sz="1300" kern="1200">
          <a:solidFill>
            <a:schemeClr val="tx1"/>
          </a:solidFill>
          <a:latin typeface="+mn-lt"/>
          <a:ea typeface="+mn-ea"/>
          <a:cs typeface="+mn-cs"/>
        </a:defRPr>
      </a:lvl6pPr>
      <a:lvl7pPr marL="1928096" algn="l" defTabSz="642700" rtl="0" eaLnBrk="1" latinLnBrk="0" hangingPunct="1">
        <a:defRPr sz="1300" kern="1200">
          <a:solidFill>
            <a:schemeClr val="tx1"/>
          </a:solidFill>
          <a:latin typeface="+mn-lt"/>
          <a:ea typeface="+mn-ea"/>
          <a:cs typeface="+mn-cs"/>
        </a:defRPr>
      </a:lvl7pPr>
      <a:lvl8pPr marL="2249446" algn="l" defTabSz="642700" rtl="0" eaLnBrk="1" latinLnBrk="0" hangingPunct="1">
        <a:defRPr sz="1300" kern="1200">
          <a:solidFill>
            <a:schemeClr val="tx1"/>
          </a:solidFill>
          <a:latin typeface="+mn-lt"/>
          <a:ea typeface="+mn-ea"/>
          <a:cs typeface="+mn-cs"/>
        </a:defRPr>
      </a:lvl8pPr>
      <a:lvl9pPr marL="2570794" algn="l" defTabSz="642700" rtl="0" eaLnBrk="1" latinLnBrk="0" hangingPunct="1">
        <a:defRPr sz="13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4">
            <a:extLst>
              <a:ext uri="{28A0092B-C50C-407E-A947-70E740481C1C}">
                <a14:useLocalDpi xmlns:a14="http://schemas.microsoft.com/office/drawing/2010/main" val="0"/>
              </a:ext>
            </a:extLst>
          </a:blip>
          <a:srcRect b="91440"/>
          <a:stretch/>
        </p:blipFill>
        <p:spPr>
          <a:xfrm>
            <a:off x="0" y="0"/>
            <a:ext cx="12192000" cy="587029"/>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5"/>
          <a:stretch>
            <a:fillRect/>
          </a:stretch>
        </p:blipFill>
        <p:spPr>
          <a:xfrm>
            <a:off x="104820" y="9961"/>
            <a:ext cx="793019" cy="589809"/>
          </a:xfrm>
          <a:prstGeom prst="rect">
            <a:avLst/>
          </a:prstGeom>
        </p:spPr>
      </p:pic>
    </p:spTree>
    <p:extLst>
      <p:ext uri="{BB962C8B-B14F-4D97-AF65-F5344CB8AC3E}">
        <p14:creationId xmlns:p14="http://schemas.microsoft.com/office/powerpoint/2010/main" val="1700741087"/>
      </p:ext>
    </p:extLst>
  </p:cSld>
  <p:clrMap bg1="lt1" tx1="dk1" bg2="lt2" tx2="dk2" accent1="accent1" accent2="accent2" accent3="accent3" accent4="accent4" accent5="accent5" accent6="accent6" hlink="hlink" folHlink="folHlink"/>
  <p:sldLayoutIdLst>
    <p:sldLayoutId id="2147485106" r:id="rId1"/>
    <p:sldLayoutId id="2147485107" r:id="rId2"/>
    <p:sldLayoutId id="2147485108" r:id="rId3"/>
    <p:sldLayoutId id="2147485109" r:id="rId4"/>
    <p:sldLayoutId id="2147485110" r:id="rId5"/>
    <p:sldLayoutId id="2147485111" r:id="rId6"/>
    <p:sldLayoutId id="2147485112" r:id="rId7"/>
    <p:sldLayoutId id="2147485113" r:id="rId8"/>
    <p:sldLayoutId id="2147485114" r:id="rId9"/>
    <p:sldLayoutId id="2147485115" r:id="rId10"/>
    <p:sldLayoutId id="2147485116" r:id="rId11"/>
    <p:sldLayoutId id="2147485117" r:id="rId12"/>
    <p:sldLayoutId id="2147485118" r:id="rId13"/>
    <p:sldLayoutId id="2147485119" r:id="rId14"/>
    <p:sldLayoutId id="2147485120" r:id="rId15"/>
    <p:sldLayoutId id="2147485121" r:id="rId16"/>
    <p:sldLayoutId id="2147485122" r:id="rId17"/>
    <p:sldLayoutId id="2147485123" r:id="rId18"/>
    <p:sldLayoutId id="2147485124" r:id="rId19"/>
    <p:sldLayoutId id="2147485125" r:id="rId20"/>
    <p:sldLayoutId id="2147485126" r:id="rId21"/>
    <p:sldLayoutId id="2147485127" r:id="rId22"/>
  </p:sldLayoutIdLst>
  <mc:AlternateContent xmlns:mc="http://schemas.openxmlformats.org/markup-compatibility/2006" xmlns:p14="http://schemas.microsoft.com/office/powerpoint/2010/main">
    <mc:Choice Requires="p14">
      <p:transition p14:dur="250"/>
    </mc:Choice>
    <mc:Fallback xmlns="">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00" algn="ctr" rtl="0" fontAlgn="base">
        <a:spcBef>
          <a:spcPct val="0"/>
        </a:spcBef>
        <a:spcAft>
          <a:spcPct val="0"/>
        </a:spcAft>
        <a:defRPr sz="3100">
          <a:solidFill>
            <a:schemeClr val="tx2"/>
          </a:solidFill>
          <a:latin typeface="Arial" charset="0"/>
          <a:ea typeface="宋体" pitchFamily="2" charset="-122"/>
        </a:defRPr>
      </a:lvl6pPr>
      <a:lvl7pPr marL="642803" algn="ctr" rtl="0" fontAlgn="base">
        <a:spcBef>
          <a:spcPct val="0"/>
        </a:spcBef>
        <a:spcAft>
          <a:spcPct val="0"/>
        </a:spcAft>
        <a:defRPr sz="3100">
          <a:solidFill>
            <a:schemeClr val="tx2"/>
          </a:solidFill>
          <a:latin typeface="Arial" charset="0"/>
          <a:ea typeface="宋体" pitchFamily="2" charset="-122"/>
        </a:defRPr>
      </a:lvl7pPr>
      <a:lvl8pPr marL="964204" algn="ctr" rtl="0" fontAlgn="base">
        <a:spcBef>
          <a:spcPct val="0"/>
        </a:spcBef>
        <a:spcAft>
          <a:spcPct val="0"/>
        </a:spcAft>
        <a:defRPr sz="3100">
          <a:solidFill>
            <a:schemeClr val="tx2"/>
          </a:solidFill>
          <a:latin typeface="Arial" charset="0"/>
          <a:ea typeface="宋体" pitchFamily="2" charset="-122"/>
        </a:defRPr>
      </a:lvl8pPr>
      <a:lvl9pPr marL="1285604" algn="ctr" rtl="0" fontAlgn="base">
        <a:spcBef>
          <a:spcPct val="0"/>
        </a:spcBef>
        <a:spcAft>
          <a:spcPct val="0"/>
        </a:spcAft>
        <a:defRPr sz="3100">
          <a:solidFill>
            <a:schemeClr val="tx2"/>
          </a:solidFill>
          <a:latin typeface="Arial" charset="0"/>
          <a:ea typeface="宋体" pitchFamily="2" charset="-122"/>
        </a:defRPr>
      </a:lvl9pPr>
    </p:titleStyle>
    <p:bodyStyle>
      <a:lvl1pPr marL="241050" indent="-241050" algn="l" rtl="0" eaLnBrk="0" fontAlgn="base" hangingPunct="0">
        <a:spcBef>
          <a:spcPct val="20000"/>
        </a:spcBef>
        <a:spcAft>
          <a:spcPct val="0"/>
        </a:spcAft>
        <a:buChar char="•"/>
        <a:defRPr sz="2200">
          <a:solidFill>
            <a:schemeClr val="tx1"/>
          </a:solidFill>
          <a:latin typeface="+mn-lt"/>
          <a:ea typeface="+mn-ea"/>
          <a:cs typeface="+mn-cs"/>
        </a:defRPr>
      </a:lvl1pPr>
      <a:lvl2pPr marL="522276" indent="-201992" algn="l" rtl="0" eaLnBrk="0" fontAlgn="base" hangingPunct="0">
        <a:spcBef>
          <a:spcPct val="20000"/>
        </a:spcBef>
        <a:spcAft>
          <a:spcPct val="0"/>
        </a:spcAft>
        <a:buChar char="–"/>
        <a:defRPr sz="2000">
          <a:solidFill>
            <a:schemeClr val="tx1"/>
          </a:solidFill>
          <a:latin typeface="+mn-lt"/>
          <a:ea typeface="+mn-ea"/>
        </a:defRPr>
      </a:lvl2pPr>
      <a:lvl3pPr marL="803503" indent="-160701" algn="l" rtl="0" eaLnBrk="0" fontAlgn="base" hangingPunct="0">
        <a:spcBef>
          <a:spcPct val="20000"/>
        </a:spcBef>
        <a:spcAft>
          <a:spcPct val="0"/>
        </a:spcAft>
        <a:buChar char="•"/>
        <a:defRPr sz="1700">
          <a:solidFill>
            <a:schemeClr val="tx1"/>
          </a:solidFill>
          <a:latin typeface="+mn-lt"/>
          <a:ea typeface="+mn-ea"/>
        </a:defRPr>
      </a:lvl3pPr>
      <a:lvl4pPr marL="1124905" indent="-161817" algn="l" rtl="0" eaLnBrk="0" fontAlgn="base" hangingPunct="0">
        <a:spcBef>
          <a:spcPct val="20000"/>
        </a:spcBef>
        <a:spcAft>
          <a:spcPct val="0"/>
        </a:spcAft>
        <a:buChar char="–"/>
        <a:defRPr sz="1400">
          <a:solidFill>
            <a:schemeClr val="tx1"/>
          </a:solidFill>
          <a:latin typeface="+mn-lt"/>
          <a:ea typeface="+mn-ea"/>
        </a:defRPr>
      </a:lvl4pPr>
      <a:lvl5pPr marL="1446305" indent="-160701" algn="l" rtl="0" eaLnBrk="0" fontAlgn="base" hangingPunct="0">
        <a:spcBef>
          <a:spcPct val="20000"/>
        </a:spcBef>
        <a:spcAft>
          <a:spcPct val="0"/>
        </a:spcAft>
        <a:buChar char="»"/>
        <a:defRPr sz="1400">
          <a:solidFill>
            <a:schemeClr val="tx1"/>
          </a:solidFill>
          <a:latin typeface="+mn-lt"/>
          <a:ea typeface="+mn-ea"/>
        </a:defRPr>
      </a:lvl5pPr>
      <a:lvl6pPr marL="1767706" indent="-160701" algn="l" rtl="0" fontAlgn="base">
        <a:spcBef>
          <a:spcPct val="20000"/>
        </a:spcBef>
        <a:spcAft>
          <a:spcPct val="0"/>
        </a:spcAft>
        <a:buChar char="»"/>
        <a:defRPr sz="1400">
          <a:solidFill>
            <a:schemeClr val="tx1"/>
          </a:solidFill>
          <a:latin typeface="+mn-lt"/>
          <a:ea typeface="+mn-ea"/>
        </a:defRPr>
      </a:lvl6pPr>
      <a:lvl7pPr marL="2089108" indent="-160701" algn="l" rtl="0" fontAlgn="base">
        <a:spcBef>
          <a:spcPct val="20000"/>
        </a:spcBef>
        <a:spcAft>
          <a:spcPct val="0"/>
        </a:spcAft>
        <a:buChar char="»"/>
        <a:defRPr sz="1400">
          <a:solidFill>
            <a:schemeClr val="tx1"/>
          </a:solidFill>
          <a:latin typeface="+mn-lt"/>
          <a:ea typeface="+mn-ea"/>
        </a:defRPr>
      </a:lvl7pPr>
      <a:lvl8pPr marL="2410509" indent="-160701" algn="l" rtl="0" fontAlgn="base">
        <a:spcBef>
          <a:spcPct val="20000"/>
        </a:spcBef>
        <a:spcAft>
          <a:spcPct val="0"/>
        </a:spcAft>
        <a:buChar char="»"/>
        <a:defRPr sz="1400">
          <a:solidFill>
            <a:schemeClr val="tx1"/>
          </a:solidFill>
          <a:latin typeface="+mn-lt"/>
          <a:ea typeface="+mn-ea"/>
        </a:defRPr>
      </a:lvl8pPr>
      <a:lvl9pPr marL="2731909" indent="-160701"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03" rtl="0" eaLnBrk="1" latinLnBrk="0" hangingPunct="1">
        <a:defRPr sz="1300" kern="1200">
          <a:solidFill>
            <a:schemeClr val="tx1"/>
          </a:solidFill>
          <a:latin typeface="+mn-lt"/>
          <a:ea typeface="+mn-ea"/>
          <a:cs typeface="+mn-cs"/>
        </a:defRPr>
      </a:lvl1pPr>
      <a:lvl2pPr marL="321400" algn="l" defTabSz="642803" rtl="0" eaLnBrk="1" latinLnBrk="0" hangingPunct="1">
        <a:defRPr sz="1300" kern="1200">
          <a:solidFill>
            <a:schemeClr val="tx1"/>
          </a:solidFill>
          <a:latin typeface="+mn-lt"/>
          <a:ea typeface="+mn-ea"/>
          <a:cs typeface="+mn-cs"/>
        </a:defRPr>
      </a:lvl2pPr>
      <a:lvl3pPr marL="642803" algn="l" defTabSz="642803" rtl="0" eaLnBrk="1" latinLnBrk="0" hangingPunct="1">
        <a:defRPr sz="1300" kern="1200">
          <a:solidFill>
            <a:schemeClr val="tx1"/>
          </a:solidFill>
          <a:latin typeface="+mn-lt"/>
          <a:ea typeface="+mn-ea"/>
          <a:cs typeface="+mn-cs"/>
        </a:defRPr>
      </a:lvl3pPr>
      <a:lvl4pPr marL="964204" algn="l" defTabSz="642803" rtl="0" eaLnBrk="1" latinLnBrk="0" hangingPunct="1">
        <a:defRPr sz="1300" kern="1200">
          <a:solidFill>
            <a:schemeClr val="tx1"/>
          </a:solidFill>
          <a:latin typeface="+mn-lt"/>
          <a:ea typeface="+mn-ea"/>
          <a:cs typeface="+mn-cs"/>
        </a:defRPr>
      </a:lvl4pPr>
      <a:lvl5pPr marL="1285604" algn="l" defTabSz="642803" rtl="0" eaLnBrk="1" latinLnBrk="0" hangingPunct="1">
        <a:defRPr sz="1300" kern="1200">
          <a:solidFill>
            <a:schemeClr val="tx1"/>
          </a:solidFill>
          <a:latin typeface="+mn-lt"/>
          <a:ea typeface="+mn-ea"/>
          <a:cs typeface="+mn-cs"/>
        </a:defRPr>
      </a:lvl5pPr>
      <a:lvl6pPr marL="1607006" algn="l" defTabSz="642803" rtl="0" eaLnBrk="1" latinLnBrk="0" hangingPunct="1">
        <a:defRPr sz="1300" kern="1200">
          <a:solidFill>
            <a:schemeClr val="tx1"/>
          </a:solidFill>
          <a:latin typeface="+mn-lt"/>
          <a:ea typeface="+mn-ea"/>
          <a:cs typeface="+mn-cs"/>
        </a:defRPr>
      </a:lvl6pPr>
      <a:lvl7pPr marL="1928406" algn="l" defTabSz="642803" rtl="0" eaLnBrk="1" latinLnBrk="0" hangingPunct="1">
        <a:defRPr sz="1300" kern="1200">
          <a:solidFill>
            <a:schemeClr val="tx1"/>
          </a:solidFill>
          <a:latin typeface="+mn-lt"/>
          <a:ea typeface="+mn-ea"/>
          <a:cs typeface="+mn-cs"/>
        </a:defRPr>
      </a:lvl7pPr>
      <a:lvl8pPr marL="2249808" algn="l" defTabSz="642803" rtl="0" eaLnBrk="1" latinLnBrk="0" hangingPunct="1">
        <a:defRPr sz="1300" kern="1200">
          <a:solidFill>
            <a:schemeClr val="tx1"/>
          </a:solidFill>
          <a:latin typeface="+mn-lt"/>
          <a:ea typeface="+mn-ea"/>
          <a:cs typeface="+mn-cs"/>
        </a:defRPr>
      </a:lvl8pPr>
      <a:lvl9pPr marL="2571209" algn="l" defTabSz="642803"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B447E-148E-C5AE-EEA1-A6565EC897CA}"/>
              </a:ext>
            </a:extLst>
          </p:cNvPr>
          <p:cNvSpPr txBox="1">
            <a:spLocks/>
          </p:cNvSpPr>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1.2</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zh-CN" altLang="en-US" b="0" dirty="0">
                <a:ea typeface="华光综艺_CNKI" panose="02000500000000000000" pitchFamily="2" charset="-122"/>
              </a:rPr>
              <a:t>大数据基本概念</a:t>
            </a:r>
            <a:endParaRPr lang="en-US" altLang="zh-CN" b="0" dirty="0">
              <a:ea typeface="华光综艺_CNKI" panose="02000500000000000000" pitchFamily="2" charset="-122"/>
            </a:endParaRPr>
          </a:p>
        </p:txBody>
      </p:sp>
    </p:spTree>
    <p:extLst>
      <p:ext uri="{BB962C8B-B14F-4D97-AF65-F5344CB8AC3E}">
        <p14:creationId xmlns:p14="http://schemas.microsoft.com/office/powerpoint/2010/main" val="215987143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54027-EF29-9991-27AA-F94659A231A4}"/>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B278D8C6-54EC-6F90-8D39-AC3F963CAA84}"/>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大数据定义</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9" name="Rectangle 3">
            <a:extLst>
              <a:ext uri="{FF2B5EF4-FFF2-40B4-BE49-F238E27FC236}">
                <a16:creationId xmlns:a16="http://schemas.microsoft.com/office/drawing/2014/main" id="{D35D4B36-27A2-9691-0B83-3975094AFF5F}"/>
              </a:ext>
            </a:extLst>
          </p:cNvPr>
          <p:cNvSpPr txBox="1">
            <a:spLocks noChangeArrowheads="1"/>
          </p:cNvSpPr>
          <p:nvPr/>
        </p:nvSpPr>
        <p:spPr>
          <a:xfrm>
            <a:off x="1071050" y="1743122"/>
            <a:ext cx="9717512" cy="361065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200000"/>
              </a:lnSpc>
              <a:spcBef>
                <a:spcPct val="0"/>
              </a:spcBef>
              <a:spcAft>
                <a:spcPct val="0"/>
              </a:spcAft>
              <a:buNone/>
            </a:pPr>
            <a:r>
              <a:rPr lang="zh-CN" altLang="en-US" b="1" dirty="0">
                <a:solidFill>
                  <a:srgbClr val="0245AD"/>
                </a:solidFill>
                <a:latin typeface="微软雅黑" pitchFamily="34" charset="-122"/>
                <a:ea typeface="微软雅黑" pitchFamily="34" charset="-122"/>
                <a:cs typeface="+mj-cs"/>
              </a:rPr>
              <a:t>  大数据是指数据规模和增长速度使常用软件工具无法在短时间内获取、存储、分析和管理，而需要新的处理模式，如并行化、分布式等，来实现更可靠决策支撑，更深刻洞察发现和更迅捷流转优化的数据集</a:t>
            </a:r>
          </a:p>
        </p:txBody>
      </p:sp>
    </p:spTree>
    <p:extLst>
      <p:ext uri="{BB962C8B-B14F-4D97-AF65-F5344CB8AC3E}">
        <p14:creationId xmlns:p14="http://schemas.microsoft.com/office/powerpoint/2010/main" val="28748665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EBBE6-0C70-46A3-A5B0-51429E197088}"/>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208C90E2-CC1F-D9F0-BA6A-AA101A163DFD}"/>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大数据定义</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Rectangle 3">
            <a:extLst>
              <a:ext uri="{FF2B5EF4-FFF2-40B4-BE49-F238E27FC236}">
                <a16:creationId xmlns:a16="http://schemas.microsoft.com/office/drawing/2014/main" id="{7B119274-D94E-F274-DA99-64F804B19B90}"/>
              </a:ext>
            </a:extLst>
          </p:cNvPr>
          <p:cNvSpPr txBox="1">
            <a:spLocks noChangeArrowheads="1"/>
          </p:cNvSpPr>
          <p:nvPr/>
        </p:nvSpPr>
        <p:spPr>
          <a:xfrm>
            <a:off x="678032" y="1544902"/>
            <a:ext cx="10835936" cy="432650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eaLnBrk="0" fontAlgn="base" hangingPunct="0">
              <a:lnSpc>
                <a:spcPct val="150000"/>
              </a:lnSpc>
              <a:spcBef>
                <a:spcPct val="0"/>
              </a:spcBef>
              <a:spcAft>
                <a:spcPct val="0"/>
              </a:spcAft>
            </a:pPr>
            <a:r>
              <a:rPr lang="zh-CN" altLang="en-US" sz="2400" b="1" dirty="0">
                <a:solidFill>
                  <a:srgbClr val="0245AD"/>
                </a:solidFill>
                <a:latin typeface="微软雅黑" pitchFamily="34" charset="-122"/>
                <a:ea typeface="微软雅黑" pitchFamily="34" charset="-122"/>
                <a:cs typeface="+mj-cs"/>
              </a:rPr>
              <a:t>数据经济：</a:t>
            </a:r>
            <a:r>
              <a:rPr lang="zh-CN" altLang="en-US" sz="2400" b="1" dirty="0">
                <a:latin typeface="微软雅黑" panose="020B0503020204020204" pitchFamily="34" charset="-122"/>
                <a:ea typeface="微软雅黑" panose="020B0503020204020204" pitchFamily="34" charset="-122"/>
              </a:rPr>
              <a:t>将数据视为一种新的生产要素，通过采集、传输、存储、处理和分析数据来创造经济价值的经济形态。</a:t>
            </a:r>
          </a:p>
          <a:p>
            <a:pPr lvl="1">
              <a:lnSpc>
                <a:spcPct val="150000"/>
              </a:lnSpc>
              <a:buSzPct val="80000"/>
            </a:pPr>
            <a:r>
              <a:rPr lang="zh-CN" altLang="en-US" sz="1800" dirty="0">
                <a:latin typeface="微软雅黑" panose="020B0503020204020204" pitchFamily="34" charset="-122"/>
                <a:ea typeface="微软雅黑" panose="020B0503020204020204" pitchFamily="34" charset="-122"/>
              </a:rPr>
              <a:t>这一理念在</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国务院关于积极推进大数据发展应用加快建设数字中国 的指导意见</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等政府政策文件中多次体现)</a:t>
            </a:r>
          </a:p>
          <a:p>
            <a:pPr marL="0" eaLnBrk="0" fontAlgn="base" hangingPunct="0">
              <a:lnSpc>
                <a:spcPct val="150000"/>
              </a:lnSpc>
              <a:spcBef>
                <a:spcPct val="0"/>
              </a:spcBef>
              <a:spcAft>
                <a:spcPct val="0"/>
              </a:spcAft>
            </a:pPr>
            <a:r>
              <a:rPr lang="zh-CN" altLang="en-US" sz="2400" b="1" dirty="0">
                <a:solidFill>
                  <a:srgbClr val="0245AD"/>
                </a:solidFill>
                <a:latin typeface="微软雅黑" pitchFamily="34" charset="-122"/>
                <a:ea typeface="微软雅黑" pitchFamily="34" charset="-122"/>
                <a:cs typeface="+mj-cs"/>
              </a:rPr>
              <a:t>数据要素资源概念：</a:t>
            </a:r>
            <a:r>
              <a:rPr lang="zh-CN" altLang="en-US" sz="2400" b="1" dirty="0">
                <a:latin typeface="微软雅黑" panose="020B0503020204020204" pitchFamily="34" charset="-122"/>
                <a:ea typeface="微软雅黑" panose="020B0503020204020204" pitchFamily="34" charset="-122"/>
              </a:rPr>
              <a:t>将数据看作一种能够被挖掘、 加工和利用以产生经济和社会价值的资源资产，强调数据在信息时代的战略地位。</a:t>
            </a:r>
            <a:endParaRPr lang="en-US" altLang="zh-CN" sz="2400" b="1" dirty="0">
              <a:latin typeface="微软雅黑" panose="020B0503020204020204" pitchFamily="34" charset="-122"/>
              <a:ea typeface="微软雅黑" panose="020B0503020204020204" pitchFamily="34" charset="-122"/>
            </a:endParaRPr>
          </a:p>
          <a:p>
            <a:pPr marL="0" eaLnBrk="0" fontAlgn="base" hangingPunct="0">
              <a:lnSpc>
                <a:spcPct val="150000"/>
              </a:lnSpc>
              <a:spcBef>
                <a:spcPct val="0"/>
              </a:spcBef>
              <a:spcAft>
                <a:spcPct val="0"/>
              </a:spcAft>
            </a:pPr>
            <a:r>
              <a:rPr lang="zh-CN" altLang="en-US" sz="2400" b="1" dirty="0">
                <a:solidFill>
                  <a:srgbClr val="0245AD"/>
                </a:solidFill>
                <a:latin typeface="微软雅黑" pitchFamily="34" charset="-122"/>
                <a:ea typeface="微软雅黑" pitchFamily="34" charset="-122"/>
                <a:cs typeface="+mj-cs"/>
              </a:rPr>
              <a:t>数据资本理论：</a:t>
            </a:r>
            <a:r>
              <a:rPr lang="zh-CN" altLang="en-US" sz="2400" b="1" dirty="0">
                <a:latin typeface="微软雅黑" panose="020B0503020204020204" pitchFamily="34" charset="-122"/>
                <a:ea typeface="微软雅黑" panose="020B0503020204020204" pitchFamily="34" charset="-122"/>
              </a:rPr>
              <a:t>认为数据不仅仅是一种生产要素，更是一种资本形式，能够提高生产效率、 创造新的商业模式和市场机会。 </a:t>
            </a:r>
            <a:endParaRPr lang="en-US" altLang="zh-CN"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616170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0D5E8-7A28-FBCA-FDFE-04E7F8DFCF84}"/>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464BB5AD-7046-EDC3-0D38-A91E7D42739A}"/>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数据、信息和知识</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5" name="文本框 4">
            <a:extLst>
              <a:ext uri="{FF2B5EF4-FFF2-40B4-BE49-F238E27FC236}">
                <a16:creationId xmlns:a16="http://schemas.microsoft.com/office/drawing/2014/main" id="{D9EE4302-4FF0-B736-94DB-8D3C8CE64D72}"/>
              </a:ext>
            </a:extLst>
          </p:cNvPr>
          <p:cNvSpPr txBox="1"/>
          <p:nvPr/>
        </p:nvSpPr>
        <p:spPr>
          <a:xfrm>
            <a:off x="2043544" y="1535271"/>
            <a:ext cx="9161365" cy="1538370"/>
          </a:xfrm>
          <a:prstGeom prst="rect">
            <a:avLst/>
          </a:prstGeom>
          <a:noFill/>
          <a:ln>
            <a:solidFill>
              <a:schemeClr val="bg2">
                <a:lumMod val="50000"/>
              </a:schemeClr>
            </a:solidFill>
          </a:ln>
          <a:effectLst>
            <a:outerShdw blurRad="63500" sx="102000" sy="102000" algn="ctr" rotWithShape="0">
              <a:prstClr val="black">
                <a:alpha val="40000"/>
              </a:prstClr>
            </a:outerShdw>
          </a:effectLst>
        </p:spPr>
        <p:txBody>
          <a:bodyPr wrap="square">
            <a:spAutoFit/>
          </a:bodyPr>
          <a:lstStyle/>
          <a:p>
            <a:pPr>
              <a:lnSpc>
                <a:spcPct val="120000"/>
              </a:lnSpc>
            </a:pPr>
            <a:r>
              <a:rPr lang="zh-CN" altLang="en-US" sz="2000" b="1" dirty="0">
                <a:solidFill>
                  <a:srgbClr val="0245AD"/>
                </a:solidFill>
                <a:latin typeface="微软雅黑" pitchFamily="34" charset="-122"/>
                <a:ea typeface="微软雅黑" pitchFamily="34" charset="-122"/>
                <a:cs typeface="+mj-cs"/>
              </a:rPr>
              <a:t>数据：</a:t>
            </a:r>
            <a:r>
              <a:rPr lang="zh-CN" altLang="en-US" sz="2000" b="1" dirty="0">
                <a:latin typeface="微软雅黑" panose="020B0503020204020204" pitchFamily="34" charset="-122"/>
                <a:ea typeface="微软雅黑" panose="020B0503020204020204" pitchFamily="34" charset="-122"/>
              </a:rPr>
              <a:t>数据是原始的、未经处理的事实和数字。</a:t>
            </a:r>
            <a:endParaRPr lang="en-US" altLang="zh-CN" sz="2000" b="1" dirty="0">
              <a:latin typeface="微软雅黑" panose="020B0503020204020204" pitchFamily="34" charset="-122"/>
              <a:ea typeface="微软雅黑" panose="020B0503020204020204" pitchFamily="34" charset="-122"/>
            </a:endParaRPr>
          </a:p>
          <a:p>
            <a:pPr marL="342900" indent="-342900">
              <a:lnSpc>
                <a:spcPct val="12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其本身没有任何特定意义，它可以是数值、文本、图像、音频或视频等形式</a:t>
            </a:r>
            <a:endParaRPr lang="en-US" altLang="zh-CN" sz="2000" dirty="0">
              <a:latin typeface="微软雅黑" panose="020B0503020204020204" pitchFamily="34" charset="-122"/>
              <a:ea typeface="微软雅黑" panose="020B0503020204020204" pitchFamily="34" charset="-122"/>
            </a:endParaRPr>
          </a:p>
          <a:p>
            <a:pPr marL="342900" indent="-342900">
              <a:lnSpc>
                <a:spcPct val="12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数据通常是孤立的、无意义的，只有在特定的上下文中进行处理和解释后才能变得有用</a:t>
            </a:r>
          </a:p>
        </p:txBody>
      </p:sp>
      <p:grpSp>
        <p:nvGrpSpPr>
          <p:cNvPr id="2" name="组合 1">
            <a:extLst>
              <a:ext uri="{FF2B5EF4-FFF2-40B4-BE49-F238E27FC236}">
                <a16:creationId xmlns:a16="http://schemas.microsoft.com/office/drawing/2014/main" id="{EC7DE0B1-4678-4115-3EC1-A5AA9341FE5F}"/>
              </a:ext>
            </a:extLst>
          </p:cNvPr>
          <p:cNvGrpSpPr/>
          <p:nvPr/>
        </p:nvGrpSpPr>
        <p:grpSpPr>
          <a:xfrm>
            <a:off x="266972" y="1596852"/>
            <a:ext cx="1590612" cy="4163265"/>
            <a:chOff x="3366160" y="763008"/>
            <a:chExt cx="1590612" cy="4163265"/>
          </a:xfrm>
        </p:grpSpPr>
        <p:pic>
          <p:nvPicPr>
            <p:cNvPr id="4" name="图片 3">
              <a:extLst>
                <a:ext uri="{FF2B5EF4-FFF2-40B4-BE49-F238E27FC236}">
                  <a16:creationId xmlns:a16="http://schemas.microsoft.com/office/drawing/2014/main" id="{A612C15C-0A91-457E-575E-EE0B52E8CEB9}"/>
                </a:ext>
              </a:extLst>
            </p:cNvPr>
            <p:cNvPicPr>
              <a:picLocks noChangeAspect="1"/>
            </p:cNvPicPr>
            <p:nvPr/>
          </p:nvPicPr>
          <p:blipFill>
            <a:blip r:embed="rId3"/>
            <a:srcRect b="11108"/>
            <a:stretch/>
          </p:blipFill>
          <p:spPr>
            <a:xfrm>
              <a:off x="3366160" y="3571558"/>
              <a:ext cx="1524000" cy="1354715"/>
            </a:xfrm>
            <a:prstGeom prst="rect">
              <a:avLst/>
            </a:prstGeom>
          </p:spPr>
        </p:pic>
        <p:pic>
          <p:nvPicPr>
            <p:cNvPr id="6" name="图片 5">
              <a:extLst>
                <a:ext uri="{FF2B5EF4-FFF2-40B4-BE49-F238E27FC236}">
                  <a16:creationId xmlns:a16="http://schemas.microsoft.com/office/drawing/2014/main" id="{A2DED520-87B7-2E7F-3D65-33AE07AB83F9}"/>
                </a:ext>
              </a:extLst>
            </p:cNvPr>
            <p:cNvPicPr>
              <a:picLocks noChangeAspect="1"/>
            </p:cNvPicPr>
            <p:nvPr/>
          </p:nvPicPr>
          <p:blipFill>
            <a:blip r:embed="rId4"/>
            <a:stretch>
              <a:fillRect/>
            </a:stretch>
          </p:blipFill>
          <p:spPr>
            <a:xfrm>
              <a:off x="3432772" y="2009942"/>
              <a:ext cx="1524000" cy="1524000"/>
            </a:xfrm>
            <a:prstGeom prst="rect">
              <a:avLst/>
            </a:prstGeom>
          </p:spPr>
        </p:pic>
        <p:pic>
          <p:nvPicPr>
            <p:cNvPr id="7" name="图片 6">
              <a:extLst>
                <a:ext uri="{FF2B5EF4-FFF2-40B4-BE49-F238E27FC236}">
                  <a16:creationId xmlns:a16="http://schemas.microsoft.com/office/drawing/2014/main" id="{4326C239-A60B-C26E-5DA2-CCDB0058EF3D}"/>
                </a:ext>
              </a:extLst>
            </p:cNvPr>
            <p:cNvPicPr>
              <a:picLocks noChangeAspect="1"/>
            </p:cNvPicPr>
            <p:nvPr/>
          </p:nvPicPr>
          <p:blipFill>
            <a:blip r:embed="rId5"/>
            <a:srcRect t="11108"/>
            <a:stretch/>
          </p:blipFill>
          <p:spPr>
            <a:xfrm>
              <a:off x="3432772" y="763008"/>
              <a:ext cx="1524000" cy="1354716"/>
            </a:xfrm>
            <a:prstGeom prst="rect">
              <a:avLst/>
            </a:prstGeom>
          </p:spPr>
        </p:pic>
        <p:sp>
          <p:nvSpPr>
            <p:cNvPr id="8" name="箭头: 下 7">
              <a:extLst>
                <a:ext uri="{FF2B5EF4-FFF2-40B4-BE49-F238E27FC236}">
                  <a16:creationId xmlns:a16="http://schemas.microsoft.com/office/drawing/2014/main" id="{054A186D-CE48-E37C-402B-8A8F0639E58B}"/>
                </a:ext>
              </a:extLst>
            </p:cNvPr>
            <p:cNvSpPr/>
            <p:nvPr/>
          </p:nvSpPr>
          <p:spPr>
            <a:xfrm>
              <a:off x="4141521" y="1982015"/>
              <a:ext cx="133224" cy="178862"/>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箭头: 下 8">
              <a:extLst>
                <a:ext uri="{FF2B5EF4-FFF2-40B4-BE49-F238E27FC236}">
                  <a16:creationId xmlns:a16="http://schemas.microsoft.com/office/drawing/2014/main" id="{9BF688A3-D448-C52A-0228-B024D9A7D363}"/>
                </a:ext>
              </a:extLst>
            </p:cNvPr>
            <p:cNvSpPr/>
            <p:nvPr/>
          </p:nvSpPr>
          <p:spPr>
            <a:xfrm>
              <a:off x="4155781" y="3438975"/>
              <a:ext cx="133224" cy="178862"/>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文本框 10">
            <a:extLst>
              <a:ext uri="{FF2B5EF4-FFF2-40B4-BE49-F238E27FC236}">
                <a16:creationId xmlns:a16="http://schemas.microsoft.com/office/drawing/2014/main" id="{BB787758-2BA4-90CB-68EC-3B0A6F2C30C6}"/>
              </a:ext>
            </a:extLst>
          </p:cNvPr>
          <p:cNvSpPr txBox="1"/>
          <p:nvPr/>
        </p:nvSpPr>
        <p:spPr>
          <a:xfrm>
            <a:off x="2016017" y="4313575"/>
            <a:ext cx="9161365" cy="1538370"/>
          </a:xfrm>
          <a:prstGeom prst="rect">
            <a:avLst/>
          </a:prstGeom>
          <a:noFill/>
          <a:ln>
            <a:solidFill>
              <a:schemeClr val="bg2">
                <a:lumMod val="50000"/>
              </a:schemeClr>
            </a:solidFill>
          </a:ln>
          <a:effectLst>
            <a:outerShdw blurRad="63500" sx="102000" sy="102000" algn="ctr" rotWithShape="0">
              <a:prstClr val="black">
                <a:alpha val="40000"/>
              </a:prstClr>
            </a:outerShdw>
          </a:effectLst>
        </p:spPr>
        <p:txBody>
          <a:bodyPr wrap="square">
            <a:spAutoFit/>
          </a:bodyPr>
          <a:lstStyle/>
          <a:p>
            <a:pPr>
              <a:lnSpc>
                <a:spcPct val="120000"/>
              </a:lnSpc>
            </a:pPr>
            <a:r>
              <a:rPr lang="zh-CN" altLang="en-US" sz="2000" b="1" dirty="0">
                <a:solidFill>
                  <a:srgbClr val="0245AD"/>
                </a:solidFill>
                <a:latin typeface="微软雅黑" pitchFamily="34" charset="-122"/>
                <a:ea typeface="微软雅黑" pitchFamily="34" charset="-122"/>
                <a:cs typeface="+mj-cs"/>
              </a:rPr>
              <a:t>知识：</a:t>
            </a:r>
            <a:r>
              <a:rPr lang="zh-CN" altLang="en-US" sz="2000" b="1" dirty="0">
                <a:latin typeface="微软雅黑" panose="020B0503020204020204" pitchFamily="34" charset="-122"/>
                <a:ea typeface="微软雅黑" panose="020B0503020204020204" pitchFamily="34" charset="-122"/>
              </a:rPr>
              <a:t>知识是通过对信息的理解、分析和总结，形成的关于某一领域的系统性理解。</a:t>
            </a:r>
            <a:endParaRPr lang="en-US" altLang="zh-CN" sz="2000" b="1" dirty="0">
              <a:latin typeface="微软雅黑" panose="020B0503020204020204" pitchFamily="34" charset="-122"/>
              <a:ea typeface="微软雅黑" panose="020B0503020204020204" pitchFamily="34" charset="-122"/>
            </a:endParaRPr>
          </a:p>
          <a:p>
            <a:pPr marL="342900" indent="-342900">
              <a:lnSpc>
                <a:spcPct val="12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知识是对信息的深层次理解和应用，是人们在经验和学习过程中积累的，能够帮助人们进行预测、决策和创新</a:t>
            </a:r>
          </a:p>
        </p:txBody>
      </p:sp>
      <p:sp>
        <p:nvSpPr>
          <p:cNvPr id="13" name="文本框 12">
            <a:extLst>
              <a:ext uri="{FF2B5EF4-FFF2-40B4-BE49-F238E27FC236}">
                <a16:creationId xmlns:a16="http://schemas.microsoft.com/office/drawing/2014/main" id="{D57514F3-14CF-240C-2DCC-513CBEEEC1D4}"/>
              </a:ext>
            </a:extLst>
          </p:cNvPr>
          <p:cNvSpPr txBox="1"/>
          <p:nvPr/>
        </p:nvSpPr>
        <p:spPr>
          <a:xfrm>
            <a:off x="2043543" y="3172417"/>
            <a:ext cx="9133839" cy="961289"/>
          </a:xfrm>
          <a:prstGeom prst="rect">
            <a:avLst/>
          </a:prstGeom>
          <a:noFill/>
          <a:ln>
            <a:solidFill>
              <a:schemeClr val="bg2">
                <a:lumMod val="50000"/>
              </a:schemeClr>
            </a:solidFill>
          </a:ln>
          <a:effectLst>
            <a:outerShdw blurRad="63500" sx="102000" sy="102000" algn="ctr" rotWithShape="0">
              <a:prstClr val="black">
                <a:alpha val="40000"/>
              </a:prstClr>
            </a:outerShdw>
          </a:effectLst>
        </p:spPr>
        <p:txBody>
          <a:bodyPr wrap="square">
            <a:spAutoFit/>
          </a:bodyPr>
          <a:lstStyle/>
          <a:p>
            <a:pPr>
              <a:lnSpc>
                <a:spcPct val="150000"/>
              </a:lnSpc>
            </a:pPr>
            <a:r>
              <a:rPr lang="zh-CN" altLang="en-US" sz="2000" b="1" dirty="0">
                <a:solidFill>
                  <a:srgbClr val="0245AD"/>
                </a:solidFill>
                <a:latin typeface="微软雅黑" pitchFamily="34" charset="-122"/>
                <a:ea typeface="微软雅黑" pitchFamily="34" charset="-122"/>
                <a:cs typeface="+mj-cs"/>
              </a:rPr>
              <a:t>信息：</a:t>
            </a:r>
            <a:r>
              <a:rPr lang="zh-CN" altLang="en-US" sz="2000" b="1" dirty="0">
                <a:latin typeface="微软雅黑" panose="020B0503020204020204" pitchFamily="34" charset="-122"/>
                <a:ea typeface="微软雅黑" panose="020B0503020204020204" pitchFamily="34" charset="-122"/>
              </a:rPr>
              <a:t>信息是对数据的理解和解释，具有特定的意义，可以用来支持决策和行动。</a:t>
            </a:r>
            <a:endParaRPr lang="en-US" altLang="zh-CN" sz="2000" b="1"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信息的价值在于它能够回答具体问题或提供特定洞察</a:t>
            </a:r>
          </a:p>
        </p:txBody>
      </p:sp>
    </p:spTree>
    <p:extLst>
      <p:ext uri="{BB962C8B-B14F-4D97-AF65-F5344CB8AC3E}">
        <p14:creationId xmlns:p14="http://schemas.microsoft.com/office/powerpoint/2010/main" val="42395844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24D1F-99DF-60D3-77AB-DFD82481E1CA}"/>
            </a:ext>
          </a:extLst>
        </p:cNvPr>
        <p:cNvGrpSpPr/>
        <p:nvPr/>
      </p:nvGrpSpPr>
      <p:grpSpPr>
        <a:xfrm>
          <a:off x="0" y="0"/>
          <a:ext cx="0" cy="0"/>
          <a:chOff x="0" y="0"/>
          <a:chExt cx="0" cy="0"/>
        </a:xfrm>
      </p:grpSpPr>
      <p:sp>
        <p:nvSpPr>
          <p:cNvPr id="4" name="矩形 26">
            <a:extLst>
              <a:ext uri="{FF2B5EF4-FFF2-40B4-BE49-F238E27FC236}">
                <a16:creationId xmlns:a16="http://schemas.microsoft.com/office/drawing/2014/main" id="{093974E9-169E-EAA6-4152-5346C4A29687}"/>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大数据的主要特征</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7" name="文本框 6">
            <a:extLst>
              <a:ext uri="{FF2B5EF4-FFF2-40B4-BE49-F238E27FC236}">
                <a16:creationId xmlns:a16="http://schemas.microsoft.com/office/drawing/2014/main" id="{ABCC5C1C-3DB4-0D25-3B05-904C47BACDD5}"/>
              </a:ext>
            </a:extLst>
          </p:cNvPr>
          <p:cNvSpPr txBox="1"/>
          <p:nvPr/>
        </p:nvSpPr>
        <p:spPr>
          <a:xfrm>
            <a:off x="771591" y="1248443"/>
            <a:ext cx="10241720" cy="5208605"/>
          </a:xfrm>
          <a:prstGeom prst="rect">
            <a:avLst/>
          </a:prstGeom>
          <a:noFill/>
        </p:spPr>
        <p:txBody>
          <a:bodyPr wrap="square">
            <a:spAutoFit/>
          </a:bodyPr>
          <a:lstStyle/>
          <a:p>
            <a:pPr>
              <a:lnSpc>
                <a:spcPct val="150000"/>
              </a:lnSpc>
            </a:pPr>
            <a:r>
              <a:rPr lang="zh-CN" altLang="en-US" sz="2400" b="1" dirty="0">
                <a:solidFill>
                  <a:srgbClr val="0245AD"/>
                </a:solidFill>
                <a:latin typeface="微软雅黑" pitchFamily="34" charset="-122"/>
                <a:ea typeface="微软雅黑" pitchFamily="34" charset="-122"/>
                <a:cs typeface="+mj-cs"/>
              </a:rPr>
              <a:t>规模性：指的是大数据在其数据规模上的庞大程度。</a:t>
            </a:r>
            <a:endParaRPr lang="en-US" altLang="zh-CN" sz="2400" b="1" dirty="0">
              <a:solidFill>
                <a:srgbClr val="0245AD"/>
              </a:solidFill>
              <a:latin typeface="微软雅黑" pitchFamily="34" charset="-122"/>
              <a:ea typeface="微软雅黑" pitchFamily="34" charset="-122"/>
              <a:cs typeface="+mj-cs"/>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在互联网出现之前，数据的流通性不强，只有政府部门、企业、和一些机构能通过统计抽样、人口普查等方法收集数据，可利用的数据非常有限。</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随着技术进步，数据的生成和传播速度都显著提升。互联网的出现大大增加了数据的流通能力，移动智能设备的普及使得每个人都能成为数据的创作者和传播者。</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此外，传感器能够自动、精准、实时收集数据，数字孪生技术基于传感器收集制造全流程的数据，在数字世界中复制生产制造的全流程，其收集数据的规模可达到</a:t>
            </a:r>
            <a:r>
              <a:rPr lang="en-US" altLang="zh-CN" sz="2000" dirty="0">
                <a:latin typeface="微软雅黑" panose="020B0503020204020204" pitchFamily="34" charset="-122"/>
                <a:ea typeface="微软雅黑" panose="020B0503020204020204" pitchFamily="34" charset="-122"/>
              </a:rPr>
              <a:t>TB</a:t>
            </a:r>
            <a:r>
              <a:rPr lang="zh-CN" altLang="en-US" sz="2000" dirty="0">
                <a:latin typeface="微软雅黑" panose="020B0503020204020204" pitchFamily="34" charset="-122"/>
                <a:ea typeface="微软雅黑" panose="020B0503020204020204" pitchFamily="34" charset="-122"/>
              </a:rPr>
              <a:t>级别。</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数据洪流无处不在，如航天空间站、海洋勘探、生物工程、卫星气象预报、经济预测、商业领域、通信行业等各个领域都在源源不断地产生海量数据。</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人类社会活动产生的生产数据、气象数据、和生物数据等多种数据的总量已达到</a:t>
            </a:r>
            <a:r>
              <a:rPr lang="en-US" altLang="zh-CN" sz="2000" dirty="0">
                <a:latin typeface="微软雅黑" panose="020B0503020204020204" pitchFamily="34" charset="-122"/>
                <a:ea typeface="微软雅黑" panose="020B0503020204020204" pitchFamily="34" charset="-122"/>
              </a:rPr>
              <a:t>ZB</a:t>
            </a:r>
            <a:r>
              <a:rPr lang="zh-CN" altLang="en-US" sz="2000" dirty="0">
                <a:latin typeface="微软雅黑" panose="020B0503020204020204" pitchFamily="34" charset="-122"/>
                <a:ea typeface="微软雅黑" panose="020B0503020204020204" pitchFamily="34" charset="-122"/>
              </a:rPr>
              <a:t>级别，且数据量还在逐年爆炸式递增。</a:t>
            </a:r>
          </a:p>
        </p:txBody>
      </p:sp>
    </p:spTree>
    <p:extLst>
      <p:ext uri="{BB962C8B-B14F-4D97-AF65-F5344CB8AC3E}">
        <p14:creationId xmlns:p14="http://schemas.microsoft.com/office/powerpoint/2010/main" val="14145465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671A6-E9C4-AFF2-5305-A7847EDBC4A5}"/>
            </a:ext>
          </a:extLst>
        </p:cNvPr>
        <p:cNvGrpSpPr/>
        <p:nvPr/>
      </p:nvGrpSpPr>
      <p:grpSpPr>
        <a:xfrm>
          <a:off x="0" y="0"/>
          <a:ext cx="0" cy="0"/>
          <a:chOff x="0" y="0"/>
          <a:chExt cx="0" cy="0"/>
        </a:xfrm>
      </p:grpSpPr>
      <p:sp>
        <p:nvSpPr>
          <p:cNvPr id="4" name="矩形 26">
            <a:extLst>
              <a:ext uri="{FF2B5EF4-FFF2-40B4-BE49-F238E27FC236}">
                <a16:creationId xmlns:a16="http://schemas.microsoft.com/office/drawing/2014/main" id="{B9588DF2-0369-F9DB-6C40-91E50BA6DCD8}"/>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大数据的主要特征</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5" name="文本框 4">
            <a:extLst>
              <a:ext uri="{FF2B5EF4-FFF2-40B4-BE49-F238E27FC236}">
                <a16:creationId xmlns:a16="http://schemas.microsoft.com/office/drawing/2014/main" id="{1D6CBDDB-A586-7ECE-3AAA-16D94D828118}"/>
              </a:ext>
            </a:extLst>
          </p:cNvPr>
          <p:cNvSpPr txBox="1"/>
          <p:nvPr/>
        </p:nvSpPr>
        <p:spPr>
          <a:xfrm>
            <a:off x="551937" y="1150922"/>
            <a:ext cx="11088125" cy="5393271"/>
          </a:xfrm>
          <a:prstGeom prst="rect">
            <a:avLst/>
          </a:prstGeom>
          <a:noFill/>
        </p:spPr>
        <p:txBody>
          <a:bodyPr wrap="square">
            <a:spAutoFit/>
          </a:bodyPr>
          <a:lstStyle/>
          <a:p>
            <a:r>
              <a:rPr lang="zh-CN" altLang="en-US" sz="2400" b="1" dirty="0">
                <a:solidFill>
                  <a:srgbClr val="0245AD"/>
                </a:solidFill>
                <a:latin typeface="微软雅黑" pitchFamily="34" charset="-122"/>
                <a:ea typeface="微软雅黑" pitchFamily="34" charset="-122"/>
                <a:cs typeface="+mj-cs"/>
              </a:rPr>
              <a:t>多样性：指的是大数据涉及结构化数据、非结构化数据、半结构化数据等多种类型的数据。</a:t>
            </a:r>
            <a:endParaRPr lang="en-US" altLang="zh-CN" sz="2400" b="1" dirty="0">
              <a:solidFill>
                <a:srgbClr val="0245AD"/>
              </a:solidFill>
              <a:latin typeface="微软雅黑" pitchFamily="34" charset="-122"/>
              <a:ea typeface="微软雅黑" pitchFamily="34" charset="-122"/>
              <a:cs typeface="+mj-cs"/>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结构化数据是以明确定义的格式和结构存储的数据，通常以行和列的形式呈现，容易进行分析和查询，如数据库中的表格、电子表格中的数据等。</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非结构化数据是以自由形式存储的数据，缺乏明确定义的表格或字段结构，通常包含丰富的内容和语境，如文本文档、图像、音频和视频文件</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半结构化数据介于结构化和非结构化数据之间，具有一定的结构，但不像完全结构化数据那样规范，如</a:t>
            </a:r>
            <a:r>
              <a:rPr lang="en-US" altLang="zh-CN" sz="2000" dirty="0">
                <a:latin typeface="微软雅黑" panose="020B0503020204020204" pitchFamily="34" charset="-122"/>
                <a:ea typeface="微软雅黑" panose="020B0503020204020204" pitchFamily="34" charset="-122"/>
              </a:rPr>
              <a:t>XML</a:t>
            </a:r>
            <a:r>
              <a:rPr lang="zh-CN" altLang="en-US" sz="2000" dirty="0">
                <a:latin typeface="微软雅黑" panose="020B0503020204020204" pitchFamily="34" charset="-122"/>
                <a:ea typeface="微软雅黑" panose="020B0503020204020204" pitchFamily="34" charset="-122"/>
              </a:rPr>
              <a:t>文件、</a:t>
            </a:r>
            <a:r>
              <a:rPr lang="en-US" altLang="zh-CN" sz="2000" dirty="0">
                <a:latin typeface="微软雅黑" panose="020B0503020204020204" pitchFamily="34" charset="-122"/>
                <a:ea typeface="微软雅黑" panose="020B0503020204020204" pitchFamily="34" charset="-122"/>
              </a:rPr>
              <a:t>JSON</a:t>
            </a:r>
            <a:r>
              <a:rPr lang="zh-CN" altLang="en-US" sz="2000" dirty="0">
                <a:latin typeface="微软雅黑" panose="020B0503020204020204" pitchFamily="34" charset="-122"/>
                <a:ea typeface="微软雅黑" panose="020B0503020204020204" pitchFamily="34" charset="-122"/>
              </a:rPr>
              <a:t>数据、</a:t>
            </a:r>
            <a:r>
              <a:rPr lang="en-US" altLang="zh-CN" sz="2000" dirty="0">
                <a:latin typeface="微软雅黑" panose="020B0503020204020204" pitchFamily="34" charset="-122"/>
                <a:ea typeface="微软雅黑" panose="020B0503020204020204" pitchFamily="34" charset="-122"/>
              </a:rPr>
              <a:t>HTML</a:t>
            </a:r>
            <a:r>
              <a:rPr lang="zh-CN" altLang="en-US" sz="2000" dirty="0">
                <a:latin typeface="微软雅黑" panose="020B0503020204020204" pitchFamily="34" charset="-122"/>
                <a:ea typeface="微软雅黑" panose="020B0503020204020204" pitchFamily="34" charset="-122"/>
              </a:rPr>
              <a:t>网页。</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传统数据可能在数据规模上非常显著，但在数据类型上仍然是结构化数据。大数据则是多种数据源集成的多样化数据，包括了结构化数据、半结构化数据和非结构化数据。</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由于来自物联网传感设备与社交媒体的数据逐渐增多，非结构化数据与半结构化数据所占比例大幅提升，结构化数据所占比例已低于</a:t>
            </a:r>
            <a:r>
              <a:rPr lang="en-US" altLang="zh-CN" sz="2000" dirty="0">
                <a:latin typeface="微软雅黑" panose="020B0503020204020204" pitchFamily="34" charset="-122"/>
                <a:ea typeface="微软雅黑" panose="020B0503020204020204" pitchFamily="34" charset="-122"/>
              </a:rPr>
              <a:t>10%</a:t>
            </a:r>
            <a:r>
              <a:rPr lang="zh-CN" altLang="en-US" sz="2000" dirty="0">
                <a:latin typeface="微软雅黑" panose="020B0503020204020204" pitchFamily="34" charset="-122"/>
                <a:ea typeface="微软雅黑" panose="020B0503020204020204" pitchFamily="34" charset="-122"/>
              </a:rPr>
              <a:t>，且还在逐渐降低。</a:t>
            </a:r>
          </a:p>
        </p:txBody>
      </p:sp>
    </p:spTree>
    <p:extLst>
      <p:ext uri="{BB962C8B-B14F-4D97-AF65-F5344CB8AC3E}">
        <p14:creationId xmlns:p14="http://schemas.microsoft.com/office/powerpoint/2010/main" val="25433180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959F2-76A5-6FA0-8CE4-EF4744C26D6D}"/>
            </a:ext>
          </a:extLst>
        </p:cNvPr>
        <p:cNvGrpSpPr/>
        <p:nvPr/>
      </p:nvGrpSpPr>
      <p:grpSpPr>
        <a:xfrm>
          <a:off x="0" y="0"/>
          <a:ext cx="0" cy="0"/>
          <a:chOff x="0" y="0"/>
          <a:chExt cx="0" cy="0"/>
        </a:xfrm>
      </p:grpSpPr>
      <p:sp>
        <p:nvSpPr>
          <p:cNvPr id="4" name="矩形 26">
            <a:extLst>
              <a:ext uri="{FF2B5EF4-FFF2-40B4-BE49-F238E27FC236}">
                <a16:creationId xmlns:a16="http://schemas.microsoft.com/office/drawing/2014/main" id="{39C77627-C783-9B0C-0E7B-0E2416741D37}"/>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大数据的主要特征</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3" name="文本框 2">
            <a:extLst>
              <a:ext uri="{FF2B5EF4-FFF2-40B4-BE49-F238E27FC236}">
                <a16:creationId xmlns:a16="http://schemas.microsoft.com/office/drawing/2014/main" id="{CB8BF812-9C0D-0E08-98F4-D1AC42EC52C7}"/>
              </a:ext>
            </a:extLst>
          </p:cNvPr>
          <p:cNvSpPr txBox="1"/>
          <p:nvPr/>
        </p:nvSpPr>
        <p:spPr>
          <a:xfrm>
            <a:off x="570641" y="919084"/>
            <a:ext cx="11213718" cy="3454279"/>
          </a:xfrm>
          <a:prstGeom prst="rect">
            <a:avLst/>
          </a:prstGeom>
          <a:noFill/>
        </p:spPr>
        <p:txBody>
          <a:bodyPr wrap="square">
            <a:spAutoFit/>
          </a:bodyPr>
          <a:lstStyle/>
          <a:p>
            <a:pPr algn="just">
              <a:lnSpc>
                <a:spcPct val="150000"/>
              </a:lnSpc>
            </a:pPr>
            <a:r>
              <a:rPr lang="zh-CN" altLang="en-US" sz="2400" b="1" dirty="0">
                <a:solidFill>
                  <a:srgbClr val="0245AD"/>
                </a:solidFill>
                <a:latin typeface="微软雅黑" pitchFamily="34" charset="-122"/>
                <a:ea typeface="微软雅黑" pitchFamily="34" charset="-122"/>
                <a:cs typeface="+mj-cs"/>
              </a:rPr>
              <a:t>高速性：指的是大数据具有快速变化的特性，需要在实时或接近实时的情况下进行处理，以保持数据的准确性和时效性。</a:t>
            </a:r>
            <a:endParaRPr lang="en-US" altLang="zh-CN" sz="2400" b="1" dirty="0">
              <a:solidFill>
                <a:srgbClr val="0245AD"/>
              </a:solidFill>
              <a:latin typeface="微软雅黑" pitchFamily="34" charset="-122"/>
              <a:ea typeface="微软雅黑" pitchFamily="34" charset="-122"/>
              <a:cs typeface="+mj-cs"/>
            </a:endParaRPr>
          </a:p>
          <a:p>
            <a:pPr marL="342900" indent="-342900" algn="just">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社交媒体和互联设备，如可穿戴设备等，源源不断地高速产生数据流并上传到系统中。</a:t>
            </a:r>
            <a:endParaRPr lang="en-US" altLang="zh-CN" sz="2000" dirty="0">
              <a:latin typeface="微软雅黑" panose="020B0503020204020204" pitchFamily="34" charset="-122"/>
              <a:ea typeface="微软雅黑" panose="020B0503020204020204" pitchFamily="34" charset="-122"/>
            </a:endParaRPr>
          </a:p>
          <a:p>
            <a:pPr marL="342900" indent="-342900" algn="just">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由于现实情况的多变性，</a:t>
            </a:r>
            <a:r>
              <a:rPr lang="zh-CN" altLang="en-US" sz="2000" b="1" dirty="0">
                <a:latin typeface="微软雅黑" panose="020B0503020204020204" pitchFamily="34" charset="-122"/>
                <a:ea typeface="微软雅黑" panose="020B0503020204020204" pitchFamily="34" charset="-122"/>
              </a:rPr>
              <a:t>数据的价值随着时间在逐渐流失</a:t>
            </a:r>
            <a:r>
              <a:rPr lang="zh-CN" altLang="en-US" sz="2000" dirty="0">
                <a:latin typeface="微软雅黑" panose="020B0503020204020204" pitchFamily="34" charset="-122"/>
                <a:ea typeface="微软雅黑" panose="020B0503020204020204" pitchFamily="34" charset="-122"/>
              </a:rPr>
              <a:t>，这要求必须以尽可能快的速度进行数据处理与数据分析。</a:t>
            </a:r>
            <a:endParaRPr lang="en-US" altLang="zh-CN" sz="2000" dirty="0">
              <a:latin typeface="微软雅黑" panose="020B0503020204020204" pitchFamily="34" charset="-122"/>
              <a:ea typeface="微软雅黑" panose="020B0503020204020204" pitchFamily="34" charset="-122"/>
            </a:endParaRPr>
          </a:p>
          <a:p>
            <a:pPr marL="342900" indent="-342900" algn="just">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大数据时代下，许多业务都有对数据进行</a:t>
            </a:r>
            <a:r>
              <a:rPr lang="zh-CN" altLang="en-US" sz="2000" b="1" dirty="0">
                <a:latin typeface="微软雅黑" panose="020B0503020204020204" pitchFamily="34" charset="-122"/>
                <a:ea typeface="微软雅黑" panose="020B0503020204020204" pitchFamily="34" charset="-122"/>
              </a:rPr>
              <a:t>即时处理</a:t>
            </a:r>
            <a:r>
              <a:rPr lang="zh-CN" altLang="en-US" sz="2000" dirty="0">
                <a:latin typeface="微软雅黑" panose="020B0503020204020204" pitchFamily="34" charset="-122"/>
                <a:ea typeface="微软雅黑" panose="020B0503020204020204" pitchFamily="34" charset="-122"/>
              </a:rPr>
              <a:t>的需求，即使不要求即时处理，仍然要求</a:t>
            </a:r>
            <a:r>
              <a:rPr lang="zh-CN" altLang="en-US" sz="2000" b="1" dirty="0">
                <a:latin typeface="微软雅黑" panose="020B0503020204020204" pitchFamily="34" charset="-122"/>
                <a:ea typeface="微软雅黑" panose="020B0503020204020204" pitchFamily="34" charset="-122"/>
              </a:rPr>
              <a:t>越快越好</a:t>
            </a:r>
            <a:r>
              <a:rPr lang="zh-CN" altLang="en-US" sz="2000" dirty="0">
                <a:latin typeface="微软雅黑" panose="020B0503020204020204" pitchFamily="34" charset="-122"/>
                <a:ea typeface="微软雅黑" panose="020B0503020204020204" pitchFamily="34" charset="-122"/>
              </a:rPr>
              <a:t>，如推荐系统重视用户对推送内容的及时反馈</a:t>
            </a:r>
          </a:p>
        </p:txBody>
      </p:sp>
      <p:graphicFrame>
        <p:nvGraphicFramePr>
          <p:cNvPr id="6" name="表格 5">
            <a:extLst>
              <a:ext uri="{FF2B5EF4-FFF2-40B4-BE49-F238E27FC236}">
                <a16:creationId xmlns:a16="http://schemas.microsoft.com/office/drawing/2014/main" id="{6F29EBF4-735F-7A3C-3718-AE681E3B959A}"/>
              </a:ext>
            </a:extLst>
          </p:cNvPr>
          <p:cNvGraphicFramePr>
            <a:graphicFrameLocks noGrp="1"/>
          </p:cNvGraphicFramePr>
          <p:nvPr>
            <p:extLst>
              <p:ext uri="{D42A27DB-BD31-4B8C-83A1-F6EECF244321}">
                <p14:modId xmlns:p14="http://schemas.microsoft.com/office/powerpoint/2010/main" val="94034014"/>
              </p:ext>
            </p:extLst>
          </p:nvPr>
        </p:nvGraphicFramePr>
        <p:xfrm>
          <a:off x="866535" y="4459486"/>
          <a:ext cx="10788936" cy="2102549"/>
        </p:xfrm>
        <a:graphic>
          <a:graphicData uri="http://schemas.openxmlformats.org/drawingml/2006/table">
            <a:tbl>
              <a:tblPr firstRow="1" firstCol="1" bandRow="1"/>
              <a:tblGrid>
                <a:gridCol w="10788936">
                  <a:extLst>
                    <a:ext uri="{9D8B030D-6E8A-4147-A177-3AD203B41FA5}">
                      <a16:colId xmlns:a16="http://schemas.microsoft.com/office/drawing/2014/main" val="1491944251"/>
                    </a:ext>
                  </a:extLst>
                </a:gridCol>
              </a:tblGrid>
              <a:tr h="1439661">
                <a:tc>
                  <a:txBody>
                    <a:bodyPr/>
                    <a:lstStyle/>
                    <a:p>
                      <a:pPr marL="0" marR="0" algn="just">
                        <a:lnSpc>
                          <a:spcPct val="125000"/>
                        </a:lnSpc>
                        <a:spcBef>
                          <a:spcPts val="360"/>
                        </a:spcBef>
                        <a:buNone/>
                      </a:pPr>
                      <a:r>
                        <a:rPr lang="zh-CN" sz="1600" b="1" kern="100" dirty="0">
                          <a:solidFill>
                            <a:srgbClr val="C45911"/>
                          </a:solidFill>
                          <a:effectLst/>
                          <a:latin typeface="Times New Roman" panose="02020603050405020304" pitchFamily="18" charset="0"/>
                          <a:ea typeface="楷体" panose="02010609060101010101" pitchFamily="49" charset="-122"/>
                          <a:cs typeface="Times New Roman" panose="02020603050405020304" pitchFamily="18" charset="0"/>
                        </a:rPr>
                        <a:t>流数据：</a:t>
                      </a:r>
                      <a:r>
                        <a:rPr lang="zh-CN" sz="16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是指以连续不断的方式生成和传输的数据流，这些数据需要在生成的同时被处理和分析，以便及时获取洞察和采取行动。流数据广泛应用于实时监控、金融交易、社交媒体分析、物联网（</a:t>
                      </a:r>
                      <a:r>
                        <a:rPr lang="en-US" sz="16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IoT</a:t>
                      </a:r>
                      <a:r>
                        <a:rPr lang="zh-CN" sz="16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）设备数据采集等场景。流数据具有以下特点：</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algn="just">
                        <a:lnSpc>
                          <a:spcPct val="125000"/>
                        </a:lnSpc>
                        <a:buNone/>
                      </a:pPr>
                      <a:r>
                        <a:rPr lang="zh-CN" sz="16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a:t>
                      </a:r>
                      <a:r>
                        <a:rPr lang="en-US" sz="16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1</a:t>
                      </a:r>
                      <a:r>
                        <a:rPr lang="zh-CN" sz="16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）实时性：流数据要求在数据生成时就进行处理分析，以提供实时或近实时的反馈。</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algn="just">
                        <a:lnSpc>
                          <a:spcPct val="125000"/>
                        </a:lnSpc>
                        <a:buNone/>
                      </a:pPr>
                      <a:r>
                        <a:rPr lang="zh-CN" sz="16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a:t>
                      </a:r>
                      <a:r>
                        <a:rPr lang="en-US" sz="16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2</a:t>
                      </a:r>
                      <a:r>
                        <a:rPr lang="zh-CN" sz="16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）连续性：流数据以连续不断的方式到达，而不是批量处理。</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algn="just">
                        <a:lnSpc>
                          <a:spcPct val="125000"/>
                        </a:lnSpc>
                        <a:buNone/>
                      </a:pPr>
                      <a:r>
                        <a:rPr lang="zh-CN" sz="16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a:t>
                      </a:r>
                      <a:r>
                        <a:rPr lang="en-US" sz="16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3</a:t>
                      </a:r>
                      <a:r>
                        <a:rPr lang="zh-CN" sz="16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）高吞吐量：流数据通常量大且生成速度快，需要高效的处理系统来进行处理。</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algn="just">
                        <a:lnSpc>
                          <a:spcPct val="125000"/>
                        </a:lnSpc>
                        <a:spcAft>
                          <a:spcPts val="360"/>
                        </a:spcAft>
                        <a:buNone/>
                      </a:pPr>
                      <a:r>
                        <a:rPr lang="zh-CN" sz="16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a:t>
                      </a:r>
                      <a:r>
                        <a:rPr lang="en-US" sz="16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4</a:t>
                      </a:r>
                      <a:r>
                        <a:rPr lang="zh-CN" sz="16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）低延迟：流数据处理系统需要在低延迟的条件下快速处理和响应数据。</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extLst>
                  <a:ext uri="{0D108BD9-81ED-4DB2-BD59-A6C34878D82A}">
                    <a16:rowId xmlns:a16="http://schemas.microsoft.com/office/drawing/2014/main" val="205835583"/>
                  </a:ext>
                </a:extLst>
              </a:tr>
            </a:tbl>
          </a:graphicData>
        </a:graphic>
      </p:graphicFrame>
    </p:spTree>
    <p:extLst>
      <p:ext uri="{BB962C8B-B14F-4D97-AF65-F5344CB8AC3E}">
        <p14:creationId xmlns:p14="http://schemas.microsoft.com/office/powerpoint/2010/main" val="217631349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CF987-B43D-CD9F-B26C-31DB71820E2E}"/>
            </a:ext>
          </a:extLst>
        </p:cNvPr>
        <p:cNvGrpSpPr/>
        <p:nvPr/>
      </p:nvGrpSpPr>
      <p:grpSpPr>
        <a:xfrm>
          <a:off x="0" y="0"/>
          <a:ext cx="0" cy="0"/>
          <a:chOff x="0" y="0"/>
          <a:chExt cx="0" cy="0"/>
        </a:xfrm>
      </p:grpSpPr>
      <p:sp>
        <p:nvSpPr>
          <p:cNvPr id="4" name="矩形 26">
            <a:extLst>
              <a:ext uri="{FF2B5EF4-FFF2-40B4-BE49-F238E27FC236}">
                <a16:creationId xmlns:a16="http://schemas.microsoft.com/office/drawing/2014/main" id="{7A6CAE07-9BB4-C7AD-4809-CE34706B7C77}"/>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大数据的主要特征</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5" name="文本框 4">
            <a:extLst>
              <a:ext uri="{FF2B5EF4-FFF2-40B4-BE49-F238E27FC236}">
                <a16:creationId xmlns:a16="http://schemas.microsoft.com/office/drawing/2014/main" id="{AB59FCCC-DF6F-39AC-EC36-C05E8EAD1E5D}"/>
              </a:ext>
            </a:extLst>
          </p:cNvPr>
          <p:cNvSpPr txBox="1"/>
          <p:nvPr/>
        </p:nvSpPr>
        <p:spPr>
          <a:xfrm>
            <a:off x="711474" y="1144320"/>
            <a:ext cx="10585785" cy="5047023"/>
          </a:xfrm>
          <a:prstGeom prst="rect">
            <a:avLst/>
          </a:prstGeom>
          <a:noFill/>
        </p:spPr>
        <p:txBody>
          <a:bodyPr wrap="square">
            <a:spAutoFit/>
          </a:bodyPr>
          <a:lstStyle/>
          <a:p>
            <a:pPr algn="just">
              <a:lnSpc>
                <a:spcPct val="200000"/>
              </a:lnSpc>
            </a:pPr>
            <a:r>
              <a:rPr lang="zh-CN" altLang="en-US" sz="2400" b="1" dirty="0">
                <a:solidFill>
                  <a:srgbClr val="0245AD"/>
                </a:solidFill>
                <a:latin typeface="微软雅黑" pitchFamily="34" charset="-122"/>
                <a:ea typeface="微软雅黑" pitchFamily="34" charset="-122"/>
                <a:cs typeface="+mj-cs"/>
              </a:rPr>
              <a:t>价值性：指的是大数据中包含的信息对于实现目标和解决问题的潜在价值。</a:t>
            </a:r>
            <a:endParaRPr lang="en-US" altLang="zh-CN" sz="2400" b="1" dirty="0">
              <a:solidFill>
                <a:srgbClr val="0245AD"/>
              </a:solidFill>
              <a:latin typeface="微软雅黑" pitchFamily="34" charset="-122"/>
              <a:ea typeface="微软雅黑" pitchFamily="34" charset="-122"/>
              <a:cs typeface="+mj-cs"/>
            </a:endParaRPr>
          </a:p>
          <a:p>
            <a:pPr marL="342900" indent="-342900" algn="just">
              <a:lnSpc>
                <a:spcPct val="20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数据量的增长进一步提升了数据包含的价值，并驱动着研究方式从“以计算为中心”向“以数据为中心”转变，作为重要的生产要素，</a:t>
            </a:r>
            <a:r>
              <a:rPr lang="zh-CN" altLang="en-US" sz="2000" b="1" dirty="0">
                <a:latin typeface="微软雅黑" panose="020B0503020204020204" pitchFamily="34" charset="-122"/>
                <a:ea typeface="微软雅黑" panose="020B0503020204020204" pitchFamily="34" charset="-122"/>
              </a:rPr>
              <a:t>数据被称为数据经济时代的“石油”，推动技术发展与社会进步</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342900" indent="-342900" algn="just">
              <a:lnSpc>
                <a:spcPct val="20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大数据的价值呈现出稀疏性，其中有用的信息相对于数据规模较少。</a:t>
            </a:r>
            <a:r>
              <a:rPr lang="zh-CN" altLang="en-US" sz="2000" b="1" dirty="0">
                <a:latin typeface="微软雅黑" panose="020B0503020204020204" pitchFamily="34" charset="-122"/>
                <a:ea typeface="微软雅黑" panose="020B0503020204020204" pitchFamily="34" charset="-122"/>
              </a:rPr>
              <a:t>大数据的总价值较高，但单位数据的价值密度相对较低</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342900" indent="-342900" algn="just">
              <a:lnSpc>
                <a:spcPct val="200000"/>
              </a:lnSpc>
              <a:buFont typeface="Arial" panose="020B0604020202020204" pitchFamily="34" charset="0"/>
              <a:buChar char="•"/>
            </a:pPr>
            <a:r>
              <a:rPr lang="zh-CN" altLang="en-US" sz="2000" b="1" dirty="0">
                <a:latin typeface="微软雅黑" panose="020B0503020204020204" pitchFamily="34" charset="-122"/>
                <a:ea typeface="微软雅黑" panose="020B0503020204020204" pitchFamily="34" charset="-122"/>
              </a:rPr>
              <a:t>大数据的产生通常具备自主性</a:t>
            </a:r>
            <a:r>
              <a:rPr lang="zh-CN" altLang="en-US" sz="2000" dirty="0">
                <a:latin typeface="微软雅黑" panose="020B0503020204020204" pitchFamily="34" charset="-122"/>
                <a:ea typeface="微软雅黑" panose="020B0503020204020204" pitchFamily="34" charset="-122"/>
              </a:rPr>
              <a:t>，例如，传感器和其他设备以自动方式收集数据，而这些数据未经过人为的精心筛选和处理，使得大数据价值密度低。</a:t>
            </a:r>
          </a:p>
        </p:txBody>
      </p:sp>
    </p:spTree>
    <p:extLst>
      <p:ext uri="{BB962C8B-B14F-4D97-AF65-F5344CB8AC3E}">
        <p14:creationId xmlns:p14="http://schemas.microsoft.com/office/powerpoint/2010/main" val="28237419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5AA65-1BBD-C170-6492-D565E42FA76C}"/>
            </a:ext>
          </a:extLst>
        </p:cNvPr>
        <p:cNvGrpSpPr/>
        <p:nvPr/>
      </p:nvGrpSpPr>
      <p:grpSpPr>
        <a:xfrm>
          <a:off x="0" y="0"/>
          <a:ext cx="0" cy="0"/>
          <a:chOff x="0" y="0"/>
          <a:chExt cx="0" cy="0"/>
        </a:xfrm>
      </p:grpSpPr>
      <p:sp>
        <p:nvSpPr>
          <p:cNvPr id="4" name="矩形 26">
            <a:extLst>
              <a:ext uri="{FF2B5EF4-FFF2-40B4-BE49-F238E27FC236}">
                <a16:creationId xmlns:a16="http://schemas.microsoft.com/office/drawing/2014/main" id="{6AC30318-A84D-9AE4-9462-A094CD70D4C2}"/>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大数据的主要特征</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8" name="矩形: 圆角 55">
            <a:extLst>
              <a:ext uri="{FF2B5EF4-FFF2-40B4-BE49-F238E27FC236}">
                <a16:creationId xmlns:a16="http://schemas.microsoft.com/office/drawing/2014/main" id="{5B1D1237-1791-F73C-0D36-2AAB70F109FF}"/>
              </a:ext>
            </a:extLst>
          </p:cNvPr>
          <p:cNvSpPr/>
          <p:nvPr/>
        </p:nvSpPr>
        <p:spPr>
          <a:xfrm>
            <a:off x="558040" y="1190656"/>
            <a:ext cx="3876456"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大数据的其他特征</a:t>
            </a:r>
          </a:p>
        </p:txBody>
      </p:sp>
      <p:graphicFrame>
        <p:nvGraphicFramePr>
          <p:cNvPr id="2" name="表格 1">
            <a:extLst>
              <a:ext uri="{FF2B5EF4-FFF2-40B4-BE49-F238E27FC236}">
                <a16:creationId xmlns:a16="http://schemas.microsoft.com/office/drawing/2014/main" id="{CEAB0658-6549-ED43-B128-ABF0482DB733}"/>
              </a:ext>
            </a:extLst>
          </p:cNvPr>
          <p:cNvGraphicFramePr>
            <a:graphicFrameLocks noGrp="1"/>
          </p:cNvGraphicFramePr>
          <p:nvPr>
            <p:extLst>
              <p:ext uri="{D42A27DB-BD31-4B8C-83A1-F6EECF244321}">
                <p14:modId xmlns:p14="http://schemas.microsoft.com/office/powerpoint/2010/main" val="2981414448"/>
              </p:ext>
            </p:extLst>
          </p:nvPr>
        </p:nvGraphicFramePr>
        <p:xfrm>
          <a:off x="1061088" y="2182759"/>
          <a:ext cx="9691705" cy="4152202"/>
        </p:xfrm>
        <a:graphic>
          <a:graphicData uri="http://schemas.openxmlformats.org/drawingml/2006/table">
            <a:tbl>
              <a:tblPr firstRow="1" firstCol="1" bandRow="1"/>
              <a:tblGrid>
                <a:gridCol w="9691705">
                  <a:extLst>
                    <a:ext uri="{9D8B030D-6E8A-4147-A177-3AD203B41FA5}">
                      <a16:colId xmlns:a16="http://schemas.microsoft.com/office/drawing/2014/main" val="1711195222"/>
                    </a:ext>
                  </a:extLst>
                </a:gridCol>
              </a:tblGrid>
              <a:tr h="0">
                <a:tc>
                  <a:txBody>
                    <a:bodyPr/>
                    <a:lstStyle/>
                    <a:p>
                      <a:pPr marL="0" marR="0" indent="266700" algn="just">
                        <a:lnSpc>
                          <a:spcPct val="125000"/>
                        </a:lnSpc>
                        <a:buNone/>
                      </a:pP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真实性</a:t>
                      </a:r>
                      <a:r>
                        <a:rPr lang="zh-CN"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Veracity</a:t>
                      </a:r>
                      <a:r>
                        <a:rPr lang="zh-CN"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指的是数据的准确性、一致性和可信性，即数据在反映实际情况时的可靠程度。低质量的数据可能导致错误的分析结果和决策，因此数据的真实性至关重要。为了保证数据的真实性，需要进行数据清洗、验证和治理等工作，确保剩余数据的高质量和可靠性。真实性也与“</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4V”</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被合称为大数据的</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5V</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特征。</a:t>
                      </a:r>
                      <a:endParaRPr 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indent="266700" algn="just">
                        <a:lnSpc>
                          <a:spcPct val="125000"/>
                        </a:lnSpc>
                        <a:buNone/>
                      </a:pP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可变性（</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Variability</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）：指的是数据在意义、格式和生成速率上的不稳定性和变化。大数据的性质和模式可能随时间、情境或事件而变化。例如，社交媒体上的情感分析可能会因热点话题的不同而呈现出不同的结果。</a:t>
                      </a:r>
                      <a:endParaRPr 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indent="266700" algn="just">
                        <a:lnSpc>
                          <a:spcPct val="125000"/>
                        </a:lnSpc>
                        <a:spcAft>
                          <a:spcPts val="360"/>
                        </a:spcAft>
                        <a:buNone/>
                      </a:pP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复杂性（</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Complexity</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指的是大数据来自多种来源、形式和内容，并且其内部关系和交互非常复杂。大数据不仅来自于企业系统、社交媒体、物联网设备等多种来源，还包括结构化、半结构化和非结构化数据。处理和分析这些数据需要高级的数据管理和分析技术，以理解和利用数据之间的复杂关系和交互。</a:t>
                      </a:r>
                      <a:endParaRPr 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extLst>
                  <a:ext uri="{0D108BD9-81ED-4DB2-BD59-A6C34878D82A}">
                    <a16:rowId xmlns:a16="http://schemas.microsoft.com/office/drawing/2014/main" val="438448488"/>
                  </a:ext>
                </a:extLst>
              </a:tr>
            </a:tbl>
          </a:graphicData>
        </a:graphic>
      </p:graphicFrame>
    </p:spTree>
    <p:extLst>
      <p:ext uri="{BB962C8B-B14F-4D97-AF65-F5344CB8AC3E}">
        <p14:creationId xmlns:p14="http://schemas.microsoft.com/office/powerpoint/2010/main" val="328973468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1035ED6-ED79-6653-E473-3F5FCA3CC077}"/>
              </a:ext>
            </a:extLst>
          </p:cNvPr>
          <p:cNvSpPr txBox="1">
            <a:spLocks/>
          </p:cNvSpPr>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6235327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057fef28-e1f3-418f-8f7b-57f60670b37e"/>
  <p:tag name="COMMONDATA" val="eyJoZGlkIjoiNGZlODdkOGY2N2FkZjEzZjVmYjI5NGY1MTQ2NGRhNj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0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7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2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muant0k">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9">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8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19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6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87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B3E28D3-CC25-4935-9535-3CA44F295BD0}">
  <we:reference id="wa200005669" version="2.0.0.0" store="en-US" storeType="OMEX"/>
  <we:alternateReferences>
    <we:reference id="WA200005669"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6333</TotalTime>
  <Words>1480</Words>
  <Application>Microsoft Office PowerPoint</Application>
  <PresentationFormat>宽屏</PresentationFormat>
  <Paragraphs>62</Paragraphs>
  <Slides>10</Slides>
  <Notes>10</Notes>
  <HiddenSlides>0</HiddenSlides>
  <MMClips>0</MMClips>
  <ScaleCrop>false</ScaleCrop>
  <HeadingPairs>
    <vt:vector size="8" baseType="variant">
      <vt:variant>
        <vt:lpstr>已用的字体</vt:lpstr>
      </vt:variant>
      <vt:variant>
        <vt:i4>9</vt:i4>
      </vt:variant>
      <vt:variant>
        <vt:lpstr>主题</vt:lpstr>
      </vt:variant>
      <vt:variant>
        <vt:i4>12</vt:i4>
      </vt:variant>
      <vt:variant>
        <vt:lpstr>嵌入 OLE 服务器</vt:lpstr>
      </vt:variant>
      <vt:variant>
        <vt:i4>1</vt:i4>
      </vt:variant>
      <vt:variant>
        <vt:lpstr>幻灯片标题</vt:lpstr>
      </vt:variant>
      <vt:variant>
        <vt:i4>10</vt:i4>
      </vt:variant>
    </vt:vector>
  </HeadingPairs>
  <TitlesOfParts>
    <vt:vector size="32" baseType="lpstr">
      <vt:lpstr>等线</vt:lpstr>
      <vt:lpstr>华光综艺_CNKI</vt:lpstr>
      <vt:lpstr>思源黑体</vt:lpstr>
      <vt:lpstr>思源黑体 CN Bold</vt:lpstr>
      <vt:lpstr>微软雅黑</vt:lpstr>
      <vt:lpstr>Arial</vt:lpstr>
      <vt:lpstr>Calibri</vt:lpstr>
      <vt:lpstr>Times New Roman</vt:lpstr>
      <vt:lpstr>Wingdings</vt:lpstr>
      <vt:lpstr>Office 主题​​</vt:lpstr>
      <vt:lpstr>10_自定义设计方案</vt:lpstr>
      <vt:lpstr>17_自定义设计方案</vt:lpstr>
      <vt:lpstr>21_自定义设计方案</vt:lpstr>
      <vt:lpstr>11_自定义设计方案</vt:lpstr>
      <vt:lpstr>2_默认设计模板</vt:lpstr>
      <vt:lpstr>1_默认设计模板</vt:lpstr>
      <vt:lpstr>7_自定义设计方案</vt:lpstr>
      <vt:lpstr>18_自定义设计方案</vt:lpstr>
      <vt:lpstr>12_自定义设计方案</vt:lpstr>
      <vt:lpstr>19_自定义设计方案</vt:lpstr>
      <vt:lpstr>16_自定义设计方案</vt:lpstr>
      <vt:lpstr>Photo Editor 照片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大数据分析-模版-吕欣.pptx</dc:title>
  <dc:creator>吕欣</dc:creator>
  <cp:lastModifiedBy>qing zhang</cp:lastModifiedBy>
  <cp:revision>2477</cp:revision>
  <dcterms:created xsi:type="dcterms:W3CDTF">2022-05-23T09:13:00Z</dcterms:created>
  <dcterms:modified xsi:type="dcterms:W3CDTF">2025-04-18T03:50:21Z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03DF3E81453D43789918EC1D3CAC176D_12</vt:lpwstr>
  </property>
  <property fmtid="{D5CDD505-2E9C-101B-9397-08002B2CF9AE}" pid="3" name="KSOProductBuildVer">
    <vt:lpwstr>2052-11.1.0.14309</vt:lpwstr>
  </property>
</Properties>
</file>