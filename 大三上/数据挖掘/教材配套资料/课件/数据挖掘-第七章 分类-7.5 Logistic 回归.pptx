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3.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4.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5.xml" ContentType="application/vnd.openxmlformats-officedocument.theme+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theme/theme6.xml" ContentType="application/vnd.openxmlformats-officedocument.theme+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theme/theme7.xml" ContentType="application/vnd.openxmlformats-officedocument.theme+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theme/theme8.xml" ContentType="application/vnd.openxmlformats-officedocument.theme+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theme/theme9.xml" ContentType="application/vnd.openxmlformats-officedocument.theme+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theme/theme10.xml" ContentType="application/vnd.openxmlformats-officedocument.theme+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theme/theme11.xml" ContentType="application/vnd.openxmlformats-officedocument.theme+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2">
  <p:sldMasterIdLst>
    <p:sldMasterId id="2147483648" r:id="rId1"/>
    <p:sldMasterId id="2147484409" r:id="rId2"/>
    <p:sldMasterId id="2147484466" r:id="rId3"/>
    <p:sldMasterId id="2147484493" r:id="rId4"/>
    <p:sldMasterId id="2147484519" r:id="rId5"/>
    <p:sldMasterId id="2147484635" r:id="rId6"/>
    <p:sldMasterId id="2147484651" r:id="rId7"/>
    <p:sldMasterId id="2147484950" r:id="rId8"/>
    <p:sldMasterId id="2147484968" r:id="rId9"/>
    <p:sldMasterId id="2147484995" r:id="rId10"/>
    <p:sldMasterId id="2147485044" r:id="rId11"/>
    <p:sldMasterId id="2147485105" r:id="rId12"/>
  </p:sldMasterIdLst>
  <p:notesMasterIdLst>
    <p:notesMasterId r:id="rId33"/>
  </p:notesMasterIdLst>
  <p:handoutMasterIdLst>
    <p:handoutMasterId r:id="rId34"/>
  </p:handoutMasterIdLst>
  <p:sldIdLst>
    <p:sldId id="15638" r:id="rId13"/>
    <p:sldId id="15668" r:id="rId14"/>
    <p:sldId id="15751" r:id="rId15"/>
    <p:sldId id="15752" r:id="rId16"/>
    <p:sldId id="15753" r:id="rId17"/>
    <p:sldId id="15754" r:id="rId18"/>
    <p:sldId id="15755" r:id="rId19"/>
    <p:sldId id="15756" r:id="rId20"/>
    <p:sldId id="15757" r:id="rId21"/>
    <p:sldId id="15758" r:id="rId22"/>
    <p:sldId id="15759" r:id="rId23"/>
    <p:sldId id="15760" r:id="rId24"/>
    <p:sldId id="15761" r:id="rId25"/>
    <p:sldId id="15762" r:id="rId26"/>
    <p:sldId id="15766" r:id="rId27"/>
    <p:sldId id="15763" r:id="rId28"/>
    <p:sldId id="15769" r:id="rId29"/>
    <p:sldId id="15768" r:id="rId30"/>
    <p:sldId id="15770" r:id="rId31"/>
    <p:sldId id="15502" r:id="rId32"/>
  </p:sldIdLst>
  <p:sldSz cx="12192000" cy="6858000"/>
  <p:notesSz cx="6858000" cy="9144000"/>
  <p:custDataLst>
    <p:tags r:id="rId3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pos="2252" userDrawn="1">
          <p15:clr>
            <a:srgbClr val="A4A3A4"/>
          </p15:clr>
        </p15:guide>
        <p15:guide id="5" orient="horz" pos="2455"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5C0C"/>
    <a:srgbClr val="FFFFFF"/>
    <a:srgbClr val="0066FF"/>
    <a:srgbClr val="7EA4EE"/>
    <a:srgbClr val="00FF00"/>
    <a:srgbClr val="F6F9FE"/>
    <a:srgbClr val="91CF50"/>
    <a:srgbClr val="FF66FF"/>
    <a:srgbClr val="00CCFF"/>
    <a:srgbClr val="0096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32" autoAdjust="0"/>
    <p:restoredTop sz="88617" autoAdjust="0"/>
  </p:normalViewPr>
  <p:slideViewPr>
    <p:cSldViewPr snapToGrid="0">
      <p:cViewPr varScale="1">
        <p:scale>
          <a:sx n="40" d="100"/>
          <a:sy n="40" d="100"/>
        </p:scale>
        <p:origin x="44" y="328"/>
      </p:cViewPr>
      <p:guideLst>
        <p:guide pos="2252"/>
        <p:guide orient="horz" pos="245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85" d="100"/>
          <a:sy n="85" d="100"/>
        </p:scale>
        <p:origin x="2428" y="6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 Target="slides/slide9.xml"/><Relationship Id="rId34" Type="http://schemas.openxmlformats.org/officeDocument/2006/relationships/handoutMaster" Target="handoutMasters/handoutMaster1.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4.xml"/><Relationship Id="rId20" Type="http://schemas.openxmlformats.org/officeDocument/2006/relationships/slide" Target="slides/slide8.xml"/><Relationship Id="rId29"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presProps" Target="presProps.xml"/><Relationship Id="rId10" Type="http://schemas.openxmlformats.org/officeDocument/2006/relationships/slideMaster" Target="slideMasters/slideMaster10.xml"/><Relationship Id="rId19" Type="http://schemas.openxmlformats.org/officeDocument/2006/relationships/slide" Target="slides/slide7.xml"/><Relationship Id="rId31" Type="http://schemas.openxmlformats.org/officeDocument/2006/relationships/slide" Target="slides/slide19.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C5682E4-1D3E-4E21-8E57-F0A36E8AFBBC}" type="datetimeFigureOut">
              <a:rPr lang="zh-CN" altLang="en-US" smtClean="0"/>
              <a:t>2025/4/15</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C971F6-C60D-4682-BD97-627ABF355346}"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B80EC0-271A-47A3-B94A-5AACB63D0D64}" type="datetimeFigureOut">
              <a:rPr lang="zh-CN" altLang="en-US" smtClean="0"/>
              <a:t>2025/4/15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6F833C-0931-4030-8352-AFD9186768B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96F833C-0931-4030-8352-AFD9186768B5}" type="slidenum">
              <a:rPr lang="zh-CN" altLang="en-US" smtClean="0"/>
              <a:t>1</a:t>
            </a:fld>
            <a:endParaRPr lang="zh-CN" altLang="en-US"/>
          </a:p>
        </p:txBody>
      </p:sp>
    </p:spTree>
    <p:extLst>
      <p:ext uri="{BB962C8B-B14F-4D97-AF65-F5344CB8AC3E}">
        <p14:creationId xmlns:p14="http://schemas.microsoft.com/office/powerpoint/2010/main" val="40046728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DE3B6-C1D0-C8E8-01F1-548C01B2EF9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24599B4-AF63-7CF9-6827-74CDD471CA4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85BDB27-AA42-07D7-84C0-5DDF1766BF7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769EA3B-800F-F503-A2C1-5F4C5AA90A4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9944910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769B7-3376-393B-C2AC-652E350A37A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26D875E-2EFD-034E-DAD0-02F351CA7DA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7C9AA83-BFD4-44AC-5FE7-689F1FA01AA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D1FF530-6172-E819-CBF5-F344960D2EF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6386632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AA9CD-C6A8-032E-1756-8376EFE7A63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14799A1-4341-0758-7491-183633CB9F7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63303C7-13A2-04A3-BBBD-85DCA8D0782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B826F8C-DEAE-BD2F-E41F-73DA7FEDA4F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6096118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22CCA-1695-60F1-8135-6617375B817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42DB0D9-14E9-37B2-7E75-24301C485E4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E847C59-A257-A801-392D-718616C5D22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E0F5309-B12D-DC0C-647F-4219F2DA5F9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1698300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016C0-FEBD-D578-4497-6E4D1E57D84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3AE1640-25E1-376B-8B06-31DF1A30B6F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27957C4-8FAC-A71D-1FA6-9590D912016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D121701-C6DE-E078-87CB-F942B39C4C8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9165784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7D891-A6F3-BD7C-94E5-6624A10885B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35812DE-748D-BA9C-074B-7B774F600D5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DAFCAFE-18AE-AE03-0CFC-D3C0203703F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5114092-AF10-CB6D-794F-7A76D4AB537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7279689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43D43-F0A3-A66C-7578-40033A98B2C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CF60655-99D1-A555-8860-796ABBE532B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F8B05DC-7806-7550-4912-1029DDC1888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1354479-A633-D91A-850E-9F905FF151B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018281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B8DB5-7122-15F1-3444-81239D4B65C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B40FD81-E31F-82DA-9F96-37B69248CFE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FDD93A6-C798-E9D4-DFFB-41C3FD2F550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8EA253A-167B-B3EF-7F34-374687717BF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2328494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B0B69-FD78-7334-F8E4-1FA41512B20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1B5DD52-A8DD-181C-DB9D-C1E83F819BC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468AA5E-839E-D28F-BB79-AA420F21392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00BC3F4-6057-4E44-EC5A-4B009ABFB88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2293211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FC9B2-807E-2A4B-BA35-62F113FE6D4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79AAB63-5ADE-295F-2A64-BFEE1DC4A82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ACF3081-31A7-899B-96F5-8C8C5E27EBC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854C00A-905F-3476-601F-52A66145285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4194266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EE505-8092-7335-B5C5-72CF6E58CD3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0753BC1-417C-55C0-7547-341050F6389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46ECB74-FCAE-0A9E-6CA9-C1B1C020CAC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8464A47-AD5D-9513-3F29-BDBCED741FC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2600387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461F2-29B6-08AB-393F-26A28520DBB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BB58102-DA98-90D7-C2FA-D623311F2E6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6B32CFA-90F1-9646-1D1E-2C583FBD873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1D25082-B1F1-6346-12EA-86A72F0A918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0705773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E96B4-E31D-3EA2-5F43-9C20958D280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49E2F5D-5F4D-9352-68A9-06787788AF5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88148BB-4117-A43F-9035-65D1142DA59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FF13CF8-4F46-8053-2E9C-2921406E348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6734188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98801-FD78-9E4B-7BF1-7B290444E9C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389E328-D38B-FE1D-E226-D5BCC75F110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E299437-D80E-CBE7-10D1-F23CFB285D0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45C34C7-7EE6-325B-F79E-D15ED31F481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7261753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4433B-591C-0265-0E84-FCE655D8724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18B9589-1109-5E02-701C-B103B9D1978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6F1C988-ABF1-B294-3430-43864544AB5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B5E878C-817B-F5F1-765E-06870534EF5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7058942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1A157-A94B-8D0E-A05D-131857DF0C7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2C4FA1A-C272-F1CA-6348-C5C7C59CCBA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187E5F5-A9F4-0665-62F9-A6FEC678E7A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B12E311-A269-D19D-2B82-579318A63C5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0081734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6293E-7F03-D145-6E74-55ADDE20BC0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64151C7-AD0B-86FD-0913-EED3B6B4718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DCC08F8-D11D-96B3-688B-4E3DD7578ED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AB3659A-1193-4BBA-0BF4-C0B38A3A55B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5784722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31766-712E-DF9C-8091-537771A458D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B08A1E3-C20D-C3F9-D523-BD732098B26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22F8C77-CB02-4A6C-6912-7A617EEF23C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DCECA95-C614-08DA-CEB0-5A9822419E8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9154953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524093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6.xml"/><Relationship Id="rId4" Type="http://schemas.microsoft.com/office/2007/relationships/hdphoto" Target="../media/hdphoto1.wdp"/></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jpeg"/><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7.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7.xml"/><Relationship Id="rId4" Type="http://schemas.microsoft.com/office/2007/relationships/hdphoto" Target="../media/hdphoto1.wdp"/></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jpeg"/><Relationship Id="rId1" Type="http://schemas.openxmlformats.org/officeDocument/2006/relationships/slideMaster" Target="../slideMasters/slideMaster7.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7.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3.png"/><Relationship Id="rId1" Type="http://schemas.openxmlformats.org/officeDocument/2006/relationships/slideMaster" Target="../slideMasters/slideMaster8.xml"/><Relationship Id="rId4" Type="http://schemas.openxmlformats.org/officeDocument/2006/relationships/image" Target="../media/image24.png"/></Relationships>
</file>

<file path=ppt/slideLayouts/_rels/slideLayout15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23.png"/><Relationship Id="rId1" Type="http://schemas.openxmlformats.org/officeDocument/2006/relationships/slideMaster" Target="../slideMasters/slideMaster8.xml"/><Relationship Id="rId4" Type="http://schemas.openxmlformats.org/officeDocument/2006/relationships/image" Target="../media/image24.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9.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3.png"/><Relationship Id="rId1" Type="http://schemas.openxmlformats.org/officeDocument/2006/relationships/slideMaster" Target="../slideMasters/slideMaster10.xml"/><Relationship Id="rId4" Type="http://schemas.openxmlformats.org/officeDocument/2006/relationships/image" Target="../media/image24.png"/></Relationships>
</file>

<file path=ppt/slideLayouts/_rels/slideLayout20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23.png"/><Relationship Id="rId1" Type="http://schemas.openxmlformats.org/officeDocument/2006/relationships/slideMaster" Target="../slideMasters/slideMaster10.xml"/><Relationship Id="rId4" Type="http://schemas.openxmlformats.org/officeDocument/2006/relationships/image" Target="../media/image24.png"/></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1.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2.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2.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主要内容">
    <p:spTree>
      <p:nvGrpSpPr>
        <p:cNvPr id="1" name=""/>
        <p:cNvGrpSpPr/>
        <p:nvPr/>
      </p:nvGrpSpPr>
      <p:grpSpPr>
        <a:xfrm>
          <a:off x="0" y="0"/>
          <a:ext cx="0" cy="0"/>
          <a:chOff x="0" y="0"/>
          <a:chExt cx="0" cy="0"/>
        </a:xfrm>
      </p:grpSpPr>
      <p:sp>
        <p:nvSpPr>
          <p:cNvPr id="6" name="矩形 5"/>
          <p:cNvSpPr/>
          <p:nvPr userDrawn="1"/>
        </p:nvSpPr>
        <p:spPr bwMode="auto">
          <a:xfrm>
            <a:off x="0" y="1771650"/>
            <a:ext cx="12192000" cy="1261491"/>
          </a:xfrm>
          <a:prstGeom prst="rect">
            <a:avLst/>
          </a:prstGeom>
          <a:gradFill flip="none" rotWithShape="1">
            <a:gsLst>
              <a:gs pos="0">
                <a:schemeClr val="accent5">
                  <a:lumMod val="20000"/>
                  <a:lumOff val="80000"/>
                </a:schemeClr>
              </a:gs>
              <a:gs pos="50000">
                <a:schemeClr val="accent5">
                  <a:lumMod val="20000"/>
                  <a:lumOff val="80000"/>
                </a:schemeClr>
              </a:gs>
              <a:gs pos="100000">
                <a:schemeClr val="bg1"/>
              </a:gs>
            </a:gsLst>
            <a:lin ang="16200000" scaled="1"/>
            <a:tileRect/>
          </a:gra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algn="ctr">
              <a:spcBef>
                <a:spcPct val="50000"/>
              </a:spcBef>
            </a:pPr>
            <a:endParaRPr lang="zh-CN" altLang="en-US" sz="2800" b="1" dirty="0">
              <a:latin typeface="微软雅黑" panose="020B0503020204020204" pitchFamily="34" charset="-122"/>
              <a:ea typeface="微软雅黑" panose="020B0503020204020204" pitchFamily="34" charset="-122"/>
            </a:endParaRPr>
          </a:p>
        </p:txBody>
      </p:sp>
      <p:sp>
        <p:nvSpPr>
          <p:cNvPr id="7" name="矩形 6"/>
          <p:cNvSpPr/>
          <p:nvPr userDrawn="1"/>
        </p:nvSpPr>
        <p:spPr>
          <a:xfrm>
            <a:off x="0" y="2394901"/>
            <a:ext cx="12192000" cy="3796496"/>
          </a:xfrm>
          <a:prstGeom prst="rect">
            <a:avLst/>
          </a:prstGeom>
          <a:solidFill>
            <a:schemeClr val="bg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28495"/>
            <a:endParaRPr lang="zh-CN" altLang="en-US" sz="1400" dirty="0"/>
          </a:p>
        </p:txBody>
      </p:sp>
      <p:grpSp>
        <p:nvGrpSpPr>
          <p:cNvPr id="22" name="组合 21"/>
          <p:cNvGrpSpPr/>
          <p:nvPr userDrawn="1"/>
        </p:nvGrpSpPr>
        <p:grpSpPr>
          <a:xfrm>
            <a:off x="0" y="2291460"/>
            <a:ext cx="12192000" cy="4004169"/>
            <a:chOff x="1960583" y="2188019"/>
            <a:chExt cx="9297266" cy="4004169"/>
          </a:xfrm>
        </p:grpSpPr>
        <p:pic>
          <p:nvPicPr>
            <p:cNvPr id="23" name="图片 22"/>
            <p:cNvPicPr>
              <a:picLocks noChangeAspect="1"/>
            </p:cNvPicPr>
            <p:nvPr/>
          </p:nvPicPr>
          <p:blipFill rotWithShape="1">
            <a:blip r:embed="rId2">
              <a:grayscl/>
            </a:blip>
            <a:srcRect b="72279"/>
            <a:stretch>
              <a:fillRect/>
            </a:stretch>
          </p:blipFill>
          <p:spPr>
            <a:xfrm rot="10800000" flipH="1">
              <a:off x="1960583" y="6087956"/>
              <a:ext cx="9297266" cy="104232"/>
            </a:xfrm>
            <a:prstGeom prst="rect">
              <a:avLst/>
            </a:prstGeom>
          </p:spPr>
        </p:pic>
        <p:pic>
          <p:nvPicPr>
            <p:cNvPr id="24" name="图片 23"/>
            <p:cNvPicPr>
              <a:picLocks noChangeAspect="1"/>
            </p:cNvPicPr>
            <p:nvPr/>
          </p:nvPicPr>
          <p:blipFill rotWithShape="1">
            <a:blip r:embed="rId2">
              <a:grayscl/>
            </a:blip>
            <a:srcRect b="72279"/>
            <a:stretch>
              <a:fillRect/>
            </a:stretch>
          </p:blipFill>
          <p:spPr>
            <a:xfrm flipH="1">
              <a:off x="1960583" y="2188019"/>
              <a:ext cx="9297266" cy="104232"/>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第一节">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508FBC-A264-6F1A-7977-DAFCBAF3875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455"/>
          <a:stretch/>
        </p:blipFill>
        <p:spPr>
          <a:xfrm>
            <a:off x="916640" y="227763"/>
            <a:ext cx="11161059" cy="603504"/>
          </a:xfrm>
          <a:prstGeom prst="rect">
            <a:avLst/>
          </a:prstGeom>
        </p:spPr>
      </p:pic>
      <p:pic>
        <p:nvPicPr>
          <p:cNvPr id="3" name="Picture 2" descr="A logo with dots and lines&#10;&#10;Description automatically generated">
            <a:extLst>
              <a:ext uri="{FF2B5EF4-FFF2-40B4-BE49-F238E27FC236}">
                <a16:creationId xmlns:a16="http://schemas.microsoft.com/office/drawing/2014/main" id="{5467157C-6AAC-7C52-2017-1FE36A3D10C3}"/>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3808" r="8389" b="36069"/>
          <a:stretch/>
        </p:blipFill>
        <p:spPr>
          <a:xfrm>
            <a:off x="11249224" y="166730"/>
            <a:ext cx="828475" cy="725570"/>
          </a:xfrm>
          <a:prstGeom prst="ellipse">
            <a:avLst/>
          </a:prstGeom>
          <a:ln>
            <a:noFill/>
          </a:ln>
          <a:effectLst>
            <a:softEdge rad="112500"/>
          </a:effectLst>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第一节">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B71D0F9-5031-B629-E802-6AEAF0F1C632}"/>
              </a:ext>
            </a:extLst>
          </p:cNvPr>
          <p:cNvPicPr>
            <a:picLocks noChangeAspect="1"/>
          </p:cNvPicPr>
          <p:nvPr userDrawn="1"/>
        </p:nvPicPr>
        <p:blipFill rotWithShape="1">
          <a:blip r:embed="rId2"/>
          <a:srcRect l="453"/>
          <a:stretch/>
        </p:blipFill>
        <p:spPr>
          <a:xfrm>
            <a:off x="0" y="0"/>
            <a:ext cx="12192000" cy="1014998"/>
          </a:xfrm>
          <a:prstGeom prst="rect">
            <a:avLst/>
          </a:prstGeom>
        </p:spPr>
      </p:pic>
      <p:sp>
        <p:nvSpPr>
          <p:cNvPr id="2" name="Rectangle 1">
            <a:extLst>
              <a:ext uri="{FF2B5EF4-FFF2-40B4-BE49-F238E27FC236}">
                <a16:creationId xmlns:a16="http://schemas.microsoft.com/office/drawing/2014/main" id="{F3F803D8-0039-D24A-E8C1-26F5161CAA45}"/>
              </a:ext>
            </a:extLst>
          </p:cNvPr>
          <p:cNvSpPr/>
          <p:nvPr userDrawn="1"/>
        </p:nvSpPr>
        <p:spPr>
          <a:xfrm>
            <a:off x="5982657" y="0"/>
            <a:ext cx="202179" cy="101499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189909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第一节">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748346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第二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二、主要工作</a:t>
            </a:r>
          </a:p>
        </p:txBody>
      </p:sp>
      <p:sp>
        <p:nvSpPr>
          <p:cNvPr id="2" name="矩形 26">
            <a:extLst>
              <a:ext uri="{FF2B5EF4-FFF2-40B4-BE49-F238E27FC236}">
                <a16:creationId xmlns:a16="http://schemas.microsoft.com/office/drawing/2014/main" id="{09687F67-AA25-9614-8E73-69B387358195}"/>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第三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三、总结展望</a:t>
            </a:r>
          </a:p>
        </p:txBody>
      </p:sp>
      <p:sp>
        <p:nvSpPr>
          <p:cNvPr id="2" name="矩形 26">
            <a:extLst>
              <a:ext uri="{FF2B5EF4-FFF2-40B4-BE49-F238E27FC236}">
                <a16:creationId xmlns:a16="http://schemas.microsoft.com/office/drawing/2014/main" id="{237FF217-6AE0-9A66-FE88-108698555006}"/>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结束">
    <p:spTree>
      <p:nvGrpSpPr>
        <p:cNvPr id="1" name=""/>
        <p:cNvGrpSpPr/>
        <p:nvPr/>
      </p:nvGrpSpPr>
      <p:grpSpPr>
        <a:xfrm>
          <a:off x="0" y="0"/>
          <a:ext cx="0" cy="0"/>
          <a:chOff x="0" y="0"/>
          <a:chExt cx="0" cy="0"/>
        </a:xfrm>
      </p:grpSpPr>
      <p:sp>
        <p:nvSpPr>
          <p:cNvPr id="7" name="矩形 6"/>
          <p:cNvSpPr/>
          <p:nvPr userDrawn="1"/>
        </p:nvSpPr>
        <p:spPr>
          <a:xfrm>
            <a:off x="978805" y="232958"/>
            <a:ext cx="1531166"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结束语</a:t>
            </a:r>
          </a:p>
        </p:txBody>
      </p:sp>
      <p:sp>
        <p:nvSpPr>
          <p:cNvPr id="2" name="矩形 26">
            <a:extLst>
              <a:ext uri="{FF2B5EF4-FFF2-40B4-BE49-F238E27FC236}">
                <a16:creationId xmlns:a16="http://schemas.microsoft.com/office/drawing/2014/main" id="{E96EBE77-5145-3DED-C2A2-D3DD459293CF}"/>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纯背景带校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4" y="202985"/>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87"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87701748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923539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4507437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76186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32235285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9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82581224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9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267507155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8"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87"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24618409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9AAD130C-ED07-484A-9AB4-E1251588E42F}"/>
              </a:ext>
            </a:extLst>
          </p:cNvPr>
          <p:cNvSpPr>
            <a:spLocks noGrp="1"/>
          </p:cNvSpPr>
          <p:nvPr>
            <p:ph type="body" sz="quarter" idx="11"/>
          </p:nvPr>
        </p:nvSpPr>
        <p:spPr>
          <a:xfrm>
            <a:off x="8158164" y="124413"/>
            <a:ext cx="3229370"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400" eaLnBrk="1" latinLnBrk="0" hangingPunct="1">
              <a:spcBef>
                <a:spcPct val="0"/>
              </a:spcBef>
            </a:pPr>
            <a:endParaRPr lang="en-US" dirty="0"/>
          </a:p>
        </p:txBody>
      </p:sp>
      <p:sp>
        <p:nvSpPr>
          <p:cNvPr id="10" name="Text Placeholder 9">
            <a:extLst>
              <a:ext uri="{FF2B5EF4-FFF2-40B4-BE49-F238E27FC236}">
                <a16:creationId xmlns:a16="http://schemas.microsoft.com/office/drawing/2014/main" id="{77A302F4-29FB-4385-966A-B8B23A0BA440}"/>
              </a:ext>
            </a:extLst>
          </p:cNvPr>
          <p:cNvSpPr>
            <a:spLocks noGrp="1"/>
          </p:cNvSpPr>
          <p:nvPr>
            <p:ph type="body" sz="quarter" idx="10"/>
          </p:nvPr>
        </p:nvSpPr>
        <p:spPr>
          <a:xfrm>
            <a:off x="972871"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80" eaLnBrk="1" latinLnBrk="0" hangingPunct="1">
              <a:spcBef>
                <a:spcPct val="0"/>
              </a:spcBef>
            </a:pPr>
            <a:endParaRPr lang="en-US" dirty="0"/>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Tree>
    <p:extLst>
      <p:ext uri="{BB962C8B-B14F-4D97-AF65-F5344CB8AC3E}">
        <p14:creationId xmlns:p14="http://schemas.microsoft.com/office/powerpoint/2010/main" val="346821627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3425756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1" y="124413"/>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338457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4"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73807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26843253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33461963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64333356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35880842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420748576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183863202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33697765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4565" y="124410"/>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37604906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8020350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149577229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6570711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88039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CFAC3-5A54-4C24-B1C2-7ACDC1C030C1}"/>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9593F0A2-8D54-42B6-A1EF-0C2F8892D4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3E6CA9A-ECD6-464E-B3EA-9096A8DA11C1}"/>
              </a:ext>
            </a:extLst>
          </p:cNvPr>
          <p:cNvSpPr>
            <a:spLocks noGrp="1"/>
          </p:cNvSpPr>
          <p:nvPr>
            <p:ph type="dt" sz="half" idx="10"/>
          </p:nvPr>
        </p:nvSpPr>
        <p:spPr/>
        <p:txBody>
          <a:bodyPr/>
          <a:lstStyle/>
          <a:p>
            <a:fld id="{5E374627-CDE5-4A8F-897B-5EFB05EA8145}" type="datetimeFigureOut">
              <a:rPr lang="en-US" smtClean="0"/>
              <a:t>4/15/2025</a:t>
            </a:fld>
            <a:endParaRPr lang="en-US"/>
          </a:p>
        </p:txBody>
      </p:sp>
      <p:sp>
        <p:nvSpPr>
          <p:cNvPr id="5" name="Footer Placeholder 4">
            <a:extLst>
              <a:ext uri="{FF2B5EF4-FFF2-40B4-BE49-F238E27FC236}">
                <a16:creationId xmlns:a16="http://schemas.microsoft.com/office/drawing/2014/main" id="{A04DF2BC-1743-4566-BE9E-A92FD07F2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85D4BB-D5EC-458E-BA84-2D7C1FB2BC46}"/>
              </a:ext>
            </a:extLst>
          </p:cNvPr>
          <p:cNvSpPr>
            <a:spLocks noGrp="1"/>
          </p:cNvSpPr>
          <p:nvPr>
            <p:ph type="sldNum" sz="quarter" idx="12"/>
          </p:nvPr>
        </p:nvSpPr>
        <p:spPr/>
        <p:txBody>
          <a:bodyPr/>
          <a:lstStyle/>
          <a:p>
            <a:fld id="{9E586834-A87A-4DEE-945A-772F6B9354A1}" type="slidenum">
              <a:rPr lang="en-US" smtClean="0"/>
              <a:t>‹#›</a:t>
            </a:fld>
            <a:endParaRPr lang="en-US"/>
          </a:p>
        </p:txBody>
      </p:sp>
    </p:spTree>
    <p:extLst>
      <p:ext uri="{BB962C8B-B14F-4D97-AF65-F5344CB8AC3E}">
        <p14:creationId xmlns:p14="http://schemas.microsoft.com/office/powerpoint/2010/main" val="47932535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5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7698631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16606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9502470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724178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30312220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71"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54160869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71"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85728951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5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262922012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9AAD130C-ED07-484A-9AB4-E1251588E42F}"/>
              </a:ext>
            </a:extLst>
          </p:cNvPr>
          <p:cNvSpPr>
            <a:spLocks noGrp="1"/>
          </p:cNvSpPr>
          <p:nvPr>
            <p:ph type="body" sz="quarter" idx="11"/>
          </p:nvPr>
        </p:nvSpPr>
        <p:spPr>
          <a:xfrm>
            <a:off x="8158164" y="124413"/>
            <a:ext cx="3229371"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377" eaLnBrk="1" latinLnBrk="0" hangingPunct="1">
              <a:spcBef>
                <a:spcPct val="0"/>
              </a:spcBef>
            </a:pPr>
            <a:endParaRPr lang="en-US" dirty="0"/>
          </a:p>
        </p:txBody>
      </p:sp>
      <p:sp>
        <p:nvSpPr>
          <p:cNvPr id="10" name="Text Placeholder 9">
            <a:extLst>
              <a:ext uri="{FF2B5EF4-FFF2-40B4-BE49-F238E27FC236}">
                <a16:creationId xmlns:a16="http://schemas.microsoft.com/office/drawing/2014/main" id="{77A302F4-29FB-4385-966A-B8B23A0BA440}"/>
              </a:ext>
            </a:extLst>
          </p:cNvPr>
          <p:cNvSpPr>
            <a:spLocks noGrp="1"/>
          </p:cNvSpPr>
          <p:nvPr>
            <p:ph type="body" sz="quarter" idx="10"/>
          </p:nvPr>
        </p:nvSpPr>
        <p:spPr>
          <a:xfrm>
            <a:off x="972872"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47" eaLnBrk="1" latinLnBrk="0" hangingPunct="1">
              <a:spcBef>
                <a:spcPct val="0"/>
              </a:spcBef>
            </a:pPr>
            <a:endParaRPr lang="en-US" dirty="0"/>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Tree>
    <p:extLst>
      <p:ext uri="{BB962C8B-B14F-4D97-AF65-F5344CB8AC3E}">
        <p14:creationId xmlns:p14="http://schemas.microsoft.com/office/powerpoint/2010/main" val="74761649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02378750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3" y="124413"/>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9879606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6"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1449608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342809798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16790264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150298697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26760598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4321726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35555954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295084749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7132" y="124409"/>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45308371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35475641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11332643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325755014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211477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CFAC3-5A54-4C24-B1C2-7ACDC1C030C1}"/>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9593F0A2-8D54-42B6-A1EF-0C2F8892D4A2}"/>
              </a:ext>
            </a:extLst>
          </p:cNvPr>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3E6CA9A-ECD6-464E-B3EA-9096A8DA11C1}"/>
              </a:ext>
            </a:extLst>
          </p:cNvPr>
          <p:cNvSpPr>
            <a:spLocks noGrp="1"/>
          </p:cNvSpPr>
          <p:nvPr>
            <p:ph type="dt" sz="half" idx="10"/>
          </p:nvPr>
        </p:nvSpPr>
        <p:spPr/>
        <p:txBody>
          <a:bodyPr/>
          <a:lstStyle/>
          <a:p>
            <a:fld id="{5E374627-CDE5-4A8F-897B-5EFB05EA8145}" type="datetimeFigureOut">
              <a:rPr lang="en-US" smtClean="0"/>
              <a:t>4/15/2025</a:t>
            </a:fld>
            <a:endParaRPr lang="en-US"/>
          </a:p>
        </p:txBody>
      </p:sp>
      <p:sp>
        <p:nvSpPr>
          <p:cNvPr id="5" name="Footer Placeholder 4">
            <a:extLst>
              <a:ext uri="{FF2B5EF4-FFF2-40B4-BE49-F238E27FC236}">
                <a16:creationId xmlns:a16="http://schemas.microsoft.com/office/drawing/2014/main" id="{A04DF2BC-1743-4566-BE9E-A92FD07F2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85D4BB-D5EC-458E-BA84-2D7C1FB2BC46}"/>
              </a:ext>
            </a:extLst>
          </p:cNvPr>
          <p:cNvSpPr>
            <a:spLocks noGrp="1"/>
          </p:cNvSpPr>
          <p:nvPr>
            <p:ph type="sldNum" sz="quarter" idx="12"/>
          </p:nvPr>
        </p:nvSpPr>
        <p:spPr/>
        <p:txBody>
          <a:bodyPr/>
          <a:lstStyle/>
          <a:p>
            <a:fld id="{9E586834-A87A-4DEE-945A-772F6B9354A1}" type="slidenum">
              <a:rPr lang="en-US" smtClean="0"/>
              <a:t>‹#›</a:t>
            </a:fld>
            <a:endParaRPr lang="en-US"/>
          </a:p>
        </p:txBody>
      </p:sp>
    </p:spTree>
    <p:extLst>
      <p:ext uri="{BB962C8B-B14F-4D97-AF65-F5344CB8AC3E}">
        <p14:creationId xmlns:p14="http://schemas.microsoft.com/office/powerpoint/2010/main" val="121994257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002">
    <p:spTree>
      <p:nvGrpSpPr>
        <p:cNvPr id="1" name=""/>
        <p:cNvGrpSpPr/>
        <p:nvPr/>
      </p:nvGrpSpPr>
      <p:grpSpPr>
        <a:xfrm>
          <a:off x="0" y="0"/>
          <a:ext cx="0" cy="0"/>
          <a:chOff x="0" y="0"/>
          <a:chExt cx="0" cy="0"/>
        </a:xfrm>
      </p:grpSpPr>
      <p:sp>
        <p:nvSpPr>
          <p:cNvPr id="7" name="矩形 6"/>
          <p:cNvSpPr/>
          <p:nvPr userDrawn="1"/>
        </p:nvSpPr>
        <p:spPr>
          <a:xfrm>
            <a:off x="0" y="6714000"/>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
        <p:nvSpPr>
          <p:cNvPr id="8" name="矩形 7"/>
          <p:cNvSpPr/>
          <p:nvPr userDrawn="1"/>
        </p:nvSpPr>
        <p:spPr>
          <a:xfrm>
            <a:off x="0" y="0"/>
            <a:ext cx="12192000" cy="86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
        <p:nvSpPr>
          <p:cNvPr id="4" name="文本框 3"/>
          <p:cNvSpPr txBox="1">
            <a:spLocks noChangeArrowheads="1"/>
          </p:cNvSpPr>
          <p:nvPr userDrawn="1"/>
        </p:nvSpPr>
        <p:spPr bwMode="auto">
          <a:xfrm>
            <a:off x="0" y="137411"/>
            <a:ext cx="12192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None/>
            </a:pPr>
            <a:r>
              <a:rPr lang="zh-CN" altLang="en-US" sz="3600" b="1" dirty="0">
                <a:solidFill>
                  <a:schemeClr val="bg1"/>
                </a:solidFill>
                <a:latin typeface="微软雅黑" panose="020B0503020204020204" pitchFamily="34" charset="-122"/>
                <a:ea typeface="微软雅黑" panose="020B0503020204020204" pitchFamily="34" charset="-122"/>
              </a:rPr>
              <a:t>二  研究成果与主要创新</a:t>
            </a:r>
            <a:endParaRPr lang="zh-CN" altLang="en-US" sz="3600" b="1" spc="300" dirty="0">
              <a:solidFill>
                <a:schemeClr val="accent4">
                  <a:lumMod val="40000"/>
                  <a:lumOff val="60000"/>
                </a:schemeClr>
              </a:solidFill>
              <a:latin typeface="微软雅黑" panose="020B0503020204020204" pitchFamily="34" charset="-122"/>
              <a:ea typeface="微软雅黑" panose="020B0503020204020204" pitchFamily="34" charset="-122"/>
            </a:endParaRPr>
          </a:p>
        </p:txBody>
      </p:sp>
      <p:sp>
        <p:nvSpPr>
          <p:cNvPr id="6" name="矩形 7"/>
          <p:cNvSpPr/>
          <p:nvPr userDrawn="1"/>
        </p:nvSpPr>
        <p:spPr>
          <a:xfrm>
            <a:off x="0" y="6713999"/>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Tree>
    <p:extLst>
      <p:ext uri="{BB962C8B-B14F-4D97-AF65-F5344CB8AC3E}">
        <p14:creationId xmlns:p14="http://schemas.microsoft.com/office/powerpoint/2010/main" val="10999053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5" tIns="45717" rIns="91435" bIns="45717" numCol="1" rtlCol="0" anchor="t" anchorCtr="0" compatLnSpc="1">
            <a:prstTxWarp prst="textNoShape">
              <a:avLst/>
            </a:prstTxWarp>
          </a:bodyPr>
          <a:lstStyle/>
          <a:p>
            <a:pPr marL="0" marR="0" indent="0" algn="l" defTabSz="129995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extLst>
      <p:ext uri="{BB962C8B-B14F-4D97-AF65-F5344CB8AC3E}">
        <p14:creationId xmlns:p14="http://schemas.microsoft.com/office/powerpoint/2010/main" val="3809716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187983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9971779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708895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12228655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9"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297"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9"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9"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95425467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9"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297"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9"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9"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02359514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5" tIns="45717" rIns="91435" bIns="45717" numCol="1" rtlCol="0" anchor="t" anchorCtr="0" compatLnSpc="1">
            <a:prstTxWarp prst="textNoShape">
              <a:avLst/>
            </a:prstTxWarp>
          </a:bodyPr>
          <a:lstStyle/>
          <a:p>
            <a:pPr marL="0" marR="0" indent="0" algn="l" defTabSz="129995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403440702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95464782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5375707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3" y="124415"/>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05911005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7" y="124415"/>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0028562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39311068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296581560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49991907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5984768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4609701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194409175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79241580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7132" y="124411"/>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7547318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285782821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99905435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265406373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77750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38075647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4" y="202986"/>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4" tIns="45717" rIns="91434" bIns="45717" numCol="1" rtlCol="0" anchor="t" anchorCtr="0" compatLnSpc="1">
            <a:prstTxWarp prst="textNoShape">
              <a:avLst/>
            </a:prstTxWarp>
          </a:bodyPr>
          <a:lstStyle/>
          <a:p>
            <a:pPr marL="0" marR="0" indent="0" algn="l" defTabSz="1299982"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0" y="87766"/>
            <a:ext cx="833913" cy="625435"/>
          </a:xfrm>
          <a:prstGeom prst="rect">
            <a:avLst/>
          </a:prstGeom>
        </p:spPr>
      </p:pic>
    </p:spTree>
    <p:extLst>
      <p:ext uri="{BB962C8B-B14F-4D97-AF65-F5344CB8AC3E}">
        <p14:creationId xmlns:p14="http://schemas.microsoft.com/office/powerpoint/2010/main" val="30445544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405906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9815122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466296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13271703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2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50235392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2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1420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4" tIns="45717" rIns="91434" bIns="45717" numCol="1" rtlCol="0" anchor="t" anchorCtr="0" compatLnSpc="1">
            <a:prstTxWarp prst="textNoShape">
              <a:avLst/>
            </a:prstTxWarp>
          </a:bodyPr>
          <a:lstStyle/>
          <a:p>
            <a:pPr marL="0" marR="0" indent="0" algn="l" defTabSz="1299982"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176727775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64294225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0063581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1" y="124414"/>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45593533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5" y="124414"/>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956585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73168294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9973309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69897481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9465017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85636743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22088798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9158766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4565" y="124411"/>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5120712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0376637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83503778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0862692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669666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140804835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系统工程学院装备管理工程系</a:t>
            </a: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9"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黄生俊   副教授</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
        <p:nvSpPr>
          <p:cNvPr id="18" name="Rectangle: Rounded Corners 18"/>
          <p:cNvSpPr/>
          <p:nvPr userDrawn="1"/>
        </p:nvSpPr>
        <p:spPr>
          <a:xfrm>
            <a:off x="2509937" y="3182187"/>
            <a:ext cx="717212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第四讲 统计调查</a:t>
            </a:r>
          </a:p>
        </p:txBody>
      </p:sp>
    </p:spTree>
    <p:extLst>
      <p:ext uri="{BB962C8B-B14F-4D97-AF65-F5344CB8AC3E}">
        <p14:creationId xmlns:p14="http://schemas.microsoft.com/office/powerpoint/2010/main" val="8237704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extLst>
      <p:ext uri="{BB962C8B-B14F-4D97-AF65-F5344CB8AC3E}">
        <p14:creationId xmlns:p14="http://schemas.microsoft.com/office/powerpoint/2010/main" val="191030678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extLst>
      <p:ext uri="{BB962C8B-B14F-4D97-AF65-F5344CB8AC3E}">
        <p14:creationId xmlns:p14="http://schemas.microsoft.com/office/powerpoint/2010/main" val="27673099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9" name="椭圆 18"/>
          <p:cNvSpPr/>
          <p:nvPr userDrawn="1"/>
        </p:nvSpPr>
        <p:spPr>
          <a:xfrm>
            <a:off x="2749563" y="2348880"/>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一</a:t>
            </a:r>
          </a:p>
        </p:txBody>
      </p:sp>
      <p:sp>
        <p:nvSpPr>
          <p:cNvPr id="20" name="矩形 19"/>
          <p:cNvSpPr/>
          <p:nvPr userDrawn="1"/>
        </p:nvSpPr>
        <p:spPr>
          <a:xfrm>
            <a:off x="3791744" y="2380494"/>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统计调查概述</a:t>
            </a:r>
          </a:p>
        </p:txBody>
      </p:sp>
      <p:sp>
        <p:nvSpPr>
          <p:cNvPr id="23" name="椭圆 22"/>
          <p:cNvSpPr/>
          <p:nvPr userDrawn="1"/>
        </p:nvSpPr>
        <p:spPr>
          <a:xfrm>
            <a:off x="2749563" y="3388677"/>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二</a:t>
            </a:r>
          </a:p>
        </p:txBody>
      </p:sp>
      <p:sp>
        <p:nvSpPr>
          <p:cNvPr id="24" name="矩形 23"/>
          <p:cNvSpPr/>
          <p:nvPr userDrawn="1"/>
        </p:nvSpPr>
        <p:spPr>
          <a:xfrm>
            <a:off x="3791744" y="3420291"/>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统计调查的实施</a:t>
            </a: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CONTENTS</a:t>
            </a:r>
          </a:p>
        </p:txBody>
      </p:sp>
      <p:sp>
        <p:nvSpPr>
          <p:cNvPr id="11" name="椭圆 10"/>
          <p:cNvSpPr/>
          <p:nvPr userDrawn="1"/>
        </p:nvSpPr>
        <p:spPr>
          <a:xfrm>
            <a:off x="2735627" y="4437112"/>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三</a:t>
            </a:r>
          </a:p>
        </p:txBody>
      </p:sp>
      <p:sp>
        <p:nvSpPr>
          <p:cNvPr id="12" name="矩形 11"/>
          <p:cNvSpPr/>
          <p:nvPr userDrawn="1"/>
        </p:nvSpPr>
        <p:spPr>
          <a:xfrm>
            <a:off x="3777808" y="4468726"/>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调查问卷</a:t>
            </a:r>
          </a:p>
        </p:txBody>
      </p:sp>
    </p:spTree>
    <p:extLst>
      <p:ext uri="{BB962C8B-B14F-4D97-AF65-F5344CB8AC3E}">
        <p14:creationId xmlns:p14="http://schemas.microsoft.com/office/powerpoint/2010/main" val="21017715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28293709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83075896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统计调查概述</a:t>
            </a:r>
          </a:p>
        </p:txBody>
      </p:sp>
    </p:spTree>
    <p:extLst>
      <p:ext uri="{BB962C8B-B14F-4D97-AF65-F5344CB8AC3E}">
        <p14:creationId xmlns:p14="http://schemas.microsoft.com/office/powerpoint/2010/main" val="164188872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一、统计调查概述</a:t>
            </a:r>
          </a:p>
        </p:txBody>
      </p:sp>
      <p:sp>
        <p:nvSpPr>
          <p:cNvPr id="3" name="标题 2"/>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2959599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第二部分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统计调查的实施</a:t>
            </a:r>
          </a:p>
        </p:txBody>
      </p:sp>
    </p:spTree>
    <p:extLst>
      <p:ext uri="{BB962C8B-B14F-4D97-AF65-F5344CB8AC3E}">
        <p14:creationId xmlns:p14="http://schemas.microsoft.com/office/powerpoint/2010/main" val="383815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二、统计调查的实施</a:t>
            </a:r>
          </a:p>
        </p:txBody>
      </p:sp>
    </p:spTree>
    <p:extLst>
      <p:ext uri="{BB962C8B-B14F-4D97-AF65-F5344CB8AC3E}">
        <p14:creationId xmlns:p14="http://schemas.microsoft.com/office/powerpoint/2010/main" val="29681230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第三部分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调查问卷</a:t>
            </a:r>
          </a:p>
        </p:txBody>
      </p:sp>
    </p:spTree>
    <p:extLst>
      <p:ext uri="{BB962C8B-B14F-4D97-AF65-F5344CB8AC3E}">
        <p14:creationId xmlns:p14="http://schemas.microsoft.com/office/powerpoint/2010/main" val="25106697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三、调查问卷</a:t>
            </a:r>
          </a:p>
        </p:txBody>
      </p:sp>
    </p:spTree>
    <p:extLst>
      <p:ext uri="{BB962C8B-B14F-4D97-AF65-F5344CB8AC3E}">
        <p14:creationId xmlns:p14="http://schemas.microsoft.com/office/powerpoint/2010/main" val="3157779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课堂总结</a:t>
            </a:r>
          </a:p>
        </p:txBody>
      </p:sp>
    </p:spTree>
    <p:extLst>
      <p:ext uri="{BB962C8B-B14F-4D97-AF65-F5344CB8AC3E}">
        <p14:creationId xmlns:p14="http://schemas.microsoft.com/office/powerpoint/2010/main" val="111825167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课后作业</a:t>
            </a:r>
          </a:p>
        </p:txBody>
      </p:sp>
    </p:spTree>
    <p:extLst>
      <p:ext uri="{BB962C8B-B14F-4D97-AF65-F5344CB8AC3E}">
        <p14:creationId xmlns:p14="http://schemas.microsoft.com/office/powerpoint/2010/main" val="257450502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50830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系统工程学院装备管理工程系</a:t>
            </a: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8"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刘亚杰   研究员</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
        <p:nvSpPr>
          <p:cNvPr id="18" name="Rectangle: Rounded Corners 18"/>
          <p:cNvSpPr/>
          <p:nvPr userDrawn="1"/>
        </p:nvSpPr>
        <p:spPr>
          <a:xfrm>
            <a:off x="1902991" y="3182187"/>
            <a:ext cx="838601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第四讲  抽样与估计</a:t>
            </a:r>
            <a:r>
              <a:rPr kumimoji="0" lang="en-US" altLang="zh-CN"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1</a:t>
            </a:r>
            <a:endPar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Tree>
    <p:extLst>
      <p:ext uri="{BB962C8B-B14F-4D97-AF65-F5344CB8AC3E}">
        <p14:creationId xmlns:p14="http://schemas.microsoft.com/office/powerpoint/2010/main" val="2706480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extLst>
      <p:ext uri="{BB962C8B-B14F-4D97-AF65-F5344CB8AC3E}">
        <p14:creationId xmlns:p14="http://schemas.microsoft.com/office/powerpoint/2010/main" val="25152681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extLst>
      <p:ext uri="{BB962C8B-B14F-4D97-AF65-F5344CB8AC3E}">
        <p14:creationId xmlns:p14="http://schemas.microsoft.com/office/powerpoint/2010/main" val="1001369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9" name="椭圆 18"/>
          <p:cNvSpPr/>
          <p:nvPr userDrawn="1"/>
        </p:nvSpPr>
        <p:spPr>
          <a:xfrm>
            <a:off x="3387976" y="2204864"/>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一</a:t>
            </a:r>
          </a:p>
        </p:txBody>
      </p:sp>
      <p:sp>
        <p:nvSpPr>
          <p:cNvPr id="20" name="矩形 19"/>
          <p:cNvSpPr/>
          <p:nvPr userDrawn="1"/>
        </p:nvSpPr>
        <p:spPr>
          <a:xfrm>
            <a:off x="4430158" y="223125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抽样的基本概念</a:t>
            </a:r>
          </a:p>
        </p:txBody>
      </p:sp>
      <p:sp>
        <p:nvSpPr>
          <p:cNvPr id="21" name="椭圆 20"/>
          <p:cNvSpPr/>
          <p:nvPr userDrawn="1"/>
        </p:nvSpPr>
        <p:spPr>
          <a:xfrm>
            <a:off x="3387976" y="3902552"/>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三</a:t>
            </a:r>
          </a:p>
        </p:txBody>
      </p:sp>
      <p:sp>
        <p:nvSpPr>
          <p:cNvPr id="22" name="矩形 21"/>
          <p:cNvSpPr/>
          <p:nvPr userDrawn="1"/>
        </p:nvSpPr>
        <p:spPr>
          <a:xfrm>
            <a:off x="4430157" y="39315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分层抽样</a:t>
            </a:r>
          </a:p>
        </p:txBody>
      </p:sp>
      <p:sp>
        <p:nvSpPr>
          <p:cNvPr id="23" name="椭圆 22"/>
          <p:cNvSpPr/>
          <p:nvPr userDrawn="1"/>
        </p:nvSpPr>
        <p:spPr>
          <a:xfrm>
            <a:off x="3387976" y="3053708"/>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二</a:t>
            </a:r>
          </a:p>
        </p:txBody>
      </p:sp>
      <p:sp>
        <p:nvSpPr>
          <p:cNvPr id="24" name="矩形 23"/>
          <p:cNvSpPr/>
          <p:nvPr userDrawn="1"/>
        </p:nvSpPr>
        <p:spPr>
          <a:xfrm>
            <a:off x="4430158" y="308140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简单随机抽样</a:t>
            </a: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CONTENTS</a:t>
            </a:r>
          </a:p>
        </p:txBody>
      </p:sp>
      <p:sp>
        <p:nvSpPr>
          <p:cNvPr id="13" name="椭圆 12"/>
          <p:cNvSpPr/>
          <p:nvPr userDrawn="1"/>
        </p:nvSpPr>
        <p:spPr>
          <a:xfrm>
            <a:off x="3387976" y="4751396"/>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四</a:t>
            </a:r>
          </a:p>
        </p:txBody>
      </p:sp>
      <p:sp>
        <p:nvSpPr>
          <p:cNvPr id="14" name="矩形 13"/>
          <p:cNvSpPr/>
          <p:nvPr userDrawn="1"/>
        </p:nvSpPr>
        <p:spPr>
          <a:xfrm>
            <a:off x="4430157" y="478170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整群抽样</a:t>
            </a:r>
          </a:p>
        </p:txBody>
      </p:sp>
      <p:sp>
        <p:nvSpPr>
          <p:cNvPr id="15" name="椭圆 14"/>
          <p:cNvSpPr/>
          <p:nvPr userDrawn="1"/>
        </p:nvSpPr>
        <p:spPr>
          <a:xfrm>
            <a:off x="3387976" y="5600241"/>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五</a:t>
            </a:r>
          </a:p>
        </p:txBody>
      </p:sp>
      <p:sp>
        <p:nvSpPr>
          <p:cNvPr id="16" name="矩形 15"/>
          <p:cNvSpPr/>
          <p:nvPr userDrawn="1"/>
        </p:nvSpPr>
        <p:spPr>
          <a:xfrm>
            <a:off x="4430157" y="56318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系统抽样</a:t>
            </a:r>
          </a:p>
        </p:txBody>
      </p:sp>
    </p:spTree>
    <p:extLst>
      <p:ext uri="{BB962C8B-B14F-4D97-AF65-F5344CB8AC3E}">
        <p14:creationId xmlns:p14="http://schemas.microsoft.com/office/powerpoint/2010/main" val="37813254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41432478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12208814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272000" y="2852936"/>
            <a:ext cx="9648000" cy="1428214"/>
          </a:xfrm>
          <a:prstGeom prst="roundRect">
            <a:avLst>
              <a:gd name="adj" fmla="val 50000"/>
            </a:avLst>
          </a:prstGeom>
          <a:solidFill>
            <a:srgbClr val="1967A5"/>
          </a:solidFill>
        </p:spPr>
        <p:txBody>
          <a:bodyPr wrap="square" lIns="432000" rIns="432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抽样的基本概念</a:t>
            </a:r>
          </a:p>
        </p:txBody>
      </p:sp>
    </p:spTree>
    <p:extLst>
      <p:ext uri="{BB962C8B-B14F-4D97-AF65-F5344CB8AC3E}">
        <p14:creationId xmlns:p14="http://schemas.microsoft.com/office/powerpoint/2010/main" val="249553951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一、抽样的基本概念</a:t>
            </a:r>
          </a:p>
        </p:txBody>
      </p:sp>
    </p:spTree>
    <p:extLst>
      <p:ext uri="{BB962C8B-B14F-4D97-AF65-F5344CB8AC3E}">
        <p14:creationId xmlns:p14="http://schemas.microsoft.com/office/powerpoint/2010/main" val="272300242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第二部分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504000" rIns="504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简单随机抽样</a:t>
            </a:r>
          </a:p>
        </p:txBody>
      </p:sp>
    </p:spTree>
    <p:extLst>
      <p:ext uri="{BB962C8B-B14F-4D97-AF65-F5344CB8AC3E}">
        <p14:creationId xmlns:p14="http://schemas.microsoft.com/office/powerpoint/2010/main" val="352455984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二、简单随机抽样</a:t>
            </a:r>
          </a:p>
        </p:txBody>
      </p:sp>
    </p:spTree>
    <p:extLst>
      <p:ext uri="{BB962C8B-B14F-4D97-AF65-F5344CB8AC3E}">
        <p14:creationId xmlns:p14="http://schemas.microsoft.com/office/powerpoint/2010/main" val="396433392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第三部分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分层抽样</a:t>
            </a:r>
          </a:p>
        </p:txBody>
      </p:sp>
    </p:spTree>
    <p:extLst>
      <p:ext uri="{BB962C8B-B14F-4D97-AF65-F5344CB8AC3E}">
        <p14:creationId xmlns:p14="http://schemas.microsoft.com/office/powerpoint/2010/main" val="337986242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三、分层抽样</a:t>
            </a:r>
          </a:p>
        </p:txBody>
      </p:sp>
    </p:spTree>
    <p:extLst>
      <p:ext uri="{BB962C8B-B14F-4D97-AF65-F5344CB8AC3E}">
        <p14:creationId xmlns:p14="http://schemas.microsoft.com/office/powerpoint/2010/main" val="252784434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第四部分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整群抽样</a:t>
            </a:r>
          </a:p>
        </p:txBody>
      </p:sp>
    </p:spTree>
    <p:extLst>
      <p:ext uri="{BB962C8B-B14F-4D97-AF65-F5344CB8AC3E}">
        <p14:creationId xmlns:p14="http://schemas.microsoft.com/office/powerpoint/2010/main" val="33620276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四、整群抽样</a:t>
            </a:r>
          </a:p>
        </p:txBody>
      </p:sp>
    </p:spTree>
    <p:extLst>
      <p:ext uri="{BB962C8B-B14F-4D97-AF65-F5344CB8AC3E}">
        <p14:creationId xmlns:p14="http://schemas.microsoft.com/office/powerpoint/2010/main" val="21502092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第五部分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系统抽样</a:t>
            </a:r>
          </a:p>
        </p:txBody>
      </p:sp>
    </p:spTree>
    <p:extLst>
      <p:ext uri="{BB962C8B-B14F-4D97-AF65-F5344CB8AC3E}">
        <p14:creationId xmlns:p14="http://schemas.microsoft.com/office/powerpoint/2010/main" val="40394306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type="blank" preserve="1">
  <p:cSld name="6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五、系统抽样</a:t>
            </a:r>
          </a:p>
        </p:txBody>
      </p:sp>
    </p:spTree>
    <p:extLst>
      <p:ext uri="{BB962C8B-B14F-4D97-AF65-F5344CB8AC3E}">
        <p14:creationId xmlns:p14="http://schemas.microsoft.com/office/powerpoint/2010/main" val="408787966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课堂总结</a:t>
            </a:r>
          </a:p>
        </p:txBody>
      </p:sp>
    </p:spTree>
    <p:extLst>
      <p:ext uri="{BB962C8B-B14F-4D97-AF65-F5344CB8AC3E}">
        <p14:creationId xmlns:p14="http://schemas.microsoft.com/office/powerpoint/2010/main" val="384779177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课后作业</a:t>
            </a:r>
          </a:p>
        </p:txBody>
      </p:sp>
    </p:spTree>
    <p:extLst>
      <p:ext uri="{BB962C8B-B14F-4D97-AF65-F5344CB8AC3E}">
        <p14:creationId xmlns:p14="http://schemas.microsoft.com/office/powerpoint/2010/main" val="16654773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625274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06404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41"/>
            <a:ext cx="10362961"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9055" y="3886200"/>
            <a:ext cx="8533924" cy="1752600"/>
          </a:xfrm>
          <a:prstGeom prst="rect">
            <a:avLst/>
          </a:prstGeom>
        </p:spPr>
        <p:txBody>
          <a:bodyPr/>
          <a:lstStyle>
            <a:lvl1pPr marL="0" indent="0" algn="ctr">
              <a:buNone/>
              <a:defRPr>
                <a:solidFill>
                  <a:schemeClr val="tx1">
                    <a:tint val="75000"/>
                  </a:schemeClr>
                </a:solidFill>
              </a:defRPr>
            </a:lvl1pPr>
            <a:lvl2pPr marL="609521" indent="0" algn="ctr">
              <a:buNone/>
              <a:defRPr>
                <a:solidFill>
                  <a:schemeClr val="tx1">
                    <a:tint val="75000"/>
                  </a:schemeClr>
                </a:solidFill>
              </a:defRPr>
            </a:lvl2pPr>
            <a:lvl3pPr marL="1219042" indent="0" algn="ctr">
              <a:buNone/>
              <a:defRPr>
                <a:solidFill>
                  <a:schemeClr val="tx1">
                    <a:tint val="75000"/>
                  </a:schemeClr>
                </a:solidFill>
              </a:defRPr>
            </a:lvl3pPr>
            <a:lvl4pPr marL="1828561" indent="0" algn="ctr">
              <a:buNone/>
              <a:defRPr>
                <a:solidFill>
                  <a:schemeClr val="tx1">
                    <a:tint val="75000"/>
                  </a:schemeClr>
                </a:solidFill>
              </a:defRPr>
            </a:lvl4pPr>
            <a:lvl5pPr marL="2438080" indent="0" algn="ctr">
              <a:buNone/>
              <a:defRPr>
                <a:solidFill>
                  <a:schemeClr val="tx1">
                    <a:tint val="75000"/>
                  </a:schemeClr>
                </a:solidFill>
              </a:defRPr>
            </a:lvl5pPr>
            <a:lvl6pPr marL="3047601" indent="0" algn="ctr">
              <a:buNone/>
              <a:defRPr>
                <a:solidFill>
                  <a:schemeClr val="tx1">
                    <a:tint val="75000"/>
                  </a:schemeClr>
                </a:solidFill>
              </a:defRPr>
            </a:lvl6pPr>
            <a:lvl7pPr marL="3657122" indent="0" algn="ctr">
              <a:buNone/>
              <a:defRPr>
                <a:solidFill>
                  <a:schemeClr val="tx1">
                    <a:tint val="75000"/>
                  </a:schemeClr>
                </a:solidFill>
              </a:defRPr>
            </a:lvl7pPr>
            <a:lvl8pPr marL="4266641" indent="0" algn="ctr">
              <a:buNone/>
              <a:defRPr>
                <a:solidFill>
                  <a:schemeClr val="tx1">
                    <a:tint val="75000"/>
                  </a:schemeClr>
                </a:solidFill>
              </a:defRPr>
            </a:lvl8pPr>
            <a:lvl9pPr marL="4876162"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909073367"/>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97" y="1600205"/>
            <a:ext cx="10972641"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3791747" y="6356356"/>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830306138"/>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5"/>
            <a:ext cx="10362961" cy="1362075"/>
          </a:xfrm>
          <a:prstGeom prst="rect">
            <a:avLst/>
          </a:prstGeom>
        </p:spPr>
        <p:txBody>
          <a:bodyPr anchor="t"/>
          <a:lstStyle>
            <a:lvl1pPr algn="l">
              <a:defRPr sz="5333" b="1" cap="all"/>
            </a:lvl1pPr>
          </a:lstStyle>
          <a:p>
            <a:r>
              <a:rPr lang="zh-CN" altLang="en-US"/>
              <a:t>单击此处编辑母版标题样式</a:t>
            </a:r>
          </a:p>
        </p:txBody>
      </p:sp>
      <p:sp>
        <p:nvSpPr>
          <p:cNvPr id="3" name="文本占位符 2"/>
          <p:cNvSpPr>
            <a:spLocks noGrp="1"/>
          </p:cNvSpPr>
          <p:nvPr>
            <p:ph type="body" idx="1"/>
          </p:nvPr>
        </p:nvSpPr>
        <p:spPr>
          <a:xfrm>
            <a:off x="963744" y="2906713"/>
            <a:ext cx="10362961" cy="1500187"/>
          </a:xfrm>
          <a:prstGeom prst="rect">
            <a:avLst/>
          </a:prstGeom>
        </p:spPr>
        <p:txBody>
          <a:bodyPr anchor="b"/>
          <a:lstStyle>
            <a:lvl1pPr marL="0" indent="0">
              <a:buNone/>
              <a:defRPr sz="2667">
                <a:solidFill>
                  <a:schemeClr val="tx1">
                    <a:tint val="75000"/>
                  </a:schemeClr>
                </a:solidFill>
              </a:defRPr>
            </a:lvl1pPr>
            <a:lvl2pPr marL="609521" indent="0">
              <a:buNone/>
              <a:defRPr sz="2400">
                <a:solidFill>
                  <a:schemeClr val="tx1">
                    <a:tint val="75000"/>
                  </a:schemeClr>
                </a:solidFill>
              </a:defRPr>
            </a:lvl2pPr>
            <a:lvl3pPr marL="1219042" indent="0">
              <a:buNone/>
              <a:defRPr sz="2133">
                <a:solidFill>
                  <a:schemeClr val="tx1">
                    <a:tint val="75000"/>
                  </a:schemeClr>
                </a:solidFill>
              </a:defRPr>
            </a:lvl3pPr>
            <a:lvl4pPr marL="1828561" indent="0">
              <a:buNone/>
              <a:defRPr sz="1867">
                <a:solidFill>
                  <a:schemeClr val="tx1">
                    <a:tint val="75000"/>
                  </a:schemeClr>
                </a:solidFill>
              </a:defRPr>
            </a:lvl4pPr>
            <a:lvl5pPr marL="2438080" indent="0">
              <a:buNone/>
              <a:defRPr sz="1867">
                <a:solidFill>
                  <a:schemeClr val="tx1">
                    <a:tint val="75000"/>
                  </a:schemeClr>
                </a:solidFill>
              </a:defRPr>
            </a:lvl5pPr>
            <a:lvl6pPr marL="3047601" indent="0">
              <a:buNone/>
              <a:defRPr sz="1867">
                <a:solidFill>
                  <a:schemeClr val="tx1">
                    <a:tint val="75000"/>
                  </a:schemeClr>
                </a:solidFill>
              </a:defRPr>
            </a:lvl6pPr>
            <a:lvl7pPr marL="3657122" indent="0">
              <a:buNone/>
              <a:defRPr sz="1867">
                <a:solidFill>
                  <a:schemeClr val="tx1">
                    <a:tint val="75000"/>
                  </a:schemeClr>
                </a:solidFill>
              </a:defRPr>
            </a:lvl7pPr>
            <a:lvl8pPr marL="4266641" indent="0">
              <a:buNone/>
              <a:defRPr sz="1867">
                <a:solidFill>
                  <a:schemeClr val="tx1">
                    <a:tint val="75000"/>
                  </a:schemeClr>
                </a:solidFill>
              </a:defRPr>
            </a:lvl8pPr>
            <a:lvl9pPr marL="4876162" indent="0">
              <a:buNone/>
              <a:defRPr sz="1867">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dirty="0">
              <a:solidFill>
                <a:prstClr val="black"/>
              </a:solidFill>
            </a:endParaRPr>
          </a:p>
        </p:txBody>
      </p:sp>
    </p:spTree>
    <p:extLst>
      <p:ext uri="{BB962C8B-B14F-4D97-AF65-F5344CB8AC3E}">
        <p14:creationId xmlns:p14="http://schemas.microsoft.com/office/powerpoint/2010/main" val="3940132400"/>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83" y="1600205"/>
            <a:ext cx="5409317" cy="4525963"/>
          </a:xfrm>
          <a:prstGeom prst="rect">
            <a:avLst/>
          </a:prstGeo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1416" y="1600205"/>
            <a:ext cx="5410904" cy="4525963"/>
          </a:xfrm>
          <a:prstGeom prst="rect">
            <a:avLst/>
          </a:prstGeo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708540086"/>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89" y="1535113"/>
            <a:ext cx="5387089" cy="639763"/>
          </a:xfrm>
          <a:prstGeom prst="rect">
            <a:avLst/>
          </a:prstGeom>
        </p:spPr>
        <p:txBody>
          <a:bodyPr anchor="b"/>
          <a:lstStyle>
            <a:lvl1pPr marL="0" indent="0">
              <a:buNone/>
              <a:defRPr sz="3200" b="1"/>
            </a:lvl1pPr>
            <a:lvl2pPr marL="609521" indent="0">
              <a:buNone/>
              <a:defRPr sz="2667" b="1"/>
            </a:lvl2pPr>
            <a:lvl3pPr marL="1219042" indent="0">
              <a:buNone/>
              <a:defRPr sz="2400" b="1"/>
            </a:lvl3pPr>
            <a:lvl4pPr marL="1828561" indent="0">
              <a:buNone/>
              <a:defRPr sz="2133" b="1"/>
            </a:lvl4pPr>
            <a:lvl5pPr marL="2438080" indent="0">
              <a:buNone/>
              <a:defRPr sz="2133" b="1"/>
            </a:lvl5pPr>
            <a:lvl6pPr marL="3047601" indent="0">
              <a:buNone/>
              <a:defRPr sz="2133" b="1"/>
            </a:lvl6pPr>
            <a:lvl7pPr marL="3657122" indent="0">
              <a:buNone/>
              <a:defRPr sz="2133" b="1"/>
            </a:lvl7pPr>
            <a:lvl8pPr marL="4266641" indent="0">
              <a:buNone/>
              <a:defRPr sz="2133" b="1"/>
            </a:lvl8pPr>
            <a:lvl9pPr marL="4876162" indent="0">
              <a:buNone/>
              <a:defRPr sz="2133" b="1"/>
            </a:lvl9pPr>
          </a:lstStyle>
          <a:p>
            <a:pPr lvl="0"/>
            <a:r>
              <a:rPr lang="zh-CN" altLang="en-US"/>
              <a:t>单击此处编辑母版文本样式</a:t>
            </a:r>
          </a:p>
        </p:txBody>
      </p:sp>
      <p:sp>
        <p:nvSpPr>
          <p:cNvPr id="4" name="内容占位符 3"/>
          <p:cNvSpPr>
            <a:spLocks noGrp="1"/>
          </p:cNvSpPr>
          <p:nvPr>
            <p:ph sz="half" idx="2"/>
          </p:nvPr>
        </p:nvSpPr>
        <p:spPr>
          <a:xfrm>
            <a:off x="609689" y="2174875"/>
            <a:ext cx="5387089"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665" y="1535113"/>
            <a:ext cx="5388676" cy="639763"/>
          </a:xfrm>
          <a:prstGeom prst="rect">
            <a:avLst/>
          </a:prstGeom>
        </p:spPr>
        <p:txBody>
          <a:bodyPr anchor="b"/>
          <a:lstStyle>
            <a:lvl1pPr marL="0" indent="0">
              <a:buNone/>
              <a:defRPr sz="3200" b="1"/>
            </a:lvl1pPr>
            <a:lvl2pPr marL="609521" indent="0">
              <a:buNone/>
              <a:defRPr sz="2667" b="1"/>
            </a:lvl2pPr>
            <a:lvl3pPr marL="1219042" indent="0">
              <a:buNone/>
              <a:defRPr sz="2400" b="1"/>
            </a:lvl3pPr>
            <a:lvl4pPr marL="1828561" indent="0">
              <a:buNone/>
              <a:defRPr sz="2133" b="1"/>
            </a:lvl4pPr>
            <a:lvl5pPr marL="2438080" indent="0">
              <a:buNone/>
              <a:defRPr sz="2133" b="1"/>
            </a:lvl5pPr>
            <a:lvl6pPr marL="3047601" indent="0">
              <a:buNone/>
              <a:defRPr sz="2133" b="1"/>
            </a:lvl6pPr>
            <a:lvl7pPr marL="3657122" indent="0">
              <a:buNone/>
              <a:defRPr sz="2133" b="1"/>
            </a:lvl7pPr>
            <a:lvl8pPr marL="4266641" indent="0">
              <a:buNone/>
              <a:defRPr sz="2133" b="1"/>
            </a:lvl8pPr>
            <a:lvl9pPr marL="4876162" indent="0">
              <a:buNone/>
              <a:defRPr sz="2133" b="1"/>
            </a:lvl9pPr>
          </a:lstStyle>
          <a:p>
            <a:pPr lvl="0"/>
            <a:r>
              <a:rPr lang="zh-CN" altLang="en-US"/>
              <a:t>单击此处编辑母版文本样式</a:t>
            </a:r>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8" name="页脚占位符 7"/>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367558282"/>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4" name="页脚占位符 3"/>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926801042"/>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3" name="页脚占位符 2"/>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075965820"/>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49"/>
            <a:ext cx="4010547" cy="1162051"/>
          </a:xfrm>
          <a:prstGeom prst="rect">
            <a:avLst/>
          </a:prstGeom>
        </p:spPr>
        <p:txBody>
          <a:bodyPr anchor="b"/>
          <a:lstStyle>
            <a:lvl1pPr algn="l">
              <a:defRPr sz="2667" b="1"/>
            </a:lvl1pPr>
          </a:lstStyle>
          <a:p>
            <a:r>
              <a:rPr lang="zh-CN" altLang="en-US"/>
              <a:t>单击此处编辑母版标题样式</a:t>
            </a:r>
          </a:p>
        </p:txBody>
      </p:sp>
      <p:sp>
        <p:nvSpPr>
          <p:cNvPr id="3" name="内容占位符 2"/>
          <p:cNvSpPr>
            <a:spLocks noGrp="1"/>
          </p:cNvSpPr>
          <p:nvPr>
            <p:ph idx="1"/>
          </p:nvPr>
        </p:nvSpPr>
        <p:spPr>
          <a:xfrm>
            <a:off x="4766304" y="273066"/>
            <a:ext cx="6816025" cy="5853113"/>
          </a:xfrm>
          <a:prstGeom prst="rect">
            <a:avLst/>
          </a:prstGeo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7"/>
            </a:lvl1pPr>
            <a:lvl2pPr marL="609521" indent="0">
              <a:buNone/>
              <a:defRPr sz="1600"/>
            </a:lvl2pPr>
            <a:lvl3pPr marL="1219042" indent="0">
              <a:buNone/>
              <a:defRPr sz="1333"/>
            </a:lvl3pPr>
            <a:lvl4pPr marL="1828561" indent="0">
              <a:buNone/>
              <a:defRPr sz="1200"/>
            </a:lvl4pPr>
            <a:lvl5pPr marL="2438080" indent="0">
              <a:buNone/>
              <a:defRPr sz="1200"/>
            </a:lvl5pPr>
            <a:lvl6pPr marL="3047601" indent="0">
              <a:buNone/>
              <a:defRPr sz="1200"/>
            </a:lvl6pPr>
            <a:lvl7pPr marL="3657122" indent="0">
              <a:buNone/>
              <a:defRPr sz="1200"/>
            </a:lvl7pPr>
            <a:lvl8pPr marL="4266641" indent="0">
              <a:buNone/>
              <a:defRPr sz="1200"/>
            </a:lvl8pPr>
            <a:lvl9pPr marL="4876162"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411105580"/>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1"/>
            <a:ext cx="7316152" cy="566739"/>
          </a:xfrm>
          <a:prstGeom prst="rect">
            <a:avLst/>
          </a:prstGeom>
        </p:spPr>
        <p:txBody>
          <a:bodyPr anchor="b"/>
          <a:lstStyle>
            <a:lvl1pPr algn="l">
              <a:defRPr sz="2667" b="1"/>
            </a:lvl1pPr>
          </a:lstStyle>
          <a:p>
            <a:r>
              <a:rPr lang="zh-CN" altLang="en-US"/>
              <a:t>单击此处编辑母版标题样式</a:t>
            </a:r>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7"/>
            </a:lvl1pPr>
            <a:lvl2pPr marL="609521" indent="0">
              <a:buNone/>
              <a:defRPr sz="3733"/>
            </a:lvl2pPr>
            <a:lvl3pPr marL="1219042" indent="0">
              <a:buNone/>
              <a:defRPr sz="3200"/>
            </a:lvl3pPr>
            <a:lvl4pPr marL="1828561" indent="0">
              <a:buNone/>
              <a:defRPr sz="2667"/>
            </a:lvl4pPr>
            <a:lvl5pPr marL="2438080" indent="0">
              <a:buNone/>
              <a:defRPr sz="2667"/>
            </a:lvl5pPr>
            <a:lvl6pPr marL="3047601" indent="0">
              <a:buNone/>
              <a:defRPr sz="2667"/>
            </a:lvl6pPr>
            <a:lvl7pPr marL="3657122" indent="0">
              <a:buNone/>
              <a:defRPr sz="2667"/>
            </a:lvl7pPr>
            <a:lvl8pPr marL="4266641" indent="0">
              <a:buNone/>
              <a:defRPr sz="2667"/>
            </a:lvl8pPr>
            <a:lvl9pPr marL="4876162" indent="0">
              <a:buNone/>
              <a:defRPr sz="2667"/>
            </a:lvl9pPr>
          </a:lstStyle>
          <a:p>
            <a:r>
              <a:rPr lang="zh-CN" altLang="en-US"/>
              <a:t>单击图标添加图片</a:t>
            </a:r>
          </a:p>
        </p:txBody>
      </p:sp>
      <p:sp>
        <p:nvSpPr>
          <p:cNvPr id="4" name="文本占位符 3"/>
          <p:cNvSpPr>
            <a:spLocks noGrp="1"/>
          </p:cNvSpPr>
          <p:nvPr>
            <p:ph type="body" sz="half" idx="2"/>
          </p:nvPr>
        </p:nvSpPr>
        <p:spPr>
          <a:xfrm>
            <a:off x="2389499" y="5367347"/>
            <a:ext cx="7316152" cy="804863"/>
          </a:xfrm>
          <a:prstGeom prst="rect">
            <a:avLst/>
          </a:prstGeom>
        </p:spPr>
        <p:txBody>
          <a:bodyPr/>
          <a:lstStyle>
            <a:lvl1pPr marL="0" indent="0">
              <a:buNone/>
              <a:defRPr sz="1867"/>
            </a:lvl1pPr>
            <a:lvl2pPr marL="609521" indent="0">
              <a:buNone/>
              <a:defRPr sz="1600"/>
            </a:lvl2pPr>
            <a:lvl3pPr marL="1219042" indent="0">
              <a:buNone/>
              <a:defRPr sz="1333"/>
            </a:lvl3pPr>
            <a:lvl4pPr marL="1828561" indent="0">
              <a:buNone/>
              <a:defRPr sz="1200"/>
            </a:lvl4pPr>
            <a:lvl5pPr marL="2438080" indent="0">
              <a:buNone/>
              <a:defRPr sz="1200"/>
            </a:lvl5pPr>
            <a:lvl6pPr marL="3047601" indent="0">
              <a:buNone/>
              <a:defRPr sz="1200"/>
            </a:lvl6pPr>
            <a:lvl7pPr marL="3657122" indent="0">
              <a:buNone/>
              <a:defRPr sz="1200"/>
            </a:lvl7pPr>
            <a:lvl8pPr marL="4266641" indent="0">
              <a:buNone/>
              <a:defRPr sz="1200"/>
            </a:lvl8pPr>
            <a:lvl9pPr marL="4876162"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446231279"/>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97" y="1600205"/>
            <a:ext cx="10972641"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344065718"/>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4" y="274644"/>
            <a:ext cx="2741969"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94" y="274644"/>
            <a:ext cx="8078252"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758765625"/>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6" y="304810"/>
            <a:ext cx="9076267" cy="3424239"/>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headEnd/>
            <a:tailEnd/>
          </a:ln>
          <a:effectLst/>
        </p:spPr>
        <p:txBody>
          <a:bodyPr wrap="none" lIns="121907" tIns="60953" rIns="121907" bIns="60953" anchor="ctr"/>
          <a:lstStyle/>
          <a:p>
            <a:pPr>
              <a:spcBef>
                <a:spcPct val="20000"/>
              </a:spcBef>
              <a:buClr>
                <a:srgbClr val="0066CC"/>
              </a:buClr>
              <a:buFont typeface="Wingdings" pitchFamily="2" charset="2"/>
              <a:buChar char="v"/>
              <a:defRPr/>
            </a:pPr>
            <a:endParaRPr lang="zh-CN" altLang="en-US" sz="1867"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3">
              <a:solidFill>
                <a:prstClr val="black"/>
              </a:solidFill>
            </a:endParaRPr>
          </a:p>
        </p:txBody>
      </p:sp>
      <p:graphicFrame>
        <p:nvGraphicFramePr>
          <p:cNvPr id="118" name="Object 15"/>
          <p:cNvGraphicFramePr>
            <a:graphicFrameLocks noChangeAspect="1"/>
          </p:cNvGraphicFramePr>
          <p:nvPr userDrawn="1">
            <p:extLst>
              <p:ext uri="{D42A27DB-BD31-4B8C-83A1-F6EECF244321}">
                <p14:modId xmlns:p14="http://schemas.microsoft.com/office/powerpoint/2010/main" val="4174451897"/>
              </p:ext>
            </p:extLst>
          </p:nvPr>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118"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2"/>
            <a:ext cx="12192000" cy="1317625"/>
          </a:xfrm>
          <a:prstGeom prst="rect">
            <a:avLst/>
          </a:prstGeom>
        </p:spPr>
        <p:txBody>
          <a:bodyPr/>
          <a:lstStyle>
            <a:lvl1pPr algn="r">
              <a:defRPr sz="6399" b="1">
                <a:solidFill>
                  <a:schemeClr val="bg1"/>
                </a:solidFill>
              </a:defRPr>
            </a:lvl1pPr>
          </a:lstStyle>
          <a:p>
            <a:pPr lvl="0"/>
            <a:r>
              <a:rPr lang="zh-CN" altLang="en-US" noProof="0"/>
              <a:t>单击此处编辑母版标题样式</a:t>
            </a:r>
          </a:p>
        </p:txBody>
      </p:sp>
    </p:spTree>
    <p:extLst>
      <p:ext uri="{BB962C8B-B14F-4D97-AF65-F5344CB8AC3E}">
        <p14:creationId xmlns:p14="http://schemas.microsoft.com/office/powerpoint/2010/main" val="2817183462"/>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6" y="304810"/>
            <a:ext cx="9076267" cy="3424239"/>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3">
              <a:solidFill>
                <a:prstClr val="black"/>
              </a:solidFill>
            </a:endParaRPr>
          </a:p>
        </p:txBody>
      </p:sp>
      <p:graphicFrame>
        <p:nvGraphicFramePr>
          <p:cNvPr id="2" name="对象 1"/>
          <p:cNvGraphicFramePr>
            <a:graphicFrameLocks noChangeAspect="1"/>
          </p:cNvGraphicFramePr>
          <p:nvPr userDrawn="1">
            <p:extLst>
              <p:ext uri="{D42A27DB-BD31-4B8C-83A1-F6EECF244321}">
                <p14:modId xmlns:p14="http://schemas.microsoft.com/office/powerpoint/2010/main" val="4124130156"/>
              </p:ext>
            </p:extLst>
          </p:nvPr>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37960715"/>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extLst>
      <p:ext uri="{BB962C8B-B14F-4D97-AF65-F5344CB8AC3E}">
        <p14:creationId xmlns:p14="http://schemas.microsoft.com/office/powerpoint/2010/main" val="2014966576"/>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2077492560"/>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a:spLocks/>
          </p:cNvSpPr>
          <p:nvPr userDrawn="1"/>
        </p:nvSpPr>
        <p:spPr>
          <a:xfrm>
            <a:off x="9168341" y="6381336"/>
            <a:ext cx="2844800" cy="365125"/>
          </a:xfrm>
          <a:prstGeom prst="rect">
            <a:avLst/>
          </a:prstGeom>
        </p:spPr>
        <p:txBody>
          <a:bodyPr vert="horz" lIns="121916" tIns="60959" rIns="121916" bIns="60959" rtlCol="0" anchor="ctr"/>
          <a:lstStyle>
            <a:defPPr>
              <a:defRPr lang="zh-CN"/>
            </a:defPPr>
            <a:lvl1pPr algn="r" rtl="0" fontAlgn="auto">
              <a:spcBef>
                <a:spcPts val="0"/>
              </a:spcBef>
              <a:spcAft>
                <a:spcPts val="0"/>
              </a:spcAft>
              <a:defRPr sz="1400" kern="1200">
                <a:solidFill>
                  <a:schemeClr val="tx1"/>
                </a:solidFill>
                <a:latin typeface="Times New Roman" pitchFamily="18" charset="0"/>
                <a:ea typeface="华文隶书" pitchFamily="2" charset="-122"/>
                <a:cs typeface="Times New Roman" pitchFamily="18" charset="0"/>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defRPr/>
            </a:pPr>
            <a:endParaRPr lang="zh-CN" altLang="en-US" sz="1867" dirty="0">
              <a:solidFill>
                <a:prstClr val="black"/>
              </a:solidFill>
            </a:endParaRPr>
          </a:p>
        </p:txBody>
      </p:sp>
    </p:spTree>
    <p:extLst>
      <p:ext uri="{BB962C8B-B14F-4D97-AF65-F5344CB8AC3E}">
        <p14:creationId xmlns:p14="http://schemas.microsoft.com/office/powerpoint/2010/main" val="2530245552"/>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4072092"/>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7"/>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0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3" y="87768"/>
            <a:ext cx="833913" cy="625435"/>
          </a:xfrm>
          <a:prstGeom prst="rect">
            <a:avLst/>
          </a:prstGeom>
        </p:spPr>
      </p:pic>
    </p:spTree>
    <p:extLst>
      <p:ext uri="{BB962C8B-B14F-4D97-AF65-F5344CB8AC3E}">
        <p14:creationId xmlns:p14="http://schemas.microsoft.com/office/powerpoint/2010/main" val="1629473426"/>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0573167"/>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3217561138"/>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2055062"/>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5"/>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208175703"/>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70"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1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70"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70"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204763363"/>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70"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1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70"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70"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330252322"/>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81"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0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631346797"/>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16637126"/>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385575122"/>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502001943"/>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204886211"/>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356594338"/>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1180185388"/>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678604256"/>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1223116158"/>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88470857"/>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779513701"/>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649633970"/>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2004" y="124412"/>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67770"/>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027927788"/>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2619967837"/>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861590437"/>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92237137"/>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1516248556"/>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userDrawn="1">
  <p:cSld name="13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3256481458"/>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37"/>
            <a:ext cx="10362961" cy="1470027"/>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9054" y="3886200"/>
            <a:ext cx="8533924" cy="1752600"/>
          </a:xfrm>
          <a:prstGeom prst="rect">
            <a:avLst/>
          </a:prstGeom>
        </p:spPr>
        <p:txBody>
          <a:bodyPr/>
          <a:lstStyle>
            <a:lvl1pPr marL="0" indent="0" algn="ctr">
              <a:buNone/>
              <a:defRPr>
                <a:solidFill>
                  <a:schemeClr val="tx1">
                    <a:tint val="75000"/>
                  </a:schemeClr>
                </a:solidFill>
              </a:defRPr>
            </a:lvl1pPr>
            <a:lvl2pPr marL="609503" indent="0" algn="ctr">
              <a:buNone/>
              <a:defRPr>
                <a:solidFill>
                  <a:schemeClr val="tx1">
                    <a:tint val="75000"/>
                  </a:schemeClr>
                </a:solidFill>
              </a:defRPr>
            </a:lvl2pPr>
            <a:lvl3pPr marL="1219008" indent="0" algn="ctr">
              <a:buNone/>
              <a:defRPr>
                <a:solidFill>
                  <a:schemeClr val="tx1">
                    <a:tint val="75000"/>
                  </a:schemeClr>
                </a:solidFill>
              </a:defRPr>
            </a:lvl3pPr>
            <a:lvl4pPr marL="1828512" indent="0" algn="ctr">
              <a:buNone/>
              <a:defRPr>
                <a:solidFill>
                  <a:schemeClr val="tx1">
                    <a:tint val="75000"/>
                  </a:schemeClr>
                </a:solidFill>
              </a:defRPr>
            </a:lvl4pPr>
            <a:lvl5pPr marL="2438016" indent="0" algn="ctr">
              <a:buNone/>
              <a:defRPr>
                <a:solidFill>
                  <a:schemeClr val="tx1">
                    <a:tint val="75000"/>
                  </a:schemeClr>
                </a:solidFill>
              </a:defRPr>
            </a:lvl5pPr>
            <a:lvl6pPr marL="3047521" indent="0" algn="ctr">
              <a:buNone/>
              <a:defRPr>
                <a:solidFill>
                  <a:schemeClr val="tx1">
                    <a:tint val="75000"/>
                  </a:schemeClr>
                </a:solidFill>
              </a:defRPr>
            </a:lvl6pPr>
            <a:lvl7pPr marL="3657025" indent="0" algn="ctr">
              <a:buNone/>
              <a:defRPr>
                <a:solidFill>
                  <a:schemeClr val="tx1">
                    <a:tint val="75000"/>
                  </a:schemeClr>
                </a:solidFill>
              </a:defRPr>
            </a:lvl7pPr>
            <a:lvl8pPr marL="4266529" indent="0" algn="ctr">
              <a:buNone/>
              <a:defRPr>
                <a:solidFill>
                  <a:schemeClr val="tx1">
                    <a:tint val="75000"/>
                  </a:schemeClr>
                </a:solidFill>
              </a:defRPr>
            </a:lvl8pPr>
            <a:lvl9pPr marL="4876034"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929535992"/>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97" y="1600206"/>
            <a:ext cx="10972641"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3791747" y="6356358"/>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505908976"/>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8"/>
            <a:ext cx="10362961" cy="1362075"/>
          </a:xfrm>
          <a:prstGeom prst="rect">
            <a:avLst/>
          </a:prstGeom>
        </p:spPr>
        <p:txBody>
          <a:bodyPr anchor="t"/>
          <a:lstStyle>
            <a:lvl1pPr algn="l">
              <a:defRPr sz="5333" b="1" cap="all"/>
            </a:lvl1pPr>
          </a:lstStyle>
          <a:p>
            <a:r>
              <a:rPr lang="zh-CN" altLang="en-US"/>
              <a:t>单击此处编辑母版标题样式</a:t>
            </a:r>
          </a:p>
        </p:txBody>
      </p:sp>
      <p:sp>
        <p:nvSpPr>
          <p:cNvPr id="3" name="文本占位符 2"/>
          <p:cNvSpPr>
            <a:spLocks noGrp="1"/>
          </p:cNvSpPr>
          <p:nvPr>
            <p:ph type="body" idx="1"/>
          </p:nvPr>
        </p:nvSpPr>
        <p:spPr>
          <a:xfrm>
            <a:off x="963744" y="2906715"/>
            <a:ext cx="10362961" cy="1500187"/>
          </a:xfrm>
          <a:prstGeom prst="rect">
            <a:avLst/>
          </a:prstGeom>
        </p:spPr>
        <p:txBody>
          <a:bodyPr anchor="b"/>
          <a:lstStyle>
            <a:lvl1pPr marL="0" indent="0">
              <a:buNone/>
              <a:defRPr sz="2667">
                <a:solidFill>
                  <a:schemeClr val="tx1">
                    <a:tint val="75000"/>
                  </a:schemeClr>
                </a:solidFill>
              </a:defRPr>
            </a:lvl1pPr>
            <a:lvl2pPr marL="609503" indent="0">
              <a:buNone/>
              <a:defRPr sz="2400">
                <a:solidFill>
                  <a:schemeClr val="tx1">
                    <a:tint val="75000"/>
                  </a:schemeClr>
                </a:solidFill>
              </a:defRPr>
            </a:lvl2pPr>
            <a:lvl3pPr marL="1219008" indent="0">
              <a:buNone/>
              <a:defRPr sz="2133">
                <a:solidFill>
                  <a:schemeClr val="tx1">
                    <a:tint val="75000"/>
                  </a:schemeClr>
                </a:solidFill>
              </a:defRPr>
            </a:lvl3pPr>
            <a:lvl4pPr marL="1828512" indent="0">
              <a:buNone/>
              <a:defRPr sz="1867">
                <a:solidFill>
                  <a:schemeClr val="tx1">
                    <a:tint val="75000"/>
                  </a:schemeClr>
                </a:solidFill>
              </a:defRPr>
            </a:lvl4pPr>
            <a:lvl5pPr marL="2438016" indent="0">
              <a:buNone/>
              <a:defRPr sz="1867">
                <a:solidFill>
                  <a:schemeClr val="tx1">
                    <a:tint val="75000"/>
                  </a:schemeClr>
                </a:solidFill>
              </a:defRPr>
            </a:lvl5pPr>
            <a:lvl6pPr marL="3047521" indent="0">
              <a:buNone/>
              <a:defRPr sz="1867">
                <a:solidFill>
                  <a:schemeClr val="tx1">
                    <a:tint val="75000"/>
                  </a:schemeClr>
                </a:solidFill>
              </a:defRPr>
            </a:lvl6pPr>
            <a:lvl7pPr marL="3657025" indent="0">
              <a:buNone/>
              <a:defRPr sz="1867">
                <a:solidFill>
                  <a:schemeClr val="tx1">
                    <a:tint val="75000"/>
                  </a:schemeClr>
                </a:solidFill>
              </a:defRPr>
            </a:lvl7pPr>
            <a:lvl8pPr marL="4266529" indent="0">
              <a:buNone/>
              <a:defRPr sz="1867">
                <a:solidFill>
                  <a:schemeClr val="tx1">
                    <a:tint val="75000"/>
                  </a:schemeClr>
                </a:solidFill>
              </a:defRPr>
            </a:lvl8pPr>
            <a:lvl9pPr marL="4876034" indent="0">
              <a:buNone/>
              <a:defRPr sz="1867">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dirty="0">
              <a:solidFill>
                <a:prstClr val="black"/>
              </a:solidFill>
            </a:endParaRPr>
          </a:p>
        </p:txBody>
      </p:sp>
    </p:spTree>
    <p:extLst>
      <p:ext uri="{BB962C8B-B14F-4D97-AF65-F5344CB8AC3E}">
        <p14:creationId xmlns:p14="http://schemas.microsoft.com/office/powerpoint/2010/main" val="2321406441"/>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83" y="1600206"/>
            <a:ext cx="5409317" cy="4525963"/>
          </a:xfrm>
          <a:prstGeom prst="rect">
            <a:avLst/>
          </a:prstGeom>
        </p:spPr>
        <p:txBody>
          <a:bodyPr/>
          <a:lstStyle>
            <a:lvl1pPr>
              <a:defRPr sz="3732"/>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1416" y="1600206"/>
            <a:ext cx="5410904" cy="4525963"/>
          </a:xfrm>
          <a:prstGeom prst="rect">
            <a:avLst/>
          </a:prstGeom>
        </p:spPr>
        <p:txBody>
          <a:bodyPr/>
          <a:lstStyle>
            <a:lvl1pPr>
              <a:defRPr sz="3732"/>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739081048"/>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88" y="1535115"/>
            <a:ext cx="5387089" cy="639763"/>
          </a:xfrm>
          <a:prstGeom prst="rect">
            <a:avLst/>
          </a:prstGeom>
        </p:spPr>
        <p:txBody>
          <a:bodyPr anchor="b"/>
          <a:lstStyle>
            <a:lvl1pPr marL="0" indent="0">
              <a:buNone/>
              <a:defRPr sz="3200" b="1"/>
            </a:lvl1pPr>
            <a:lvl2pPr marL="609503" indent="0">
              <a:buNone/>
              <a:defRPr sz="2667" b="1"/>
            </a:lvl2pPr>
            <a:lvl3pPr marL="1219008" indent="0">
              <a:buNone/>
              <a:defRPr sz="2400" b="1"/>
            </a:lvl3pPr>
            <a:lvl4pPr marL="1828512" indent="0">
              <a:buNone/>
              <a:defRPr sz="2133" b="1"/>
            </a:lvl4pPr>
            <a:lvl5pPr marL="2438016" indent="0">
              <a:buNone/>
              <a:defRPr sz="2133" b="1"/>
            </a:lvl5pPr>
            <a:lvl6pPr marL="3047521" indent="0">
              <a:buNone/>
              <a:defRPr sz="2133" b="1"/>
            </a:lvl6pPr>
            <a:lvl7pPr marL="3657025" indent="0">
              <a:buNone/>
              <a:defRPr sz="2133" b="1"/>
            </a:lvl7pPr>
            <a:lvl8pPr marL="4266529" indent="0">
              <a:buNone/>
              <a:defRPr sz="2133" b="1"/>
            </a:lvl8pPr>
            <a:lvl9pPr marL="4876034" indent="0">
              <a:buNone/>
              <a:defRPr sz="2133" b="1"/>
            </a:lvl9pPr>
          </a:lstStyle>
          <a:p>
            <a:pPr lvl="0"/>
            <a:r>
              <a:rPr lang="zh-CN" altLang="en-US"/>
              <a:t>单击此处编辑母版文本样式</a:t>
            </a:r>
          </a:p>
        </p:txBody>
      </p:sp>
      <p:sp>
        <p:nvSpPr>
          <p:cNvPr id="4" name="内容占位符 3"/>
          <p:cNvSpPr>
            <a:spLocks noGrp="1"/>
          </p:cNvSpPr>
          <p:nvPr>
            <p:ph sz="half" idx="2"/>
          </p:nvPr>
        </p:nvSpPr>
        <p:spPr>
          <a:xfrm>
            <a:off x="609688" y="2174875"/>
            <a:ext cx="5387089"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665" y="1535115"/>
            <a:ext cx="5388676" cy="639763"/>
          </a:xfrm>
          <a:prstGeom prst="rect">
            <a:avLst/>
          </a:prstGeom>
        </p:spPr>
        <p:txBody>
          <a:bodyPr anchor="b"/>
          <a:lstStyle>
            <a:lvl1pPr marL="0" indent="0">
              <a:buNone/>
              <a:defRPr sz="3200" b="1"/>
            </a:lvl1pPr>
            <a:lvl2pPr marL="609503" indent="0">
              <a:buNone/>
              <a:defRPr sz="2667" b="1"/>
            </a:lvl2pPr>
            <a:lvl3pPr marL="1219008" indent="0">
              <a:buNone/>
              <a:defRPr sz="2400" b="1"/>
            </a:lvl3pPr>
            <a:lvl4pPr marL="1828512" indent="0">
              <a:buNone/>
              <a:defRPr sz="2133" b="1"/>
            </a:lvl4pPr>
            <a:lvl5pPr marL="2438016" indent="0">
              <a:buNone/>
              <a:defRPr sz="2133" b="1"/>
            </a:lvl5pPr>
            <a:lvl6pPr marL="3047521" indent="0">
              <a:buNone/>
              <a:defRPr sz="2133" b="1"/>
            </a:lvl6pPr>
            <a:lvl7pPr marL="3657025" indent="0">
              <a:buNone/>
              <a:defRPr sz="2133" b="1"/>
            </a:lvl7pPr>
            <a:lvl8pPr marL="4266529" indent="0">
              <a:buNone/>
              <a:defRPr sz="2133" b="1"/>
            </a:lvl8pPr>
            <a:lvl9pPr marL="4876034" indent="0">
              <a:buNone/>
              <a:defRPr sz="2133" b="1"/>
            </a:lvl9pPr>
          </a:lstStyle>
          <a:p>
            <a:pPr lvl="0"/>
            <a:r>
              <a:rPr lang="zh-CN" altLang="en-US"/>
              <a:t>单击此处编辑母版文本样式</a:t>
            </a:r>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8" name="页脚占位符 7"/>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881558549"/>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4" name="页脚占位符 3"/>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593400213"/>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3" name="页脚占位符 2"/>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799481677"/>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52"/>
            <a:ext cx="4010547" cy="1162049"/>
          </a:xfrm>
          <a:prstGeom prst="rect">
            <a:avLst/>
          </a:prstGeom>
        </p:spPr>
        <p:txBody>
          <a:bodyPr anchor="b"/>
          <a:lstStyle>
            <a:lvl1pPr algn="l">
              <a:defRPr sz="2667" b="1"/>
            </a:lvl1pPr>
          </a:lstStyle>
          <a:p>
            <a:r>
              <a:rPr lang="zh-CN" altLang="en-US"/>
              <a:t>单击此处编辑母版标题样式</a:t>
            </a:r>
          </a:p>
        </p:txBody>
      </p:sp>
      <p:sp>
        <p:nvSpPr>
          <p:cNvPr id="3" name="内容占位符 2"/>
          <p:cNvSpPr>
            <a:spLocks noGrp="1"/>
          </p:cNvSpPr>
          <p:nvPr>
            <p:ph idx="1"/>
          </p:nvPr>
        </p:nvSpPr>
        <p:spPr>
          <a:xfrm>
            <a:off x="4766302" y="273066"/>
            <a:ext cx="6816025" cy="5853113"/>
          </a:xfrm>
          <a:prstGeom prst="rect">
            <a:avLst/>
          </a:prstGeom>
        </p:spPr>
        <p:txBody>
          <a:bodyPr/>
          <a:lstStyle>
            <a:lvl1pPr>
              <a:defRPr sz="4265"/>
            </a:lvl1pPr>
            <a:lvl2pPr>
              <a:defRPr sz="3732"/>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7"/>
            </a:lvl1pPr>
            <a:lvl2pPr marL="609503" indent="0">
              <a:buNone/>
              <a:defRPr sz="1600"/>
            </a:lvl2pPr>
            <a:lvl3pPr marL="1219008" indent="0">
              <a:buNone/>
              <a:defRPr sz="1333"/>
            </a:lvl3pPr>
            <a:lvl4pPr marL="1828512" indent="0">
              <a:buNone/>
              <a:defRPr sz="1200"/>
            </a:lvl4pPr>
            <a:lvl5pPr marL="2438016" indent="0">
              <a:buNone/>
              <a:defRPr sz="1200"/>
            </a:lvl5pPr>
            <a:lvl6pPr marL="3047521" indent="0">
              <a:buNone/>
              <a:defRPr sz="1200"/>
            </a:lvl6pPr>
            <a:lvl7pPr marL="3657025" indent="0">
              <a:buNone/>
              <a:defRPr sz="1200"/>
            </a:lvl7pPr>
            <a:lvl8pPr marL="4266529" indent="0">
              <a:buNone/>
              <a:defRPr sz="1200"/>
            </a:lvl8pPr>
            <a:lvl9pPr marL="4876034"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407715691"/>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4"/>
            <a:ext cx="7316152" cy="566737"/>
          </a:xfrm>
          <a:prstGeom prst="rect">
            <a:avLst/>
          </a:prstGeom>
        </p:spPr>
        <p:txBody>
          <a:bodyPr anchor="b"/>
          <a:lstStyle>
            <a:lvl1pPr algn="l">
              <a:defRPr sz="2667" b="1"/>
            </a:lvl1pPr>
          </a:lstStyle>
          <a:p>
            <a:r>
              <a:rPr lang="zh-CN" altLang="en-US"/>
              <a:t>单击此处编辑母版标题样式</a:t>
            </a:r>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5"/>
            </a:lvl1pPr>
            <a:lvl2pPr marL="609503" indent="0">
              <a:buNone/>
              <a:defRPr sz="3732"/>
            </a:lvl2pPr>
            <a:lvl3pPr marL="1219008" indent="0">
              <a:buNone/>
              <a:defRPr sz="3200"/>
            </a:lvl3pPr>
            <a:lvl4pPr marL="1828512" indent="0">
              <a:buNone/>
              <a:defRPr sz="2667"/>
            </a:lvl4pPr>
            <a:lvl5pPr marL="2438016" indent="0">
              <a:buNone/>
              <a:defRPr sz="2667"/>
            </a:lvl5pPr>
            <a:lvl6pPr marL="3047521" indent="0">
              <a:buNone/>
              <a:defRPr sz="2667"/>
            </a:lvl6pPr>
            <a:lvl7pPr marL="3657025" indent="0">
              <a:buNone/>
              <a:defRPr sz="2667"/>
            </a:lvl7pPr>
            <a:lvl8pPr marL="4266529" indent="0">
              <a:buNone/>
              <a:defRPr sz="2667"/>
            </a:lvl8pPr>
            <a:lvl9pPr marL="4876034" indent="0">
              <a:buNone/>
              <a:defRPr sz="2667"/>
            </a:lvl9pPr>
          </a:lstStyle>
          <a:p>
            <a:r>
              <a:rPr lang="zh-CN" altLang="en-US"/>
              <a:t>单击图标添加图片</a:t>
            </a:r>
          </a:p>
        </p:txBody>
      </p:sp>
      <p:sp>
        <p:nvSpPr>
          <p:cNvPr id="4" name="文本占位符 3"/>
          <p:cNvSpPr>
            <a:spLocks noGrp="1"/>
          </p:cNvSpPr>
          <p:nvPr>
            <p:ph type="body" sz="half" idx="2"/>
          </p:nvPr>
        </p:nvSpPr>
        <p:spPr>
          <a:xfrm>
            <a:off x="2389499" y="5367346"/>
            <a:ext cx="7316152" cy="804863"/>
          </a:xfrm>
          <a:prstGeom prst="rect">
            <a:avLst/>
          </a:prstGeom>
        </p:spPr>
        <p:txBody>
          <a:bodyPr/>
          <a:lstStyle>
            <a:lvl1pPr marL="0" indent="0">
              <a:buNone/>
              <a:defRPr sz="1867"/>
            </a:lvl1pPr>
            <a:lvl2pPr marL="609503" indent="0">
              <a:buNone/>
              <a:defRPr sz="1600"/>
            </a:lvl2pPr>
            <a:lvl3pPr marL="1219008" indent="0">
              <a:buNone/>
              <a:defRPr sz="1333"/>
            </a:lvl3pPr>
            <a:lvl4pPr marL="1828512" indent="0">
              <a:buNone/>
              <a:defRPr sz="1200"/>
            </a:lvl4pPr>
            <a:lvl5pPr marL="2438016" indent="0">
              <a:buNone/>
              <a:defRPr sz="1200"/>
            </a:lvl5pPr>
            <a:lvl6pPr marL="3047521" indent="0">
              <a:buNone/>
              <a:defRPr sz="1200"/>
            </a:lvl6pPr>
            <a:lvl7pPr marL="3657025" indent="0">
              <a:buNone/>
              <a:defRPr sz="1200"/>
            </a:lvl7pPr>
            <a:lvl8pPr marL="4266529" indent="0">
              <a:buNone/>
              <a:defRPr sz="1200"/>
            </a:lvl8pPr>
            <a:lvl9pPr marL="4876034"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758251516"/>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97" y="1600206"/>
            <a:ext cx="10972641"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509767217"/>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2" y="274646"/>
            <a:ext cx="2741969"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94" y="274646"/>
            <a:ext cx="8078252"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4178454049"/>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5" y="304810"/>
            <a:ext cx="9076267" cy="3424237"/>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headEnd/>
            <a:tailEnd/>
          </a:ln>
          <a:effectLst/>
        </p:spPr>
        <p:txBody>
          <a:bodyPr wrap="none" lIns="121904" tIns="60952" rIns="121904" bIns="60952" anchor="ctr"/>
          <a:lstStyle/>
          <a:p>
            <a:pPr>
              <a:spcBef>
                <a:spcPct val="20000"/>
              </a:spcBef>
              <a:buClr>
                <a:srgbClr val="0066CC"/>
              </a:buClr>
              <a:buFont typeface="Wingdings" pitchFamily="2" charset="2"/>
              <a:buChar char="v"/>
              <a:defRPr/>
            </a:pPr>
            <a:endParaRPr lang="zh-CN" altLang="en-US" sz="1867"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2">
              <a:solidFill>
                <a:prstClr val="black"/>
              </a:solidFill>
            </a:endParaRPr>
          </a:p>
        </p:txBody>
      </p:sp>
      <p:graphicFrame>
        <p:nvGraphicFramePr>
          <p:cNvPr id="118" name="Object 15"/>
          <p:cNvGraphicFramePr>
            <a:graphicFrameLocks noChangeAspect="1"/>
          </p:cNvGraphicFramePr>
          <p:nvPr userDrawn="1">
            <p:extLst>
              <p:ext uri="{D42A27DB-BD31-4B8C-83A1-F6EECF244321}">
                <p14:modId xmlns:p14="http://schemas.microsoft.com/office/powerpoint/2010/main" val="3675348321"/>
              </p:ext>
            </p:extLst>
          </p:nvPr>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118"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0"/>
            <a:ext cx="12192000" cy="1317625"/>
          </a:xfrm>
          <a:prstGeom prst="rect">
            <a:avLst/>
          </a:prstGeom>
        </p:spPr>
        <p:txBody>
          <a:bodyPr/>
          <a:lstStyle>
            <a:lvl1pPr algn="r">
              <a:defRPr sz="6399" b="1">
                <a:solidFill>
                  <a:schemeClr val="bg1"/>
                </a:solidFill>
              </a:defRPr>
            </a:lvl1pPr>
          </a:lstStyle>
          <a:p>
            <a:pPr lvl="0"/>
            <a:r>
              <a:rPr lang="zh-CN" altLang="en-US" noProof="0"/>
              <a:t>单击此处编辑母版标题样式</a:t>
            </a:r>
          </a:p>
        </p:txBody>
      </p:sp>
    </p:spTree>
    <p:extLst>
      <p:ext uri="{BB962C8B-B14F-4D97-AF65-F5344CB8AC3E}">
        <p14:creationId xmlns:p14="http://schemas.microsoft.com/office/powerpoint/2010/main" val="2810005484"/>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5" y="304810"/>
            <a:ext cx="9076267" cy="3424237"/>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2">
              <a:solidFill>
                <a:prstClr val="black"/>
              </a:solidFill>
            </a:endParaRPr>
          </a:p>
        </p:txBody>
      </p:sp>
      <p:graphicFrame>
        <p:nvGraphicFramePr>
          <p:cNvPr id="2" name="对象 1"/>
          <p:cNvGraphicFramePr>
            <a:graphicFrameLocks noChangeAspect="1"/>
          </p:cNvGraphicFramePr>
          <p:nvPr userDrawn="1">
            <p:extLst>
              <p:ext uri="{D42A27DB-BD31-4B8C-83A1-F6EECF244321}">
                <p14:modId xmlns:p14="http://schemas.microsoft.com/office/powerpoint/2010/main" val="1718987335"/>
              </p:ext>
            </p:extLst>
          </p:nvPr>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30065691"/>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extLst>
      <p:ext uri="{BB962C8B-B14F-4D97-AF65-F5344CB8AC3E}">
        <p14:creationId xmlns:p14="http://schemas.microsoft.com/office/powerpoint/2010/main" val="585225702"/>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1109259243"/>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a:spLocks/>
          </p:cNvSpPr>
          <p:nvPr userDrawn="1"/>
        </p:nvSpPr>
        <p:spPr>
          <a:xfrm>
            <a:off x="9168341" y="6381338"/>
            <a:ext cx="2844800" cy="365125"/>
          </a:xfrm>
          <a:prstGeom prst="rect">
            <a:avLst/>
          </a:prstGeom>
        </p:spPr>
        <p:txBody>
          <a:bodyPr vert="horz" lIns="121912" tIns="60956" rIns="121912" bIns="60956" rtlCol="0" anchor="ctr"/>
          <a:lstStyle>
            <a:defPPr>
              <a:defRPr lang="zh-CN"/>
            </a:defPPr>
            <a:lvl1pPr algn="r" rtl="0" fontAlgn="auto">
              <a:spcBef>
                <a:spcPts val="0"/>
              </a:spcBef>
              <a:spcAft>
                <a:spcPts val="0"/>
              </a:spcAft>
              <a:defRPr sz="1400" kern="1200">
                <a:solidFill>
                  <a:schemeClr val="tx1"/>
                </a:solidFill>
                <a:latin typeface="Times New Roman" pitchFamily="18" charset="0"/>
                <a:ea typeface="华文隶书" pitchFamily="2" charset="-122"/>
                <a:cs typeface="Times New Roman" pitchFamily="18" charset="0"/>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defRPr/>
            </a:pPr>
            <a:endParaRPr lang="zh-CN" altLang="en-US" sz="1867" dirty="0">
              <a:solidFill>
                <a:prstClr val="black"/>
              </a:solidFill>
            </a:endParaRPr>
          </a:p>
        </p:txBody>
      </p:sp>
    </p:spTree>
    <p:extLst>
      <p:ext uri="{BB962C8B-B14F-4D97-AF65-F5344CB8AC3E}">
        <p14:creationId xmlns:p14="http://schemas.microsoft.com/office/powerpoint/2010/main" val="3921227162"/>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3763641"/>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7" y="202986"/>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9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extLst>
      <p:ext uri="{BB962C8B-B14F-4D97-AF65-F5344CB8AC3E}">
        <p14:creationId xmlns:p14="http://schemas.microsoft.com/office/powerpoint/2010/main" val="787809434"/>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1117324"/>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936000382"/>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4106546"/>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276178270"/>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83"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201288357"/>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83"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358046193"/>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9"/>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9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1355921409"/>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52922690"/>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617522471"/>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936015495"/>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850921563"/>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473182540"/>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2088016884"/>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708961625"/>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3867872023"/>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450110946"/>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2867925218"/>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990947103"/>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2003"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654656536"/>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3713739972"/>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09380426"/>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923270866"/>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9320787"/>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3186580919"/>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250573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8094976"/>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2.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571003770"/>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185384709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403864054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（一）个人简历</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7275346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53319895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251701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59" y="124411"/>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153254115"/>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0" y="124411"/>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41611721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253351438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96326135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1561384445"/>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69648905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727324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729280551"/>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246263051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1999"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99249759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139804495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716374863"/>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3286216660"/>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51.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8128396"/>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26" Type="http://schemas.openxmlformats.org/officeDocument/2006/relationships/theme" Target="../theme/theme2.xml"/><Relationship Id="rId3" Type="http://schemas.openxmlformats.org/officeDocument/2006/relationships/slideLayout" Target="../slideLayouts/slideLayout11.xml"/><Relationship Id="rId21" Type="http://schemas.openxmlformats.org/officeDocument/2006/relationships/slideLayout" Target="../slideLayouts/slideLayout29.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5" Type="http://schemas.openxmlformats.org/officeDocument/2006/relationships/slideLayout" Target="../slideLayouts/slideLayout33.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slideLayout" Target="../slideLayouts/slideLayout28.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24" Type="http://schemas.openxmlformats.org/officeDocument/2006/relationships/slideLayout" Target="../slideLayouts/slideLayout32.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23" Type="http://schemas.openxmlformats.org/officeDocument/2006/relationships/slideLayout" Target="../slideLayouts/slideLayout31.xml"/><Relationship Id="rId28" Type="http://schemas.openxmlformats.org/officeDocument/2006/relationships/image" Target="../media/image9.gif"/><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 Id="rId22" Type="http://schemas.openxmlformats.org/officeDocument/2006/relationships/slideLayout" Target="../slideLayouts/slideLayout30.xml"/><Relationship Id="rId27" Type="http://schemas.openxmlformats.org/officeDocument/2006/relationships/image" Target="../media/image8.jp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18" Type="http://schemas.openxmlformats.org/officeDocument/2006/relationships/slideLayout" Target="../slideLayouts/slideLayout51.xml"/><Relationship Id="rId26" Type="http://schemas.openxmlformats.org/officeDocument/2006/relationships/slideLayout" Target="../slideLayouts/slideLayout59.xml"/><Relationship Id="rId3" Type="http://schemas.openxmlformats.org/officeDocument/2006/relationships/slideLayout" Target="../slideLayouts/slideLayout36.xml"/><Relationship Id="rId21" Type="http://schemas.openxmlformats.org/officeDocument/2006/relationships/slideLayout" Target="../slideLayouts/slideLayout54.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5" Type="http://schemas.openxmlformats.org/officeDocument/2006/relationships/slideLayout" Target="../slideLayouts/slideLayout58.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20" Type="http://schemas.openxmlformats.org/officeDocument/2006/relationships/slideLayout" Target="../slideLayouts/slideLayout53.xml"/><Relationship Id="rId29" Type="http://schemas.openxmlformats.org/officeDocument/2006/relationships/image" Target="../media/image13.gif"/><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24" Type="http://schemas.openxmlformats.org/officeDocument/2006/relationships/slideLayout" Target="../slideLayouts/slideLayout57.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23" Type="http://schemas.openxmlformats.org/officeDocument/2006/relationships/slideLayout" Target="../slideLayouts/slideLayout56.xml"/><Relationship Id="rId28" Type="http://schemas.openxmlformats.org/officeDocument/2006/relationships/image" Target="../media/image8.jpg"/><Relationship Id="rId10" Type="http://schemas.openxmlformats.org/officeDocument/2006/relationships/slideLayout" Target="../slideLayouts/slideLayout43.xml"/><Relationship Id="rId19" Type="http://schemas.openxmlformats.org/officeDocument/2006/relationships/slideLayout" Target="../slideLayouts/slideLayout52.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 Id="rId22" Type="http://schemas.openxmlformats.org/officeDocument/2006/relationships/slideLayout" Target="../slideLayouts/slideLayout55.xml"/><Relationship Id="rId27"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18" Type="http://schemas.openxmlformats.org/officeDocument/2006/relationships/slideLayout" Target="../slideLayouts/slideLayout77.xml"/><Relationship Id="rId26" Type="http://schemas.openxmlformats.org/officeDocument/2006/relationships/theme" Target="../theme/theme4.xml"/><Relationship Id="rId3" Type="http://schemas.openxmlformats.org/officeDocument/2006/relationships/slideLayout" Target="../slideLayouts/slideLayout62.xml"/><Relationship Id="rId21" Type="http://schemas.openxmlformats.org/officeDocument/2006/relationships/slideLayout" Target="../slideLayouts/slideLayout80.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17" Type="http://schemas.openxmlformats.org/officeDocument/2006/relationships/slideLayout" Target="../slideLayouts/slideLayout76.xml"/><Relationship Id="rId25" Type="http://schemas.openxmlformats.org/officeDocument/2006/relationships/slideLayout" Target="../slideLayouts/slideLayout84.xml"/><Relationship Id="rId2" Type="http://schemas.openxmlformats.org/officeDocument/2006/relationships/slideLayout" Target="../slideLayouts/slideLayout61.xml"/><Relationship Id="rId16" Type="http://schemas.openxmlformats.org/officeDocument/2006/relationships/slideLayout" Target="../slideLayouts/slideLayout75.xml"/><Relationship Id="rId20" Type="http://schemas.openxmlformats.org/officeDocument/2006/relationships/slideLayout" Target="../slideLayouts/slideLayout79.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24" Type="http://schemas.openxmlformats.org/officeDocument/2006/relationships/slideLayout" Target="../slideLayouts/slideLayout83.xml"/><Relationship Id="rId5" Type="http://schemas.openxmlformats.org/officeDocument/2006/relationships/slideLayout" Target="../slideLayouts/slideLayout64.xml"/><Relationship Id="rId15" Type="http://schemas.openxmlformats.org/officeDocument/2006/relationships/slideLayout" Target="../slideLayouts/slideLayout74.xml"/><Relationship Id="rId23" Type="http://schemas.openxmlformats.org/officeDocument/2006/relationships/slideLayout" Target="../slideLayouts/slideLayout82.xml"/><Relationship Id="rId28" Type="http://schemas.openxmlformats.org/officeDocument/2006/relationships/image" Target="../media/image14.png"/><Relationship Id="rId10" Type="http://schemas.openxmlformats.org/officeDocument/2006/relationships/slideLayout" Target="../slideLayouts/slideLayout69.xml"/><Relationship Id="rId19" Type="http://schemas.openxmlformats.org/officeDocument/2006/relationships/slideLayout" Target="../slideLayouts/slideLayout78.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 Id="rId22" Type="http://schemas.openxmlformats.org/officeDocument/2006/relationships/slideLayout" Target="../slideLayouts/slideLayout81.xml"/><Relationship Id="rId27" Type="http://schemas.openxmlformats.org/officeDocument/2006/relationships/image" Target="../media/image8.jp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slideLayout" Target="../slideLayouts/slideLayout97.xml"/><Relationship Id="rId18" Type="http://schemas.openxmlformats.org/officeDocument/2006/relationships/slideLayout" Target="../slideLayouts/slideLayout102.xml"/><Relationship Id="rId26" Type="http://schemas.openxmlformats.org/officeDocument/2006/relationships/theme" Target="../theme/theme5.xml"/><Relationship Id="rId3" Type="http://schemas.openxmlformats.org/officeDocument/2006/relationships/slideLayout" Target="../slideLayouts/slideLayout87.xml"/><Relationship Id="rId21" Type="http://schemas.openxmlformats.org/officeDocument/2006/relationships/slideLayout" Target="../slideLayouts/slideLayout105.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17" Type="http://schemas.openxmlformats.org/officeDocument/2006/relationships/slideLayout" Target="../slideLayouts/slideLayout101.xml"/><Relationship Id="rId25" Type="http://schemas.openxmlformats.org/officeDocument/2006/relationships/slideLayout" Target="../slideLayouts/slideLayout109.xml"/><Relationship Id="rId2" Type="http://schemas.openxmlformats.org/officeDocument/2006/relationships/slideLayout" Target="../slideLayouts/slideLayout86.xml"/><Relationship Id="rId16" Type="http://schemas.openxmlformats.org/officeDocument/2006/relationships/slideLayout" Target="../slideLayouts/slideLayout100.xml"/><Relationship Id="rId20" Type="http://schemas.openxmlformats.org/officeDocument/2006/relationships/slideLayout" Target="../slideLayouts/slideLayout104.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24" Type="http://schemas.openxmlformats.org/officeDocument/2006/relationships/slideLayout" Target="../slideLayouts/slideLayout108.xml"/><Relationship Id="rId5" Type="http://schemas.openxmlformats.org/officeDocument/2006/relationships/slideLayout" Target="../slideLayouts/slideLayout89.xml"/><Relationship Id="rId15" Type="http://schemas.openxmlformats.org/officeDocument/2006/relationships/slideLayout" Target="../slideLayouts/slideLayout99.xml"/><Relationship Id="rId23" Type="http://schemas.openxmlformats.org/officeDocument/2006/relationships/slideLayout" Target="../slideLayouts/slideLayout107.xml"/><Relationship Id="rId28" Type="http://schemas.openxmlformats.org/officeDocument/2006/relationships/image" Target="../media/image14.png"/><Relationship Id="rId10" Type="http://schemas.openxmlformats.org/officeDocument/2006/relationships/slideLayout" Target="../slideLayouts/slideLayout94.xml"/><Relationship Id="rId19" Type="http://schemas.openxmlformats.org/officeDocument/2006/relationships/slideLayout" Target="../slideLayouts/slideLayout103.xml"/><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slideLayout" Target="../slideLayouts/slideLayout98.xml"/><Relationship Id="rId22" Type="http://schemas.openxmlformats.org/officeDocument/2006/relationships/slideLayout" Target="../slideLayouts/slideLayout106.xml"/><Relationship Id="rId27" Type="http://schemas.openxmlformats.org/officeDocument/2006/relationships/image" Target="../media/image8.jp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17.xml"/><Relationship Id="rId13" Type="http://schemas.openxmlformats.org/officeDocument/2006/relationships/slideLayout" Target="../slideLayouts/slideLayout122.xml"/><Relationship Id="rId3" Type="http://schemas.openxmlformats.org/officeDocument/2006/relationships/slideLayout" Target="../slideLayouts/slideLayout112.xml"/><Relationship Id="rId7" Type="http://schemas.openxmlformats.org/officeDocument/2006/relationships/slideLayout" Target="../slideLayouts/slideLayout116.xml"/><Relationship Id="rId12" Type="http://schemas.openxmlformats.org/officeDocument/2006/relationships/slideLayout" Target="../slideLayouts/slideLayout121.xml"/><Relationship Id="rId17" Type="http://schemas.openxmlformats.org/officeDocument/2006/relationships/image" Target="../media/image15.png"/><Relationship Id="rId2" Type="http://schemas.openxmlformats.org/officeDocument/2006/relationships/slideLayout" Target="../slideLayouts/slideLayout111.xml"/><Relationship Id="rId16" Type="http://schemas.openxmlformats.org/officeDocument/2006/relationships/theme" Target="../theme/theme6.xml"/><Relationship Id="rId1" Type="http://schemas.openxmlformats.org/officeDocument/2006/relationships/slideLayout" Target="../slideLayouts/slideLayout110.xml"/><Relationship Id="rId6" Type="http://schemas.openxmlformats.org/officeDocument/2006/relationships/slideLayout" Target="../slideLayouts/slideLayout115.xml"/><Relationship Id="rId11" Type="http://schemas.openxmlformats.org/officeDocument/2006/relationships/slideLayout" Target="../slideLayouts/slideLayout120.xml"/><Relationship Id="rId5" Type="http://schemas.openxmlformats.org/officeDocument/2006/relationships/slideLayout" Target="../slideLayouts/slideLayout114.xml"/><Relationship Id="rId15" Type="http://schemas.openxmlformats.org/officeDocument/2006/relationships/slideLayout" Target="../slideLayouts/slideLayout124.xml"/><Relationship Id="rId10" Type="http://schemas.openxmlformats.org/officeDocument/2006/relationships/slideLayout" Target="../slideLayouts/slideLayout119.xml"/><Relationship Id="rId4" Type="http://schemas.openxmlformats.org/officeDocument/2006/relationships/slideLayout" Target="../slideLayouts/slideLayout113.xml"/><Relationship Id="rId9" Type="http://schemas.openxmlformats.org/officeDocument/2006/relationships/slideLayout" Target="../slideLayouts/slideLayout118.xml"/><Relationship Id="rId14" Type="http://schemas.openxmlformats.org/officeDocument/2006/relationships/slideLayout" Target="../slideLayouts/slideLayout123.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32.xml"/><Relationship Id="rId13" Type="http://schemas.openxmlformats.org/officeDocument/2006/relationships/slideLayout" Target="../slideLayouts/slideLayout137.xml"/><Relationship Id="rId18" Type="http://schemas.openxmlformats.org/officeDocument/2006/relationships/slideLayout" Target="../slideLayouts/slideLayout142.xml"/><Relationship Id="rId3" Type="http://schemas.openxmlformats.org/officeDocument/2006/relationships/slideLayout" Target="../slideLayouts/slideLayout127.xml"/><Relationship Id="rId21" Type="http://schemas.openxmlformats.org/officeDocument/2006/relationships/theme" Target="../theme/theme7.xml"/><Relationship Id="rId7" Type="http://schemas.openxmlformats.org/officeDocument/2006/relationships/slideLayout" Target="../slideLayouts/slideLayout131.xml"/><Relationship Id="rId12" Type="http://schemas.openxmlformats.org/officeDocument/2006/relationships/slideLayout" Target="../slideLayouts/slideLayout136.xml"/><Relationship Id="rId17" Type="http://schemas.openxmlformats.org/officeDocument/2006/relationships/slideLayout" Target="../slideLayouts/slideLayout141.xml"/><Relationship Id="rId2" Type="http://schemas.openxmlformats.org/officeDocument/2006/relationships/slideLayout" Target="../slideLayouts/slideLayout126.xml"/><Relationship Id="rId16" Type="http://schemas.openxmlformats.org/officeDocument/2006/relationships/slideLayout" Target="../slideLayouts/slideLayout140.xml"/><Relationship Id="rId20" Type="http://schemas.openxmlformats.org/officeDocument/2006/relationships/slideLayout" Target="../slideLayouts/slideLayout144.xml"/><Relationship Id="rId1" Type="http://schemas.openxmlformats.org/officeDocument/2006/relationships/slideLayout" Target="../slideLayouts/slideLayout125.xml"/><Relationship Id="rId6" Type="http://schemas.openxmlformats.org/officeDocument/2006/relationships/slideLayout" Target="../slideLayouts/slideLayout130.xml"/><Relationship Id="rId11" Type="http://schemas.openxmlformats.org/officeDocument/2006/relationships/slideLayout" Target="../slideLayouts/slideLayout135.xml"/><Relationship Id="rId5" Type="http://schemas.openxmlformats.org/officeDocument/2006/relationships/slideLayout" Target="../slideLayouts/slideLayout129.xml"/><Relationship Id="rId15" Type="http://schemas.openxmlformats.org/officeDocument/2006/relationships/slideLayout" Target="../slideLayouts/slideLayout139.xml"/><Relationship Id="rId10" Type="http://schemas.openxmlformats.org/officeDocument/2006/relationships/slideLayout" Target="../slideLayouts/slideLayout134.xml"/><Relationship Id="rId19" Type="http://schemas.openxmlformats.org/officeDocument/2006/relationships/slideLayout" Target="../slideLayouts/slideLayout143.xml"/><Relationship Id="rId4" Type="http://schemas.openxmlformats.org/officeDocument/2006/relationships/slideLayout" Target="../slideLayouts/slideLayout128.xml"/><Relationship Id="rId9" Type="http://schemas.openxmlformats.org/officeDocument/2006/relationships/slideLayout" Target="../slideLayouts/slideLayout133.xml"/><Relationship Id="rId14" Type="http://schemas.openxmlformats.org/officeDocument/2006/relationships/slideLayout" Target="../slideLayouts/slideLayout138.xml"/><Relationship Id="rId22" Type="http://schemas.openxmlformats.org/officeDocument/2006/relationships/image" Target="../media/image15.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52.xml"/><Relationship Id="rId13" Type="http://schemas.openxmlformats.org/officeDocument/2006/relationships/slideLayout" Target="../slideLayouts/slideLayout157.xml"/><Relationship Id="rId18" Type="http://schemas.openxmlformats.org/officeDocument/2006/relationships/theme" Target="../theme/theme8.xml"/><Relationship Id="rId3" Type="http://schemas.openxmlformats.org/officeDocument/2006/relationships/slideLayout" Target="../slideLayouts/slideLayout147.xml"/><Relationship Id="rId7" Type="http://schemas.openxmlformats.org/officeDocument/2006/relationships/slideLayout" Target="../slideLayouts/slideLayout151.xml"/><Relationship Id="rId12" Type="http://schemas.openxmlformats.org/officeDocument/2006/relationships/slideLayout" Target="../slideLayouts/slideLayout156.xml"/><Relationship Id="rId17" Type="http://schemas.openxmlformats.org/officeDocument/2006/relationships/slideLayout" Target="../slideLayouts/slideLayout161.xml"/><Relationship Id="rId2" Type="http://schemas.openxmlformats.org/officeDocument/2006/relationships/slideLayout" Target="../slideLayouts/slideLayout146.xml"/><Relationship Id="rId16" Type="http://schemas.openxmlformats.org/officeDocument/2006/relationships/slideLayout" Target="../slideLayouts/slideLayout160.xml"/><Relationship Id="rId1" Type="http://schemas.openxmlformats.org/officeDocument/2006/relationships/slideLayout" Target="../slideLayouts/slideLayout145.xml"/><Relationship Id="rId6" Type="http://schemas.openxmlformats.org/officeDocument/2006/relationships/slideLayout" Target="../slideLayouts/slideLayout150.xml"/><Relationship Id="rId11" Type="http://schemas.openxmlformats.org/officeDocument/2006/relationships/slideLayout" Target="../slideLayouts/slideLayout155.xml"/><Relationship Id="rId5" Type="http://schemas.openxmlformats.org/officeDocument/2006/relationships/slideLayout" Target="../slideLayouts/slideLayout149.xml"/><Relationship Id="rId15" Type="http://schemas.openxmlformats.org/officeDocument/2006/relationships/slideLayout" Target="../slideLayouts/slideLayout159.xml"/><Relationship Id="rId10" Type="http://schemas.openxmlformats.org/officeDocument/2006/relationships/slideLayout" Target="../slideLayouts/slideLayout154.xml"/><Relationship Id="rId4" Type="http://schemas.openxmlformats.org/officeDocument/2006/relationships/slideLayout" Target="../slideLayouts/slideLayout148.xml"/><Relationship Id="rId9" Type="http://schemas.openxmlformats.org/officeDocument/2006/relationships/slideLayout" Target="../slideLayouts/slideLayout153.xml"/><Relationship Id="rId14" Type="http://schemas.openxmlformats.org/officeDocument/2006/relationships/slideLayout" Target="../slideLayouts/slideLayout15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69.xml"/><Relationship Id="rId13" Type="http://schemas.openxmlformats.org/officeDocument/2006/relationships/slideLayout" Target="../slideLayouts/slideLayout174.xml"/><Relationship Id="rId18" Type="http://schemas.openxmlformats.org/officeDocument/2006/relationships/slideLayout" Target="../slideLayouts/slideLayout179.xml"/><Relationship Id="rId26" Type="http://schemas.openxmlformats.org/officeDocument/2006/relationships/slideLayout" Target="../slideLayouts/slideLayout187.xml"/><Relationship Id="rId3" Type="http://schemas.openxmlformats.org/officeDocument/2006/relationships/slideLayout" Target="../slideLayouts/slideLayout164.xml"/><Relationship Id="rId21" Type="http://schemas.openxmlformats.org/officeDocument/2006/relationships/slideLayout" Target="../slideLayouts/slideLayout182.xml"/><Relationship Id="rId7" Type="http://schemas.openxmlformats.org/officeDocument/2006/relationships/slideLayout" Target="../slideLayouts/slideLayout168.xml"/><Relationship Id="rId12" Type="http://schemas.openxmlformats.org/officeDocument/2006/relationships/slideLayout" Target="../slideLayouts/slideLayout173.xml"/><Relationship Id="rId17" Type="http://schemas.openxmlformats.org/officeDocument/2006/relationships/slideLayout" Target="../slideLayouts/slideLayout178.xml"/><Relationship Id="rId25" Type="http://schemas.openxmlformats.org/officeDocument/2006/relationships/slideLayout" Target="../slideLayouts/slideLayout186.xml"/><Relationship Id="rId2" Type="http://schemas.openxmlformats.org/officeDocument/2006/relationships/slideLayout" Target="../slideLayouts/slideLayout163.xml"/><Relationship Id="rId16" Type="http://schemas.openxmlformats.org/officeDocument/2006/relationships/slideLayout" Target="../slideLayouts/slideLayout177.xml"/><Relationship Id="rId20" Type="http://schemas.openxmlformats.org/officeDocument/2006/relationships/slideLayout" Target="../slideLayouts/slideLayout181.xml"/><Relationship Id="rId29" Type="http://schemas.openxmlformats.org/officeDocument/2006/relationships/image" Target="../media/image14.png"/><Relationship Id="rId1" Type="http://schemas.openxmlformats.org/officeDocument/2006/relationships/slideLayout" Target="../slideLayouts/slideLayout162.xml"/><Relationship Id="rId6" Type="http://schemas.openxmlformats.org/officeDocument/2006/relationships/slideLayout" Target="../slideLayouts/slideLayout167.xml"/><Relationship Id="rId11" Type="http://schemas.openxmlformats.org/officeDocument/2006/relationships/slideLayout" Target="../slideLayouts/slideLayout172.xml"/><Relationship Id="rId24" Type="http://schemas.openxmlformats.org/officeDocument/2006/relationships/slideLayout" Target="../slideLayouts/slideLayout185.xml"/><Relationship Id="rId5" Type="http://schemas.openxmlformats.org/officeDocument/2006/relationships/slideLayout" Target="../slideLayouts/slideLayout166.xml"/><Relationship Id="rId15" Type="http://schemas.openxmlformats.org/officeDocument/2006/relationships/slideLayout" Target="../slideLayouts/slideLayout176.xml"/><Relationship Id="rId23" Type="http://schemas.openxmlformats.org/officeDocument/2006/relationships/slideLayout" Target="../slideLayouts/slideLayout184.xml"/><Relationship Id="rId28" Type="http://schemas.openxmlformats.org/officeDocument/2006/relationships/image" Target="../media/image8.jpg"/><Relationship Id="rId10" Type="http://schemas.openxmlformats.org/officeDocument/2006/relationships/slideLayout" Target="../slideLayouts/slideLayout171.xml"/><Relationship Id="rId19" Type="http://schemas.openxmlformats.org/officeDocument/2006/relationships/slideLayout" Target="../slideLayouts/slideLayout180.xml"/><Relationship Id="rId4" Type="http://schemas.openxmlformats.org/officeDocument/2006/relationships/slideLayout" Target="../slideLayouts/slideLayout165.xml"/><Relationship Id="rId9" Type="http://schemas.openxmlformats.org/officeDocument/2006/relationships/slideLayout" Target="../slideLayouts/slideLayout170.xml"/><Relationship Id="rId14" Type="http://schemas.openxmlformats.org/officeDocument/2006/relationships/slideLayout" Target="../slideLayouts/slideLayout175.xml"/><Relationship Id="rId22" Type="http://schemas.openxmlformats.org/officeDocument/2006/relationships/slideLayout" Target="../slideLayouts/slideLayout183.xml"/><Relationship Id="rId27"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95.xml"/><Relationship Id="rId13" Type="http://schemas.openxmlformats.org/officeDocument/2006/relationships/slideLayout" Target="../slideLayouts/slideLayout200.xml"/><Relationship Id="rId18" Type="http://schemas.openxmlformats.org/officeDocument/2006/relationships/theme" Target="../theme/theme10.xml"/><Relationship Id="rId3" Type="http://schemas.openxmlformats.org/officeDocument/2006/relationships/slideLayout" Target="../slideLayouts/slideLayout190.xml"/><Relationship Id="rId7" Type="http://schemas.openxmlformats.org/officeDocument/2006/relationships/slideLayout" Target="../slideLayouts/slideLayout194.xml"/><Relationship Id="rId12" Type="http://schemas.openxmlformats.org/officeDocument/2006/relationships/slideLayout" Target="../slideLayouts/slideLayout199.xml"/><Relationship Id="rId17" Type="http://schemas.openxmlformats.org/officeDocument/2006/relationships/slideLayout" Target="../slideLayouts/slideLayout204.xml"/><Relationship Id="rId2" Type="http://schemas.openxmlformats.org/officeDocument/2006/relationships/slideLayout" Target="../slideLayouts/slideLayout189.xml"/><Relationship Id="rId16" Type="http://schemas.openxmlformats.org/officeDocument/2006/relationships/slideLayout" Target="../slideLayouts/slideLayout203.xml"/><Relationship Id="rId1" Type="http://schemas.openxmlformats.org/officeDocument/2006/relationships/slideLayout" Target="../slideLayouts/slideLayout188.xml"/><Relationship Id="rId6" Type="http://schemas.openxmlformats.org/officeDocument/2006/relationships/slideLayout" Target="../slideLayouts/slideLayout193.xml"/><Relationship Id="rId11" Type="http://schemas.openxmlformats.org/officeDocument/2006/relationships/slideLayout" Target="../slideLayouts/slideLayout198.xml"/><Relationship Id="rId5" Type="http://schemas.openxmlformats.org/officeDocument/2006/relationships/slideLayout" Target="../slideLayouts/slideLayout192.xml"/><Relationship Id="rId15" Type="http://schemas.openxmlformats.org/officeDocument/2006/relationships/slideLayout" Target="../slideLayouts/slideLayout202.xml"/><Relationship Id="rId10" Type="http://schemas.openxmlformats.org/officeDocument/2006/relationships/slideLayout" Target="../slideLayouts/slideLayout197.xml"/><Relationship Id="rId4" Type="http://schemas.openxmlformats.org/officeDocument/2006/relationships/slideLayout" Target="../slideLayouts/slideLayout191.xml"/><Relationship Id="rId9" Type="http://schemas.openxmlformats.org/officeDocument/2006/relationships/slideLayout" Target="../slideLayouts/slideLayout196.xml"/><Relationship Id="rId14" Type="http://schemas.openxmlformats.org/officeDocument/2006/relationships/slideLayout" Target="../slideLayouts/slideLayout201.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212.xml"/><Relationship Id="rId13" Type="http://schemas.openxmlformats.org/officeDocument/2006/relationships/slideLayout" Target="../slideLayouts/slideLayout217.xml"/><Relationship Id="rId18" Type="http://schemas.openxmlformats.org/officeDocument/2006/relationships/slideLayout" Target="../slideLayouts/slideLayout222.xml"/><Relationship Id="rId26" Type="http://schemas.openxmlformats.org/officeDocument/2006/relationships/theme" Target="../theme/theme11.xml"/><Relationship Id="rId3" Type="http://schemas.openxmlformats.org/officeDocument/2006/relationships/slideLayout" Target="../slideLayouts/slideLayout207.xml"/><Relationship Id="rId21" Type="http://schemas.openxmlformats.org/officeDocument/2006/relationships/slideLayout" Target="../slideLayouts/slideLayout225.xml"/><Relationship Id="rId7" Type="http://schemas.openxmlformats.org/officeDocument/2006/relationships/slideLayout" Target="../slideLayouts/slideLayout211.xml"/><Relationship Id="rId12" Type="http://schemas.openxmlformats.org/officeDocument/2006/relationships/slideLayout" Target="../slideLayouts/slideLayout216.xml"/><Relationship Id="rId17" Type="http://schemas.openxmlformats.org/officeDocument/2006/relationships/slideLayout" Target="../slideLayouts/slideLayout221.xml"/><Relationship Id="rId25" Type="http://schemas.openxmlformats.org/officeDocument/2006/relationships/slideLayout" Target="../slideLayouts/slideLayout229.xml"/><Relationship Id="rId2" Type="http://schemas.openxmlformats.org/officeDocument/2006/relationships/slideLayout" Target="../slideLayouts/slideLayout206.xml"/><Relationship Id="rId16" Type="http://schemas.openxmlformats.org/officeDocument/2006/relationships/slideLayout" Target="../slideLayouts/slideLayout220.xml"/><Relationship Id="rId20" Type="http://schemas.openxmlformats.org/officeDocument/2006/relationships/slideLayout" Target="../slideLayouts/slideLayout224.xml"/><Relationship Id="rId1" Type="http://schemas.openxmlformats.org/officeDocument/2006/relationships/slideLayout" Target="../slideLayouts/slideLayout205.xml"/><Relationship Id="rId6" Type="http://schemas.openxmlformats.org/officeDocument/2006/relationships/slideLayout" Target="../slideLayouts/slideLayout210.xml"/><Relationship Id="rId11" Type="http://schemas.openxmlformats.org/officeDocument/2006/relationships/slideLayout" Target="../slideLayouts/slideLayout215.xml"/><Relationship Id="rId24" Type="http://schemas.openxmlformats.org/officeDocument/2006/relationships/slideLayout" Target="../slideLayouts/slideLayout228.xml"/><Relationship Id="rId5" Type="http://schemas.openxmlformats.org/officeDocument/2006/relationships/slideLayout" Target="../slideLayouts/slideLayout209.xml"/><Relationship Id="rId15" Type="http://schemas.openxmlformats.org/officeDocument/2006/relationships/slideLayout" Target="../slideLayouts/slideLayout219.xml"/><Relationship Id="rId23" Type="http://schemas.openxmlformats.org/officeDocument/2006/relationships/slideLayout" Target="../slideLayouts/slideLayout227.xml"/><Relationship Id="rId28" Type="http://schemas.openxmlformats.org/officeDocument/2006/relationships/image" Target="../media/image14.png"/><Relationship Id="rId10" Type="http://schemas.openxmlformats.org/officeDocument/2006/relationships/slideLayout" Target="../slideLayouts/slideLayout214.xml"/><Relationship Id="rId19" Type="http://schemas.openxmlformats.org/officeDocument/2006/relationships/slideLayout" Target="../slideLayouts/slideLayout223.xml"/><Relationship Id="rId4" Type="http://schemas.openxmlformats.org/officeDocument/2006/relationships/slideLayout" Target="../slideLayouts/slideLayout208.xml"/><Relationship Id="rId9" Type="http://schemas.openxmlformats.org/officeDocument/2006/relationships/slideLayout" Target="../slideLayouts/slideLayout213.xml"/><Relationship Id="rId14" Type="http://schemas.openxmlformats.org/officeDocument/2006/relationships/slideLayout" Target="../slideLayouts/slideLayout218.xml"/><Relationship Id="rId22" Type="http://schemas.openxmlformats.org/officeDocument/2006/relationships/slideLayout" Target="../slideLayouts/slideLayout226.xml"/><Relationship Id="rId27" Type="http://schemas.openxmlformats.org/officeDocument/2006/relationships/image" Target="../media/image8.jpg"/></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237.xml"/><Relationship Id="rId13" Type="http://schemas.openxmlformats.org/officeDocument/2006/relationships/slideLayout" Target="../slideLayouts/slideLayout242.xml"/><Relationship Id="rId18" Type="http://schemas.openxmlformats.org/officeDocument/2006/relationships/slideLayout" Target="../slideLayouts/slideLayout247.xml"/><Relationship Id="rId3" Type="http://schemas.openxmlformats.org/officeDocument/2006/relationships/slideLayout" Target="../slideLayouts/slideLayout232.xml"/><Relationship Id="rId21" Type="http://schemas.openxmlformats.org/officeDocument/2006/relationships/slideLayout" Target="../slideLayouts/slideLayout250.xml"/><Relationship Id="rId7" Type="http://schemas.openxmlformats.org/officeDocument/2006/relationships/slideLayout" Target="../slideLayouts/slideLayout236.xml"/><Relationship Id="rId12" Type="http://schemas.openxmlformats.org/officeDocument/2006/relationships/slideLayout" Target="../slideLayouts/slideLayout241.xml"/><Relationship Id="rId17" Type="http://schemas.openxmlformats.org/officeDocument/2006/relationships/slideLayout" Target="../slideLayouts/slideLayout246.xml"/><Relationship Id="rId25" Type="http://schemas.openxmlformats.org/officeDocument/2006/relationships/image" Target="../media/image14.png"/><Relationship Id="rId2" Type="http://schemas.openxmlformats.org/officeDocument/2006/relationships/slideLayout" Target="../slideLayouts/slideLayout231.xml"/><Relationship Id="rId16" Type="http://schemas.openxmlformats.org/officeDocument/2006/relationships/slideLayout" Target="../slideLayouts/slideLayout245.xml"/><Relationship Id="rId20" Type="http://schemas.openxmlformats.org/officeDocument/2006/relationships/slideLayout" Target="../slideLayouts/slideLayout249.xml"/><Relationship Id="rId1" Type="http://schemas.openxmlformats.org/officeDocument/2006/relationships/slideLayout" Target="../slideLayouts/slideLayout230.xml"/><Relationship Id="rId6" Type="http://schemas.openxmlformats.org/officeDocument/2006/relationships/slideLayout" Target="../slideLayouts/slideLayout235.xml"/><Relationship Id="rId11" Type="http://schemas.openxmlformats.org/officeDocument/2006/relationships/slideLayout" Target="../slideLayouts/slideLayout240.xml"/><Relationship Id="rId24" Type="http://schemas.openxmlformats.org/officeDocument/2006/relationships/image" Target="../media/image8.jpg"/><Relationship Id="rId5" Type="http://schemas.openxmlformats.org/officeDocument/2006/relationships/slideLayout" Target="../slideLayouts/slideLayout234.xml"/><Relationship Id="rId15" Type="http://schemas.openxmlformats.org/officeDocument/2006/relationships/slideLayout" Target="../slideLayouts/slideLayout244.xml"/><Relationship Id="rId23" Type="http://schemas.openxmlformats.org/officeDocument/2006/relationships/theme" Target="../theme/theme12.xml"/><Relationship Id="rId10" Type="http://schemas.openxmlformats.org/officeDocument/2006/relationships/slideLayout" Target="../slideLayouts/slideLayout239.xml"/><Relationship Id="rId19" Type="http://schemas.openxmlformats.org/officeDocument/2006/relationships/slideLayout" Target="../slideLayouts/slideLayout248.xml"/><Relationship Id="rId4" Type="http://schemas.openxmlformats.org/officeDocument/2006/relationships/slideLayout" Target="../slideLayouts/slideLayout233.xml"/><Relationship Id="rId9" Type="http://schemas.openxmlformats.org/officeDocument/2006/relationships/slideLayout" Target="../slideLayouts/slideLayout238.xml"/><Relationship Id="rId14" Type="http://schemas.openxmlformats.org/officeDocument/2006/relationships/slideLayout" Target="../slideLayouts/slideLayout243.xml"/><Relationship Id="rId22" Type="http://schemas.openxmlformats.org/officeDocument/2006/relationships/slideLayout" Target="../slideLayouts/slideLayout25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3" name="矩形 2"/>
          <p:cNvSpPr/>
          <p:nvPr userDrawn="1"/>
        </p:nvSpPr>
        <p:spPr>
          <a:xfrm>
            <a:off x="11803774" y="6581013"/>
            <a:ext cx="372196" cy="276987"/>
          </a:xfrm>
          <a:prstGeom prst="rect">
            <a:avLst/>
          </a:prstGeom>
        </p:spPr>
        <p:txBody>
          <a:bodyPr wrap="none" lIns="91429" tIns="45714" rIns="91429" bIns="45714">
            <a:spAutoFit/>
          </a:bodyPr>
          <a:lstStyle/>
          <a:p>
            <a:fld id="{5E083074-D3FF-49A6-8E12-2ECAA15AAAA1}" type="slidenum">
              <a:rPr lang="zh-CN" altLang="en-US" sz="120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fld>
            <a:endParaRPr lang="zh-CN" altLang="en-US" sz="12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4634" r:id="rId3"/>
    <p:sldLayoutId id="2147484633" r:id="rId4"/>
    <p:sldLayoutId id="2147483651" r:id="rId5"/>
    <p:sldLayoutId id="2147483652" r:id="rId6"/>
    <p:sldLayoutId id="2147483653" r:id="rId7"/>
    <p:sldLayoutId id="2147483654" r:id="rId8"/>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图片 1">
            <a:extLst>
              <a:ext uri="{FF2B5EF4-FFF2-40B4-BE49-F238E27FC236}">
                <a16:creationId xmlns:a16="http://schemas.microsoft.com/office/drawing/2014/main" id="{BF0A28E6-27C8-F660-D593-EFD6DA226780}"/>
              </a:ext>
            </a:extLst>
          </p:cNvPr>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3" name="Picture 2" descr="A blue and white logo&#10;&#10;Description automatically generated">
            <a:extLst>
              <a:ext uri="{FF2B5EF4-FFF2-40B4-BE49-F238E27FC236}">
                <a16:creationId xmlns:a16="http://schemas.microsoft.com/office/drawing/2014/main" id="{C2F7084D-7EAE-2DD4-8488-B494D6C1479E}"/>
              </a:ext>
            </a:extLst>
          </p:cNvPr>
          <p:cNvPicPr>
            <a:picLocks noChangeAspect="1"/>
          </p:cNvPicPr>
          <p:nvPr userDrawn="1"/>
        </p:nvPicPr>
        <p:blipFill rotWithShape="1">
          <a:blip r:embed="rId28" cstate="print">
            <a:extLst>
              <a:ext uri="{28A0092B-C50C-407E-A947-70E740481C1C}">
                <a14:useLocalDpi xmlns:a14="http://schemas.microsoft.com/office/drawing/2010/main" val="0"/>
              </a:ext>
            </a:extLst>
          </a:blip>
          <a:srcRect l="40809" t="23955" r="40919" b="37048"/>
          <a:stretch/>
        </p:blipFill>
        <p:spPr>
          <a:xfrm>
            <a:off x="152401" y="50489"/>
            <a:ext cx="461681" cy="517417"/>
          </a:xfrm>
          <a:prstGeom prst="rect">
            <a:avLst/>
          </a:prstGeom>
        </p:spPr>
      </p:pic>
    </p:spTree>
    <p:extLst>
      <p:ext uri="{BB962C8B-B14F-4D97-AF65-F5344CB8AC3E}">
        <p14:creationId xmlns:p14="http://schemas.microsoft.com/office/powerpoint/2010/main" val="1683504170"/>
      </p:ext>
    </p:extLst>
  </p:cSld>
  <p:clrMap bg1="lt1" tx1="dk1" bg2="lt2" tx2="dk2" accent1="accent1" accent2="accent2" accent3="accent3" accent4="accent4" accent5="accent5" accent6="accent6" hlink="hlink" folHlink="folHlink"/>
  <p:sldLayoutIdLst>
    <p:sldLayoutId id="2147484410" r:id="rId1"/>
    <p:sldLayoutId id="2147484411" r:id="rId2"/>
    <p:sldLayoutId id="2147484412" r:id="rId3"/>
    <p:sldLayoutId id="2147484413" r:id="rId4"/>
    <p:sldLayoutId id="2147484414" r:id="rId5"/>
    <p:sldLayoutId id="2147484415" r:id="rId6"/>
    <p:sldLayoutId id="2147484416" r:id="rId7"/>
    <p:sldLayoutId id="2147484417" r:id="rId8"/>
    <p:sldLayoutId id="2147484418" r:id="rId9"/>
    <p:sldLayoutId id="2147484419" r:id="rId10"/>
    <p:sldLayoutId id="2147484420" r:id="rId11"/>
    <p:sldLayoutId id="2147484421" r:id="rId12"/>
    <p:sldLayoutId id="2147484422" r:id="rId13"/>
    <p:sldLayoutId id="2147484423" r:id="rId14"/>
    <p:sldLayoutId id="2147484424" r:id="rId15"/>
    <p:sldLayoutId id="2147484425" r:id="rId16"/>
    <p:sldLayoutId id="2147484426" r:id="rId17"/>
    <p:sldLayoutId id="2147484427" r:id="rId18"/>
    <p:sldLayoutId id="2147484428" r:id="rId19"/>
    <p:sldLayoutId id="2147484429" r:id="rId20"/>
    <p:sldLayoutId id="2147484430" r:id="rId21"/>
    <p:sldLayoutId id="2147484431" r:id="rId22"/>
    <p:sldLayoutId id="2147484432" r:id="rId23"/>
    <p:sldLayoutId id="2147484433" r:id="rId24"/>
    <p:sldLayoutId id="2147484435"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21" algn="ctr" rtl="0" fontAlgn="base">
        <a:spcBef>
          <a:spcPct val="0"/>
        </a:spcBef>
        <a:spcAft>
          <a:spcPct val="0"/>
        </a:spcAft>
        <a:defRPr sz="3100">
          <a:solidFill>
            <a:schemeClr val="tx2"/>
          </a:solidFill>
          <a:latin typeface="Arial" charset="0"/>
          <a:ea typeface="宋体" pitchFamily="2" charset="-122"/>
        </a:defRPr>
      </a:lvl6pPr>
      <a:lvl7pPr marL="642845" algn="ctr" rtl="0" fontAlgn="base">
        <a:spcBef>
          <a:spcPct val="0"/>
        </a:spcBef>
        <a:spcAft>
          <a:spcPct val="0"/>
        </a:spcAft>
        <a:defRPr sz="3100">
          <a:solidFill>
            <a:schemeClr val="tx2"/>
          </a:solidFill>
          <a:latin typeface="Arial" charset="0"/>
          <a:ea typeface="宋体" pitchFamily="2" charset="-122"/>
        </a:defRPr>
      </a:lvl7pPr>
      <a:lvl8pPr marL="964266" algn="ctr" rtl="0" fontAlgn="base">
        <a:spcBef>
          <a:spcPct val="0"/>
        </a:spcBef>
        <a:spcAft>
          <a:spcPct val="0"/>
        </a:spcAft>
        <a:defRPr sz="3100">
          <a:solidFill>
            <a:schemeClr val="tx2"/>
          </a:solidFill>
          <a:latin typeface="Arial" charset="0"/>
          <a:ea typeface="宋体" pitchFamily="2" charset="-122"/>
        </a:defRPr>
      </a:lvl8pPr>
      <a:lvl9pPr marL="1285687" algn="ctr" rtl="0" fontAlgn="base">
        <a:spcBef>
          <a:spcPct val="0"/>
        </a:spcBef>
        <a:spcAft>
          <a:spcPct val="0"/>
        </a:spcAft>
        <a:defRPr sz="3100">
          <a:solidFill>
            <a:schemeClr val="tx2"/>
          </a:solidFill>
          <a:latin typeface="Arial" charset="0"/>
          <a:ea typeface="宋体" pitchFamily="2" charset="-122"/>
        </a:defRPr>
      </a:lvl9pPr>
    </p:titleStyle>
    <p:bodyStyle>
      <a:lvl1pPr marL="241066" indent="-241066" algn="l" rtl="0" eaLnBrk="0" fontAlgn="base" hangingPunct="0">
        <a:spcBef>
          <a:spcPct val="20000"/>
        </a:spcBef>
        <a:spcAft>
          <a:spcPct val="0"/>
        </a:spcAft>
        <a:buChar char="•"/>
        <a:defRPr sz="2200">
          <a:solidFill>
            <a:schemeClr val="tx1"/>
          </a:solidFill>
          <a:latin typeface="+mn-lt"/>
          <a:ea typeface="+mn-ea"/>
          <a:cs typeface="+mn-cs"/>
        </a:defRPr>
      </a:lvl1pPr>
      <a:lvl2pPr marL="522310" indent="-202006" algn="l" rtl="0" eaLnBrk="0" fontAlgn="base" hangingPunct="0">
        <a:spcBef>
          <a:spcPct val="20000"/>
        </a:spcBef>
        <a:spcAft>
          <a:spcPct val="0"/>
        </a:spcAft>
        <a:buChar char="–"/>
        <a:defRPr sz="2000">
          <a:solidFill>
            <a:schemeClr val="tx1"/>
          </a:solidFill>
          <a:latin typeface="+mn-lt"/>
          <a:ea typeface="+mn-ea"/>
        </a:defRPr>
      </a:lvl2pPr>
      <a:lvl3pPr marL="803555" indent="-160712" algn="l" rtl="0" eaLnBrk="0" fontAlgn="base" hangingPunct="0">
        <a:spcBef>
          <a:spcPct val="20000"/>
        </a:spcBef>
        <a:spcAft>
          <a:spcPct val="0"/>
        </a:spcAft>
        <a:buChar char="•"/>
        <a:defRPr sz="1700">
          <a:solidFill>
            <a:schemeClr val="tx1"/>
          </a:solidFill>
          <a:latin typeface="+mn-lt"/>
          <a:ea typeface="+mn-ea"/>
        </a:defRPr>
      </a:lvl3pPr>
      <a:lvl4pPr marL="1124978" indent="-161828" algn="l" rtl="0" eaLnBrk="0" fontAlgn="base" hangingPunct="0">
        <a:spcBef>
          <a:spcPct val="20000"/>
        </a:spcBef>
        <a:spcAft>
          <a:spcPct val="0"/>
        </a:spcAft>
        <a:buChar char="–"/>
        <a:defRPr sz="1400">
          <a:solidFill>
            <a:schemeClr val="tx1"/>
          </a:solidFill>
          <a:latin typeface="+mn-lt"/>
          <a:ea typeface="+mn-ea"/>
        </a:defRPr>
      </a:lvl4pPr>
      <a:lvl5pPr marL="1446400" indent="-160712" algn="l" rtl="0" eaLnBrk="0" fontAlgn="base" hangingPunct="0">
        <a:spcBef>
          <a:spcPct val="20000"/>
        </a:spcBef>
        <a:spcAft>
          <a:spcPct val="0"/>
        </a:spcAft>
        <a:buChar char="»"/>
        <a:defRPr sz="1400">
          <a:solidFill>
            <a:schemeClr val="tx1"/>
          </a:solidFill>
          <a:latin typeface="+mn-lt"/>
          <a:ea typeface="+mn-ea"/>
        </a:defRPr>
      </a:lvl5pPr>
      <a:lvl6pPr marL="1767822" indent="-160712" algn="l" rtl="0" fontAlgn="base">
        <a:spcBef>
          <a:spcPct val="20000"/>
        </a:spcBef>
        <a:spcAft>
          <a:spcPct val="0"/>
        </a:spcAft>
        <a:buChar char="»"/>
        <a:defRPr sz="1400">
          <a:solidFill>
            <a:schemeClr val="tx1"/>
          </a:solidFill>
          <a:latin typeface="+mn-lt"/>
          <a:ea typeface="+mn-ea"/>
        </a:defRPr>
      </a:lvl6pPr>
      <a:lvl7pPr marL="2089245" indent="-160712" algn="l" rtl="0" fontAlgn="base">
        <a:spcBef>
          <a:spcPct val="20000"/>
        </a:spcBef>
        <a:spcAft>
          <a:spcPct val="0"/>
        </a:spcAft>
        <a:buChar char="»"/>
        <a:defRPr sz="1400">
          <a:solidFill>
            <a:schemeClr val="tx1"/>
          </a:solidFill>
          <a:latin typeface="+mn-lt"/>
          <a:ea typeface="+mn-ea"/>
        </a:defRPr>
      </a:lvl7pPr>
      <a:lvl8pPr marL="2410666" indent="-160712" algn="l" rtl="0" fontAlgn="base">
        <a:spcBef>
          <a:spcPct val="20000"/>
        </a:spcBef>
        <a:spcAft>
          <a:spcPct val="0"/>
        </a:spcAft>
        <a:buChar char="»"/>
        <a:defRPr sz="1400">
          <a:solidFill>
            <a:schemeClr val="tx1"/>
          </a:solidFill>
          <a:latin typeface="+mn-lt"/>
          <a:ea typeface="+mn-ea"/>
        </a:defRPr>
      </a:lvl8pPr>
      <a:lvl9pPr marL="2732087" indent="-160712"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45" rtl="0" eaLnBrk="1" latinLnBrk="0" hangingPunct="1">
        <a:defRPr sz="1300" kern="1200">
          <a:solidFill>
            <a:schemeClr val="tx1"/>
          </a:solidFill>
          <a:latin typeface="+mn-lt"/>
          <a:ea typeface="+mn-ea"/>
          <a:cs typeface="+mn-cs"/>
        </a:defRPr>
      </a:lvl1pPr>
      <a:lvl2pPr marL="321421" algn="l" defTabSz="642845" rtl="0" eaLnBrk="1" latinLnBrk="0" hangingPunct="1">
        <a:defRPr sz="1300" kern="1200">
          <a:solidFill>
            <a:schemeClr val="tx1"/>
          </a:solidFill>
          <a:latin typeface="+mn-lt"/>
          <a:ea typeface="+mn-ea"/>
          <a:cs typeface="+mn-cs"/>
        </a:defRPr>
      </a:lvl2pPr>
      <a:lvl3pPr marL="642845" algn="l" defTabSz="642845" rtl="0" eaLnBrk="1" latinLnBrk="0" hangingPunct="1">
        <a:defRPr sz="1300" kern="1200">
          <a:solidFill>
            <a:schemeClr val="tx1"/>
          </a:solidFill>
          <a:latin typeface="+mn-lt"/>
          <a:ea typeface="+mn-ea"/>
          <a:cs typeface="+mn-cs"/>
        </a:defRPr>
      </a:lvl3pPr>
      <a:lvl4pPr marL="964266" algn="l" defTabSz="642845" rtl="0" eaLnBrk="1" latinLnBrk="0" hangingPunct="1">
        <a:defRPr sz="1300" kern="1200">
          <a:solidFill>
            <a:schemeClr val="tx1"/>
          </a:solidFill>
          <a:latin typeface="+mn-lt"/>
          <a:ea typeface="+mn-ea"/>
          <a:cs typeface="+mn-cs"/>
        </a:defRPr>
      </a:lvl4pPr>
      <a:lvl5pPr marL="1285687" algn="l" defTabSz="642845" rtl="0" eaLnBrk="1" latinLnBrk="0" hangingPunct="1">
        <a:defRPr sz="1300" kern="1200">
          <a:solidFill>
            <a:schemeClr val="tx1"/>
          </a:solidFill>
          <a:latin typeface="+mn-lt"/>
          <a:ea typeface="+mn-ea"/>
          <a:cs typeface="+mn-cs"/>
        </a:defRPr>
      </a:lvl5pPr>
      <a:lvl6pPr marL="1607112" algn="l" defTabSz="642845" rtl="0" eaLnBrk="1" latinLnBrk="0" hangingPunct="1">
        <a:defRPr sz="1300" kern="1200">
          <a:solidFill>
            <a:schemeClr val="tx1"/>
          </a:solidFill>
          <a:latin typeface="+mn-lt"/>
          <a:ea typeface="+mn-ea"/>
          <a:cs typeface="+mn-cs"/>
        </a:defRPr>
      </a:lvl6pPr>
      <a:lvl7pPr marL="1928532" algn="l" defTabSz="642845" rtl="0" eaLnBrk="1" latinLnBrk="0" hangingPunct="1">
        <a:defRPr sz="1300" kern="1200">
          <a:solidFill>
            <a:schemeClr val="tx1"/>
          </a:solidFill>
          <a:latin typeface="+mn-lt"/>
          <a:ea typeface="+mn-ea"/>
          <a:cs typeface="+mn-cs"/>
        </a:defRPr>
      </a:lvl7pPr>
      <a:lvl8pPr marL="2249955" algn="l" defTabSz="642845" rtl="0" eaLnBrk="1" latinLnBrk="0" hangingPunct="1">
        <a:defRPr sz="1300" kern="1200">
          <a:solidFill>
            <a:schemeClr val="tx1"/>
          </a:solidFill>
          <a:latin typeface="+mn-lt"/>
          <a:ea typeface="+mn-ea"/>
          <a:cs typeface="+mn-cs"/>
        </a:defRPr>
      </a:lvl8pPr>
      <a:lvl9pPr marL="2571376" algn="l" defTabSz="642845" rtl="0" eaLnBrk="1" latinLnBrk="0" hangingPunct="1">
        <a:defRPr sz="13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8">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7" name="Picture 6">
            <a:extLst>
              <a:ext uri="{FF2B5EF4-FFF2-40B4-BE49-F238E27FC236}">
                <a16:creationId xmlns:a16="http://schemas.microsoft.com/office/drawing/2014/main" id="{51B61907-CE38-43EF-ABC9-71DF18B992B9}"/>
              </a:ext>
            </a:extLst>
          </p:cNvPr>
          <p:cNvPicPr>
            <a:picLocks noChangeAspect="1"/>
          </p:cNvPicPr>
          <p:nvPr userDrawn="1"/>
        </p:nvPicPr>
        <p:blipFill>
          <a:blip r:embed="rId29" cstate="print">
            <a:extLst>
              <a:ext uri="{28A0092B-C50C-407E-A947-70E740481C1C}">
                <a14:useLocalDpi xmlns:a14="http://schemas.microsoft.com/office/drawing/2010/main" val="0"/>
              </a:ext>
            </a:extLst>
          </a:blip>
          <a:stretch>
            <a:fillRect/>
          </a:stretch>
        </p:blipFill>
        <p:spPr>
          <a:xfrm>
            <a:off x="166735" y="0"/>
            <a:ext cx="612000" cy="612000"/>
          </a:xfrm>
          <a:prstGeom prst="rect">
            <a:avLst/>
          </a:prstGeom>
        </p:spPr>
      </p:pic>
    </p:spTree>
    <p:extLst>
      <p:ext uri="{BB962C8B-B14F-4D97-AF65-F5344CB8AC3E}">
        <p14:creationId xmlns:p14="http://schemas.microsoft.com/office/powerpoint/2010/main" val="2341582964"/>
      </p:ext>
    </p:extLst>
  </p:cSld>
  <p:clrMap bg1="lt1" tx1="dk1" bg2="lt2" tx2="dk2" accent1="accent1" accent2="accent2" accent3="accent3" accent4="accent4" accent5="accent5" accent6="accent6" hlink="hlink" folHlink="folHlink"/>
  <p:sldLayoutIdLst>
    <p:sldLayoutId id="2147484467" r:id="rId1"/>
    <p:sldLayoutId id="2147484468" r:id="rId2"/>
    <p:sldLayoutId id="2147484469" r:id="rId3"/>
    <p:sldLayoutId id="2147484470" r:id="rId4"/>
    <p:sldLayoutId id="2147484471" r:id="rId5"/>
    <p:sldLayoutId id="2147484472" r:id="rId6"/>
    <p:sldLayoutId id="2147484473" r:id="rId7"/>
    <p:sldLayoutId id="2147484474" r:id="rId8"/>
    <p:sldLayoutId id="2147484475" r:id="rId9"/>
    <p:sldLayoutId id="2147484476" r:id="rId10"/>
    <p:sldLayoutId id="2147484477" r:id="rId11"/>
    <p:sldLayoutId id="2147484478" r:id="rId12"/>
    <p:sldLayoutId id="2147484479" r:id="rId13"/>
    <p:sldLayoutId id="2147484480" r:id="rId14"/>
    <p:sldLayoutId id="2147484481" r:id="rId15"/>
    <p:sldLayoutId id="2147484482" r:id="rId16"/>
    <p:sldLayoutId id="2147484483" r:id="rId17"/>
    <p:sldLayoutId id="2147484484" r:id="rId18"/>
    <p:sldLayoutId id="2147484485" r:id="rId19"/>
    <p:sldLayoutId id="2147484486" r:id="rId20"/>
    <p:sldLayoutId id="2147484487" r:id="rId21"/>
    <p:sldLayoutId id="2147484488" r:id="rId22"/>
    <p:sldLayoutId id="2147484489" r:id="rId23"/>
    <p:sldLayoutId id="2147484490" r:id="rId24"/>
    <p:sldLayoutId id="2147484491" r:id="rId25"/>
    <p:sldLayoutId id="2147484492" r:id="rId26"/>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13" algn="ctr" rtl="0" fontAlgn="base">
        <a:spcBef>
          <a:spcPct val="0"/>
        </a:spcBef>
        <a:spcAft>
          <a:spcPct val="0"/>
        </a:spcAft>
        <a:defRPr sz="3100">
          <a:solidFill>
            <a:schemeClr val="tx2"/>
          </a:solidFill>
          <a:latin typeface="Arial" charset="0"/>
          <a:ea typeface="宋体" pitchFamily="2" charset="-122"/>
        </a:defRPr>
      </a:lvl6pPr>
      <a:lvl7pPr marL="642829" algn="ctr" rtl="0" fontAlgn="base">
        <a:spcBef>
          <a:spcPct val="0"/>
        </a:spcBef>
        <a:spcAft>
          <a:spcPct val="0"/>
        </a:spcAft>
        <a:defRPr sz="3100">
          <a:solidFill>
            <a:schemeClr val="tx2"/>
          </a:solidFill>
          <a:latin typeface="Arial" charset="0"/>
          <a:ea typeface="宋体" pitchFamily="2" charset="-122"/>
        </a:defRPr>
      </a:lvl7pPr>
      <a:lvl8pPr marL="964243" algn="ctr" rtl="0" fontAlgn="base">
        <a:spcBef>
          <a:spcPct val="0"/>
        </a:spcBef>
        <a:spcAft>
          <a:spcPct val="0"/>
        </a:spcAft>
        <a:defRPr sz="3100">
          <a:solidFill>
            <a:schemeClr val="tx2"/>
          </a:solidFill>
          <a:latin typeface="Arial" charset="0"/>
          <a:ea typeface="宋体" pitchFamily="2" charset="-122"/>
        </a:defRPr>
      </a:lvl8pPr>
      <a:lvl9pPr marL="1285655" algn="ctr" rtl="0" fontAlgn="base">
        <a:spcBef>
          <a:spcPct val="0"/>
        </a:spcBef>
        <a:spcAft>
          <a:spcPct val="0"/>
        </a:spcAft>
        <a:defRPr sz="3100">
          <a:solidFill>
            <a:schemeClr val="tx2"/>
          </a:solidFill>
          <a:latin typeface="Arial" charset="0"/>
          <a:ea typeface="宋体" pitchFamily="2" charset="-122"/>
        </a:defRPr>
      </a:lvl9pPr>
    </p:titleStyle>
    <p:bodyStyle>
      <a:lvl1pPr marL="241061" indent="-241061" algn="l" rtl="0" eaLnBrk="0" fontAlgn="base" hangingPunct="0">
        <a:spcBef>
          <a:spcPct val="20000"/>
        </a:spcBef>
        <a:spcAft>
          <a:spcPct val="0"/>
        </a:spcAft>
        <a:buChar char="•"/>
        <a:defRPr sz="2200">
          <a:solidFill>
            <a:schemeClr val="tx1"/>
          </a:solidFill>
          <a:latin typeface="+mn-lt"/>
          <a:ea typeface="+mn-ea"/>
          <a:cs typeface="+mn-cs"/>
        </a:defRPr>
      </a:lvl1pPr>
      <a:lvl2pPr marL="522298" indent="-202002" algn="l" rtl="0" eaLnBrk="0" fontAlgn="base" hangingPunct="0">
        <a:spcBef>
          <a:spcPct val="20000"/>
        </a:spcBef>
        <a:spcAft>
          <a:spcPct val="0"/>
        </a:spcAft>
        <a:buChar char="–"/>
        <a:defRPr sz="2000">
          <a:solidFill>
            <a:schemeClr val="tx1"/>
          </a:solidFill>
          <a:latin typeface="+mn-lt"/>
          <a:ea typeface="+mn-ea"/>
        </a:defRPr>
      </a:lvl2pPr>
      <a:lvl3pPr marL="803535" indent="-160708" algn="l" rtl="0" eaLnBrk="0" fontAlgn="base" hangingPunct="0">
        <a:spcBef>
          <a:spcPct val="20000"/>
        </a:spcBef>
        <a:spcAft>
          <a:spcPct val="0"/>
        </a:spcAft>
        <a:buChar char="•"/>
        <a:defRPr sz="1700">
          <a:solidFill>
            <a:schemeClr val="tx1"/>
          </a:solidFill>
          <a:latin typeface="+mn-lt"/>
          <a:ea typeface="+mn-ea"/>
        </a:defRPr>
      </a:lvl3pPr>
      <a:lvl4pPr marL="1124951" indent="-161824" algn="l" rtl="0" eaLnBrk="0" fontAlgn="base" hangingPunct="0">
        <a:spcBef>
          <a:spcPct val="20000"/>
        </a:spcBef>
        <a:spcAft>
          <a:spcPct val="0"/>
        </a:spcAft>
        <a:buChar char="–"/>
        <a:defRPr sz="1400">
          <a:solidFill>
            <a:schemeClr val="tx1"/>
          </a:solidFill>
          <a:latin typeface="+mn-lt"/>
          <a:ea typeface="+mn-ea"/>
        </a:defRPr>
      </a:lvl4pPr>
      <a:lvl5pPr marL="1446364" indent="-160708" algn="l" rtl="0" eaLnBrk="0" fontAlgn="base" hangingPunct="0">
        <a:spcBef>
          <a:spcPct val="20000"/>
        </a:spcBef>
        <a:spcAft>
          <a:spcPct val="0"/>
        </a:spcAft>
        <a:buChar char="»"/>
        <a:defRPr sz="1400">
          <a:solidFill>
            <a:schemeClr val="tx1"/>
          </a:solidFill>
          <a:latin typeface="+mn-lt"/>
          <a:ea typeface="+mn-ea"/>
        </a:defRPr>
      </a:lvl5pPr>
      <a:lvl6pPr marL="1767778" indent="-160708" algn="l" rtl="0" fontAlgn="base">
        <a:spcBef>
          <a:spcPct val="20000"/>
        </a:spcBef>
        <a:spcAft>
          <a:spcPct val="0"/>
        </a:spcAft>
        <a:buChar char="»"/>
        <a:defRPr sz="1400">
          <a:solidFill>
            <a:schemeClr val="tx1"/>
          </a:solidFill>
          <a:latin typeface="+mn-lt"/>
          <a:ea typeface="+mn-ea"/>
        </a:defRPr>
      </a:lvl6pPr>
      <a:lvl7pPr marL="2089193" indent="-160708" algn="l" rtl="0" fontAlgn="base">
        <a:spcBef>
          <a:spcPct val="20000"/>
        </a:spcBef>
        <a:spcAft>
          <a:spcPct val="0"/>
        </a:spcAft>
        <a:buChar char="»"/>
        <a:defRPr sz="1400">
          <a:solidFill>
            <a:schemeClr val="tx1"/>
          </a:solidFill>
          <a:latin typeface="+mn-lt"/>
          <a:ea typeface="+mn-ea"/>
        </a:defRPr>
      </a:lvl7pPr>
      <a:lvl8pPr marL="2410606" indent="-160708" algn="l" rtl="0" fontAlgn="base">
        <a:spcBef>
          <a:spcPct val="20000"/>
        </a:spcBef>
        <a:spcAft>
          <a:spcPct val="0"/>
        </a:spcAft>
        <a:buChar char="»"/>
        <a:defRPr sz="1400">
          <a:solidFill>
            <a:schemeClr val="tx1"/>
          </a:solidFill>
          <a:latin typeface="+mn-lt"/>
          <a:ea typeface="+mn-ea"/>
        </a:defRPr>
      </a:lvl8pPr>
      <a:lvl9pPr marL="2732018" indent="-160708"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29" rtl="0" eaLnBrk="1" latinLnBrk="0" hangingPunct="1">
        <a:defRPr sz="1300" kern="1200">
          <a:solidFill>
            <a:schemeClr val="tx1"/>
          </a:solidFill>
          <a:latin typeface="+mn-lt"/>
          <a:ea typeface="+mn-ea"/>
          <a:cs typeface="+mn-cs"/>
        </a:defRPr>
      </a:lvl1pPr>
      <a:lvl2pPr marL="321413" algn="l" defTabSz="642829" rtl="0" eaLnBrk="1" latinLnBrk="0" hangingPunct="1">
        <a:defRPr sz="1300" kern="1200">
          <a:solidFill>
            <a:schemeClr val="tx1"/>
          </a:solidFill>
          <a:latin typeface="+mn-lt"/>
          <a:ea typeface="+mn-ea"/>
          <a:cs typeface="+mn-cs"/>
        </a:defRPr>
      </a:lvl2pPr>
      <a:lvl3pPr marL="642829" algn="l" defTabSz="642829" rtl="0" eaLnBrk="1" latinLnBrk="0" hangingPunct="1">
        <a:defRPr sz="1300" kern="1200">
          <a:solidFill>
            <a:schemeClr val="tx1"/>
          </a:solidFill>
          <a:latin typeface="+mn-lt"/>
          <a:ea typeface="+mn-ea"/>
          <a:cs typeface="+mn-cs"/>
        </a:defRPr>
      </a:lvl3pPr>
      <a:lvl4pPr marL="964243" algn="l" defTabSz="642829" rtl="0" eaLnBrk="1" latinLnBrk="0" hangingPunct="1">
        <a:defRPr sz="1300" kern="1200">
          <a:solidFill>
            <a:schemeClr val="tx1"/>
          </a:solidFill>
          <a:latin typeface="+mn-lt"/>
          <a:ea typeface="+mn-ea"/>
          <a:cs typeface="+mn-cs"/>
        </a:defRPr>
      </a:lvl4pPr>
      <a:lvl5pPr marL="1285655" algn="l" defTabSz="642829" rtl="0" eaLnBrk="1" latinLnBrk="0" hangingPunct="1">
        <a:defRPr sz="1300" kern="1200">
          <a:solidFill>
            <a:schemeClr val="tx1"/>
          </a:solidFill>
          <a:latin typeface="+mn-lt"/>
          <a:ea typeface="+mn-ea"/>
          <a:cs typeface="+mn-cs"/>
        </a:defRPr>
      </a:lvl5pPr>
      <a:lvl6pPr marL="1607072" algn="l" defTabSz="642829" rtl="0" eaLnBrk="1" latinLnBrk="0" hangingPunct="1">
        <a:defRPr sz="1300" kern="1200">
          <a:solidFill>
            <a:schemeClr val="tx1"/>
          </a:solidFill>
          <a:latin typeface="+mn-lt"/>
          <a:ea typeface="+mn-ea"/>
          <a:cs typeface="+mn-cs"/>
        </a:defRPr>
      </a:lvl6pPr>
      <a:lvl7pPr marL="1928484" algn="l" defTabSz="642829" rtl="0" eaLnBrk="1" latinLnBrk="0" hangingPunct="1">
        <a:defRPr sz="1300" kern="1200">
          <a:solidFill>
            <a:schemeClr val="tx1"/>
          </a:solidFill>
          <a:latin typeface="+mn-lt"/>
          <a:ea typeface="+mn-ea"/>
          <a:cs typeface="+mn-cs"/>
        </a:defRPr>
      </a:lvl7pPr>
      <a:lvl8pPr marL="2249898" algn="l" defTabSz="642829" rtl="0" eaLnBrk="1" latinLnBrk="0" hangingPunct="1">
        <a:defRPr sz="1300" kern="1200">
          <a:solidFill>
            <a:schemeClr val="tx1"/>
          </a:solidFill>
          <a:latin typeface="+mn-lt"/>
          <a:ea typeface="+mn-ea"/>
          <a:cs typeface="+mn-cs"/>
        </a:defRPr>
      </a:lvl8pPr>
      <a:lvl9pPr marL="2571312" algn="l" defTabSz="642829" rtl="0" eaLnBrk="1" latinLnBrk="0" hangingPunct="1">
        <a:defRPr sz="13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6"/>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3" y="9965"/>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36"/>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31155714"/>
      </p:ext>
    </p:extLst>
  </p:cSld>
  <p:clrMap bg1="lt1" tx1="dk1" bg2="lt2" tx2="dk2" accent1="accent1" accent2="accent2" accent3="accent3" accent4="accent4" accent5="accent5" accent6="accent6" hlink="hlink" folHlink="folHlink"/>
  <p:sldLayoutIdLst>
    <p:sldLayoutId id="2147484494" r:id="rId1"/>
    <p:sldLayoutId id="2147484495" r:id="rId2"/>
    <p:sldLayoutId id="2147484496" r:id="rId3"/>
    <p:sldLayoutId id="2147484497" r:id="rId4"/>
    <p:sldLayoutId id="2147484498" r:id="rId5"/>
    <p:sldLayoutId id="2147484499" r:id="rId6"/>
    <p:sldLayoutId id="2147484500" r:id="rId7"/>
    <p:sldLayoutId id="2147484501" r:id="rId8"/>
    <p:sldLayoutId id="2147484502" r:id="rId9"/>
    <p:sldLayoutId id="2147484503" r:id="rId10"/>
    <p:sldLayoutId id="2147484504" r:id="rId11"/>
    <p:sldLayoutId id="2147484505" r:id="rId12"/>
    <p:sldLayoutId id="2147484506" r:id="rId13"/>
    <p:sldLayoutId id="2147484507" r:id="rId14"/>
    <p:sldLayoutId id="2147484508" r:id="rId15"/>
    <p:sldLayoutId id="2147484509" r:id="rId16"/>
    <p:sldLayoutId id="2147484510" r:id="rId17"/>
    <p:sldLayoutId id="2147484511" r:id="rId18"/>
    <p:sldLayoutId id="2147484512" r:id="rId19"/>
    <p:sldLayoutId id="2147484513" r:id="rId20"/>
    <p:sldLayoutId id="2147484514" r:id="rId21"/>
    <p:sldLayoutId id="2147484515" r:id="rId22"/>
    <p:sldLayoutId id="2147484516" r:id="rId23"/>
    <p:sldLayoutId id="2147484517" r:id="rId24"/>
    <p:sldLayoutId id="2147484518"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88" algn="ctr" rtl="0" fontAlgn="base">
        <a:spcBef>
          <a:spcPct val="0"/>
        </a:spcBef>
        <a:spcAft>
          <a:spcPct val="0"/>
        </a:spcAft>
        <a:defRPr sz="3100">
          <a:solidFill>
            <a:schemeClr val="tx2"/>
          </a:solidFill>
          <a:latin typeface="Arial" charset="0"/>
          <a:ea typeface="宋体" pitchFamily="2" charset="-122"/>
        </a:defRPr>
      </a:lvl6pPr>
      <a:lvl7pPr marL="642777" algn="ctr" rtl="0" fontAlgn="base">
        <a:spcBef>
          <a:spcPct val="0"/>
        </a:spcBef>
        <a:spcAft>
          <a:spcPct val="0"/>
        </a:spcAft>
        <a:defRPr sz="3100">
          <a:solidFill>
            <a:schemeClr val="tx2"/>
          </a:solidFill>
          <a:latin typeface="Arial" charset="0"/>
          <a:ea typeface="宋体" pitchFamily="2" charset="-122"/>
        </a:defRPr>
      </a:lvl7pPr>
      <a:lvl8pPr marL="964165" algn="ctr" rtl="0" fontAlgn="base">
        <a:spcBef>
          <a:spcPct val="0"/>
        </a:spcBef>
        <a:spcAft>
          <a:spcPct val="0"/>
        </a:spcAft>
        <a:defRPr sz="3100">
          <a:solidFill>
            <a:schemeClr val="tx2"/>
          </a:solidFill>
          <a:latin typeface="Arial" charset="0"/>
          <a:ea typeface="宋体" pitchFamily="2" charset="-122"/>
        </a:defRPr>
      </a:lvl8pPr>
      <a:lvl9pPr marL="1285551" algn="ctr" rtl="0" fontAlgn="base">
        <a:spcBef>
          <a:spcPct val="0"/>
        </a:spcBef>
        <a:spcAft>
          <a:spcPct val="0"/>
        </a:spcAft>
        <a:defRPr sz="3100">
          <a:solidFill>
            <a:schemeClr val="tx2"/>
          </a:solidFill>
          <a:latin typeface="Arial" charset="0"/>
          <a:ea typeface="宋体" pitchFamily="2" charset="-122"/>
        </a:defRPr>
      </a:lvl9pPr>
    </p:titleStyle>
    <p:bodyStyle>
      <a:lvl1pPr marL="241041" indent="-241041" algn="l" rtl="0" eaLnBrk="0" fontAlgn="base" hangingPunct="0">
        <a:spcBef>
          <a:spcPct val="20000"/>
        </a:spcBef>
        <a:spcAft>
          <a:spcPct val="0"/>
        </a:spcAft>
        <a:buChar char="•"/>
        <a:defRPr sz="2200">
          <a:solidFill>
            <a:schemeClr val="tx1"/>
          </a:solidFill>
          <a:latin typeface="+mn-lt"/>
          <a:ea typeface="+mn-ea"/>
          <a:cs typeface="+mn-cs"/>
        </a:defRPr>
      </a:lvl1pPr>
      <a:lvl2pPr marL="522255" indent="-201984" algn="l" rtl="0" eaLnBrk="0" fontAlgn="base" hangingPunct="0">
        <a:spcBef>
          <a:spcPct val="20000"/>
        </a:spcBef>
        <a:spcAft>
          <a:spcPct val="0"/>
        </a:spcAft>
        <a:buChar char="–"/>
        <a:defRPr sz="2000">
          <a:solidFill>
            <a:schemeClr val="tx1"/>
          </a:solidFill>
          <a:latin typeface="+mn-lt"/>
          <a:ea typeface="+mn-ea"/>
        </a:defRPr>
      </a:lvl2pPr>
      <a:lvl3pPr marL="803471" indent="-160695" algn="l" rtl="0" eaLnBrk="0" fontAlgn="base" hangingPunct="0">
        <a:spcBef>
          <a:spcPct val="20000"/>
        </a:spcBef>
        <a:spcAft>
          <a:spcPct val="0"/>
        </a:spcAft>
        <a:buChar char="•"/>
        <a:defRPr sz="1700">
          <a:solidFill>
            <a:schemeClr val="tx1"/>
          </a:solidFill>
          <a:latin typeface="+mn-lt"/>
          <a:ea typeface="+mn-ea"/>
        </a:defRPr>
      </a:lvl3pPr>
      <a:lvl4pPr marL="1124860" indent="-161811" algn="l" rtl="0" eaLnBrk="0" fontAlgn="base" hangingPunct="0">
        <a:spcBef>
          <a:spcPct val="20000"/>
        </a:spcBef>
        <a:spcAft>
          <a:spcPct val="0"/>
        </a:spcAft>
        <a:buChar char="–"/>
        <a:defRPr sz="1400">
          <a:solidFill>
            <a:schemeClr val="tx1"/>
          </a:solidFill>
          <a:latin typeface="+mn-lt"/>
          <a:ea typeface="+mn-ea"/>
        </a:defRPr>
      </a:lvl4pPr>
      <a:lvl5pPr marL="1446247" indent="-160695" algn="l" rtl="0" eaLnBrk="0" fontAlgn="base" hangingPunct="0">
        <a:spcBef>
          <a:spcPct val="20000"/>
        </a:spcBef>
        <a:spcAft>
          <a:spcPct val="0"/>
        </a:spcAft>
        <a:buChar char="»"/>
        <a:defRPr sz="1400">
          <a:solidFill>
            <a:schemeClr val="tx1"/>
          </a:solidFill>
          <a:latin typeface="+mn-lt"/>
          <a:ea typeface="+mn-ea"/>
        </a:defRPr>
      </a:lvl5pPr>
      <a:lvl6pPr marL="1767634" indent="-160695" algn="l" rtl="0" fontAlgn="base">
        <a:spcBef>
          <a:spcPct val="20000"/>
        </a:spcBef>
        <a:spcAft>
          <a:spcPct val="0"/>
        </a:spcAft>
        <a:buChar char="»"/>
        <a:defRPr sz="1400">
          <a:solidFill>
            <a:schemeClr val="tx1"/>
          </a:solidFill>
          <a:latin typeface="+mn-lt"/>
          <a:ea typeface="+mn-ea"/>
        </a:defRPr>
      </a:lvl6pPr>
      <a:lvl7pPr marL="2089022" indent="-160695" algn="l" rtl="0" fontAlgn="base">
        <a:spcBef>
          <a:spcPct val="20000"/>
        </a:spcBef>
        <a:spcAft>
          <a:spcPct val="0"/>
        </a:spcAft>
        <a:buChar char="»"/>
        <a:defRPr sz="1400">
          <a:solidFill>
            <a:schemeClr val="tx1"/>
          </a:solidFill>
          <a:latin typeface="+mn-lt"/>
          <a:ea typeface="+mn-ea"/>
        </a:defRPr>
      </a:lvl7pPr>
      <a:lvl8pPr marL="2410409" indent="-160695" algn="l" rtl="0" fontAlgn="base">
        <a:spcBef>
          <a:spcPct val="20000"/>
        </a:spcBef>
        <a:spcAft>
          <a:spcPct val="0"/>
        </a:spcAft>
        <a:buChar char="»"/>
        <a:defRPr sz="1400">
          <a:solidFill>
            <a:schemeClr val="tx1"/>
          </a:solidFill>
          <a:latin typeface="+mn-lt"/>
          <a:ea typeface="+mn-ea"/>
        </a:defRPr>
      </a:lvl8pPr>
      <a:lvl9pPr marL="2731798" indent="-16069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77" rtl="0" eaLnBrk="1" latinLnBrk="0" hangingPunct="1">
        <a:defRPr sz="1300" kern="1200">
          <a:solidFill>
            <a:schemeClr val="tx1"/>
          </a:solidFill>
          <a:latin typeface="+mn-lt"/>
          <a:ea typeface="+mn-ea"/>
          <a:cs typeface="+mn-cs"/>
        </a:defRPr>
      </a:lvl1pPr>
      <a:lvl2pPr marL="321388" algn="l" defTabSz="642777" rtl="0" eaLnBrk="1" latinLnBrk="0" hangingPunct="1">
        <a:defRPr sz="1300" kern="1200">
          <a:solidFill>
            <a:schemeClr val="tx1"/>
          </a:solidFill>
          <a:latin typeface="+mn-lt"/>
          <a:ea typeface="+mn-ea"/>
          <a:cs typeface="+mn-cs"/>
        </a:defRPr>
      </a:lvl2pPr>
      <a:lvl3pPr marL="642777" algn="l" defTabSz="642777" rtl="0" eaLnBrk="1" latinLnBrk="0" hangingPunct="1">
        <a:defRPr sz="1300" kern="1200">
          <a:solidFill>
            <a:schemeClr val="tx1"/>
          </a:solidFill>
          <a:latin typeface="+mn-lt"/>
          <a:ea typeface="+mn-ea"/>
          <a:cs typeface="+mn-cs"/>
        </a:defRPr>
      </a:lvl3pPr>
      <a:lvl4pPr marL="964165" algn="l" defTabSz="642777" rtl="0" eaLnBrk="1" latinLnBrk="0" hangingPunct="1">
        <a:defRPr sz="1300" kern="1200">
          <a:solidFill>
            <a:schemeClr val="tx1"/>
          </a:solidFill>
          <a:latin typeface="+mn-lt"/>
          <a:ea typeface="+mn-ea"/>
          <a:cs typeface="+mn-cs"/>
        </a:defRPr>
      </a:lvl4pPr>
      <a:lvl5pPr marL="1285551" algn="l" defTabSz="642777" rtl="0" eaLnBrk="1" latinLnBrk="0" hangingPunct="1">
        <a:defRPr sz="1300" kern="1200">
          <a:solidFill>
            <a:schemeClr val="tx1"/>
          </a:solidFill>
          <a:latin typeface="+mn-lt"/>
          <a:ea typeface="+mn-ea"/>
          <a:cs typeface="+mn-cs"/>
        </a:defRPr>
      </a:lvl5pPr>
      <a:lvl6pPr marL="1606942" algn="l" defTabSz="642777" rtl="0" eaLnBrk="1" latinLnBrk="0" hangingPunct="1">
        <a:defRPr sz="1300" kern="1200">
          <a:solidFill>
            <a:schemeClr val="tx1"/>
          </a:solidFill>
          <a:latin typeface="+mn-lt"/>
          <a:ea typeface="+mn-ea"/>
          <a:cs typeface="+mn-cs"/>
        </a:defRPr>
      </a:lvl6pPr>
      <a:lvl7pPr marL="1928328" algn="l" defTabSz="642777" rtl="0" eaLnBrk="1" latinLnBrk="0" hangingPunct="1">
        <a:defRPr sz="1300" kern="1200">
          <a:solidFill>
            <a:schemeClr val="tx1"/>
          </a:solidFill>
          <a:latin typeface="+mn-lt"/>
          <a:ea typeface="+mn-ea"/>
          <a:cs typeface="+mn-cs"/>
        </a:defRPr>
      </a:lvl7pPr>
      <a:lvl8pPr marL="2249716" algn="l" defTabSz="642777" rtl="0" eaLnBrk="1" latinLnBrk="0" hangingPunct="1">
        <a:defRPr sz="1300" kern="1200">
          <a:solidFill>
            <a:schemeClr val="tx1"/>
          </a:solidFill>
          <a:latin typeface="+mn-lt"/>
          <a:ea typeface="+mn-ea"/>
          <a:cs typeface="+mn-cs"/>
        </a:defRPr>
      </a:lvl8pPr>
      <a:lvl9pPr marL="2571104" algn="l" defTabSz="642777" rtl="0" eaLnBrk="1" latinLnBrk="0" hangingPunct="1">
        <a:defRPr sz="13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2" y="9963"/>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36"/>
            <a:ext cx="7879080" cy="1015343"/>
          </a:xfrm>
          <a:prstGeom prst="rect">
            <a:avLst/>
          </a:prstGeom>
          <a:noFill/>
        </p:spPr>
        <p:txBody>
          <a:bodyPr wrap="none" rtlCol="0">
            <a:spAutoFit/>
          </a:bodyPr>
          <a:lstStyle/>
          <a:p>
            <a:r>
              <a:rPr lang="zh-CN" altLang="en-US" sz="5998"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8"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01306689"/>
      </p:ext>
    </p:extLst>
  </p:cSld>
  <p:clrMap bg1="lt1" tx1="dk1" bg2="lt2" tx2="dk2" accent1="accent1" accent2="accent2" accent3="accent3" accent4="accent4" accent5="accent5" accent6="accent6" hlink="hlink" folHlink="folHlink"/>
  <p:sldLayoutIdLst>
    <p:sldLayoutId id="2147484520" r:id="rId1"/>
    <p:sldLayoutId id="2147484521" r:id="rId2"/>
    <p:sldLayoutId id="2147484522" r:id="rId3"/>
    <p:sldLayoutId id="2147484523" r:id="rId4"/>
    <p:sldLayoutId id="2147484524" r:id="rId5"/>
    <p:sldLayoutId id="2147484525" r:id="rId6"/>
    <p:sldLayoutId id="2147484526" r:id="rId7"/>
    <p:sldLayoutId id="2147484527" r:id="rId8"/>
    <p:sldLayoutId id="2147484528" r:id="rId9"/>
    <p:sldLayoutId id="2147484529" r:id="rId10"/>
    <p:sldLayoutId id="2147484530" r:id="rId11"/>
    <p:sldLayoutId id="2147484531" r:id="rId12"/>
    <p:sldLayoutId id="2147484532" r:id="rId13"/>
    <p:sldLayoutId id="2147484533" r:id="rId14"/>
    <p:sldLayoutId id="2147484534" r:id="rId15"/>
    <p:sldLayoutId id="2147484535" r:id="rId16"/>
    <p:sldLayoutId id="2147484536" r:id="rId17"/>
    <p:sldLayoutId id="2147484537" r:id="rId18"/>
    <p:sldLayoutId id="2147484538" r:id="rId19"/>
    <p:sldLayoutId id="2147484539" r:id="rId20"/>
    <p:sldLayoutId id="2147484540" r:id="rId21"/>
    <p:sldLayoutId id="2147484541" r:id="rId22"/>
    <p:sldLayoutId id="2147484542" r:id="rId23"/>
    <p:sldLayoutId id="2147484543" r:id="rId24"/>
    <p:sldLayoutId id="2147484544"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96" algn="ctr" rtl="0" fontAlgn="base">
        <a:spcBef>
          <a:spcPct val="0"/>
        </a:spcBef>
        <a:spcAft>
          <a:spcPct val="0"/>
        </a:spcAft>
        <a:defRPr sz="3100">
          <a:solidFill>
            <a:schemeClr val="tx2"/>
          </a:solidFill>
          <a:latin typeface="Arial" charset="0"/>
          <a:ea typeface="宋体" pitchFamily="2" charset="-122"/>
        </a:defRPr>
      </a:lvl6pPr>
      <a:lvl7pPr marL="642793" algn="ctr" rtl="0" fontAlgn="base">
        <a:spcBef>
          <a:spcPct val="0"/>
        </a:spcBef>
        <a:spcAft>
          <a:spcPct val="0"/>
        </a:spcAft>
        <a:defRPr sz="3100">
          <a:solidFill>
            <a:schemeClr val="tx2"/>
          </a:solidFill>
          <a:latin typeface="Arial" charset="0"/>
          <a:ea typeface="宋体" pitchFamily="2" charset="-122"/>
        </a:defRPr>
      </a:lvl7pPr>
      <a:lvl8pPr marL="964189" algn="ctr" rtl="0" fontAlgn="base">
        <a:spcBef>
          <a:spcPct val="0"/>
        </a:spcBef>
        <a:spcAft>
          <a:spcPct val="0"/>
        </a:spcAft>
        <a:defRPr sz="3100">
          <a:solidFill>
            <a:schemeClr val="tx2"/>
          </a:solidFill>
          <a:latin typeface="Arial" charset="0"/>
          <a:ea typeface="宋体" pitchFamily="2" charset="-122"/>
        </a:defRPr>
      </a:lvl8pPr>
      <a:lvl9pPr marL="1285583" algn="ctr" rtl="0" fontAlgn="base">
        <a:spcBef>
          <a:spcPct val="0"/>
        </a:spcBef>
        <a:spcAft>
          <a:spcPct val="0"/>
        </a:spcAft>
        <a:defRPr sz="3100">
          <a:solidFill>
            <a:schemeClr val="tx2"/>
          </a:solidFill>
          <a:latin typeface="Arial" charset="0"/>
          <a:ea typeface="宋体" pitchFamily="2" charset="-122"/>
        </a:defRPr>
      </a:lvl9pPr>
    </p:titleStyle>
    <p:bodyStyle>
      <a:lvl1pPr marL="241047" indent="-241047" algn="l" rtl="0" eaLnBrk="0" fontAlgn="base" hangingPunct="0">
        <a:spcBef>
          <a:spcPct val="20000"/>
        </a:spcBef>
        <a:spcAft>
          <a:spcPct val="0"/>
        </a:spcAft>
        <a:buChar char="•"/>
        <a:defRPr sz="2200">
          <a:solidFill>
            <a:schemeClr val="tx1"/>
          </a:solidFill>
          <a:latin typeface="+mn-lt"/>
          <a:ea typeface="+mn-ea"/>
          <a:cs typeface="+mn-cs"/>
        </a:defRPr>
      </a:lvl1pPr>
      <a:lvl2pPr marL="522268" indent="-201989" algn="l" rtl="0" eaLnBrk="0" fontAlgn="base" hangingPunct="0">
        <a:spcBef>
          <a:spcPct val="20000"/>
        </a:spcBef>
        <a:spcAft>
          <a:spcPct val="0"/>
        </a:spcAft>
        <a:buChar char="–"/>
        <a:defRPr sz="2000">
          <a:solidFill>
            <a:schemeClr val="tx1"/>
          </a:solidFill>
          <a:latin typeface="+mn-lt"/>
          <a:ea typeface="+mn-ea"/>
        </a:defRPr>
      </a:lvl2pPr>
      <a:lvl3pPr marL="803490" indent="-160698" algn="l" rtl="0" eaLnBrk="0" fontAlgn="base" hangingPunct="0">
        <a:spcBef>
          <a:spcPct val="20000"/>
        </a:spcBef>
        <a:spcAft>
          <a:spcPct val="0"/>
        </a:spcAft>
        <a:buChar char="•"/>
        <a:defRPr sz="1700">
          <a:solidFill>
            <a:schemeClr val="tx1"/>
          </a:solidFill>
          <a:latin typeface="+mn-lt"/>
          <a:ea typeface="+mn-ea"/>
        </a:defRPr>
      </a:lvl3pPr>
      <a:lvl4pPr marL="1124888" indent="-161814" algn="l" rtl="0" eaLnBrk="0" fontAlgn="base" hangingPunct="0">
        <a:spcBef>
          <a:spcPct val="20000"/>
        </a:spcBef>
        <a:spcAft>
          <a:spcPct val="0"/>
        </a:spcAft>
        <a:buChar char="–"/>
        <a:defRPr sz="1400">
          <a:solidFill>
            <a:schemeClr val="tx1"/>
          </a:solidFill>
          <a:latin typeface="+mn-lt"/>
          <a:ea typeface="+mn-ea"/>
        </a:defRPr>
      </a:lvl4pPr>
      <a:lvl5pPr marL="1446282" indent="-160698" algn="l" rtl="0" eaLnBrk="0" fontAlgn="base" hangingPunct="0">
        <a:spcBef>
          <a:spcPct val="20000"/>
        </a:spcBef>
        <a:spcAft>
          <a:spcPct val="0"/>
        </a:spcAft>
        <a:buChar char="»"/>
        <a:defRPr sz="1400">
          <a:solidFill>
            <a:schemeClr val="tx1"/>
          </a:solidFill>
          <a:latin typeface="+mn-lt"/>
          <a:ea typeface="+mn-ea"/>
        </a:defRPr>
      </a:lvl5pPr>
      <a:lvl6pPr marL="1767679" indent="-160698" algn="l" rtl="0" fontAlgn="base">
        <a:spcBef>
          <a:spcPct val="20000"/>
        </a:spcBef>
        <a:spcAft>
          <a:spcPct val="0"/>
        </a:spcAft>
        <a:buChar char="»"/>
        <a:defRPr sz="1400">
          <a:solidFill>
            <a:schemeClr val="tx1"/>
          </a:solidFill>
          <a:latin typeface="+mn-lt"/>
          <a:ea typeface="+mn-ea"/>
        </a:defRPr>
      </a:lvl6pPr>
      <a:lvl7pPr marL="2089075" indent="-160698" algn="l" rtl="0" fontAlgn="base">
        <a:spcBef>
          <a:spcPct val="20000"/>
        </a:spcBef>
        <a:spcAft>
          <a:spcPct val="0"/>
        </a:spcAft>
        <a:buChar char="»"/>
        <a:defRPr sz="1400">
          <a:solidFill>
            <a:schemeClr val="tx1"/>
          </a:solidFill>
          <a:latin typeface="+mn-lt"/>
          <a:ea typeface="+mn-ea"/>
        </a:defRPr>
      </a:lvl7pPr>
      <a:lvl8pPr marL="2410469" indent="-160698" algn="l" rtl="0" fontAlgn="base">
        <a:spcBef>
          <a:spcPct val="20000"/>
        </a:spcBef>
        <a:spcAft>
          <a:spcPct val="0"/>
        </a:spcAft>
        <a:buChar char="»"/>
        <a:defRPr sz="1400">
          <a:solidFill>
            <a:schemeClr val="tx1"/>
          </a:solidFill>
          <a:latin typeface="+mn-lt"/>
          <a:ea typeface="+mn-ea"/>
        </a:defRPr>
      </a:lvl8pPr>
      <a:lvl9pPr marL="2731866" indent="-160698"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93" rtl="0" eaLnBrk="1" latinLnBrk="0" hangingPunct="1">
        <a:defRPr sz="1300" kern="1200">
          <a:solidFill>
            <a:schemeClr val="tx1"/>
          </a:solidFill>
          <a:latin typeface="+mn-lt"/>
          <a:ea typeface="+mn-ea"/>
          <a:cs typeface="+mn-cs"/>
        </a:defRPr>
      </a:lvl1pPr>
      <a:lvl2pPr marL="321396" algn="l" defTabSz="642793" rtl="0" eaLnBrk="1" latinLnBrk="0" hangingPunct="1">
        <a:defRPr sz="1300" kern="1200">
          <a:solidFill>
            <a:schemeClr val="tx1"/>
          </a:solidFill>
          <a:latin typeface="+mn-lt"/>
          <a:ea typeface="+mn-ea"/>
          <a:cs typeface="+mn-cs"/>
        </a:defRPr>
      </a:lvl2pPr>
      <a:lvl3pPr marL="642793" algn="l" defTabSz="642793" rtl="0" eaLnBrk="1" latinLnBrk="0" hangingPunct="1">
        <a:defRPr sz="1300" kern="1200">
          <a:solidFill>
            <a:schemeClr val="tx1"/>
          </a:solidFill>
          <a:latin typeface="+mn-lt"/>
          <a:ea typeface="+mn-ea"/>
          <a:cs typeface="+mn-cs"/>
        </a:defRPr>
      </a:lvl3pPr>
      <a:lvl4pPr marL="964189" algn="l" defTabSz="642793" rtl="0" eaLnBrk="1" latinLnBrk="0" hangingPunct="1">
        <a:defRPr sz="1300" kern="1200">
          <a:solidFill>
            <a:schemeClr val="tx1"/>
          </a:solidFill>
          <a:latin typeface="+mn-lt"/>
          <a:ea typeface="+mn-ea"/>
          <a:cs typeface="+mn-cs"/>
        </a:defRPr>
      </a:lvl4pPr>
      <a:lvl5pPr marL="1285583" algn="l" defTabSz="642793" rtl="0" eaLnBrk="1" latinLnBrk="0" hangingPunct="1">
        <a:defRPr sz="1300" kern="1200">
          <a:solidFill>
            <a:schemeClr val="tx1"/>
          </a:solidFill>
          <a:latin typeface="+mn-lt"/>
          <a:ea typeface="+mn-ea"/>
          <a:cs typeface="+mn-cs"/>
        </a:defRPr>
      </a:lvl5pPr>
      <a:lvl6pPr marL="1606982" algn="l" defTabSz="642793" rtl="0" eaLnBrk="1" latinLnBrk="0" hangingPunct="1">
        <a:defRPr sz="1300" kern="1200">
          <a:solidFill>
            <a:schemeClr val="tx1"/>
          </a:solidFill>
          <a:latin typeface="+mn-lt"/>
          <a:ea typeface="+mn-ea"/>
          <a:cs typeface="+mn-cs"/>
        </a:defRPr>
      </a:lvl6pPr>
      <a:lvl7pPr marL="1928376" algn="l" defTabSz="642793" rtl="0" eaLnBrk="1" latinLnBrk="0" hangingPunct="1">
        <a:defRPr sz="1300" kern="1200">
          <a:solidFill>
            <a:schemeClr val="tx1"/>
          </a:solidFill>
          <a:latin typeface="+mn-lt"/>
          <a:ea typeface="+mn-ea"/>
          <a:cs typeface="+mn-cs"/>
        </a:defRPr>
      </a:lvl7pPr>
      <a:lvl8pPr marL="2249772" algn="l" defTabSz="642793" rtl="0" eaLnBrk="1" latinLnBrk="0" hangingPunct="1">
        <a:defRPr sz="1300" kern="1200">
          <a:solidFill>
            <a:schemeClr val="tx1"/>
          </a:solidFill>
          <a:latin typeface="+mn-lt"/>
          <a:ea typeface="+mn-ea"/>
          <a:cs typeface="+mn-cs"/>
        </a:defRPr>
      </a:lvl8pPr>
      <a:lvl9pPr marL="2571168" algn="l" defTabSz="642793" rtl="0" eaLnBrk="1" latinLnBrk="0" hangingPunct="1">
        <a:defRPr sz="13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7">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AAC65BA3-EF8F-408F-A22D-18BBE8C1E8E8}"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4114422936"/>
      </p:ext>
    </p:extLst>
  </p:cSld>
  <p:clrMap bg1="lt1" tx1="dk1" bg2="lt2" tx2="dk2" accent1="accent1" accent2="accent2" accent3="accent3" accent4="accent4" accent5="accent5" accent6="accent6" hlink="hlink" folHlink="folHlink"/>
  <p:sldLayoutIdLst>
    <p:sldLayoutId id="2147484636" r:id="rId1"/>
    <p:sldLayoutId id="2147484637" r:id="rId2"/>
    <p:sldLayoutId id="2147484638" r:id="rId3"/>
    <p:sldLayoutId id="2147484639" r:id="rId4"/>
    <p:sldLayoutId id="2147484640" r:id="rId5"/>
    <p:sldLayoutId id="2147484641" r:id="rId6"/>
    <p:sldLayoutId id="2147484642" r:id="rId7"/>
    <p:sldLayoutId id="2147484643" r:id="rId8"/>
    <p:sldLayoutId id="2147484644" r:id="rId9"/>
    <p:sldLayoutId id="2147484645" r:id="rId10"/>
    <p:sldLayoutId id="2147484646" r:id="rId11"/>
    <p:sldLayoutId id="2147484647" r:id="rId12"/>
    <p:sldLayoutId id="2147484648" r:id="rId13"/>
    <p:sldLayoutId id="2147484649" r:id="rId14"/>
    <p:sldLayoutId id="2147484650" r:id="rId1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22">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D203FF89-D6BC-427F-AEEF-1C1BC6695141}"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2852148186"/>
      </p:ext>
    </p:extLst>
  </p:cSld>
  <p:clrMap bg1="lt1" tx1="dk1" bg2="lt2" tx2="dk2" accent1="accent1" accent2="accent2" accent3="accent3" accent4="accent4" accent5="accent5" accent6="accent6" hlink="hlink" folHlink="folHlink"/>
  <p:sldLayoutIdLst>
    <p:sldLayoutId id="2147484652" r:id="rId1"/>
    <p:sldLayoutId id="2147484653" r:id="rId2"/>
    <p:sldLayoutId id="2147484654" r:id="rId3"/>
    <p:sldLayoutId id="2147484655" r:id="rId4"/>
    <p:sldLayoutId id="2147484656" r:id="rId5"/>
    <p:sldLayoutId id="2147484657" r:id="rId6"/>
    <p:sldLayoutId id="2147484658" r:id="rId7"/>
    <p:sldLayoutId id="2147484659" r:id="rId8"/>
    <p:sldLayoutId id="2147484660" r:id="rId9"/>
    <p:sldLayoutId id="2147484661" r:id="rId10"/>
    <p:sldLayoutId id="2147484662" r:id="rId11"/>
    <p:sldLayoutId id="2147484663" r:id="rId12"/>
    <p:sldLayoutId id="2147484664" r:id="rId13"/>
    <p:sldLayoutId id="2147484665" r:id="rId14"/>
    <p:sldLayoutId id="2147484666" r:id="rId15"/>
    <p:sldLayoutId id="2147484667" r:id="rId16"/>
    <p:sldLayoutId id="2147484668" r:id="rId17"/>
    <p:sldLayoutId id="2147484669" r:id="rId18"/>
    <p:sldLayoutId id="2147484670" r:id="rId19"/>
    <p:sldLayoutId id="2147484671" r:id="rId20"/>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anchor="ctr"/>
          <a:lstStyle/>
          <a:p>
            <a:pPr algn="ctr">
              <a:defRPr/>
            </a:pPr>
            <a:endParaRPr lang="zh-CN" altLang="en-US" sz="2400">
              <a:solidFill>
                <a:srgbClr val="093575"/>
              </a:solidFill>
              <a:latin typeface="Arial" charset="0"/>
              <a:ea typeface="宋体" charset="-122"/>
            </a:endParaRPr>
          </a:p>
        </p:txBody>
      </p:sp>
      <p:grpSp>
        <p:nvGrpSpPr>
          <p:cNvPr id="8" name="Group 18"/>
          <p:cNvGrpSpPr>
            <a:grpSpLocks/>
          </p:cNvGrpSpPr>
          <p:nvPr/>
        </p:nvGrpSpPr>
        <p:grpSpPr bwMode="auto">
          <a:xfrm>
            <a:off x="827198" y="317504"/>
            <a:ext cx="10742124" cy="2600325"/>
            <a:chOff x="664" y="1951"/>
            <a:chExt cx="4308" cy="2120"/>
          </a:xfrm>
        </p:grpSpPr>
        <p:sp>
          <p:nvSpPr>
            <p:cNvPr id="9" name="Freeform 19"/>
            <p:cNvSpPr>
              <a:spLocks/>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 name="Freeform 20"/>
            <p:cNvSpPr>
              <a:spLocks/>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 name="Freeform 21"/>
            <p:cNvSpPr>
              <a:spLocks/>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2" name="Freeform 22"/>
            <p:cNvSpPr>
              <a:spLocks/>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3" name="Freeform 23"/>
            <p:cNvSpPr>
              <a:spLocks/>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4" name="Freeform 24"/>
            <p:cNvSpPr>
              <a:spLocks/>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5" name="Freeform 25"/>
            <p:cNvSpPr>
              <a:spLocks/>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6" name="Freeform 26"/>
            <p:cNvSpPr>
              <a:spLocks/>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7" name="Freeform 27"/>
            <p:cNvSpPr>
              <a:spLocks/>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8" name="Freeform 28"/>
            <p:cNvSpPr>
              <a:spLocks/>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9" name="Freeform 29"/>
            <p:cNvSpPr>
              <a:spLocks/>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0" name="Freeform 30"/>
            <p:cNvSpPr>
              <a:spLocks/>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1" name="Freeform 31"/>
            <p:cNvSpPr>
              <a:spLocks/>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2" name="Freeform 32"/>
            <p:cNvSpPr>
              <a:spLocks/>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3" name="Freeform 33"/>
            <p:cNvSpPr>
              <a:spLocks/>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4" name="Freeform 34"/>
            <p:cNvSpPr>
              <a:spLocks/>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5" name="Freeform 35"/>
            <p:cNvSpPr>
              <a:spLocks/>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6" name="Freeform 36"/>
            <p:cNvSpPr>
              <a:spLocks/>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7" name="Freeform 37"/>
            <p:cNvSpPr>
              <a:spLocks/>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8" name="Freeform 38"/>
            <p:cNvSpPr>
              <a:spLocks/>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9" name="Freeform 39"/>
            <p:cNvSpPr>
              <a:spLocks/>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0" name="Freeform 40"/>
            <p:cNvSpPr>
              <a:spLocks/>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1" name="Freeform 41"/>
            <p:cNvSpPr>
              <a:spLocks/>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2" name="Freeform 42"/>
            <p:cNvSpPr>
              <a:spLocks/>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3" name="Freeform 43"/>
            <p:cNvSpPr>
              <a:spLocks/>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4" name="Freeform 44"/>
            <p:cNvSpPr>
              <a:spLocks/>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5" name="Freeform 45"/>
            <p:cNvSpPr>
              <a:spLocks/>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6" name="Freeform 46"/>
            <p:cNvSpPr>
              <a:spLocks/>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7" name="Freeform 47"/>
            <p:cNvSpPr>
              <a:spLocks/>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8" name="Freeform 48"/>
            <p:cNvSpPr>
              <a:spLocks/>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9" name="Freeform 49"/>
            <p:cNvSpPr>
              <a:spLocks/>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0" name="Freeform 50"/>
            <p:cNvSpPr>
              <a:spLocks/>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1" name="Freeform 51"/>
            <p:cNvSpPr>
              <a:spLocks/>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2" name="Freeform 52"/>
            <p:cNvSpPr>
              <a:spLocks/>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3" name="Freeform 53"/>
            <p:cNvSpPr>
              <a:spLocks/>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4" name="Freeform 54"/>
            <p:cNvSpPr>
              <a:spLocks/>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5" name="Freeform 55"/>
            <p:cNvSpPr>
              <a:spLocks/>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6" name="Freeform 56"/>
            <p:cNvSpPr>
              <a:spLocks/>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7" name="Freeform 57"/>
            <p:cNvSpPr>
              <a:spLocks/>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8" name="Freeform 58"/>
            <p:cNvSpPr>
              <a:spLocks/>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9" name="Freeform 59"/>
            <p:cNvSpPr>
              <a:spLocks/>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0" name="Freeform 60"/>
            <p:cNvSpPr>
              <a:spLocks/>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1" name="Freeform 61"/>
            <p:cNvSpPr>
              <a:spLocks/>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2" name="Freeform 62"/>
            <p:cNvSpPr>
              <a:spLocks/>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3" name="Freeform 63"/>
            <p:cNvSpPr>
              <a:spLocks/>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4" name="Freeform 64"/>
            <p:cNvSpPr>
              <a:spLocks/>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5" name="Freeform 65"/>
            <p:cNvSpPr>
              <a:spLocks/>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6" name="Freeform 66"/>
            <p:cNvSpPr>
              <a:spLocks/>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7" name="Freeform 67"/>
            <p:cNvSpPr>
              <a:spLocks/>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8" name="Freeform 68"/>
            <p:cNvSpPr>
              <a:spLocks/>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9" name="Freeform 69"/>
            <p:cNvSpPr>
              <a:spLocks/>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0" name="Freeform 70"/>
            <p:cNvSpPr>
              <a:spLocks/>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1" name="Freeform 71"/>
            <p:cNvSpPr>
              <a:spLocks/>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2" name="Freeform 72"/>
            <p:cNvSpPr>
              <a:spLocks/>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3" name="Freeform 73"/>
            <p:cNvSpPr>
              <a:spLocks/>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4" name="Freeform 74"/>
            <p:cNvSpPr>
              <a:spLocks/>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5" name="Freeform 75"/>
            <p:cNvSpPr>
              <a:spLocks/>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6" name="Freeform 76"/>
            <p:cNvSpPr>
              <a:spLocks/>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7" name="Freeform 77"/>
            <p:cNvSpPr>
              <a:spLocks/>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8" name="Freeform 78"/>
            <p:cNvSpPr>
              <a:spLocks/>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9" name="Freeform 79"/>
            <p:cNvSpPr>
              <a:spLocks/>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0" name="Freeform 80"/>
            <p:cNvSpPr>
              <a:spLocks/>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1" name="Freeform 81"/>
            <p:cNvSpPr>
              <a:spLocks/>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2" name="Freeform 82"/>
            <p:cNvSpPr>
              <a:spLocks/>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3" name="Freeform 83"/>
            <p:cNvSpPr>
              <a:spLocks/>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4" name="Freeform 84"/>
            <p:cNvSpPr>
              <a:spLocks/>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5" name="Freeform 85"/>
            <p:cNvSpPr>
              <a:spLocks/>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6" name="Freeform 86"/>
            <p:cNvSpPr>
              <a:spLocks/>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7" name="Freeform 87"/>
            <p:cNvSpPr>
              <a:spLocks/>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8" name="Freeform 88"/>
            <p:cNvSpPr>
              <a:spLocks/>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9" name="Freeform 89"/>
            <p:cNvSpPr>
              <a:spLocks/>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0" name="Freeform 90"/>
            <p:cNvSpPr>
              <a:spLocks/>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1" name="Freeform 91"/>
            <p:cNvSpPr>
              <a:spLocks/>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2" name="Freeform 92"/>
            <p:cNvSpPr>
              <a:spLocks/>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3" name="Freeform 93"/>
            <p:cNvSpPr>
              <a:spLocks/>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4" name="Freeform 94"/>
            <p:cNvSpPr>
              <a:spLocks/>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5" name="Freeform 95"/>
            <p:cNvSpPr>
              <a:spLocks/>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6" name="Freeform 96"/>
            <p:cNvSpPr>
              <a:spLocks/>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7" name="Freeform 97"/>
            <p:cNvSpPr>
              <a:spLocks/>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8" name="Freeform 98"/>
            <p:cNvSpPr>
              <a:spLocks/>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9" name="Freeform 99"/>
            <p:cNvSpPr>
              <a:spLocks/>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0" name="Freeform 100"/>
            <p:cNvSpPr>
              <a:spLocks/>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1" name="Freeform 101"/>
            <p:cNvSpPr>
              <a:spLocks/>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2" name="Freeform 102"/>
            <p:cNvSpPr>
              <a:spLocks/>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3" name="Freeform 103"/>
            <p:cNvSpPr>
              <a:spLocks/>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4" name="Freeform 104"/>
            <p:cNvSpPr>
              <a:spLocks/>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5" name="Freeform 105"/>
            <p:cNvSpPr>
              <a:spLocks/>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6" name="Freeform 106"/>
            <p:cNvSpPr>
              <a:spLocks/>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7" name="Freeform 107"/>
            <p:cNvSpPr>
              <a:spLocks/>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8" name="Freeform 108"/>
            <p:cNvSpPr>
              <a:spLocks/>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9" name="Freeform 109"/>
            <p:cNvSpPr>
              <a:spLocks/>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0" name="Freeform 110"/>
            <p:cNvSpPr>
              <a:spLocks/>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1" name="Freeform 111"/>
            <p:cNvSpPr>
              <a:spLocks/>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2" name="Freeform 112"/>
            <p:cNvSpPr>
              <a:spLocks/>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3" name="Freeform 113"/>
            <p:cNvSpPr>
              <a:spLocks/>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4" name="Freeform 114"/>
            <p:cNvSpPr>
              <a:spLocks/>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5" name="Freeform 115"/>
            <p:cNvSpPr>
              <a:spLocks/>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6" name="Freeform 116"/>
            <p:cNvSpPr>
              <a:spLocks/>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7" name="Freeform 117"/>
            <p:cNvSpPr>
              <a:spLocks/>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8" name="Freeform 118"/>
            <p:cNvSpPr>
              <a:spLocks/>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9" name="Freeform 119"/>
            <p:cNvSpPr>
              <a:spLocks/>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0" name="Freeform 120"/>
            <p:cNvSpPr>
              <a:spLocks/>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1" name="Freeform 121"/>
            <p:cNvSpPr>
              <a:spLocks/>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2" name="Freeform 122"/>
            <p:cNvSpPr>
              <a:spLocks/>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3" name="Freeform 123"/>
            <p:cNvSpPr>
              <a:spLocks/>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4" name="Freeform 124"/>
            <p:cNvSpPr>
              <a:spLocks/>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5" name="Freeform 125"/>
            <p:cNvSpPr>
              <a:spLocks/>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6" name="Freeform 126"/>
            <p:cNvSpPr>
              <a:spLocks/>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grpSp>
      <p:sp>
        <p:nvSpPr>
          <p:cNvPr id="120" name="Line 136"/>
          <p:cNvSpPr>
            <a:spLocks noChangeShapeType="1"/>
          </p:cNvSpPr>
          <p:nvPr/>
        </p:nvSpPr>
        <p:spPr bwMode="auto">
          <a:xfrm>
            <a:off x="46553" y="688504"/>
            <a:ext cx="8919343" cy="0"/>
          </a:xfrm>
          <a:prstGeom prst="line">
            <a:avLst/>
          </a:prstGeom>
          <a:noFill/>
          <a:ln w="44450">
            <a:solidFill>
              <a:schemeClr val="accent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itchFamily="18" charset="0"/>
            </a:endParaRPr>
          </a:p>
        </p:txBody>
      </p:sp>
    </p:spTree>
    <p:extLst>
      <p:ext uri="{BB962C8B-B14F-4D97-AF65-F5344CB8AC3E}">
        <p14:creationId xmlns:p14="http://schemas.microsoft.com/office/powerpoint/2010/main" val="1796894543"/>
      </p:ext>
    </p:extLst>
  </p:cSld>
  <p:clrMap bg1="lt1" tx1="dk1" bg2="lt2" tx2="dk2" accent1="accent1" accent2="accent2" accent3="accent3" accent4="accent4" accent5="accent5" accent6="accent6" hlink="hlink" folHlink="folHlink"/>
  <p:sldLayoutIdLst>
    <p:sldLayoutId id="2147484951" r:id="rId1"/>
    <p:sldLayoutId id="2147484952" r:id="rId2"/>
    <p:sldLayoutId id="2147484953" r:id="rId3"/>
    <p:sldLayoutId id="2147484954" r:id="rId4"/>
    <p:sldLayoutId id="2147484955" r:id="rId5"/>
    <p:sldLayoutId id="2147484956" r:id="rId6"/>
    <p:sldLayoutId id="2147484957" r:id="rId7"/>
    <p:sldLayoutId id="2147484958" r:id="rId8"/>
    <p:sldLayoutId id="2147484959" r:id="rId9"/>
    <p:sldLayoutId id="2147484960" r:id="rId10"/>
    <p:sldLayoutId id="2147484961" r:id="rId11"/>
    <p:sldLayoutId id="2147484962" r:id="rId12"/>
    <p:sldLayoutId id="2147484963" r:id="rId13"/>
    <p:sldLayoutId id="2147484964" r:id="rId14"/>
    <p:sldLayoutId id="2147484965" r:id="rId15"/>
    <p:sldLayoutId id="2147484966" r:id="rId16"/>
    <p:sldLayoutId id="2147484967" r:id="rId17"/>
  </p:sldLayoutIdLst>
  <p:txStyles>
    <p:titleStyle>
      <a:lvl1pPr algn="ctr" defTabSz="1219042" rtl="0" eaLnBrk="1" latinLnBrk="0" hangingPunct="1">
        <a:spcBef>
          <a:spcPct val="0"/>
        </a:spcBef>
        <a:buNone/>
        <a:defRPr sz="5867" kern="1200">
          <a:solidFill>
            <a:schemeClr val="tx1"/>
          </a:solidFill>
          <a:latin typeface="+mj-lt"/>
          <a:ea typeface="+mj-ea"/>
          <a:cs typeface="+mj-cs"/>
        </a:defRPr>
      </a:lvl1pPr>
    </p:titleStyle>
    <p:bodyStyle>
      <a:lvl1pPr marL="457141" indent="-457141" algn="l" defTabSz="1219042" rtl="0" eaLnBrk="1" latinLnBrk="0" hangingPunct="1">
        <a:spcBef>
          <a:spcPct val="20000"/>
        </a:spcBef>
        <a:buFont typeface="Arial" panose="020B0604020202020204" pitchFamily="34" charset="0"/>
        <a:buChar char="•"/>
        <a:defRPr sz="4267" kern="1200">
          <a:solidFill>
            <a:schemeClr val="tx1"/>
          </a:solidFill>
          <a:latin typeface="+mn-lt"/>
          <a:ea typeface="+mn-ea"/>
          <a:cs typeface="+mn-cs"/>
        </a:defRPr>
      </a:lvl1pPr>
      <a:lvl2pPr marL="990470" indent="-380950" algn="l" defTabSz="1219042" rtl="0" eaLnBrk="1" latinLnBrk="0" hangingPunct="1">
        <a:spcBef>
          <a:spcPct val="20000"/>
        </a:spcBef>
        <a:buFont typeface="Arial" panose="020B0604020202020204" pitchFamily="34" charset="0"/>
        <a:buChar char="–"/>
        <a:defRPr sz="3733" kern="1200">
          <a:solidFill>
            <a:schemeClr val="tx1"/>
          </a:solidFill>
          <a:latin typeface="+mn-lt"/>
          <a:ea typeface="+mn-ea"/>
          <a:cs typeface="+mn-cs"/>
        </a:defRPr>
      </a:lvl2pPr>
      <a:lvl3pPr marL="1523802" indent="-304760" algn="l" defTabSz="1219042"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320"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4pPr>
      <a:lvl5pPr marL="2742839"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362"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1881"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402"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0921"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042" rtl="0" eaLnBrk="1" latinLnBrk="0" hangingPunct="1">
        <a:defRPr sz="2400" kern="1200">
          <a:solidFill>
            <a:schemeClr val="tx1"/>
          </a:solidFill>
          <a:latin typeface="+mn-lt"/>
          <a:ea typeface="+mn-ea"/>
          <a:cs typeface="+mn-cs"/>
        </a:defRPr>
      </a:lvl1pPr>
      <a:lvl2pPr marL="609521" algn="l" defTabSz="1219042" rtl="0" eaLnBrk="1" latinLnBrk="0" hangingPunct="1">
        <a:defRPr sz="2400" kern="1200">
          <a:solidFill>
            <a:schemeClr val="tx1"/>
          </a:solidFill>
          <a:latin typeface="+mn-lt"/>
          <a:ea typeface="+mn-ea"/>
          <a:cs typeface="+mn-cs"/>
        </a:defRPr>
      </a:lvl2pPr>
      <a:lvl3pPr marL="1219042" algn="l" defTabSz="1219042" rtl="0" eaLnBrk="1" latinLnBrk="0" hangingPunct="1">
        <a:defRPr sz="2400" kern="1200">
          <a:solidFill>
            <a:schemeClr val="tx1"/>
          </a:solidFill>
          <a:latin typeface="+mn-lt"/>
          <a:ea typeface="+mn-ea"/>
          <a:cs typeface="+mn-cs"/>
        </a:defRPr>
      </a:lvl3pPr>
      <a:lvl4pPr marL="1828561" algn="l" defTabSz="1219042" rtl="0" eaLnBrk="1" latinLnBrk="0" hangingPunct="1">
        <a:defRPr sz="2400" kern="1200">
          <a:solidFill>
            <a:schemeClr val="tx1"/>
          </a:solidFill>
          <a:latin typeface="+mn-lt"/>
          <a:ea typeface="+mn-ea"/>
          <a:cs typeface="+mn-cs"/>
        </a:defRPr>
      </a:lvl4pPr>
      <a:lvl5pPr marL="2438080" algn="l" defTabSz="1219042" rtl="0" eaLnBrk="1" latinLnBrk="0" hangingPunct="1">
        <a:defRPr sz="2400" kern="1200">
          <a:solidFill>
            <a:schemeClr val="tx1"/>
          </a:solidFill>
          <a:latin typeface="+mn-lt"/>
          <a:ea typeface="+mn-ea"/>
          <a:cs typeface="+mn-cs"/>
        </a:defRPr>
      </a:lvl5pPr>
      <a:lvl6pPr marL="3047601" algn="l" defTabSz="1219042" rtl="0" eaLnBrk="1" latinLnBrk="0" hangingPunct="1">
        <a:defRPr sz="2400" kern="1200">
          <a:solidFill>
            <a:schemeClr val="tx1"/>
          </a:solidFill>
          <a:latin typeface="+mn-lt"/>
          <a:ea typeface="+mn-ea"/>
          <a:cs typeface="+mn-cs"/>
        </a:defRPr>
      </a:lvl6pPr>
      <a:lvl7pPr marL="3657122" algn="l" defTabSz="1219042" rtl="0" eaLnBrk="1" latinLnBrk="0" hangingPunct="1">
        <a:defRPr sz="2400" kern="1200">
          <a:solidFill>
            <a:schemeClr val="tx1"/>
          </a:solidFill>
          <a:latin typeface="+mn-lt"/>
          <a:ea typeface="+mn-ea"/>
          <a:cs typeface="+mn-cs"/>
        </a:defRPr>
      </a:lvl7pPr>
      <a:lvl8pPr marL="4266641" algn="l" defTabSz="1219042" rtl="0" eaLnBrk="1" latinLnBrk="0" hangingPunct="1">
        <a:defRPr sz="2400" kern="1200">
          <a:solidFill>
            <a:schemeClr val="tx1"/>
          </a:solidFill>
          <a:latin typeface="+mn-lt"/>
          <a:ea typeface="+mn-ea"/>
          <a:cs typeface="+mn-cs"/>
        </a:defRPr>
      </a:lvl8pPr>
      <a:lvl9pPr marL="4876162" algn="l" defTabSz="1219042" rtl="0" eaLnBrk="1" latinLnBrk="0" hangingPunct="1">
        <a:defRPr sz="24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8">
            <a:extLst>
              <a:ext uri="{28A0092B-C50C-407E-A947-70E740481C1C}">
                <a14:useLocalDpi xmlns:a14="http://schemas.microsoft.com/office/drawing/2010/main" val="0"/>
              </a:ext>
            </a:extLst>
          </a:blip>
          <a:srcRect b="91440"/>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9"/>
          <a:stretch>
            <a:fillRect/>
          </a:stretch>
        </p:blipFill>
        <p:spPr>
          <a:xfrm>
            <a:off x="104824" y="9968"/>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40"/>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68838937"/>
      </p:ext>
    </p:extLst>
  </p:cSld>
  <p:clrMap bg1="lt1" tx1="dk1" bg2="lt2" tx2="dk2" accent1="accent1" accent2="accent2" accent3="accent3" accent4="accent4" accent5="accent5" accent6="accent6" hlink="hlink" folHlink="folHlink"/>
  <p:sldLayoutIdLst>
    <p:sldLayoutId id="2147484969" r:id="rId1"/>
    <p:sldLayoutId id="2147484970" r:id="rId2"/>
    <p:sldLayoutId id="2147484971" r:id="rId3"/>
    <p:sldLayoutId id="2147484972" r:id="rId4"/>
    <p:sldLayoutId id="2147484973" r:id="rId5"/>
    <p:sldLayoutId id="2147484974" r:id="rId6"/>
    <p:sldLayoutId id="2147484975" r:id="rId7"/>
    <p:sldLayoutId id="2147484976" r:id="rId8"/>
    <p:sldLayoutId id="2147484977" r:id="rId9"/>
    <p:sldLayoutId id="2147484978" r:id="rId10"/>
    <p:sldLayoutId id="2147484979" r:id="rId11"/>
    <p:sldLayoutId id="2147484980" r:id="rId12"/>
    <p:sldLayoutId id="2147484981" r:id="rId13"/>
    <p:sldLayoutId id="2147484982" r:id="rId14"/>
    <p:sldLayoutId id="2147484983" r:id="rId15"/>
    <p:sldLayoutId id="2147484984" r:id="rId16"/>
    <p:sldLayoutId id="2147484985" r:id="rId17"/>
    <p:sldLayoutId id="2147484986" r:id="rId18"/>
    <p:sldLayoutId id="2147484987" r:id="rId19"/>
    <p:sldLayoutId id="2147484988" r:id="rId20"/>
    <p:sldLayoutId id="2147484989" r:id="rId21"/>
    <p:sldLayoutId id="2147484990" r:id="rId22"/>
    <p:sldLayoutId id="2147484991" r:id="rId23"/>
    <p:sldLayoutId id="2147484992" r:id="rId24"/>
    <p:sldLayoutId id="2147484993" r:id="rId25"/>
    <p:sldLayoutId id="2147484994" r:id="rId26"/>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25" algn="ctr" rtl="0" fontAlgn="base">
        <a:spcBef>
          <a:spcPct val="0"/>
        </a:spcBef>
        <a:spcAft>
          <a:spcPct val="0"/>
        </a:spcAft>
        <a:defRPr sz="3100">
          <a:solidFill>
            <a:schemeClr val="tx2"/>
          </a:solidFill>
          <a:latin typeface="Arial" charset="0"/>
          <a:ea typeface="宋体" pitchFamily="2" charset="-122"/>
        </a:defRPr>
      </a:lvl6pPr>
      <a:lvl7pPr marL="642652" algn="ctr" rtl="0" fontAlgn="base">
        <a:spcBef>
          <a:spcPct val="0"/>
        </a:spcBef>
        <a:spcAft>
          <a:spcPct val="0"/>
        </a:spcAft>
        <a:defRPr sz="3100">
          <a:solidFill>
            <a:schemeClr val="tx2"/>
          </a:solidFill>
          <a:latin typeface="Arial" charset="0"/>
          <a:ea typeface="宋体" pitchFamily="2" charset="-122"/>
        </a:defRPr>
      </a:lvl7pPr>
      <a:lvl8pPr marL="963979" algn="ctr" rtl="0" fontAlgn="base">
        <a:spcBef>
          <a:spcPct val="0"/>
        </a:spcBef>
        <a:spcAft>
          <a:spcPct val="0"/>
        </a:spcAft>
        <a:defRPr sz="3100">
          <a:solidFill>
            <a:schemeClr val="tx2"/>
          </a:solidFill>
          <a:latin typeface="Arial" charset="0"/>
          <a:ea typeface="宋体" pitchFamily="2" charset="-122"/>
        </a:defRPr>
      </a:lvl8pPr>
      <a:lvl9pPr marL="1285304" algn="ctr" rtl="0" fontAlgn="base">
        <a:spcBef>
          <a:spcPct val="0"/>
        </a:spcBef>
        <a:spcAft>
          <a:spcPct val="0"/>
        </a:spcAft>
        <a:defRPr sz="3100">
          <a:solidFill>
            <a:schemeClr val="tx2"/>
          </a:solidFill>
          <a:latin typeface="Arial" charset="0"/>
          <a:ea typeface="宋体" pitchFamily="2" charset="-122"/>
        </a:defRPr>
      </a:lvl9pPr>
    </p:titleStyle>
    <p:bodyStyle>
      <a:lvl1pPr marL="240995" indent="-240995" algn="l" rtl="0" eaLnBrk="0" fontAlgn="base" hangingPunct="0">
        <a:spcBef>
          <a:spcPct val="20000"/>
        </a:spcBef>
        <a:spcAft>
          <a:spcPct val="0"/>
        </a:spcAft>
        <a:buChar char="•"/>
        <a:defRPr sz="2200">
          <a:solidFill>
            <a:schemeClr val="tx1"/>
          </a:solidFill>
          <a:latin typeface="+mn-lt"/>
          <a:ea typeface="+mn-ea"/>
          <a:cs typeface="+mn-cs"/>
        </a:defRPr>
      </a:lvl1pPr>
      <a:lvl2pPr marL="522155" indent="-201946" algn="l" rtl="0" eaLnBrk="0" fontAlgn="base" hangingPunct="0">
        <a:spcBef>
          <a:spcPct val="20000"/>
        </a:spcBef>
        <a:spcAft>
          <a:spcPct val="0"/>
        </a:spcAft>
        <a:buChar char="–"/>
        <a:defRPr sz="2000">
          <a:solidFill>
            <a:schemeClr val="tx1"/>
          </a:solidFill>
          <a:latin typeface="+mn-lt"/>
          <a:ea typeface="+mn-ea"/>
        </a:defRPr>
      </a:lvl2pPr>
      <a:lvl3pPr marL="803316" indent="-160664" algn="l" rtl="0" eaLnBrk="0" fontAlgn="base" hangingPunct="0">
        <a:spcBef>
          <a:spcPct val="20000"/>
        </a:spcBef>
        <a:spcAft>
          <a:spcPct val="0"/>
        </a:spcAft>
        <a:buChar char="•"/>
        <a:defRPr sz="1700">
          <a:solidFill>
            <a:schemeClr val="tx1"/>
          </a:solidFill>
          <a:latin typeface="+mn-lt"/>
          <a:ea typeface="+mn-ea"/>
        </a:defRPr>
      </a:lvl3pPr>
      <a:lvl4pPr marL="1124644" indent="-161780" algn="l" rtl="0" eaLnBrk="0" fontAlgn="base" hangingPunct="0">
        <a:spcBef>
          <a:spcPct val="20000"/>
        </a:spcBef>
        <a:spcAft>
          <a:spcPct val="0"/>
        </a:spcAft>
        <a:buChar char="–"/>
        <a:defRPr sz="1400">
          <a:solidFill>
            <a:schemeClr val="tx1"/>
          </a:solidFill>
          <a:latin typeface="+mn-lt"/>
          <a:ea typeface="+mn-ea"/>
        </a:defRPr>
      </a:lvl4pPr>
      <a:lvl5pPr marL="1445969" indent="-160664" algn="l" rtl="0" eaLnBrk="0" fontAlgn="base" hangingPunct="0">
        <a:spcBef>
          <a:spcPct val="20000"/>
        </a:spcBef>
        <a:spcAft>
          <a:spcPct val="0"/>
        </a:spcAft>
        <a:buChar char="»"/>
        <a:defRPr sz="1400">
          <a:solidFill>
            <a:schemeClr val="tx1"/>
          </a:solidFill>
          <a:latin typeface="+mn-lt"/>
          <a:ea typeface="+mn-ea"/>
        </a:defRPr>
      </a:lvl5pPr>
      <a:lvl6pPr marL="1767294" indent="-160664" algn="l" rtl="0" fontAlgn="base">
        <a:spcBef>
          <a:spcPct val="20000"/>
        </a:spcBef>
        <a:spcAft>
          <a:spcPct val="0"/>
        </a:spcAft>
        <a:buChar char="»"/>
        <a:defRPr sz="1400">
          <a:solidFill>
            <a:schemeClr val="tx1"/>
          </a:solidFill>
          <a:latin typeface="+mn-lt"/>
          <a:ea typeface="+mn-ea"/>
        </a:defRPr>
      </a:lvl6pPr>
      <a:lvl7pPr marL="2088621" indent="-160664" algn="l" rtl="0" fontAlgn="base">
        <a:spcBef>
          <a:spcPct val="20000"/>
        </a:spcBef>
        <a:spcAft>
          <a:spcPct val="0"/>
        </a:spcAft>
        <a:buChar char="»"/>
        <a:defRPr sz="1400">
          <a:solidFill>
            <a:schemeClr val="tx1"/>
          </a:solidFill>
          <a:latin typeface="+mn-lt"/>
          <a:ea typeface="+mn-ea"/>
        </a:defRPr>
      </a:lvl7pPr>
      <a:lvl8pPr marL="2409946" indent="-160664" algn="l" rtl="0" fontAlgn="base">
        <a:spcBef>
          <a:spcPct val="20000"/>
        </a:spcBef>
        <a:spcAft>
          <a:spcPct val="0"/>
        </a:spcAft>
        <a:buChar char="»"/>
        <a:defRPr sz="1400">
          <a:solidFill>
            <a:schemeClr val="tx1"/>
          </a:solidFill>
          <a:latin typeface="+mn-lt"/>
          <a:ea typeface="+mn-ea"/>
        </a:defRPr>
      </a:lvl8pPr>
      <a:lvl9pPr marL="2731272" indent="-160664"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52" rtl="0" eaLnBrk="1" latinLnBrk="0" hangingPunct="1">
        <a:defRPr sz="1300" kern="1200">
          <a:solidFill>
            <a:schemeClr val="tx1"/>
          </a:solidFill>
          <a:latin typeface="+mn-lt"/>
          <a:ea typeface="+mn-ea"/>
          <a:cs typeface="+mn-cs"/>
        </a:defRPr>
      </a:lvl1pPr>
      <a:lvl2pPr marL="321325" algn="l" defTabSz="642652" rtl="0" eaLnBrk="1" latinLnBrk="0" hangingPunct="1">
        <a:defRPr sz="1300" kern="1200">
          <a:solidFill>
            <a:schemeClr val="tx1"/>
          </a:solidFill>
          <a:latin typeface="+mn-lt"/>
          <a:ea typeface="+mn-ea"/>
          <a:cs typeface="+mn-cs"/>
        </a:defRPr>
      </a:lvl2pPr>
      <a:lvl3pPr marL="642652" algn="l" defTabSz="642652" rtl="0" eaLnBrk="1" latinLnBrk="0" hangingPunct="1">
        <a:defRPr sz="1300" kern="1200">
          <a:solidFill>
            <a:schemeClr val="tx1"/>
          </a:solidFill>
          <a:latin typeface="+mn-lt"/>
          <a:ea typeface="+mn-ea"/>
          <a:cs typeface="+mn-cs"/>
        </a:defRPr>
      </a:lvl3pPr>
      <a:lvl4pPr marL="963979" algn="l" defTabSz="642652" rtl="0" eaLnBrk="1" latinLnBrk="0" hangingPunct="1">
        <a:defRPr sz="1300" kern="1200">
          <a:solidFill>
            <a:schemeClr val="tx1"/>
          </a:solidFill>
          <a:latin typeface="+mn-lt"/>
          <a:ea typeface="+mn-ea"/>
          <a:cs typeface="+mn-cs"/>
        </a:defRPr>
      </a:lvl4pPr>
      <a:lvl5pPr marL="1285304" algn="l" defTabSz="642652" rtl="0" eaLnBrk="1" latinLnBrk="0" hangingPunct="1">
        <a:defRPr sz="1300" kern="1200">
          <a:solidFill>
            <a:schemeClr val="tx1"/>
          </a:solidFill>
          <a:latin typeface="+mn-lt"/>
          <a:ea typeface="+mn-ea"/>
          <a:cs typeface="+mn-cs"/>
        </a:defRPr>
      </a:lvl5pPr>
      <a:lvl6pPr marL="1606633" algn="l" defTabSz="642652" rtl="0" eaLnBrk="1" latinLnBrk="0" hangingPunct="1">
        <a:defRPr sz="1300" kern="1200">
          <a:solidFill>
            <a:schemeClr val="tx1"/>
          </a:solidFill>
          <a:latin typeface="+mn-lt"/>
          <a:ea typeface="+mn-ea"/>
          <a:cs typeface="+mn-cs"/>
        </a:defRPr>
      </a:lvl6pPr>
      <a:lvl7pPr marL="1927956" algn="l" defTabSz="642652" rtl="0" eaLnBrk="1" latinLnBrk="0" hangingPunct="1">
        <a:defRPr sz="1300" kern="1200">
          <a:solidFill>
            <a:schemeClr val="tx1"/>
          </a:solidFill>
          <a:latin typeface="+mn-lt"/>
          <a:ea typeface="+mn-ea"/>
          <a:cs typeface="+mn-cs"/>
        </a:defRPr>
      </a:lvl7pPr>
      <a:lvl8pPr marL="2249284" algn="l" defTabSz="642652" rtl="0" eaLnBrk="1" latinLnBrk="0" hangingPunct="1">
        <a:defRPr sz="1300" kern="1200">
          <a:solidFill>
            <a:schemeClr val="tx1"/>
          </a:solidFill>
          <a:latin typeface="+mn-lt"/>
          <a:ea typeface="+mn-ea"/>
          <a:cs typeface="+mn-cs"/>
        </a:defRPr>
      </a:lvl8pPr>
      <a:lvl9pPr marL="2570608" algn="l" defTabSz="642652" rtl="0" eaLnBrk="1" latinLnBrk="0" hangingPunct="1">
        <a:defRPr sz="13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anchor="ctr"/>
          <a:lstStyle/>
          <a:p>
            <a:pPr algn="ctr">
              <a:defRPr/>
            </a:pPr>
            <a:endParaRPr lang="zh-CN" altLang="en-US" sz="3332">
              <a:solidFill>
                <a:srgbClr val="093575"/>
              </a:solidFill>
              <a:latin typeface="Arial" charset="0"/>
              <a:ea typeface="宋体" charset="-122"/>
            </a:endParaRPr>
          </a:p>
        </p:txBody>
      </p:sp>
      <p:grpSp>
        <p:nvGrpSpPr>
          <p:cNvPr id="8" name="Group 18"/>
          <p:cNvGrpSpPr>
            <a:grpSpLocks/>
          </p:cNvGrpSpPr>
          <p:nvPr/>
        </p:nvGrpSpPr>
        <p:grpSpPr bwMode="auto">
          <a:xfrm>
            <a:off x="827198" y="317504"/>
            <a:ext cx="10742124" cy="2600325"/>
            <a:chOff x="664" y="1951"/>
            <a:chExt cx="4308" cy="2120"/>
          </a:xfrm>
        </p:grpSpPr>
        <p:sp>
          <p:nvSpPr>
            <p:cNvPr id="9" name="Freeform 19"/>
            <p:cNvSpPr>
              <a:spLocks/>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 name="Freeform 20"/>
            <p:cNvSpPr>
              <a:spLocks/>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 name="Freeform 21"/>
            <p:cNvSpPr>
              <a:spLocks/>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2" name="Freeform 22"/>
            <p:cNvSpPr>
              <a:spLocks/>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3" name="Freeform 23"/>
            <p:cNvSpPr>
              <a:spLocks/>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4" name="Freeform 24"/>
            <p:cNvSpPr>
              <a:spLocks/>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5" name="Freeform 25"/>
            <p:cNvSpPr>
              <a:spLocks/>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6" name="Freeform 26"/>
            <p:cNvSpPr>
              <a:spLocks/>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7" name="Freeform 27"/>
            <p:cNvSpPr>
              <a:spLocks/>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8" name="Freeform 28"/>
            <p:cNvSpPr>
              <a:spLocks/>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9" name="Freeform 29"/>
            <p:cNvSpPr>
              <a:spLocks/>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0" name="Freeform 30"/>
            <p:cNvSpPr>
              <a:spLocks/>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1" name="Freeform 31"/>
            <p:cNvSpPr>
              <a:spLocks/>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2" name="Freeform 32"/>
            <p:cNvSpPr>
              <a:spLocks/>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3" name="Freeform 33"/>
            <p:cNvSpPr>
              <a:spLocks/>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4" name="Freeform 34"/>
            <p:cNvSpPr>
              <a:spLocks/>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5" name="Freeform 35"/>
            <p:cNvSpPr>
              <a:spLocks/>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6" name="Freeform 36"/>
            <p:cNvSpPr>
              <a:spLocks/>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7" name="Freeform 37"/>
            <p:cNvSpPr>
              <a:spLocks/>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8" name="Freeform 38"/>
            <p:cNvSpPr>
              <a:spLocks/>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9" name="Freeform 39"/>
            <p:cNvSpPr>
              <a:spLocks/>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0" name="Freeform 40"/>
            <p:cNvSpPr>
              <a:spLocks/>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1" name="Freeform 41"/>
            <p:cNvSpPr>
              <a:spLocks/>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2" name="Freeform 42"/>
            <p:cNvSpPr>
              <a:spLocks/>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3" name="Freeform 43"/>
            <p:cNvSpPr>
              <a:spLocks/>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4" name="Freeform 44"/>
            <p:cNvSpPr>
              <a:spLocks/>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5" name="Freeform 45"/>
            <p:cNvSpPr>
              <a:spLocks/>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6" name="Freeform 46"/>
            <p:cNvSpPr>
              <a:spLocks/>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7" name="Freeform 47"/>
            <p:cNvSpPr>
              <a:spLocks/>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8" name="Freeform 48"/>
            <p:cNvSpPr>
              <a:spLocks/>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9" name="Freeform 49"/>
            <p:cNvSpPr>
              <a:spLocks/>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0" name="Freeform 50"/>
            <p:cNvSpPr>
              <a:spLocks/>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1" name="Freeform 51"/>
            <p:cNvSpPr>
              <a:spLocks/>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2" name="Freeform 52"/>
            <p:cNvSpPr>
              <a:spLocks/>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3" name="Freeform 53"/>
            <p:cNvSpPr>
              <a:spLocks/>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4" name="Freeform 54"/>
            <p:cNvSpPr>
              <a:spLocks/>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5" name="Freeform 55"/>
            <p:cNvSpPr>
              <a:spLocks/>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6" name="Freeform 56"/>
            <p:cNvSpPr>
              <a:spLocks/>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7" name="Freeform 57"/>
            <p:cNvSpPr>
              <a:spLocks/>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8" name="Freeform 58"/>
            <p:cNvSpPr>
              <a:spLocks/>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9" name="Freeform 59"/>
            <p:cNvSpPr>
              <a:spLocks/>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0" name="Freeform 60"/>
            <p:cNvSpPr>
              <a:spLocks/>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1" name="Freeform 61"/>
            <p:cNvSpPr>
              <a:spLocks/>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2" name="Freeform 62"/>
            <p:cNvSpPr>
              <a:spLocks/>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3" name="Freeform 63"/>
            <p:cNvSpPr>
              <a:spLocks/>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4" name="Freeform 64"/>
            <p:cNvSpPr>
              <a:spLocks/>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5" name="Freeform 65"/>
            <p:cNvSpPr>
              <a:spLocks/>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6" name="Freeform 66"/>
            <p:cNvSpPr>
              <a:spLocks/>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7" name="Freeform 67"/>
            <p:cNvSpPr>
              <a:spLocks/>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8" name="Freeform 68"/>
            <p:cNvSpPr>
              <a:spLocks/>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9" name="Freeform 69"/>
            <p:cNvSpPr>
              <a:spLocks/>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0" name="Freeform 70"/>
            <p:cNvSpPr>
              <a:spLocks/>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1" name="Freeform 71"/>
            <p:cNvSpPr>
              <a:spLocks/>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2" name="Freeform 72"/>
            <p:cNvSpPr>
              <a:spLocks/>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3" name="Freeform 73"/>
            <p:cNvSpPr>
              <a:spLocks/>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4" name="Freeform 74"/>
            <p:cNvSpPr>
              <a:spLocks/>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5" name="Freeform 75"/>
            <p:cNvSpPr>
              <a:spLocks/>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6" name="Freeform 76"/>
            <p:cNvSpPr>
              <a:spLocks/>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7" name="Freeform 77"/>
            <p:cNvSpPr>
              <a:spLocks/>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8" name="Freeform 78"/>
            <p:cNvSpPr>
              <a:spLocks/>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9" name="Freeform 79"/>
            <p:cNvSpPr>
              <a:spLocks/>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0" name="Freeform 80"/>
            <p:cNvSpPr>
              <a:spLocks/>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1" name="Freeform 81"/>
            <p:cNvSpPr>
              <a:spLocks/>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2" name="Freeform 82"/>
            <p:cNvSpPr>
              <a:spLocks/>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3" name="Freeform 83"/>
            <p:cNvSpPr>
              <a:spLocks/>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4" name="Freeform 84"/>
            <p:cNvSpPr>
              <a:spLocks/>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5" name="Freeform 85"/>
            <p:cNvSpPr>
              <a:spLocks/>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6" name="Freeform 86"/>
            <p:cNvSpPr>
              <a:spLocks/>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7" name="Freeform 87"/>
            <p:cNvSpPr>
              <a:spLocks/>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8" name="Freeform 88"/>
            <p:cNvSpPr>
              <a:spLocks/>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9" name="Freeform 89"/>
            <p:cNvSpPr>
              <a:spLocks/>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0" name="Freeform 90"/>
            <p:cNvSpPr>
              <a:spLocks/>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1" name="Freeform 91"/>
            <p:cNvSpPr>
              <a:spLocks/>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2" name="Freeform 92"/>
            <p:cNvSpPr>
              <a:spLocks/>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3" name="Freeform 93"/>
            <p:cNvSpPr>
              <a:spLocks/>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4" name="Freeform 94"/>
            <p:cNvSpPr>
              <a:spLocks/>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5" name="Freeform 95"/>
            <p:cNvSpPr>
              <a:spLocks/>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6" name="Freeform 96"/>
            <p:cNvSpPr>
              <a:spLocks/>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7" name="Freeform 97"/>
            <p:cNvSpPr>
              <a:spLocks/>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8" name="Freeform 98"/>
            <p:cNvSpPr>
              <a:spLocks/>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9" name="Freeform 99"/>
            <p:cNvSpPr>
              <a:spLocks/>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0" name="Freeform 100"/>
            <p:cNvSpPr>
              <a:spLocks/>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1" name="Freeform 101"/>
            <p:cNvSpPr>
              <a:spLocks/>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2" name="Freeform 102"/>
            <p:cNvSpPr>
              <a:spLocks/>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3" name="Freeform 103"/>
            <p:cNvSpPr>
              <a:spLocks/>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4" name="Freeform 104"/>
            <p:cNvSpPr>
              <a:spLocks/>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5" name="Freeform 105"/>
            <p:cNvSpPr>
              <a:spLocks/>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6" name="Freeform 106"/>
            <p:cNvSpPr>
              <a:spLocks/>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7" name="Freeform 107"/>
            <p:cNvSpPr>
              <a:spLocks/>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8" name="Freeform 108"/>
            <p:cNvSpPr>
              <a:spLocks/>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9" name="Freeform 109"/>
            <p:cNvSpPr>
              <a:spLocks/>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0" name="Freeform 110"/>
            <p:cNvSpPr>
              <a:spLocks/>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1" name="Freeform 111"/>
            <p:cNvSpPr>
              <a:spLocks/>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2" name="Freeform 112"/>
            <p:cNvSpPr>
              <a:spLocks/>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3" name="Freeform 113"/>
            <p:cNvSpPr>
              <a:spLocks/>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4" name="Freeform 114"/>
            <p:cNvSpPr>
              <a:spLocks/>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5" name="Freeform 115"/>
            <p:cNvSpPr>
              <a:spLocks/>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6" name="Freeform 116"/>
            <p:cNvSpPr>
              <a:spLocks/>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7" name="Freeform 117"/>
            <p:cNvSpPr>
              <a:spLocks/>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8" name="Freeform 118"/>
            <p:cNvSpPr>
              <a:spLocks/>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9" name="Freeform 119"/>
            <p:cNvSpPr>
              <a:spLocks/>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0" name="Freeform 120"/>
            <p:cNvSpPr>
              <a:spLocks/>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1" name="Freeform 121"/>
            <p:cNvSpPr>
              <a:spLocks/>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2" name="Freeform 122"/>
            <p:cNvSpPr>
              <a:spLocks/>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3" name="Freeform 123"/>
            <p:cNvSpPr>
              <a:spLocks/>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4" name="Freeform 124"/>
            <p:cNvSpPr>
              <a:spLocks/>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5" name="Freeform 125"/>
            <p:cNvSpPr>
              <a:spLocks/>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6" name="Freeform 126"/>
            <p:cNvSpPr>
              <a:spLocks/>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grpSp>
      <p:sp>
        <p:nvSpPr>
          <p:cNvPr id="120" name="Line 136"/>
          <p:cNvSpPr>
            <a:spLocks noChangeShapeType="1"/>
          </p:cNvSpPr>
          <p:nvPr/>
        </p:nvSpPr>
        <p:spPr bwMode="auto">
          <a:xfrm>
            <a:off x="46551" y="688504"/>
            <a:ext cx="8919343" cy="0"/>
          </a:xfrm>
          <a:prstGeom prst="line">
            <a:avLst/>
          </a:prstGeom>
          <a:noFill/>
          <a:ln w="44450">
            <a:solidFill>
              <a:schemeClr val="accent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3332">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itchFamily="18" charset="0"/>
            </a:endParaRPr>
          </a:p>
        </p:txBody>
      </p:sp>
    </p:spTree>
    <p:extLst>
      <p:ext uri="{BB962C8B-B14F-4D97-AF65-F5344CB8AC3E}">
        <p14:creationId xmlns:p14="http://schemas.microsoft.com/office/powerpoint/2010/main" val="2089915709"/>
      </p:ext>
    </p:extLst>
  </p:cSld>
  <p:clrMap bg1="lt1" tx1="dk1" bg2="lt2" tx2="dk2" accent1="accent1" accent2="accent2" accent3="accent3" accent4="accent4" accent5="accent5" accent6="accent6" hlink="hlink" folHlink="folHlink"/>
  <p:sldLayoutIdLst>
    <p:sldLayoutId id="2147484996" r:id="rId1"/>
    <p:sldLayoutId id="2147484997" r:id="rId2"/>
    <p:sldLayoutId id="2147484998" r:id="rId3"/>
    <p:sldLayoutId id="2147484999" r:id="rId4"/>
    <p:sldLayoutId id="2147485000" r:id="rId5"/>
    <p:sldLayoutId id="2147485001" r:id="rId6"/>
    <p:sldLayoutId id="2147485002" r:id="rId7"/>
    <p:sldLayoutId id="2147485003" r:id="rId8"/>
    <p:sldLayoutId id="2147485004" r:id="rId9"/>
    <p:sldLayoutId id="2147485005" r:id="rId10"/>
    <p:sldLayoutId id="2147485006" r:id="rId11"/>
    <p:sldLayoutId id="2147485007" r:id="rId12"/>
    <p:sldLayoutId id="2147485008" r:id="rId13"/>
    <p:sldLayoutId id="2147485009" r:id="rId14"/>
    <p:sldLayoutId id="2147485010" r:id="rId15"/>
    <p:sldLayoutId id="2147485011" r:id="rId16"/>
    <p:sldLayoutId id="2147485012" r:id="rId17"/>
  </p:sldLayoutIdLst>
  <p:txStyles>
    <p:titleStyle>
      <a:lvl1pPr algn="ctr" defTabSz="1219008" rtl="0" eaLnBrk="1" latinLnBrk="0" hangingPunct="1">
        <a:spcBef>
          <a:spcPct val="0"/>
        </a:spcBef>
        <a:buNone/>
        <a:defRPr sz="5867" kern="1200">
          <a:solidFill>
            <a:schemeClr val="tx1"/>
          </a:solidFill>
          <a:latin typeface="+mj-lt"/>
          <a:ea typeface="+mj-ea"/>
          <a:cs typeface="+mj-cs"/>
        </a:defRPr>
      </a:lvl1pPr>
    </p:titleStyle>
    <p:bodyStyle>
      <a:lvl1pPr marL="457127" indent="-457127" algn="l" defTabSz="1219008"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445" indent="-380940" algn="l" defTabSz="1219008" rtl="0" eaLnBrk="1" latinLnBrk="0" hangingPunct="1">
        <a:spcBef>
          <a:spcPct val="20000"/>
        </a:spcBef>
        <a:buFont typeface="Arial" panose="020B0604020202020204" pitchFamily="34" charset="0"/>
        <a:buChar char="–"/>
        <a:defRPr sz="3732" kern="1200">
          <a:solidFill>
            <a:schemeClr val="tx1"/>
          </a:solidFill>
          <a:latin typeface="+mn-lt"/>
          <a:ea typeface="+mn-ea"/>
          <a:cs typeface="+mn-cs"/>
        </a:defRPr>
      </a:lvl2pPr>
      <a:lvl3pPr marL="1523761" indent="-304752" algn="l" defTabSz="1219008"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264"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4pPr>
      <a:lvl5pPr marL="2742769"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272"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1777"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282"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0785"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008" rtl="0" eaLnBrk="1" latinLnBrk="0" hangingPunct="1">
        <a:defRPr sz="2400" kern="1200">
          <a:solidFill>
            <a:schemeClr val="tx1"/>
          </a:solidFill>
          <a:latin typeface="+mn-lt"/>
          <a:ea typeface="+mn-ea"/>
          <a:cs typeface="+mn-cs"/>
        </a:defRPr>
      </a:lvl1pPr>
      <a:lvl2pPr marL="609503" algn="l" defTabSz="1219008" rtl="0" eaLnBrk="1" latinLnBrk="0" hangingPunct="1">
        <a:defRPr sz="2400" kern="1200">
          <a:solidFill>
            <a:schemeClr val="tx1"/>
          </a:solidFill>
          <a:latin typeface="+mn-lt"/>
          <a:ea typeface="+mn-ea"/>
          <a:cs typeface="+mn-cs"/>
        </a:defRPr>
      </a:lvl2pPr>
      <a:lvl3pPr marL="1219008" algn="l" defTabSz="1219008" rtl="0" eaLnBrk="1" latinLnBrk="0" hangingPunct="1">
        <a:defRPr sz="2400" kern="1200">
          <a:solidFill>
            <a:schemeClr val="tx1"/>
          </a:solidFill>
          <a:latin typeface="+mn-lt"/>
          <a:ea typeface="+mn-ea"/>
          <a:cs typeface="+mn-cs"/>
        </a:defRPr>
      </a:lvl3pPr>
      <a:lvl4pPr marL="1828512" algn="l" defTabSz="1219008" rtl="0" eaLnBrk="1" latinLnBrk="0" hangingPunct="1">
        <a:defRPr sz="2400" kern="1200">
          <a:solidFill>
            <a:schemeClr val="tx1"/>
          </a:solidFill>
          <a:latin typeface="+mn-lt"/>
          <a:ea typeface="+mn-ea"/>
          <a:cs typeface="+mn-cs"/>
        </a:defRPr>
      </a:lvl4pPr>
      <a:lvl5pPr marL="2438016" algn="l" defTabSz="1219008" rtl="0" eaLnBrk="1" latinLnBrk="0" hangingPunct="1">
        <a:defRPr sz="2400" kern="1200">
          <a:solidFill>
            <a:schemeClr val="tx1"/>
          </a:solidFill>
          <a:latin typeface="+mn-lt"/>
          <a:ea typeface="+mn-ea"/>
          <a:cs typeface="+mn-cs"/>
        </a:defRPr>
      </a:lvl5pPr>
      <a:lvl6pPr marL="3047521" algn="l" defTabSz="1219008" rtl="0" eaLnBrk="1" latinLnBrk="0" hangingPunct="1">
        <a:defRPr sz="2400" kern="1200">
          <a:solidFill>
            <a:schemeClr val="tx1"/>
          </a:solidFill>
          <a:latin typeface="+mn-lt"/>
          <a:ea typeface="+mn-ea"/>
          <a:cs typeface="+mn-cs"/>
        </a:defRPr>
      </a:lvl6pPr>
      <a:lvl7pPr marL="3657025" algn="l" defTabSz="1219008" rtl="0" eaLnBrk="1" latinLnBrk="0" hangingPunct="1">
        <a:defRPr sz="2400" kern="1200">
          <a:solidFill>
            <a:schemeClr val="tx1"/>
          </a:solidFill>
          <a:latin typeface="+mn-lt"/>
          <a:ea typeface="+mn-ea"/>
          <a:cs typeface="+mn-cs"/>
        </a:defRPr>
      </a:lvl7pPr>
      <a:lvl8pPr marL="4266529" algn="l" defTabSz="1219008" rtl="0" eaLnBrk="1" latinLnBrk="0" hangingPunct="1">
        <a:defRPr sz="2400" kern="1200">
          <a:solidFill>
            <a:schemeClr val="tx1"/>
          </a:solidFill>
          <a:latin typeface="+mn-lt"/>
          <a:ea typeface="+mn-ea"/>
          <a:cs typeface="+mn-cs"/>
        </a:defRPr>
      </a:lvl8pPr>
      <a:lvl9pPr marL="4876034" algn="l" defTabSz="1219008" rtl="0" eaLnBrk="1" latinLnBrk="0" hangingPunct="1">
        <a:defRPr sz="24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3" y="9966"/>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40"/>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80778278"/>
      </p:ext>
    </p:extLst>
  </p:cSld>
  <p:clrMap bg1="lt1" tx1="dk1" bg2="lt2" tx2="dk2" accent1="accent1" accent2="accent2" accent3="accent3" accent4="accent4" accent5="accent5" accent6="accent6" hlink="hlink" folHlink="folHlink"/>
  <p:sldLayoutIdLst>
    <p:sldLayoutId id="2147485045" r:id="rId1"/>
    <p:sldLayoutId id="2147485046" r:id="rId2"/>
    <p:sldLayoutId id="2147485047" r:id="rId3"/>
    <p:sldLayoutId id="2147485048" r:id="rId4"/>
    <p:sldLayoutId id="2147485049" r:id="rId5"/>
    <p:sldLayoutId id="2147485050" r:id="rId6"/>
    <p:sldLayoutId id="2147485051" r:id="rId7"/>
    <p:sldLayoutId id="2147485052" r:id="rId8"/>
    <p:sldLayoutId id="2147485053" r:id="rId9"/>
    <p:sldLayoutId id="2147485054" r:id="rId10"/>
    <p:sldLayoutId id="2147485055" r:id="rId11"/>
    <p:sldLayoutId id="2147485056" r:id="rId12"/>
    <p:sldLayoutId id="2147485057" r:id="rId13"/>
    <p:sldLayoutId id="2147485058" r:id="rId14"/>
    <p:sldLayoutId id="2147485059" r:id="rId15"/>
    <p:sldLayoutId id="2147485060" r:id="rId16"/>
    <p:sldLayoutId id="2147485061" r:id="rId17"/>
    <p:sldLayoutId id="2147485062" r:id="rId18"/>
    <p:sldLayoutId id="2147485063" r:id="rId19"/>
    <p:sldLayoutId id="2147485064" r:id="rId20"/>
    <p:sldLayoutId id="2147485065" r:id="rId21"/>
    <p:sldLayoutId id="2147485066" r:id="rId22"/>
    <p:sldLayoutId id="2147485067" r:id="rId23"/>
    <p:sldLayoutId id="2147485068" r:id="rId24"/>
    <p:sldLayoutId id="2147485069" r:id="rId25"/>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48" algn="ctr" rtl="0" fontAlgn="base">
        <a:spcBef>
          <a:spcPct val="0"/>
        </a:spcBef>
        <a:spcAft>
          <a:spcPct val="0"/>
        </a:spcAft>
        <a:defRPr sz="3100">
          <a:solidFill>
            <a:schemeClr val="tx2"/>
          </a:solidFill>
          <a:latin typeface="Arial" charset="0"/>
          <a:ea typeface="宋体" pitchFamily="2" charset="-122"/>
        </a:defRPr>
      </a:lvl6pPr>
      <a:lvl7pPr marL="642700" algn="ctr" rtl="0" fontAlgn="base">
        <a:spcBef>
          <a:spcPct val="0"/>
        </a:spcBef>
        <a:spcAft>
          <a:spcPct val="0"/>
        </a:spcAft>
        <a:defRPr sz="3100">
          <a:solidFill>
            <a:schemeClr val="tx2"/>
          </a:solidFill>
          <a:latin typeface="Arial" charset="0"/>
          <a:ea typeface="宋体" pitchFamily="2" charset="-122"/>
        </a:defRPr>
      </a:lvl7pPr>
      <a:lvl8pPr marL="964048" algn="ctr" rtl="0" fontAlgn="base">
        <a:spcBef>
          <a:spcPct val="0"/>
        </a:spcBef>
        <a:spcAft>
          <a:spcPct val="0"/>
        </a:spcAft>
        <a:defRPr sz="3100">
          <a:solidFill>
            <a:schemeClr val="tx2"/>
          </a:solidFill>
          <a:latin typeface="Arial" charset="0"/>
          <a:ea typeface="宋体" pitchFamily="2" charset="-122"/>
        </a:defRPr>
      </a:lvl8pPr>
      <a:lvl9pPr marL="1285396" algn="ctr" rtl="0" fontAlgn="base">
        <a:spcBef>
          <a:spcPct val="0"/>
        </a:spcBef>
        <a:spcAft>
          <a:spcPct val="0"/>
        </a:spcAft>
        <a:defRPr sz="3100">
          <a:solidFill>
            <a:schemeClr val="tx2"/>
          </a:solidFill>
          <a:latin typeface="Arial" charset="0"/>
          <a:ea typeface="宋体" pitchFamily="2" charset="-122"/>
        </a:defRPr>
      </a:lvl9pPr>
    </p:titleStyle>
    <p:bodyStyle>
      <a:lvl1pPr marL="241013" indent="-241013" algn="l" rtl="0" eaLnBrk="0" fontAlgn="base" hangingPunct="0">
        <a:spcBef>
          <a:spcPct val="20000"/>
        </a:spcBef>
        <a:spcAft>
          <a:spcPct val="0"/>
        </a:spcAft>
        <a:buChar char="•"/>
        <a:defRPr sz="2200">
          <a:solidFill>
            <a:schemeClr val="tx1"/>
          </a:solidFill>
          <a:latin typeface="+mn-lt"/>
          <a:ea typeface="+mn-ea"/>
          <a:cs typeface="+mn-cs"/>
        </a:defRPr>
      </a:lvl1pPr>
      <a:lvl2pPr marL="522191" indent="-201960" algn="l" rtl="0" eaLnBrk="0" fontAlgn="base" hangingPunct="0">
        <a:spcBef>
          <a:spcPct val="20000"/>
        </a:spcBef>
        <a:spcAft>
          <a:spcPct val="0"/>
        </a:spcAft>
        <a:buChar char="–"/>
        <a:defRPr sz="2000">
          <a:solidFill>
            <a:schemeClr val="tx1"/>
          </a:solidFill>
          <a:latin typeface="+mn-lt"/>
          <a:ea typeface="+mn-ea"/>
        </a:defRPr>
      </a:lvl2pPr>
      <a:lvl3pPr marL="803373" indent="-160676" algn="l" rtl="0" eaLnBrk="0" fontAlgn="base" hangingPunct="0">
        <a:spcBef>
          <a:spcPct val="20000"/>
        </a:spcBef>
        <a:spcAft>
          <a:spcPct val="0"/>
        </a:spcAft>
        <a:buChar char="•"/>
        <a:defRPr sz="1700">
          <a:solidFill>
            <a:schemeClr val="tx1"/>
          </a:solidFill>
          <a:latin typeface="+mn-lt"/>
          <a:ea typeface="+mn-ea"/>
        </a:defRPr>
      </a:lvl3pPr>
      <a:lvl4pPr marL="1124725" indent="-161791" algn="l" rtl="0" eaLnBrk="0" fontAlgn="base" hangingPunct="0">
        <a:spcBef>
          <a:spcPct val="20000"/>
        </a:spcBef>
        <a:spcAft>
          <a:spcPct val="0"/>
        </a:spcAft>
        <a:buChar char="–"/>
        <a:defRPr sz="1400">
          <a:solidFill>
            <a:schemeClr val="tx1"/>
          </a:solidFill>
          <a:latin typeface="+mn-lt"/>
          <a:ea typeface="+mn-ea"/>
        </a:defRPr>
      </a:lvl4pPr>
      <a:lvl5pPr marL="1446073" indent="-160676" algn="l" rtl="0" eaLnBrk="0" fontAlgn="base" hangingPunct="0">
        <a:spcBef>
          <a:spcPct val="20000"/>
        </a:spcBef>
        <a:spcAft>
          <a:spcPct val="0"/>
        </a:spcAft>
        <a:buChar char="»"/>
        <a:defRPr sz="1400">
          <a:solidFill>
            <a:schemeClr val="tx1"/>
          </a:solidFill>
          <a:latin typeface="+mn-lt"/>
          <a:ea typeface="+mn-ea"/>
        </a:defRPr>
      </a:lvl5pPr>
      <a:lvl6pPr marL="1767422" indent="-160676" algn="l" rtl="0" fontAlgn="base">
        <a:spcBef>
          <a:spcPct val="20000"/>
        </a:spcBef>
        <a:spcAft>
          <a:spcPct val="0"/>
        </a:spcAft>
        <a:buChar char="»"/>
        <a:defRPr sz="1400">
          <a:solidFill>
            <a:schemeClr val="tx1"/>
          </a:solidFill>
          <a:latin typeface="+mn-lt"/>
          <a:ea typeface="+mn-ea"/>
        </a:defRPr>
      </a:lvl6pPr>
      <a:lvl7pPr marL="2088773" indent="-160676" algn="l" rtl="0" fontAlgn="base">
        <a:spcBef>
          <a:spcPct val="20000"/>
        </a:spcBef>
        <a:spcAft>
          <a:spcPct val="0"/>
        </a:spcAft>
        <a:buChar char="»"/>
        <a:defRPr sz="1400">
          <a:solidFill>
            <a:schemeClr val="tx1"/>
          </a:solidFill>
          <a:latin typeface="+mn-lt"/>
          <a:ea typeface="+mn-ea"/>
        </a:defRPr>
      </a:lvl7pPr>
      <a:lvl8pPr marL="2410121" indent="-160676" algn="l" rtl="0" fontAlgn="base">
        <a:spcBef>
          <a:spcPct val="20000"/>
        </a:spcBef>
        <a:spcAft>
          <a:spcPct val="0"/>
        </a:spcAft>
        <a:buChar char="»"/>
        <a:defRPr sz="1400">
          <a:solidFill>
            <a:schemeClr val="tx1"/>
          </a:solidFill>
          <a:latin typeface="+mn-lt"/>
          <a:ea typeface="+mn-ea"/>
        </a:defRPr>
      </a:lvl8pPr>
      <a:lvl9pPr marL="2731469" indent="-160676"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00" rtl="0" eaLnBrk="1" latinLnBrk="0" hangingPunct="1">
        <a:defRPr sz="1300" kern="1200">
          <a:solidFill>
            <a:schemeClr val="tx1"/>
          </a:solidFill>
          <a:latin typeface="+mn-lt"/>
          <a:ea typeface="+mn-ea"/>
          <a:cs typeface="+mn-cs"/>
        </a:defRPr>
      </a:lvl1pPr>
      <a:lvl2pPr marL="321348" algn="l" defTabSz="642700" rtl="0" eaLnBrk="1" latinLnBrk="0" hangingPunct="1">
        <a:defRPr sz="1300" kern="1200">
          <a:solidFill>
            <a:schemeClr val="tx1"/>
          </a:solidFill>
          <a:latin typeface="+mn-lt"/>
          <a:ea typeface="+mn-ea"/>
          <a:cs typeface="+mn-cs"/>
        </a:defRPr>
      </a:lvl2pPr>
      <a:lvl3pPr marL="642700" algn="l" defTabSz="642700" rtl="0" eaLnBrk="1" latinLnBrk="0" hangingPunct="1">
        <a:defRPr sz="1300" kern="1200">
          <a:solidFill>
            <a:schemeClr val="tx1"/>
          </a:solidFill>
          <a:latin typeface="+mn-lt"/>
          <a:ea typeface="+mn-ea"/>
          <a:cs typeface="+mn-cs"/>
        </a:defRPr>
      </a:lvl3pPr>
      <a:lvl4pPr marL="964048" algn="l" defTabSz="642700" rtl="0" eaLnBrk="1" latinLnBrk="0" hangingPunct="1">
        <a:defRPr sz="1300" kern="1200">
          <a:solidFill>
            <a:schemeClr val="tx1"/>
          </a:solidFill>
          <a:latin typeface="+mn-lt"/>
          <a:ea typeface="+mn-ea"/>
          <a:cs typeface="+mn-cs"/>
        </a:defRPr>
      </a:lvl4pPr>
      <a:lvl5pPr marL="1285396" algn="l" defTabSz="642700" rtl="0" eaLnBrk="1" latinLnBrk="0" hangingPunct="1">
        <a:defRPr sz="1300" kern="1200">
          <a:solidFill>
            <a:schemeClr val="tx1"/>
          </a:solidFill>
          <a:latin typeface="+mn-lt"/>
          <a:ea typeface="+mn-ea"/>
          <a:cs typeface="+mn-cs"/>
        </a:defRPr>
      </a:lvl5pPr>
      <a:lvl6pPr marL="1606749" algn="l" defTabSz="642700" rtl="0" eaLnBrk="1" latinLnBrk="0" hangingPunct="1">
        <a:defRPr sz="1300" kern="1200">
          <a:solidFill>
            <a:schemeClr val="tx1"/>
          </a:solidFill>
          <a:latin typeface="+mn-lt"/>
          <a:ea typeface="+mn-ea"/>
          <a:cs typeface="+mn-cs"/>
        </a:defRPr>
      </a:lvl6pPr>
      <a:lvl7pPr marL="1928096" algn="l" defTabSz="642700" rtl="0" eaLnBrk="1" latinLnBrk="0" hangingPunct="1">
        <a:defRPr sz="1300" kern="1200">
          <a:solidFill>
            <a:schemeClr val="tx1"/>
          </a:solidFill>
          <a:latin typeface="+mn-lt"/>
          <a:ea typeface="+mn-ea"/>
          <a:cs typeface="+mn-cs"/>
        </a:defRPr>
      </a:lvl7pPr>
      <a:lvl8pPr marL="2249446" algn="l" defTabSz="642700" rtl="0" eaLnBrk="1" latinLnBrk="0" hangingPunct="1">
        <a:defRPr sz="1300" kern="1200">
          <a:solidFill>
            <a:schemeClr val="tx1"/>
          </a:solidFill>
          <a:latin typeface="+mn-lt"/>
          <a:ea typeface="+mn-ea"/>
          <a:cs typeface="+mn-cs"/>
        </a:defRPr>
      </a:lvl8pPr>
      <a:lvl9pPr marL="2570794" algn="l" defTabSz="642700" rtl="0" eaLnBrk="1" latinLnBrk="0" hangingPunct="1">
        <a:defRPr sz="13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4">
            <a:extLst>
              <a:ext uri="{28A0092B-C50C-407E-A947-70E740481C1C}">
                <a14:useLocalDpi xmlns:a14="http://schemas.microsoft.com/office/drawing/2010/main" val="0"/>
              </a:ext>
            </a:extLst>
          </a:blip>
          <a:srcRect b="91440"/>
          <a:stretch/>
        </p:blipFill>
        <p:spPr>
          <a:xfrm>
            <a:off x="0" y="0"/>
            <a:ext cx="12192000" cy="587029"/>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5"/>
          <a:stretch>
            <a:fillRect/>
          </a:stretch>
        </p:blipFill>
        <p:spPr>
          <a:xfrm>
            <a:off x="104820" y="9961"/>
            <a:ext cx="793019" cy="589809"/>
          </a:xfrm>
          <a:prstGeom prst="rect">
            <a:avLst/>
          </a:prstGeom>
        </p:spPr>
      </p:pic>
    </p:spTree>
    <p:extLst>
      <p:ext uri="{BB962C8B-B14F-4D97-AF65-F5344CB8AC3E}">
        <p14:creationId xmlns:p14="http://schemas.microsoft.com/office/powerpoint/2010/main" val="1700741087"/>
      </p:ext>
    </p:extLst>
  </p:cSld>
  <p:clrMap bg1="lt1" tx1="dk1" bg2="lt2" tx2="dk2" accent1="accent1" accent2="accent2" accent3="accent3" accent4="accent4" accent5="accent5" accent6="accent6" hlink="hlink" folHlink="folHlink"/>
  <p:sldLayoutIdLst>
    <p:sldLayoutId id="2147485106" r:id="rId1"/>
    <p:sldLayoutId id="2147485107" r:id="rId2"/>
    <p:sldLayoutId id="2147485108" r:id="rId3"/>
    <p:sldLayoutId id="2147485109" r:id="rId4"/>
    <p:sldLayoutId id="2147485110" r:id="rId5"/>
    <p:sldLayoutId id="2147485111" r:id="rId6"/>
    <p:sldLayoutId id="2147485112" r:id="rId7"/>
    <p:sldLayoutId id="2147485113" r:id="rId8"/>
    <p:sldLayoutId id="2147485114" r:id="rId9"/>
    <p:sldLayoutId id="2147485115" r:id="rId10"/>
    <p:sldLayoutId id="2147485116" r:id="rId11"/>
    <p:sldLayoutId id="2147485117" r:id="rId12"/>
    <p:sldLayoutId id="2147485118" r:id="rId13"/>
    <p:sldLayoutId id="2147485119" r:id="rId14"/>
    <p:sldLayoutId id="2147485120" r:id="rId15"/>
    <p:sldLayoutId id="2147485121" r:id="rId16"/>
    <p:sldLayoutId id="2147485122" r:id="rId17"/>
    <p:sldLayoutId id="2147485123" r:id="rId18"/>
    <p:sldLayoutId id="2147485124" r:id="rId19"/>
    <p:sldLayoutId id="2147485125" r:id="rId20"/>
    <p:sldLayoutId id="2147485126" r:id="rId21"/>
    <p:sldLayoutId id="2147485127" r:id="rId22"/>
  </p:sldLayoutIdLst>
  <mc:AlternateContent xmlns:mc="http://schemas.openxmlformats.org/markup-compatibility/2006" xmlns:p14="http://schemas.microsoft.com/office/powerpoint/2010/main">
    <mc:Choice Requires="p14">
      <p:transition p14:dur="250"/>
    </mc:Choice>
    <mc:Fallback xmlns="">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00" algn="ctr" rtl="0" fontAlgn="base">
        <a:spcBef>
          <a:spcPct val="0"/>
        </a:spcBef>
        <a:spcAft>
          <a:spcPct val="0"/>
        </a:spcAft>
        <a:defRPr sz="3100">
          <a:solidFill>
            <a:schemeClr val="tx2"/>
          </a:solidFill>
          <a:latin typeface="Arial" charset="0"/>
          <a:ea typeface="宋体" pitchFamily="2" charset="-122"/>
        </a:defRPr>
      </a:lvl6pPr>
      <a:lvl7pPr marL="642803" algn="ctr" rtl="0" fontAlgn="base">
        <a:spcBef>
          <a:spcPct val="0"/>
        </a:spcBef>
        <a:spcAft>
          <a:spcPct val="0"/>
        </a:spcAft>
        <a:defRPr sz="3100">
          <a:solidFill>
            <a:schemeClr val="tx2"/>
          </a:solidFill>
          <a:latin typeface="Arial" charset="0"/>
          <a:ea typeface="宋体" pitchFamily="2" charset="-122"/>
        </a:defRPr>
      </a:lvl7pPr>
      <a:lvl8pPr marL="964204" algn="ctr" rtl="0" fontAlgn="base">
        <a:spcBef>
          <a:spcPct val="0"/>
        </a:spcBef>
        <a:spcAft>
          <a:spcPct val="0"/>
        </a:spcAft>
        <a:defRPr sz="3100">
          <a:solidFill>
            <a:schemeClr val="tx2"/>
          </a:solidFill>
          <a:latin typeface="Arial" charset="0"/>
          <a:ea typeface="宋体" pitchFamily="2" charset="-122"/>
        </a:defRPr>
      </a:lvl8pPr>
      <a:lvl9pPr marL="1285604" algn="ctr" rtl="0" fontAlgn="base">
        <a:spcBef>
          <a:spcPct val="0"/>
        </a:spcBef>
        <a:spcAft>
          <a:spcPct val="0"/>
        </a:spcAft>
        <a:defRPr sz="3100">
          <a:solidFill>
            <a:schemeClr val="tx2"/>
          </a:solidFill>
          <a:latin typeface="Arial" charset="0"/>
          <a:ea typeface="宋体" pitchFamily="2" charset="-122"/>
        </a:defRPr>
      </a:lvl9pPr>
    </p:titleStyle>
    <p:bodyStyle>
      <a:lvl1pPr marL="241050" indent="-241050" algn="l" rtl="0" eaLnBrk="0" fontAlgn="base" hangingPunct="0">
        <a:spcBef>
          <a:spcPct val="20000"/>
        </a:spcBef>
        <a:spcAft>
          <a:spcPct val="0"/>
        </a:spcAft>
        <a:buChar char="•"/>
        <a:defRPr sz="2200">
          <a:solidFill>
            <a:schemeClr val="tx1"/>
          </a:solidFill>
          <a:latin typeface="+mn-lt"/>
          <a:ea typeface="+mn-ea"/>
          <a:cs typeface="+mn-cs"/>
        </a:defRPr>
      </a:lvl1pPr>
      <a:lvl2pPr marL="522276" indent="-201992" algn="l" rtl="0" eaLnBrk="0" fontAlgn="base" hangingPunct="0">
        <a:spcBef>
          <a:spcPct val="20000"/>
        </a:spcBef>
        <a:spcAft>
          <a:spcPct val="0"/>
        </a:spcAft>
        <a:buChar char="–"/>
        <a:defRPr sz="2000">
          <a:solidFill>
            <a:schemeClr val="tx1"/>
          </a:solidFill>
          <a:latin typeface="+mn-lt"/>
          <a:ea typeface="+mn-ea"/>
        </a:defRPr>
      </a:lvl2pPr>
      <a:lvl3pPr marL="803503" indent="-160701" algn="l" rtl="0" eaLnBrk="0" fontAlgn="base" hangingPunct="0">
        <a:spcBef>
          <a:spcPct val="20000"/>
        </a:spcBef>
        <a:spcAft>
          <a:spcPct val="0"/>
        </a:spcAft>
        <a:buChar char="•"/>
        <a:defRPr sz="1700">
          <a:solidFill>
            <a:schemeClr val="tx1"/>
          </a:solidFill>
          <a:latin typeface="+mn-lt"/>
          <a:ea typeface="+mn-ea"/>
        </a:defRPr>
      </a:lvl3pPr>
      <a:lvl4pPr marL="1124905" indent="-161817" algn="l" rtl="0" eaLnBrk="0" fontAlgn="base" hangingPunct="0">
        <a:spcBef>
          <a:spcPct val="20000"/>
        </a:spcBef>
        <a:spcAft>
          <a:spcPct val="0"/>
        </a:spcAft>
        <a:buChar char="–"/>
        <a:defRPr sz="1400">
          <a:solidFill>
            <a:schemeClr val="tx1"/>
          </a:solidFill>
          <a:latin typeface="+mn-lt"/>
          <a:ea typeface="+mn-ea"/>
        </a:defRPr>
      </a:lvl4pPr>
      <a:lvl5pPr marL="1446305" indent="-160701" algn="l" rtl="0" eaLnBrk="0" fontAlgn="base" hangingPunct="0">
        <a:spcBef>
          <a:spcPct val="20000"/>
        </a:spcBef>
        <a:spcAft>
          <a:spcPct val="0"/>
        </a:spcAft>
        <a:buChar char="»"/>
        <a:defRPr sz="1400">
          <a:solidFill>
            <a:schemeClr val="tx1"/>
          </a:solidFill>
          <a:latin typeface="+mn-lt"/>
          <a:ea typeface="+mn-ea"/>
        </a:defRPr>
      </a:lvl5pPr>
      <a:lvl6pPr marL="1767706" indent="-160701" algn="l" rtl="0" fontAlgn="base">
        <a:spcBef>
          <a:spcPct val="20000"/>
        </a:spcBef>
        <a:spcAft>
          <a:spcPct val="0"/>
        </a:spcAft>
        <a:buChar char="»"/>
        <a:defRPr sz="1400">
          <a:solidFill>
            <a:schemeClr val="tx1"/>
          </a:solidFill>
          <a:latin typeface="+mn-lt"/>
          <a:ea typeface="+mn-ea"/>
        </a:defRPr>
      </a:lvl6pPr>
      <a:lvl7pPr marL="2089108" indent="-160701" algn="l" rtl="0" fontAlgn="base">
        <a:spcBef>
          <a:spcPct val="20000"/>
        </a:spcBef>
        <a:spcAft>
          <a:spcPct val="0"/>
        </a:spcAft>
        <a:buChar char="»"/>
        <a:defRPr sz="1400">
          <a:solidFill>
            <a:schemeClr val="tx1"/>
          </a:solidFill>
          <a:latin typeface="+mn-lt"/>
          <a:ea typeface="+mn-ea"/>
        </a:defRPr>
      </a:lvl7pPr>
      <a:lvl8pPr marL="2410509" indent="-160701" algn="l" rtl="0" fontAlgn="base">
        <a:spcBef>
          <a:spcPct val="20000"/>
        </a:spcBef>
        <a:spcAft>
          <a:spcPct val="0"/>
        </a:spcAft>
        <a:buChar char="»"/>
        <a:defRPr sz="1400">
          <a:solidFill>
            <a:schemeClr val="tx1"/>
          </a:solidFill>
          <a:latin typeface="+mn-lt"/>
          <a:ea typeface="+mn-ea"/>
        </a:defRPr>
      </a:lvl8pPr>
      <a:lvl9pPr marL="2731909" indent="-160701"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03" rtl="0" eaLnBrk="1" latinLnBrk="0" hangingPunct="1">
        <a:defRPr sz="1300" kern="1200">
          <a:solidFill>
            <a:schemeClr val="tx1"/>
          </a:solidFill>
          <a:latin typeface="+mn-lt"/>
          <a:ea typeface="+mn-ea"/>
          <a:cs typeface="+mn-cs"/>
        </a:defRPr>
      </a:lvl1pPr>
      <a:lvl2pPr marL="321400" algn="l" defTabSz="642803" rtl="0" eaLnBrk="1" latinLnBrk="0" hangingPunct="1">
        <a:defRPr sz="1300" kern="1200">
          <a:solidFill>
            <a:schemeClr val="tx1"/>
          </a:solidFill>
          <a:latin typeface="+mn-lt"/>
          <a:ea typeface="+mn-ea"/>
          <a:cs typeface="+mn-cs"/>
        </a:defRPr>
      </a:lvl2pPr>
      <a:lvl3pPr marL="642803" algn="l" defTabSz="642803" rtl="0" eaLnBrk="1" latinLnBrk="0" hangingPunct="1">
        <a:defRPr sz="1300" kern="1200">
          <a:solidFill>
            <a:schemeClr val="tx1"/>
          </a:solidFill>
          <a:latin typeface="+mn-lt"/>
          <a:ea typeface="+mn-ea"/>
          <a:cs typeface="+mn-cs"/>
        </a:defRPr>
      </a:lvl3pPr>
      <a:lvl4pPr marL="964204" algn="l" defTabSz="642803" rtl="0" eaLnBrk="1" latinLnBrk="0" hangingPunct="1">
        <a:defRPr sz="1300" kern="1200">
          <a:solidFill>
            <a:schemeClr val="tx1"/>
          </a:solidFill>
          <a:latin typeface="+mn-lt"/>
          <a:ea typeface="+mn-ea"/>
          <a:cs typeface="+mn-cs"/>
        </a:defRPr>
      </a:lvl4pPr>
      <a:lvl5pPr marL="1285604" algn="l" defTabSz="642803" rtl="0" eaLnBrk="1" latinLnBrk="0" hangingPunct="1">
        <a:defRPr sz="1300" kern="1200">
          <a:solidFill>
            <a:schemeClr val="tx1"/>
          </a:solidFill>
          <a:latin typeface="+mn-lt"/>
          <a:ea typeface="+mn-ea"/>
          <a:cs typeface="+mn-cs"/>
        </a:defRPr>
      </a:lvl5pPr>
      <a:lvl6pPr marL="1607006" algn="l" defTabSz="642803" rtl="0" eaLnBrk="1" latinLnBrk="0" hangingPunct="1">
        <a:defRPr sz="1300" kern="1200">
          <a:solidFill>
            <a:schemeClr val="tx1"/>
          </a:solidFill>
          <a:latin typeface="+mn-lt"/>
          <a:ea typeface="+mn-ea"/>
          <a:cs typeface="+mn-cs"/>
        </a:defRPr>
      </a:lvl6pPr>
      <a:lvl7pPr marL="1928406" algn="l" defTabSz="642803" rtl="0" eaLnBrk="1" latinLnBrk="0" hangingPunct="1">
        <a:defRPr sz="1300" kern="1200">
          <a:solidFill>
            <a:schemeClr val="tx1"/>
          </a:solidFill>
          <a:latin typeface="+mn-lt"/>
          <a:ea typeface="+mn-ea"/>
          <a:cs typeface="+mn-cs"/>
        </a:defRPr>
      </a:lvl7pPr>
      <a:lvl8pPr marL="2249808" algn="l" defTabSz="642803" rtl="0" eaLnBrk="1" latinLnBrk="0" hangingPunct="1">
        <a:defRPr sz="1300" kern="1200">
          <a:solidFill>
            <a:schemeClr val="tx1"/>
          </a:solidFill>
          <a:latin typeface="+mn-lt"/>
          <a:ea typeface="+mn-ea"/>
          <a:cs typeface="+mn-cs"/>
        </a:defRPr>
      </a:lvl8pPr>
      <a:lvl9pPr marL="2571209" algn="l" defTabSz="642803" rtl="0" eaLnBrk="1" latinLnBrk="0" hangingPunct="1">
        <a:defRPr sz="1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6.svg"/></Relationships>
</file>

<file path=ppt/slides/_rels/slide3.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2.emf"/></Relationships>
</file>

<file path=ppt/slides/_rels/slide8.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5.emf"/><Relationship Id="rId5" Type="http://schemas.openxmlformats.org/officeDocument/2006/relationships/image" Target="../media/image34.wmf"/><Relationship Id="rId4" Type="http://schemas.openxmlformats.org/officeDocument/2006/relationships/oleObject" Target="../embeddings/oleObject3.bin"/></Relationships>
</file>

<file path=ppt/slides/_rels/slide9.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40.wmf"/><Relationship Id="rId3" Type="http://schemas.openxmlformats.org/officeDocument/2006/relationships/image" Target="../media/image37.emf"/><Relationship Id="rId7" Type="http://schemas.openxmlformats.org/officeDocument/2006/relationships/oleObject" Target="../embeddings/oleObject5.bin"/><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9.emf"/><Relationship Id="rId5" Type="http://schemas.openxmlformats.org/officeDocument/2006/relationships/image" Target="../media/image38.emf"/><Relationship Id="rId10" Type="http://schemas.openxmlformats.org/officeDocument/2006/relationships/image" Target="../media/image41.wmf"/><Relationship Id="rId4" Type="http://schemas.openxmlformats.org/officeDocument/2006/relationships/oleObject" Target="../embeddings/oleObject4.bin"/><Relationship Id="rId9" Type="http://schemas.openxmlformats.org/officeDocument/2006/relationships/oleObject" Target="../embeddings/oleObject6.bin"/></Relationships>
</file>

<file path=ppt/slides/_rels/slide11.xml.rels><?xml version="1.0" encoding="UTF-8" standalone="yes"?>
<Relationships xmlns="http://schemas.openxmlformats.org/package/2006/relationships"><Relationship Id="rId8" Type="http://schemas.openxmlformats.org/officeDocument/2006/relationships/image" Target="../media/image45.emf"/><Relationship Id="rId3" Type="http://schemas.openxmlformats.org/officeDocument/2006/relationships/image" Target="../media/image42.png"/><Relationship Id="rId7" Type="http://schemas.openxmlformats.org/officeDocument/2006/relationships/oleObject" Target="../embeddings/oleObject8.bin"/><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4.emf"/><Relationship Id="rId5" Type="http://schemas.openxmlformats.org/officeDocument/2006/relationships/image" Target="../media/image43.emf"/><Relationship Id="rId4" Type="http://schemas.openxmlformats.org/officeDocument/2006/relationships/oleObject" Target="../embeddings/oleObject7.bin"/></Relationships>
</file>

<file path=ppt/slides/_rels/slide12.xml.rels><?xml version="1.0" encoding="UTF-8" standalone="yes"?>
<Relationships xmlns="http://schemas.openxmlformats.org/package/2006/relationships"><Relationship Id="rId8" Type="http://schemas.openxmlformats.org/officeDocument/2006/relationships/image" Target="../media/image49.emf"/><Relationship Id="rId3" Type="http://schemas.openxmlformats.org/officeDocument/2006/relationships/image" Target="../media/image46.emf"/><Relationship Id="rId7" Type="http://schemas.openxmlformats.org/officeDocument/2006/relationships/oleObject" Target="../embeddings/oleObject10.bin"/><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48.emf"/><Relationship Id="rId5" Type="http://schemas.openxmlformats.org/officeDocument/2006/relationships/image" Target="../media/image47.emf"/><Relationship Id="rId4" Type="http://schemas.openxmlformats.org/officeDocument/2006/relationships/oleObject" Target="../embeddings/oleObject9.bin"/></Relationships>
</file>

<file path=ppt/slides/_rels/slide13.xml.rels><?xml version="1.0" encoding="UTF-8" standalone="yes"?>
<Relationships xmlns="http://schemas.openxmlformats.org/package/2006/relationships"><Relationship Id="rId8" Type="http://schemas.openxmlformats.org/officeDocument/2006/relationships/image" Target="../media/image53.emf"/><Relationship Id="rId3" Type="http://schemas.openxmlformats.org/officeDocument/2006/relationships/image" Target="../media/image50.emf"/><Relationship Id="rId7" Type="http://schemas.openxmlformats.org/officeDocument/2006/relationships/oleObject" Target="../embeddings/oleObject12.bin"/><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52.emf"/><Relationship Id="rId5" Type="http://schemas.openxmlformats.org/officeDocument/2006/relationships/image" Target="../media/image51.wmf"/><Relationship Id="rId4" Type="http://schemas.openxmlformats.org/officeDocument/2006/relationships/oleObject" Target="../embeddings/oleObject11.bin"/></Relationships>
</file>

<file path=ppt/slides/_rels/slide1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55.svg"/></Relationships>
</file>

<file path=ppt/slides/_rels/slide1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55.svg"/></Relationships>
</file>

<file path=ppt/slides/_rels/slide1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60.sv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8A3FD-234D-3695-0D09-51554F71F5DC}"/>
              </a:ext>
            </a:extLst>
          </p:cNvPr>
          <p:cNvSpPr txBox="1">
            <a:spLocks/>
          </p:cNvSpPr>
          <p:nvPr/>
        </p:nvSpPr>
        <p:spPr>
          <a:xfrm>
            <a:off x="408972" y="1926317"/>
            <a:ext cx="11374056" cy="2183408"/>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nSpc>
                <a:spcPct val="200000"/>
              </a:lnSpc>
              <a:spcAft>
                <a:spcPts val="1200"/>
              </a:spcAft>
            </a:pPr>
            <a:r>
              <a:rPr lang="zh-CN" altLang="en-US" sz="5400" b="0" dirty="0">
                <a:solidFill>
                  <a:schemeClr val="bg1"/>
                </a:solidFill>
                <a:ea typeface="华光综艺_CNKI" panose="02000500000000000000" pitchFamily="2" charset="-122"/>
              </a:rPr>
              <a:t>第</a:t>
            </a:r>
            <a:r>
              <a:rPr lang="en-US" altLang="zh-CN" sz="5400" b="0" dirty="0">
                <a:solidFill>
                  <a:schemeClr val="bg1"/>
                </a:solidFill>
                <a:ea typeface="华光综艺_CNKI" panose="02000500000000000000" pitchFamily="2" charset="-122"/>
              </a:rPr>
              <a:t>7.5</a:t>
            </a:r>
            <a:r>
              <a:rPr lang="zh-CN" altLang="en-US" sz="5400" b="0" dirty="0">
                <a:solidFill>
                  <a:schemeClr val="bg1"/>
                </a:solidFill>
                <a:ea typeface="华光综艺_CNKI" panose="02000500000000000000" pitchFamily="2" charset="-122"/>
              </a:rPr>
              <a:t>节</a:t>
            </a:r>
            <a:endParaRPr lang="en-US" altLang="zh-CN" sz="5400" b="0" dirty="0">
              <a:solidFill>
                <a:schemeClr val="bg1"/>
              </a:solidFill>
              <a:ea typeface="华光综艺_CNKI" panose="02000500000000000000" pitchFamily="2" charset="-122"/>
            </a:endParaRPr>
          </a:p>
          <a:p>
            <a:r>
              <a:rPr lang="en-US" altLang="zh-CN" b="0" dirty="0">
                <a:ea typeface="华光综艺_CNKI" panose="02000500000000000000" pitchFamily="2" charset="-122"/>
              </a:rPr>
              <a:t>Logistic </a:t>
            </a:r>
            <a:r>
              <a:rPr lang="zh-CN" altLang="en-US" b="0" dirty="0">
                <a:ea typeface="华光综艺_CNKI" panose="02000500000000000000" pitchFamily="2" charset="-122"/>
              </a:rPr>
              <a:t>回归</a:t>
            </a:r>
            <a:endParaRPr lang="en-US" altLang="zh-CN" b="0" dirty="0">
              <a:ea typeface="华光综艺_CNKI" panose="02000500000000000000" pitchFamily="2" charset="-122"/>
            </a:endParaRPr>
          </a:p>
        </p:txBody>
      </p:sp>
    </p:spTree>
    <p:extLst>
      <p:ext uri="{BB962C8B-B14F-4D97-AF65-F5344CB8AC3E}">
        <p14:creationId xmlns:p14="http://schemas.microsoft.com/office/powerpoint/2010/main" val="38309531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016DC-5901-2FE4-EA82-5B1BCF9BF6F4}"/>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1C938A56-4CA6-DCF5-599C-F3A437F813A3}"/>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Logistic</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回归基本原理</a:t>
            </a:r>
          </a:p>
        </p:txBody>
      </p:sp>
      <p:sp>
        <p:nvSpPr>
          <p:cNvPr id="15" name="Rectangle 3">
            <a:extLst>
              <a:ext uri="{FF2B5EF4-FFF2-40B4-BE49-F238E27FC236}">
                <a16:creationId xmlns:a16="http://schemas.microsoft.com/office/drawing/2014/main" id="{FC413661-3332-7FA7-A5F1-C9EFF5DE2C8C}"/>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2CEC70A5-B5EB-7F2F-33D4-521345186D6C}"/>
              </a:ext>
            </a:extLst>
          </p:cNvPr>
          <p:cNvSpPr>
            <a:spLocks noChangeArrowheads="1"/>
          </p:cNvSpPr>
          <p:nvPr/>
        </p:nvSpPr>
        <p:spPr bwMode="auto">
          <a:xfrm>
            <a:off x="12700" y="1763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文本框 4">
            <a:extLst>
              <a:ext uri="{FF2B5EF4-FFF2-40B4-BE49-F238E27FC236}">
                <a16:creationId xmlns:a16="http://schemas.microsoft.com/office/drawing/2014/main" id="{63EBFCB0-3097-B617-37E2-93DA85F318A1}"/>
              </a:ext>
            </a:extLst>
          </p:cNvPr>
          <p:cNvSpPr txBox="1"/>
          <p:nvPr/>
        </p:nvSpPr>
        <p:spPr>
          <a:xfrm>
            <a:off x="267795" y="1266722"/>
            <a:ext cx="11473143" cy="1435136"/>
          </a:xfrm>
          <a:prstGeom prst="rect">
            <a:avLst/>
          </a:prstGeom>
          <a:noFill/>
        </p:spPr>
        <p:txBody>
          <a:bodyPr wrap="square">
            <a:spAutoFit/>
          </a:bodyPr>
          <a:lstStyle/>
          <a:p>
            <a:pPr indent="304800" algn="just">
              <a:lnSpc>
                <a:spcPct val="125000"/>
              </a:lnSpc>
            </a:pPr>
            <a:r>
              <a:rPr lang="en-US" altLang="zh-CN" sz="2400" dirty="0">
                <a:latin typeface="微软雅黑" panose="020B0503020204020204" pitchFamily="34" charset="-122"/>
                <a:ea typeface="微软雅黑" panose="020B0503020204020204" pitchFamily="34" charset="-122"/>
              </a:rPr>
              <a:t>Logistic</a:t>
            </a:r>
            <a:r>
              <a:rPr lang="zh-CN" altLang="zh-CN" sz="2400" dirty="0">
                <a:latin typeface="微软雅黑" panose="020B0503020204020204" pitchFamily="34" charset="-122"/>
                <a:ea typeface="微软雅黑" panose="020B0503020204020204" pitchFamily="34" charset="-122"/>
              </a:rPr>
              <a:t>回归是一种经典的分类方法，它将样本的特征和样本发生的概率联系起来，通过求解一组参数来对输入特征进行线性组合，并通过一个阈值函数（</a:t>
            </a:r>
            <a:r>
              <a:rPr lang="en-US" altLang="zh-CN" sz="2400" dirty="0">
                <a:latin typeface="微软雅黑" panose="020B0503020204020204" pitchFamily="34" charset="-122"/>
                <a:ea typeface="微软雅黑" panose="020B0503020204020204" pitchFamily="34" charset="-122"/>
              </a:rPr>
              <a:t>Logistic</a:t>
            </a:r>
            <a:r>
              <a:rPr lang="zh-CN" altLang="zh-CN" sz="2400" dirty="0">
                <a:latin typeface="微软雅黑" panose="020B0503020204020204" pitchFamily="34" charset="-122"/>
                <a:ea typeface="微软雅黑" panose="020B0503020204020204" pitchFamily="34" charset="-122"/>
              </a:rPr>
              <a:t>函数）将结果转换为概率值进而实现分类。</a:t>
            </a:r>
          </a:p>
        </p:txBody>
      </p:sp>
      <p:pic>
        <p:nvPicPr>
          <p:cNvPr id="6" name="图形 1">
            <a:extLst>
              <a:ext uri="{FF2B5EF4-FFF2-40B4-BE49-F238E27FC236}">
                <a16:creationId xmlns:a16="http://schemas.microsoft.com/office/drawing/2014/main" id="{35126FD9-4CEF-476B-3C0F-B0582B08D62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25741" y="3198849"/>
            <a:ext cx="5145201" cy="3318998"/>
          </a:xfrm>
          <a:prstGeom prst="rect">
            <a:avLst/>
          </a:prstGeom>
        </p:spPr>
      </p:pic>
    </p:spTree>
    <p:extLst>
      <p:ext uri="{BB962C8B-B14F-4D97-AF65-F5344CB8AC3E}">
        <p14:creationId xmlns:p14="http://schemas.microsoft.com/office/powerpoint/2010/main" val="39983677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CE1C6-0978-D1F2-79D6-DD9AE8F99D1C}"/>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3EC7D0AE-ABFB-1D91-A596-0918533DB43F}"/>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FFFF00"/>
                </a:solidFill>
                <a:latin typeface="华光综艺_CNKI" panose="02000500000000000000" pitchFamily="2" charset="-122"/>
                <a:ea typeface="华光综艺_CNKI" panose="02000500000000000000" pitchFamily="2" charset="-122"/>
              </a:rPr>
              <a:t>事件优势比</a:t>
            </a:r>
            <a:r>
              <a:rPr lang="en-US" altLang="zh-CN" sz="3200" dirty="0">
                <a:solidFill>
                  <a:srgbClr val="FFFF00"/>
                </a:solidFill>
                <a:latin typeface="华光综艺_CNKI" panose="02000500000000000000" pitchFamily="2" charset="-122"/>
                <a:ea typeface="华光综艺_CNKI" panose="02000500000000000000" pitchFamily="2" charset="-122"/>
              </a:rPr>
              <a:t>odds</a:t>
            </a:r>
          </a:p>
        </p:txBody>
      </p:sp>
      <p:sp>
        <p:nvSpPr>
          <p:cNvPr id="15" name="Rectangle 3">
            <a:extLst>
              <a:ext uri="{FF2B5EF4-FFF2-40B4-BE49-F238E27FC236}">
                <a16:creationId xmlns:a16="http://schemas.microsoft.com/office/drawing/2014/main" id="{B02E2C19-4DAC-EFCD-F954-BFFE3F209316}"/>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D46BF612-A650-7E08-EDCE-18A23357FFCB}"/>
              </a:ext>
            </a:extLst>
          </p:cNvPr>
          <p:cNvSpPr>
            <a:spLocks noChangeArrowheads="1"/>
          </p:cNvSpPr>
          <p:nvPr/>
        </p:nvSpPr>
        <p:spPr bwMode="auto">
          <a:xfrm>
            <a:off x="12700" y="1763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4" name="图片 3">
            <a:extLst>
              <a:ext uri="{FF2B5EF4-FFF2-40B4-BE49-F238E27FC236}">
                <a16:creationId xmlns:a16="http://schemas.microsoft.com/office/drawing/2014/main" id="{6D7DDF10-9D4F-4A44-860F-E95000B7EC78}"/>
              </a:ext>
            </a:extLst>
          </p:cNvPr>
          <p:cNvPicPr>
            <a:picLocks noChangeAspect="1"/>
          </p:cNvPicPr>
          <p:nvPr/>
        </p:nvPicPr>
        <p:blipFill>
          <a:blip r:embed="rId3"/>
          <a:stretch>
            <a:fillRect/>
          </a:stretch>
        </p:blipFill>
        <p:spPr>
          <a:xfrm>
            <a:off x="59000" y="1220065"/>
            <a:ext cx="8573461" cy="4873488"/>
          </a:xfrm>
          <a:prstGeom prst="rect">
            <a:avLst/>
          </a:prstGeom>
        </p:spPr>
      </p:pic>
      <p:sp>
        <p:nvSpPr>
          <p:cNvPr id="11" name="文本框 10">
            <a:extLst>
              <a:ext uri="{FF2B5EF4-FFF2-40B4-BE49-F238E27FC236}">
                <a16:creationId xmlns:a16="http://schemas.microsoft.com/office/drawing/2014/main" id="{73C9C678-A22E-41B5-5139-00BBA74AF410}"/>
              </a:ext>
            </a:extLst>
          </p:cNvPr>
          <p:cNvSpPr txBox="1"/>
          <p:nvPr/>
        </p:nvSpPr>
        <p:spPr>
          <a:xfrm>
            <a:off x="8704161" y="964212"/>
            <a:ext cx="3428839" cy="5632311"/>
          </a:xfrm>
          <a:prstGeom prst="rect">
            <a:avLst/>
          </a:prstGeom>
          <a:solidFill>
            <a:schemeClr val="bg2"/>
          </a:solidFill>
          <a:ln>
            <a:solidFill>
              <a:schemeClr val="tx1"/>
            </a:solidFill>
          </a:ln>
        </p:spPr>
        <p:txBody>
          <a:bodyPr wrap="square">
            <a:spAutoFit/>
          </a:bodyPr>
          <a:lstStyle/>
          <a:p>
            <a:r>
              <a:rPr lang="zh-CN" altLang="zh-CN" sz="2000" b="1" kern="100" dirty="0">
                <a:solidFill>
                  <a:srgbClr val="C45911"/>
                </a:solidFill>
                <a:effectLst/>
                <a:latin typeface="Times New Roman" panose="02020603050405020304" pitchFamily="18" charset="0"/>
                <a:ea typeface="楷体" panose="02010609060101010101" pitchFamily="49" charset="-122"/>
                <a:cs typeface="Times New Roman" panose="02020603050405020304" pitchFamily="18" charset="0"/>
              </a:rPr>
              <a:t>事件优势比的可解释性：</a:t>
            </a:r>
            <a:r>
              <a:rPr lang="zh-CN"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在</a:t>
            </a:r>
            <a:r>
              <a:rPr lang="en-US" altLang="zh-CN" sz="2000" kern="100" dirty="0">
                <a:effectLst/>
                <a:latin typeface="Times New Roman" panose="02020603050405020304" pitchFamily="18" charset="0"/>
                <a:ea typeface="楷体" panose="02010609060101010101" pitchFamily="49" charset="-122"/>
              </a:rPr>
              <a:t>Logistic</a:t>
            </a:r>
            <a:r>
              <a:rPr lang="zh-CN"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回归中，每个特征的事件优势比表示在其它特征保持不变的情况下，该特征变化对事件发生几率的影响。若事件优势比为</a:t>
            </a:r>
            <a:r>
              <a:rPr lang="en-US" altLang="zh-CN" sz="2000" kern="100" dirty="0">
                <a:effectLst/>
                <a:latin typeface="Times New Roman" panose="02020603050405020304" pitchFamily="18" charset="0"/>
                <a:ea typeface="楷体" panose="02010609060101010101" pitchFamily="49" charset="-122"/>
              </a:rPr>
              <a:t>1</a:t>
            </a:r>
            <a:r>
              <a:rPr lang="zh-CN"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，表示该特征对事件发生无影响；若大于</a:t>
            </a:r>
            <a:r>
              <a:rPr lang="en-US" altLang="zh-CN" sz="2000" kern="100" dirty="0">
                <a:effectLst/>
                <a:latin typeface="Times New Roman" panose="02020603050405020304" pitchFamily="18" charset="0"/>
                <a:ea typeface="楷体" panose="02010609060101010101" pitchFamily="49" charset="-122"/>
              </a:rPr>
              <a:t>1</a:t>
            </a:r>
            <a:r>
              <a:rPr lang="zh-CN"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，则表示正向影响，即随该特征增加，事件几率增加；若小于</a:t>
            </a:r>
            <a:r>
              <a:rPr lang="en-US" altLang="zh-CN" sz="2000" kern="100" dirty="0">
                <a:effectLst/>
                <a:latin typeface="Times New Roman" panose="02020603050405020304" pitchFamily="18" charset="0"/>
                <a:ea typeface="楷体" panose="02010609060101010101" pitchFamily="49" charset="-122"/>
              </a:rPr>
              <a:t>1</a:t>
            </a:r>
            <a:r>
              <a:rPr lang="zh-CN"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，则表示负向影响，即随该特征增加，事件几率减小。例如，特征的事件优势比为</a:t>
            </a:r>
            <a:r>
              <a:rPr lang="en-US" altLang="zh-CN" sz="2000" kern="100" dirty="0">
                <a:effectLst/>
                <a:latin typeface="Times New Roman" panose="02020603050405020304" pitchFamily="18" charset="0"/>
                <a:ea typeface="楷体" panose="02010609060101010101" pitchFamily="49" charset="-122"/>
              </a:rPr>
              <a:t>2</a:t>
            </a:r>
            <a:r>
              <a:rPr lang="zh-CN"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，则在其它特征不变的情况下，该特征每增加一个单位，事件几率将增加两倍。在解读</a:t>
            </a:r>
            <a:r>
              <a:rPr lang="en-US" altLang="zh-CN" sz="2000" kern="100" dirty="0">
                <a:effectLst/>
                <a:latin typeface="Times New Roman" panose="02020603050405020304" pitchFamily="18" charset="0"/>
                <a:ea typeface="楷体" panose="02010609060101010101" pitchFamily="49" charset="-122"/>
              </a:rPr>
              <a:t>Logistic</a:t>
            </a:r>
            <a:r>
              <a:rPr lang="zh-CN"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回归模型参数时，常常结合事件的优势比分析各特征的影响。</a:t>
            </a:r>
            <a:endParaRPr lang="zh-CN" altLang="en-US" sz="2000" dirty="0"/>
          </a:p>
        </p:txBody>
      </p:sp>
    </p:spTree>
    <p:extLst>
      <p:ext uri="{BB962C8B-B14F-4D97-AF65-F5344CB8AC3E}">
        <p14:creationId xmlns:p14="http://schemas.microsoft.com/office/powerpoint/2010/main" val="16496860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157FC-F0E5-1AAE-C4F9-796B13C59B0F}"/>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FFE4892E-94F4-A469-924F-842FB0F3DE3A}"/>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3200" dirty="0">
                <a:solidFill>
                  <a:srgbClr val="FFFF00"/>
                </a:solidFill>
                <a:latin typeface="华光综艺_CNKI" panose="02000500000000000000" pitchFamily="2" charset="-122"/>
                <a:ea typeface="华光综艺_CNKI" panose="02000500000000000000" pitchFamily="2" charset="-122"/>
              </a:rPr>
              <a:t>Logistic</a:t>
            </a:r>
            <a:r>
              <a:rPr lang="zh-CN" altLang="en-US" sz="3200" dirty="0">
                <a:solidFill>
                  <a:srgbClr val="FFFF00"/>
                </a:solidFill>
                <a:latin typeface="华光综艺_CNKI" panose="02000500000000000000" pitchFamily="2" charset="-122"/>
                <a:ea typeface="华光综艺_CNKI" panose="02000500000000000000" pitchFamily="2" charset="-122"/>
              </a:rPr>
              <a:t>回归模型构建</a:t>
            </a:r>
          </a:p>
        </p:txBody>
      </p:sp>
      <p:sp>
        <p:nvSpPr>
          <p:cNvPr id="15" name="Rectangle 3">
            <a:extLst>
              <a:ext uri="{FF2B5EF4-FFF2-40B4-BE49-F238E27FC236}">
                <a16:creationId xmlns:a16="http://schemas.microsoft.com/office/drawing/2014/main" id="{51BF14D8-272E-D949-5BA5-5906FD4FE54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E8007EB0-5ACA-4D9F-7298-AE3E134190A8}"/>
              </a:ext>
            </a:extLst>
          </p:cNvPr>
          <p:cNvSpPr>
            <a:spLocks noChangeArrowheads="1"/>
          </p:cNvSpPr>
          <p:nvPr/>
        </p:nvSpPr>
        <p:spPr bwMode="auto">
          <a:xfrm>
            <a:off x="12700" y="1763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4" name="图片 3">
            <a:extLst>
              <a:ext uri="{FF2B5EF4-FFF2-40B4-BE49-F238E27FC236}">
                <a16:creationId xmlns:a16="http://schemas.microsoft.com/office/drawing/2014/main" id="{1559C6C7-579A-63CE-69F8-96291D0078FF}"/>
              </a:ext>
            </a:extLst>
          </p:cNvPr>
          <p:cNvPicPr>
            <a:picLocks noChangeAspect="1"/>
          </p:cNvPicPr>
          <p:nvPr/>
        </p:nvPicPr>
        <p:blipFill>
          <a:blip r:embed="rId3"/>
          <a:stretch>
            <a:fillRect/>
          </a:stretch>
        </p:blipFill>
        <p:spPr>
          <a:xfrm>
            <a:off x="995423" y="1081159"/>
            <a:ext cx="9688094" cy="5611204"/>
          </a:xfrm>
          <a:prstGeom prst="rect">
            <a:avLst/>
          </a:prstGeom>
        </p:spPr>
      </p:pic>
    </p:spTree>
    <p:extLst>
      <p:ext uri="{BB962C8B-B14F-4D97-AF65-F5344CB8AC3E}">
        <p14:creationId xmlns:p14="http://schemas.microsoft.com/office/powerpoint/2010/main" val="18239026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4B6D7-760E-47C9-AEB4-8708C7000124}"/>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C35BCCF4-115E-09E2-26C5-EAD8F271D579}"/>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3200" dirty="0">
                <a:solidFill>
                  <a:srgbClr val="FFFF00"/>
                </a:solidFill>
                <a:latin typeface="华光综艺_CNKI" panose="02000500000000000000" pitchFamily="2" charset="-122"/>
                <a:ea typeface="华光综艺_CNKI" panose="02000500000000000000" pitchFamily="2" charset="-122"/>
              </a:rPr>
              <a:t>Logistic</a:t>
            </a:r>
            <a:r>
              <a:rPr lang="zh-CN" altLang="en-US" sz="3200" dirty="0">
                <a:solidFill>
                  <a:srgbClr val="FFFF00"/>
                </a:solidFill>
                <a:latin typeface="华光综艺_CNKI" panose="02000500000000000000" pitchFamily="2" charset="-122"/>
                <a:ea typeface="华光综艺_CNKI" panose="02000500000000000000" pitchFamily="2" charset="-122"/>
              </a:rPr>
              <a:t>回归模型构建</a:t>
            </a:r>
          </a:p>
        </p:txBody>
      </p:sp>
      <p:sp>
        <p:nvSpPr>
          <p:cNvPr id="15" name="Rectangle 3">
            <a:extLst>
              <a:ext uri="{FF2B5EF4-FFF2-40B4-BE49-F238E27FC236}">
                <a16:creationId xmlns:a16="http://schemas.microsoft.com/office/drawing/2014/main" id="{B6DE64BB-1F13-F69A-B353-0C99272322F6}"/>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5" name="图片 4">
            <a:extLst>
              <a:ext uri="{FF2B5EF4-FFF2-40B4-BE49-F238E27FC236}">
                <a16:creationId xmlns:a16="http://schemas.microsoft.com/office/drawing/2014/main" id="{3381B621-45BA-8D88-FA1F-AA6903655CA7}"/>
              </a:ext>
            </a:extLst>
          </p:cNvPr>
          <p:cNvPicPr>
            <a:picLocks noChangeAspect="1"/>
          </p:cNvPicPr>
          <p:nvPr/>
        </p:nvPicPr>
        <p:blipFill>
          <a:blip r:embed="rId3"/>
          <a:stretch>
            <a:fillRect/>
          </a:stretch>
        </p:blipFill>
        <p:spPr>
          <a:xfrm>
            <a:off x="596589" y="1313396"/>
            <a:ext cx="11135564" cy="5167834"/>
          </a:xfrm>
          <a:prstGeom prst="rect">
            <a:avLst/>
          </a:prstGeom>
        </p:spPr>
      </p:pic>
    </p:spTree>
    <p:extLst>
      <p:ext uri="{BB962C8B-B14F-4D97-AF65-F5344CB8AC3E}">
        <p14:creationId xmlns:p14="http://schemas.microsoft.com/office/powerpoint/2010/main" val="4067399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2022C-BC0D-829C-B408-272764E8E3C1}"/>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0E732F30-5F55-8FFC-544C-FD31AB61D33A}"/>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Logistic</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回归的损失函数</a:t>
            </a:r>
          </a:p>
        </p:txBody>
      </p:sp>
      <p:sp>
        <p:nvSpPr>
          <p:cNvPr id="15" name="Rectangle 3">
            <a:extLst>
              <a:ext uri="{FF2B5EF4-FFF2-40B4-BE49-F238E27FC236}">
                <a16:creationId xmlns:a16="http://schemas.microsoft.com/office/drawing/2014/main" id="{0119329B-1ACF-0950-F0F4-6346D5D3D2BC}"/>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05B94200-9864-7387-C1D6-A042946CC958}"/>
              </a:ext>
            </a:extLst>
          </p:cNvPr>
          <p:cNvSpPr>
            <a:spLocks noChangeArrowheads="1"/>
          </p:cNvSpPr>
          <p:nvPr/>
        </p:nvSpPr>
        <p:spPr bwMode="auto">
          <a:xfrm>
            <a:off x="12700" y="1763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5" name="图片 4">
            <a:extLst>
              <a:ext uri="{FF2B5EF4-FFF2-40B4-BE49-F238E27FC236}">
                <a16:creationId xmlns:a16="http://schemas.microsoft.com/office/drawing/2014/main" id="{28CE8AE5-58FD-AD05-358E-AE11BE514B10}"/>
              </a:ext>
            </a:extLst>
          </p:cNvPr>
          <p:cNvPicPr>
            <a:picLocks noChangeAspect="1"/>
          </p:cNvPicPr>
          <p:nvPr/>
        </p:nvPicPr>
        <p:blipFill>
          <a:blip r:embed="rId3"/>
          <a:stretch>
            <a:fillRect/>
          </a:stretch>
        </p:blipFill>
        <p:spPr>
          <a:xfrm>
            <a:off x="770086" y="1197709"/>
            <a:ext cx="10182185" cy="5399207"/>
          </a:xfrm>
          <a:prstGeom prst="rect">
            <a:avLst/>
          </a:prstGeom>
        </p:spPr>
      </p:pic>
    </p:spTree>
    <p:extLst>
      <p:ext uri="{BB962C8B-B14F-4D97-AF65-F5344CB8AC3E}">
        <p14:creationId xmlns:p14="http://schemas.microsoft.com/office/powerpoint/2010/main" val="115842737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652BA-74F5-5D58-224F-FED9001219F2}"/>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C735ACAF-99A8-D5E4-8F1A-2B910FA138B0}"/>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Logistic</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回归的损失函数</a:t>
            </a:r>
          </a:p>
        </p:txBody>
      </p:sp>
      <p:sp>
        <p:nvSpPr>
          <p:cNvPr id="15" name="Rectangle 3">
            <a:extLst>
              <a:ext uri="{FF2B5EF4-FFF2-40B4-BE49-F238E27FC236}">
                <a16:creationId xmlns:a16="http://schemas.microsoft.com/office/drawing/2014/main" id="{C3006210-1509-CF47-1136-BA9803109608}"/>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4" name="图片 3">
            <a:extLst>
              <a:ext uri="{FF2B5EF4-FFF2-40B4-BE49-F238E27FC236}">
                <a16:creationId xmlns:a16="http://schemas.microsoft.com/office/drawing/2014/main" id="{B4C53BE2-DB12-8E17-865D-B0A8927CF7F9}"/>
              </a:ext>
            </a:extLst>
          </p:cNvPr>
          <p:cNvPicPr>
            <a:picLocks noChangeAspect="1"/>
          </p:cNvPicPr>
          <p:nvPr/>
        </p:nvPicPr>
        <p:blipFill>
          <a:blip r:embed="rId3"/>
          <a:stretch>
            <a:fillRect/>
          </a:stretch>
        </p:blipFill>
        <p:spPr>
          <a:xfrm>
            <a:off x="995423" y="1355150"/>
            <a:ext cx="9225023" cy="3086313"/>
          </a:xfrm>
          <a:prstGeom prst="rect">
            <a:avLst/>
          </a:prstGeom>
        </p:spPr>
      </p:pic>
      <p:pic>
        <p:nvPicPr>
          <p:cNvPr id="11" name="图片 10">
            <a:extLst>
              <a:ext uri="{FF2B5EF4-FFF2-40B4-BE49-F238E27FC236}">
                <a16:creationId xmlns:a16="http://schemas.microsoft.com/office/drawing/2014/main" id="{803FC164-F6FA-A658-95D3-CB96C0DACB73}"/>
              </a:ext>
            </a:extLst>
          </p:cNvPr>
          <p:cNvPicPr>
            <a:picLocks noChangeAspect="1"/>
          </p:cNvPicPr>
          <p:nvPr/>
        </p:nvPicPr>
        <p:blipFill>
          <a:blip r:embed="rId4"/>
          <a:srcRect l="39430"/>
          <a:stretch/>
        </p:blipFill>
        <p:spPr>
          <a:xfrm>
            <a:off x="2665378" y="4683757"/>
            <a:ext cx="7786561" cy="1207013"/>
          </a:xfrm>
          <a:prstGeom prst="rect">
            <a:avLst/>
          </a:prstGeom>
        </p:spPr>
      </p:pic>
      <p:sp>
        <p:nvSpPr>
          <p:cNvPr id="13" name="文本框 12">
            <a:extLst>
              <a:ext uri="{FF2B5EF4-FFF2-40B4-BE49-F238E27FC236}">
                <a16:creationId xmlns:a16="http://schemas.microsoft.com/office/drawing/2014/main" id="{BF58FB7C-9948-B248-953B-F3CCCE8EBD6F}"/>
              </a:ext>
            </a:extLst>
          </p:cNvPr>
          <p:cNvSpPr txBox="1"/>
          <p:nvPr/>
        </p:nvSpPr>
        <p:spPr>
          <a:xfrm>
            <a:off x="705975" y="5011184"/>
            <a:ext cx="1713134" cy="461665"/>
          </a:xfrm>
          <a:prstGeom prst="rect">
            <a:avLst/>
          </a:prstGeom>
          <a:noFill/>
        </p:spPr>
        <p:txBody>
          <a:bodyPr wrap="square">
            <a:spAutoFit/>
          </a:bodyPr>
          <a:lstStyle/>
          <a:p>
            <a:r>
              <a:rPr lang="zh-CN" altLang="en-US" sz="2400" b="1" dirty="0">
                <a:solidFill>
                  <a:srgbClr val="FF0000"/>
                </a:solidFill>
                <a:latin typeface="微软雅黑" panose="020B0503020204020204" pitchFamily="34" charset="-122"/>
                <a:ea typeface="微软雅黑" panose="020B0503020204020204" pitchFamily="34" charset="-122"/>
              </a:rPr>
              <a:t>损失函数</a:t>
            </a:r>
          </a:p>
        </p:txBody>
      </p:sp>
      <p:cxnSp>
        <p:nvCxnSpPr>
          <p:cNvPr id="14" name="直接箭头连接符 13">
            <a:extLst>
              <a:ext uri="{FF2B5EF4-FFF2-40B4-BE49-F238E27FC236}">
                <a16:creationId xmlns:a16="http://schemas.microsoft.com/office/drawing/2014/main" id="{4CA041B8-ED3F-A9D9-A82D-BF3CBBFD6973}"/>
              </a:ext>
            </a:extLst>
          </p:cNvPr>
          <p:cNvCxnSpPr>
            <a:cxnSpLocks/>
          </p:cNvCxnSpPr>
          <p:nvPr/>
        </p:nvCxnSpPr>
        <p:spPr>
          <a:xfrm flipH="1">
            <a:off x="4479403" y="3249038"/>
            <a:ext cx="983848" cy="155100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CCAA4F15-C2B3-BDD0-5BFD-EA09D48385B6}"/>
              </a:ext>
            </a:extLst>
          </p:cNvPr>
          <p:cNvSpPr txBox="1"/>
          <p:nvPr/>
        </p:nvSpPr>
        <p:spPr>
          <a:xfrm>
            <a:off x="4650049" y="4024542"/>
            <a:ext cx="1354318" cy="400110"/>
          </a:xfrm>
          <a:prstGeom prst="rect">
            <a:avLst/>
          </a:prstGeom>
          <a:solidFill>
            <a:schemeClr val="accent2"/>
          </a:solidFill>
          <a:ln>
            <a:noFill/>
          </a:ln>
        </p:spPr>
        <p:txBody>
          <a:bodyPr wrap="square">
            <a:spAutoFit/>
          </a:bodyPr>
          <a:lstStyle/>
          <a:p>
            <a:pPr algn="ctr"/>
            <a:r>
              <a:rPr lang="zh-CN" altLang="en-US" sz="2000" dirty="0">
                <a:latin typeface="楷体" panose="02010609060101010101" pitchFamily="49" charset="-122"/>
                <a:ea typeface="楷体" panose="02010609060101010101" pitchFamily="49" charset="-122"/>
              </a:rPr>
              <a:t>取对数</a:t>
            </a:r>
          </a:p>
        </p:txBody>
      </p:sp>
      <p:sp>
        <p:nvSpPr>
          <p:cNvPr id="23" name="文本框 22">
            <a:extLst>
              <a:ext uri="{FF2B5EF4-FFF2-40B4-BE49-F238E27FC236}">
                <a16:creationId xmlns:a16="http://schemas.microsoft.com/office/drawing/2014/main" id="{8F3072A2-FF6A-C132-B35F-773E814C5287}"/>
              </a:ext>
            </a:extLst>
          </p:cNvPr>
          <p:cNvSpPr txBox="1"/>
          <p:nvPr/>
        </p:nvSpPr>
        <p:spPr>
          <a:xfrm>
            <a:off x="5139158" y="5933009"/>
            <a:ext cx="5509551" cy="400110"/>
          </a:xfrm>
          <a:prstGeom prst="rect">
            <a:avLst/>
          </a:prstGeom>
          <a:solidFill>
            <a:schemeClr val="accent2"/>
          </a:solidFill>
          <a:ln>
            <a:noFill/>
          </a:ln>
        </p:spPr>
        <p:txBody>
          <a:bodyPr wrap="square">
            <a:spAutoFit/>
          </a:bodyPr>
          <a:lstStyle>
            <a:defPPr>
              <a:defRPr lang="zh-CN"/>
            </a:defPPr>
            <a:lvl1pPr algn="ctr">
              <a:defRPr sz="2000">
                <a:latin typeface="楷体" panose="02010609060101010101" pitchFamily="49" charset="-122"/>
                <a:ea typeface="楷体" panose="02010609060101010101" pitchFamily="49" charset="-122"/>
              </a:defRPr>
            </a:lvl1pPr>
          </a:lstStyle>
          <a:p>
            <a:r>
              <a:rPr lang="zh-CN" altLang="zh-CN" dirty="0">
                <a:latin typeface="Times New Roman" panose="02020603050405020304" pitchFamily="18" charset="0"/>
                <a:cs typeface="Times New Roman" panose="02020603050405020304" pitchFamily="18" charset="0"/>
              </a:rPr>
              <a:t>除以样本数</a:t>
            </a:r>
            <a:r>
              <a:rPr lang="en-US" altLang="zh-CN" i="1" dirty="0">
                <a:latin typeface="Times New Roman" panose="02020603050405020304" pitchFamily="18" charset="0"/>
                <a:cs typeface="Times New Roman" panose="02020603050405020304" pitchFamily="18" charset="0"/>
              </a:rPr>
              <a:t>n</a:t>
            </a:r>
            <a:r>
              <a:rPr lang="zh-CN" altLang="zh-CN" dirty="0">
                <a:latin typeface="Times New Roman" panose="02020603050405020304" pitchFamily="18" charset="0"/>
                <a:cs typeface="Times New Roman" panose="02020603050405020304" pitchFamily="18" charset="0"/>
              </a:rPr>
              <a:t>可避免样本数量对损失的影响。</a:t>
            </a:r>
            <a:endParaRPr lang="zh-CN" altLang="en-US" dirty="0">
              <a:latin typeface="Times New Roman" panose="02020603050405020304" pitchFamily="18" charset="0"/>
              <a:cs typeface="Times New Roman" panose="02020603050405020304" pitchFamily="18" charset="0"/>
            </a:endParaRPr>
          </a:p>
        </p:txBody>
      </p:sp>
      <p:cxnSp>
        <p:nvCxnSpPr>
          <p:cNvPr id="24" name="直接箭头连接符 23">
            <a:extLst>
              <a:ext uri="{FF2B5EF4-FFF2-40B4-BE49-F238E27FC236}">
                <a16:creationId xmlns:a16="http://schemas.microsoft.com/office/drawing/2014/main" id="{85A34ABE-8A1C-ECD5-482D-1C749728CA7E}"/>
              </a:ext>
            </a:extLst>
          </p:cNvPr>
          <p:cNvCxnSpPr>
            <a:cxnSpLocks/>
          </p:cNvCxnSpPr>
          <p:nvPr/>
        </p:nvCxnSpPr>
        <p:spPr>
          <a:xfrm flipH="1" flipV="1">
            <a:off x="4328932" y="5741969"/>
            <a:ext cx="642395" cy="39109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085135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B4463-C5DB-36F2-5B7D-867791D6DE36}"/>
            </a:ext>
          </a:extLst>
        </p:cNvPr>
        <p:cNvGrpSpPr/>
        <p:nvPr/>
      </p:nvGrpSpPr>
      <p:grpSpPr>
        <a:xfrm>
          <a:off x="0" y="0"/>
          <a:ext cx="0" cy="0"/>
          <a:chOff x="0" y="0"/>
          <a:chExt cx="0" cy="0"/>
        </a:xfrm>
      </p:grpSpPr>
      <p:sp>
        <p:nvSpPr>
          <p:cNvPr id="20" name="矩形 19">
            <a:extLst>
              <a:ext uri="{FF2B5EF4-FFF2-40B4-BE49-F238E27FC236}">
                <a16:creationId xmlns:a16="http://schemas.microsoft.com/office/drawing/2014/main" id="{97ED8273-3FC1-1F84-1730-29C1FEBCDAC2}"/>
              </a:ext>
            </a:extLst>
          </p:cNvPr>
          <p:cNvSpPr/>
          <p:nvPr/>
        </p:nvSpPr>
        <p:spPr>
          <a:xfrm>
            <a:off x="1787180" y="1944296"/>
            <a:ext cx="8079129" cy="1056304"/>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highlight>
                <a:srgbClr val="FFFF00"/>
              </a:highlight>
            </a:endParaRPr>
          </a:p>
        </p:txBody>
      </p:sp>
      <p:sp>
        <p:nvSpPr>
          <p:cNvPr id="3" name="矩形 26">
            <a:extLst>
              <a:ext uri="{FF2B5EF4-FFF2-40B4-BE49-F238E27FC236}">
                <a16:creationId xmlns:a16="http://schemas.microsoft.com/office/drawing/2014/main" id="{5229B798-B12C-6DDA-0C79-C38A1D847B29}"/>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Logistic</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回归的损失函数</a:t>
            </a:r>
          </a:p>
        </p:txBody>
      </p:sp>
      <p:sp>
        <p:nvSpPr>
          <p:cNvPr id="15" name="Rectangle 3">
            <a:extLst>
              <a:ext uri="{FF2B5EF4-FFF2-40B4-BE49-F238E27FC236}">
                <a16:creationId xmlns:a16="http://schemas.microsoft.com/office/drawing/2014/main" id="{0CCF817B-6AF9-7C7B-7934-A907001F182A}"/>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9" name="图片 8">
            <a:extLst>
              <a:ext uri="{FF2B5EF4-FFF2-40B4-BE49-F238E27FC236}">
                <a16:creationId xmlns:a16="http://schemas.microsoft.com/office/drawing/2014/main" id="{844FF7C1-5DA1-65EF-AAC2-28A647F9BF26}"/>
              </a:ext>
            </a:extLst>
          </p:cNvPr>
          <p:cNvPicPr>
            <a:picLocks noChangeAspect="1"/>
          </p:cNvPicPr>
          <p:nvPr/>
        </p:nvPicPr>
        <p:blipFill>
          <a:blip r:embed="rId3"/>
          <a:stretch>
            <a:fillRect/>
          </a:stretch>
        </p:blipFill>
        <p:spPr>
          <a:xfrm>
            <a:off x="660715" y="1225437"/>
            <a:ext cx="9572787" cy="584763"/>
          </a:xfrm>
          <a:prstGeom prst="rect">
            <a:avLst/>
          </a:prstGeom>
        </p:spPr>
      </p:pic>
      <p:sp>
        <p:nvSpPr>
          <p:cNvPr id="11" name="Rectangle 2">
            <a:extLst>
              <a:ext uri="{FF2B5EF4-FFF2-40B4-BE49-F238E27FC236}">
                <a16:creationId xmlns:a16="http://schemas.microsoft.com/office/drawing/2014/main" id="{6E9D4965-0213-16C6-0008-090E7A510F9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2" name="对象 11">
            <a:extLst>
              <a:ext uri="{FF2B5EF4-FFF2-40B4-BE49-F238E27FC236}">
                <a16:creationId xmlns:a16="http://schemas.microsoft.com/office/drawing/2014/main" id="{5B408AAE-246B-3902-6243-7BF430DB98F9}"/>
              </a:ext>
            </a:extLst>
          </p:cNvPr>
          <p:cNvGraphicFramePr>
            <a:graphicFrameLocks noChangeAspect="1"/>
          </p:cNvGraphicFramePr>
          <p:nvPr>
            <p:extLst>
              <p:ext uri="{D42A27DB-BD31-4B8C-83A1-F6EECF244321}">
                <p14:modId xmlns:p14="http://schemas.microsoft.com/office/powerpoint/2010/main" val="2200010951"/>
              </p:ext>
            </p:extLst>
          </p:nvPr>
        </p:nvGraphicFramePr>
        <p:xfrm>
          <a:off x="1919135" y="2050933"/>
          <a:ext cx="7611508" cy="949667"/>
        </p:xfrm>
        <a:graphic>
          <a:graphicData uri="http://schemas.openxmlformats.org/presentationml/2006/ole">
            <mc:AlternateContent xmlns:mc="http://schemas.openxmlformats.org/markup-compatibility/2006">
              <mc:Choice xmlns:v="urn:schemas-microsoft-com:vml" Requires="v">
                <p:oleObj name="Equation" r:id="rId4" imgW="3403600" imgH="431800" progId="Equation.DSMT4">
                  <p:embed/>
                </p:oleObj>
              </mc:Choice>
              <mc:Fallback>
                <p:oleObj name="Equation" r:id="rId4" imgW="3403600" imgH="431800" progId="Equation.DSMT4">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19135" y="2050933"/>
                        <a:ext cx="7611508" cy="949667"/>
                      </a:xfrm>
                      <a:prstGeom prst="rect">
                        <a:avLst/>
                      </a:prstGeom>
                      <a:noFill/>
                    </p:spPr>
                  </p:pic>
                </p:oleObj>
              </mc:Fallback>
            </mc:AlternateContent>
          </a:graphicData>
        </a:graphic>
      </p:graphicFrame>
      <p:pic>
        <p:nvPicPr>
          <p:cNvPr id="19" name="图片 18">
            <a:extLst>
              <a:ext uri="{FF2B5EF4-FFF2-40B4-BE49-F238E27FC236}">
                <a16:creationId xmlns:a16="http://schemas.microsoft.com/office/drawing/2014/main" id="{51140C32-BFF2-1C62-06D0-353077BFE269}"/>
              </a:ext>
            </a:extLst>
          </p:cNvPr>
          <p:cNvPicPr>
            <a:picLocks noChangeAspect="1"/>
          </p:cNvPicPr>
          <p:nvPr/>
        </p:nvPicPr>
        <p:blipFill>
          <a:blip r:embed="rId6"/>
          <a:stretch>
            <a:fillRect/>
          </a:stretch>
        </p:blipFill>
        <p:spPr>
          <a:xfrm>
            <a:off x="794322" y="3297534"/>
            <a:ext cx="10420089" cy="3312268"/>
          </a:xfrm>
          <a:prstGeom prst="rect">
            <a:avLst/>
          </a:prstGeom>
        </p:spPr>
      </p:pic>
    </p:spTree>
    <p:extLst>
      <p:ext uri="{BB962C8B-B14F-4D97-AF65-F5344CB8AC3E}">
        <p14:creationId xmlns:p14="http://schemas.microsoft.com/office/powerpoint/2010/main" val="423948351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B3FCB-480C-CC90-0631-84EAC011A357}"/>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72BADB64-E937-6C5B-3184-CC0261670E30}"/>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FFFF00"/>
                </a:solidFill>
                <a:latin typeface="华光综艺_CNKI" panose="02000500000000000000" pitchFamily="2" charset="-122"/>
                <a:ea typeface="华光综艺_CNKI" panose="02000500000000000000" pitchFamily="2" charset="-122"/>
              </a:rPr>
              <a:t>通过梯度下降求解最优参数</a:t>
            </a:r>
          </a:p>
        </p:txBody>
      </p:sp>
      <p:sp>
        <p:nvSpPr>
          <p:cNvPr id="15" name="Rectangle 3">
            <a:extLst>
              <a:ext uri="{FF2B5EF4-FFF2-40B4-BE49-F238E27FC236}">
                <a16:creationId xmlns:a16="http://schemas.microsoft.com/office/drawing/2014/main" id="{816D307C-194F-F330-5D32-C92E7441770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2346A2FD-9C5D-1B31-B04A-DBFB573FC5E2}"/>
              </a:ext>
            </a:extLst>
          </p:cNvPr>
          <p:cNvSpPr>
            <a:spLocks noChangeArrowheads="1"/>
          </p:cNvSpPr>
          <p:nvPr/>
        </p:nvSpPr>
        <p:spPr bwMode="auto">
          <a:xfrm>
            <a:off x="12700" y="1532881"/>
            <a:ext cx="276038" cy="461665"/>
          </a:xfrm>
          <a:prstGeom prst="rect">
            <a:avLst/>
          </a:prstGeom>
          <a:noFill/>
        </p:spPr>
        <p:txBody>
          <a:bodyPr wrap="square">
            <a:spAutoFit/>
          </a:bodyPr>
          <a:lstStyle/>
          <a:p>
            <a:r>
              <a:rPr lang="en-US" altLang="en-US" sz="2400" b="1">
                <a:solidFill>
                  <a:srgbClr val="FF0000"/>
                </a:solidFill>
                <a:latin typeface="微软雅黑" panose="020B0503020204020204" pitchFamily="34" charset="-122"/>
                <a:ea typeface="微软雅黑" panose="020B0503020204020204" pitchFamily="34" charset="-122"/>
              </a:rPr>
              <a:t> </a:t>
            </a:r>
          </a:p>
        </p:txBody>
      </p:sp>
      <p:sp>
        <p:nvSpPr>
          <p:cNvPr id="6" name="文本框 5">
            <a:extLst>
              <a:ext uri="{FF2B5EF4-FFF2-40B4-BE49-F238E27FC236}">
                <a16:creationId xmlns:a16="http://schemas.microsoft.com/office/drawing/2014/main" id="{9B63892A-FB4F-4DE5-1E27-976CB9C00394}"/>
              </a:ext>
            </a:extLst>
          </p:cNvPr>
          <p:cNvSpPr txBox="1"/>
          <p:nvPr/>
        </p:nvSpPr>
        <p:spPr>
          <a:xfrm>
            <a:off x="488242" y="1209716"/>
            <a:ext cx="11029308" cy="1569660"/>
          </a:xfrm>
          <a:prstGeom prst="rect">
            <a:avLst/>
          </a:prstGeom>
          <a:noFill/>
        </p:spPr>
        <p:txBody>
          <a:bodyPr wrap="square">
            <a:spAutoFit/>
          </a:bodyPr>
          <a:lstStyle>
            <a:defPPr>
              <a:defRPr lang="zh-CN"/>
            </a:defPPr>
            <a:lvl1pPr>
              <a:defRPr sz="2400" b="1">
                <a:solidFill>
                  <a:srgbClr val="FF0000"/>
                </a:solidFill>
                <a:latin typeface="微软雅黑" panose="020B0503020204020204" pitchFamily="34" charset="-122"/>
                <a:ea typeface="微软雅黑" panose="020B0503020204020204" pitchFamily="34" charset="-122"/>
              </a:defRPr>
            </a:lvl1pPr>
          </a:lstStyle>
          <a:p>
            <a:r>
              <a:rPr lang="zh-CN" altLang="en-US" b="0" dirty="0">
                <a:solidFill>
                  <a:schemeClr val="tx1"/>
                </a:solidFill>
              </a:rPr>
              <a:t>已知</a:t>
            </a:r>
            <a:r>
              <a:rPr lang="en-US" altLang="zh-CN" b="0" dirty="0">
                <a:solidFill>
                  <a:schemeClr val="tx1"/>
                </a:solidFill>
              </a:rPr>
              <a:t>Logistic</a:t>
            </a:r>
            <a:r>
              <a:rPr lang="zh-CN" altLang="en-US" b="0" dirty="0">
                <a:solidFill>
                  <a:schemeClr val="tx1"/>
                </a:solidFill>
              </a:rPr>
              <a:t>回归的损失函数，通过求解最佳参数 使得损失函数最小，便可求解模型。然而，</a:t>
            </a:r>
            <a:r>
              <a:rPr lang="en-US" altLang="zh-CN" b="0" dirty="0">
                <a:solidFill>
                  <a:schemeClr val="tx1"/>
                </a:solidFill>
              </a:rPr>
              <a:t>Logistic</a:t>
            </a:r>
            <a:r>
              <a:rPr lang="zh-CN" altLang="en-US" b="0" dirty="0">
                <a:solidFill>
                  <a:schemeClr val="tx1"/>
                </a:solidFill>
              </a:rPr>
              <a:t>回归的损失函数并没有显式的解析解，无法通过数学公式直接求解出模型参数的解。因此，通常使用梯度下降法求解模型。梯度下降是一种用于寻找函数的最小值或最小化损失函数参数的优化算法，其基本步骤如下：</a:t>
            </a:r>
          </a:p>
        </p:txBody>
      </p:sp>
      <p:pic>
        <p:nvPicPr>
          <p:cNvPr id="8" name="图片 7">
            <a:extLst>
              <a:ext uri="{FF2B5EF4-FFF2-40B4-BE49-F238E27FC236}">
                <a16:creationId xmlns:a16="http://schemas.microsoft.com/office/drawing/2014/main" id="{478A0FB5-AA11-899C-7763-67324DAB7A93}"/>
              </a:ext>
            </a:extLst>
          </p:cNvPr>
          <p:cNvPicPr>
            <a:picLocks noChangeAspect="1"/>
          </p:cNvPicPr>
          <p:nvPr/>
        </p:nvPicPr>
        <p:blipFill>
          <a:blip r:embed="rId3"/>
          <a:srcRect b="14035"/>
          <a:stretch/>
        </p:blipFill>
        <p:spPr>
          <a:xfrm>
            <a:off x="150719" y="3156131"/>
            <a:ext cx="11792344" cy="3283580"/>
          </a:xfrm>
          <a:prstGeom prst="rect">
            <a:avLst/>
          </a:prstGeom>
          <a:ln>
            <a:solidFill>
              <a:schemeClr val="tx1"/>
            </a:solidFill>
          </a:ln>
        </p:spPr>
      </p:pic>
    </p:spTree>
    <p:extLst>
      <p:ext uri="{BB962C8B-B14F-4D97-AF65-F5344CB8AC3E}">
        <p14:creationId xmlns:p14="http://schemas.microsoft.com/office/powerpoint/2010/main" val="390245245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99F24-5E6D-7AC0-7DD7-CC6177B60297}"/>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D0A15588-4043-A9E2-236D-A994650477E6}"/>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FFFF00"/>
                </a:solidFill>
                <a:latin typeface="华光综艺_CNKI" panose="02000500000000000000" pitchFamily="2" charset="-122"/>
                <a:ea typeface="华光综艺_CNKI" panose="02000500000000000000" pitchFamily="2" charset="-122"/>
              </a:rPr>
              <a:t>通过梯度下降求解最优参数</a:t>
            </a:r>
          </a:p>
        </p:txBody>
      </p:sp>
      <p:sp>
        <p:nvSpPr>
          <p:cNvPr id="15" name="Rectangle 3">
            <a:extLst>
              <a:ext uri="{FF2B5EF4-FFF2-40B4-BE49-F238E27FC236}">
                <a16:creationId xmlns:a16="http://schemas.microsoft.com/office/drawing/2014/main" id="{C67D8A18-DC86-EBA2-C522-E637B998DC75}"/>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0872FBBA-A3D7-A6D6-CD65-DD5815A41272}"/>
              </a:ext>
            </a:extLst>
          </p:cNvPr>
          <p:cNvSpPr>
            <a:spLocks noChangeArrowheads="1"/>
          </p:cNvSpPr>
          <p:nvPr/>
        </p:nvSpPr>
        <p:spPr bwMode="auto">
          <a:xfrm>
            <a:off x="129432" y="1258410"/>
            <a:ext cx="276038" cy="461665"/>
          </a:xfrm>
          <a:prstGeom prst="rect">
            <a:avLst/>
          </a:prstGeom>
          <a:noFill/>
        </p:spPr>
        <p:txBody>
          <a:bodyPr wrap="square">
            <a:spAutoFit/>
          </a:bodyPr>
          <a:lstStyle/>
          <a:p>
            <a:r>
              <a:rPr lang="en-US" altLang="en-US" sz="2400" b="1">
                <a:solidFill>
                  <a:srgbClr val="FF0000"/>
                </a:solidFill>
                <a:latin typeface="微软雅黑" panose="020B0503020204020204" pitchFamily="34" charset="-122"/>
                <a:ea typeface="微软雅黑" panose="020B0503020204020204" pitchFamily="34" charset="-122"/>
              </a:rPr>
              <a:t> </a:t>
            </a:r>
          </a:p>
        </p:txBody>
      </p:sp>
      <p:pic>
        <p:nvPicPr>
          <p:cNvPr id="5" name="图片 4">
            <a:extLst>
              <a:ext uri="{FF2B5EF4-FFF2-40B4-BE49-F238E27FC236}">
                <a16:creationId xmlns:a16="http://schemas.microsoft.com/office/drawing/2014/main" id="{C55084A9-2C49-B3E2-17B4-997D1DEE7DDF}"/>
              </a:ext>
            </a:extLst>
          </p:cNvPr>
          <p:cNvPicPr>
            <a:picLocks noChangeAspect="1"/>
          </p:cNvPicPr>
          <p:nvPr/>
        </p:nvPicPr>
        <p:blipFill>
          <a:blip r:embed="rId3"/>
          <a:stretch>
            <a:fillRect/>
          </a:stretch>
        </p:blipFill>
        <p:spPr>
          <a:xfrm>
            <a:off x="598033" y="1419325"/>
            <a:ext cx="10082971" cy="1665287"/>
          </a:xfrm>
          <a:prstGeom prst="rect">
            <a:avLst/>
          </a:prstGeom>
        </p:spPr>
      </p:pic>
      <p:graphicFrame>
        <p:nvGraphicFramePr>
          <p:cNvPr id="9" name="对象 8">
            <a:extLst>
              <a:ext uri="{FF2B5EF4-FFF2-40B4-BE49-F238E27FC236}">
                <a16:creationId xmlns:a16="http://schemas.microsoft.com/office/drawing/2014/main" id="{CAB52652-13D1-9A21-73E3-8468718C469D}"/>
              </a:ext>
            </a:extLst>
          </p:cNvPr>
          <p:cNvGraphicFramePr>
            <a:graphicFrameLocks noChangeAspect="1"/>
          </p:cNvGraphicFramePr>
          <p:nvPr>
            <p:extLst>
              <p:ext uri="{D42A27DB-BD31-4B8C-83A1-F6EECF244321}">
                <p14:modId xmlns:p14="http://schemas.microsoft.com/office/powerpoint/2010/main" val="3679888658"/>
              </p:ext>
            </p:extLst>
          </p:nvPr>
        </p:nvGraphicFramePr>
        <p:xfrm>
          <a:off x="2551737" y="2851640"/>
          <a:ext cx="6465927" cy="625735"/>
        </p:xfrm>
        <a:graphic>
          <a:graphicData uri="http://schemas.openxmlformats.org/presentationml/2006/ole">
            <mc:AlternateContent xmlns:mc="http://schemas.openxmlformats.org/markup-compatibility/2006">
              <mc:Choice xmlns:v="urn:schemas-microsoft-com:vml" Requires="v">
                <p:oleObj name="Equation" r:id="rId4" imgW="2461055" imgH="238340" progId="Equation.DSMT4">
                  <p:embed/>
                </p:oleObj>
              </mc:Choice>
              <mc:Fallback>
                <p:oleObj name="Equation" r:id="rId4" imgW="2461055" imgH="238340" progId="Equation.DSMT4">
                  <p:embed/>
                  <p:pic>
                    <p:nvPicPr>
                      <p:cNvPr id="0" name=""/>
                      <p:cNvPicPr/>
                      <p:nvPr/>
                    </p:nvPicPr>
                    <p:blipFill>
                      <a:blip r:embed="rId5"/>
                      <a:stretch>
                        <a:fillRect/>
                      </a:stretch>
                    </p:blipFill>
                    <p:spPr>
                      <a:xfrm>
                        <a:off x="2551737" y="2851640"/>
                        <a:ext cx="6465927" cy="625735"/>
                      </a:xfrm>
                      <a:prstGeom prst="rect">
                        <a:avLst/>
                      </a:prstGeom>
                    </p:spPr>
                  </p:pic>
                </p:oleObj>
              </mc:Fallback>
            </mc:AlternateContent>
          </a:graphicData>
        </a:graphic>
      </p:graphicFrame>
      <p:pic>
        <p:nvPicPr>
          <p:cNvPr id="14" name="图片 13">
            <a:extLst>
              <a:ext uri="{FF2B5EF4-FFF2-40B4-BE49-F238E27FC236}">
                <a16:creationId xmlns:a16="http://schemas.microsoft.com/office/drawing/2014/main" id="{EDEB2F9C-3F36-88EA-370C-1B6919712415}"/>
              </a:ext>
            </a:extLst>
          </p:cNvPr>
          <p:cNvPicPr>
            <a:picLocks noChangeAspect="1"/>
          </p:cNvPicPr>
          <p:nvPr/>
        </p:nvPicPr>
        <p:blipFill>
          <a:blip r:embed="rId6"/>
          <a:stretch>
            <a:fillRect/>
          </a:stretch>
        </p:blipFill>
        <p:spPr>
          <a:xfrm>
            <a:off x="448216" y="3482460"/>
            <a:ext cx="10681827" cy="522612"/>
          </a:xfrm>
          <a:prstGeom prst="rect">
            <a:avLst/>
          </a:prstGeom>
        </p:spPr>
      </p:pic>
      <p:sp>
        <p:nvSpPr>
          <p:cNvPr id="18" name="Rectangle 2">
            <a:extLst>
              <a:ext uri="{FF2B5EF4-FFF2-40B4-BE49-F238E27FC236}">
                <a16:creationId xmlns:a16="http://schemas.microsoft.com/office/drawing/2014/main" id="{3B6B908A-123E-F984-714F-9D9CFAC6681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graphicFrame>
        <p:nvGraphicFramePr>
          <p:cNvPr id="19" name="对象 18">
            <a:extLst>
              <a:ext uri="{FF2B5EF4-FFF2-40B4-BE49-F238E27FC236}">
                <a16:creationId xmlns:a16="http://schemas.microsoft.com/office/drawing/2014/main" id="{16C1E4D5-B167-07CF-634E-F047D4D31EB0}"/>
              </a:ext>
            </a:extLst>
          </p:cNvPr>
          <p:cNvGraphicFramePr>
            <a:graphicFrameLocks noChangeAspect="1"/>
          </p:cNvGraphicFramePr>
          <p:nvPr>
            <p:extLst>
              <p:ext uri="{D42A27DB-BD31-4B8C-83A1-F6EECF244321}">
                <p14:modId xmlns:p14="http://schemas.microsoft.com/office/powerpoint/2010/main" val="1476856329"/>
              </p:ext>
            </p:extLst>
          </p:nvPr>
        </p:nvGraphicFramePr>
        <p:xfrm>
          <a:off x="1672061" y="4319487"/>
          <a:ext cx="8260540" cy="826054"/>
        </p:xfrm>
        <a:graphic>
          <a:graphicData uri="http://schemas.openxmlformats.org/presentationml/2006/ole">
            <mc:AlternateContent xmlns:mc="http://schemas.openxmlformats.org/markup-compatibility/2006">
              <mc:Choice xmlns:v="urn:schemas-microsoft-com:vml" Requires="v">
                <p:oleObj name="Equation" r:id="rId7" imgW="4254500" imgH="419100" progId="Equation.DSMT4">
                  <p:embed/>
                </p:oleObj>
              </mc:Choice>
              <mc:Fallback>
                <p:oleObj name="Equation" r:id="rId7" imgW="4254500" imgH="419100" progId="Equation.DSMT4">
                  <p:embed/>
                  <p:pic>
                    <p:nvPicPr>
                      <p:cNvPr id="0" name="Object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72061" y="4319487"/>
                        <a:ext cx="8260540" cy="826054"/>
                      </a:xfrm>
                      <a:prstGeom prst="rect">
                        <a:avLst/>
                      </a:prstGeom>
                      <a:noFill/>
                    </p:spPr>
                  </p:pic>
                </p:oleObj>
              </mc:Fallback>
            </mc:AlternateContent>
          </a:graphicData>
        </a:graphic>
      </p:graphicFrame>
      <p:sp>
        <p:nvSpPr>
          <p:cNvPr id="20" name="Rectangle 3">
            <a:extLst>
              <a:ext uri="{FF2B5EF4-FFF2-40B4-BE49-F238E27FC236}">
                <a16:creationId xmlns:a16="http://schemas.microsoft.com/office/drawing/2014/main" id="{601FE095-4B80-4F62-4648-E31CF46D5759}"/>
              </a:ext>
            </a:extLst>
          </p:cNvPr>
          <p:cNvSpPr>
            <a:spLocks noChangeArrowheads="1"/>
          </p:cNvSpPr>
          <p:nvPr/>
        </p:nvSpPr>
        <p:spPr bwMode="auto">
          <a:xfrm>
            <a:off x="0" y="4254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2" name="Rectangle 5">
            <a:extLst>
              <a:ext uri="{FF2B5EF4-FFF2-40B4-BE49-F238E27FC236}">
                <a16:creationId xmlns:a16="http://schemas.microsoft.com/office/drawing/2014/main" id="{6F066F74-716E-9FF7-163D-5A2AC40A69C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graphicFrame>
        <p:nvGraphicFramePr>
          <p:cNvPr id="23" name="对象 22">
            <a:extLst>
              <a:ext uri="{FF2B5EF4-FFF2-40B4-BE49-F238E27FC236}">
                <a16:creationId xmlns:a16="http://schemas.microsoft.com/office/drawing/2014/main" id="{993E9140-A8DE-715D-2C29-5D8405511ED7}"/>
              </a:ext>
            </a:extLst>
          </p:cNvPr>
          <p:cNvGraphicFramePr>
            <a:graphicFrameLocks noChangeAspect="1"/>
          </p:cNvGraphicFramePr>
          <p:nvPr>
            <p:extLst>
              <p:ext uri="{D42A27DB-BD31-4B8C-83A1-F6EECF244321}">
                <p14:modId xmlns:p14="http://schemas.microsoft.com/office/powerpoint/2010/main" val="632828339"/>
              </p:ext>
            </p:extLst>
          </p:nvPr>
        </p:nvGraphicFramePr>
        <p:xfrm>
          <a:off x="1702927" y="5145541"/>
          <a:ext cx="7755040" cy="863041"/>
        </p:xfrm>
        <a:graphic>
          <a:graphicData uri="http://schemas.openxmlformats.org/presentationml/2006/ole">
            <mc:AlternateContent xmlns:mc="http://schemas.openxmlformats.org/markup-compatibility/2006">
              <mc:Choice xmlns:v="urn:schemas-microsoft-com:vml" Requires="v">
                <p:oleObj name="Equation" r:id="rId9" imgW="3987800" imgH="444500" progId="Equation.DSMT4">
                  <p:embed/>
                </p:oleObj>
              </mc:Choice>
              <mc:Fallback>
                <p:oleObj name="Equation" r:id="rId9" imgW="3987800" imgH="444500" progId="Equation.DSMT4">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02927" y="5145541"/>
                        <a:ext cx="7755040" cy="863041"/>
                      </a:xfrm>
                      <a:prstGeom prst="rect">
                        <a:avLst/>
                      </a:prstGeom>
                      <a:noFill/>
                    </p:spPr>
                  </p:pic>
                </p:oleObj>
              </mc:Fallback>
            </mc:AlternateContent>
          </a:graphicData>
        </a:graphic>
      </p:graphicFrame>
      <p:sp>
        <p:nvSpPr>
          <p:cNvPr id="24" name="Rectangle 6">
            <a:extLst>
              <a:ext uri="{FF2B5EF4-FFF2-40B4-BE49-F238E27FC236}">
                <a16:creationId xmlns:a16="http://schemas.microsoft.com/office/drawing/2014/main" id="{EEF0B7AD-1D25-9727-6CF2-AB1922436F28}"/>
              </a:ext>
            </a:extLst>
          </p:cNvPr>
          <p:cNvSpPr>
            <a:spLocks noChangeArrowheads="1"/>
          </p:cNvSpPr>
          <p:nvPr/>
        </p:nvSpPr>
        <p:spPr bwMode="auto">
          <a:xfrm>
            <a:off x="0" y="4445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600" b="0" i="0" u="none" strike="noStrike" cap="none" normalizeH="0" baseline="0">
                <a:ln>
                  <a:noFill/>
                </a:ln>
                <a:solidFill>
                  <a:schemeClr val="tx1"/>
                </a:solidFill>
                <a:effectLst/>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5994956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5A8A1-D4B8-56AC-9498-6C9189C81972}"/>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067653BA-E0F3-5889-44AA-B805BFF0754D}"/>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FFFF00"/>
                </a:solidFill>
                <a:latin typeface="华光综艺_CNKI" panose="02000500000000000000" pitchFamily="2" charset="-122"/>
                <a:ea typeface="华光综艺_CNKI" panose="02000500000000000000" pitchFamily="2" charset="-122"/>
              </a:rPr>
              <a:t>通过梯度下降求解最优参数</a:t>
            </a:r>
          </a:p>
        </p:txBody>
      </p:sp>
      <p:sp>
        <p:nvSpPr>
          <p:cNvPr id="15" name="Rectangle 3">
            <a:extLst>
              <a:ext uri="{FF2B5EF4-FFF2-40B4-BE49-F238E27FC236}">
                <a16:creationId xmlns:a16="http://schemas.microsoft.com/office/drawing/2014/main" id="{6A64F64B-1C2C-25E4-0AFA-E6E55B057A27}"/>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4" name="图片 3">
            <a:extLst>
              <a:ext uri="{FF2B5EF4-FFF2-40B4-BE49-F238E27FC236}">
                <a16:creationId xmlns:a16="http://schemas.microsoft.com/office/drawing/2014/main" id="{94ACF35E-B9FE-73A5-D632-BBFB0454777D}"/>
              </a:ext>
            </a:extLst>
          </p:cNvPr>
          <p:cNvPicPr>
            <a:picLocks noChangeAspect="1"/>
          </p:cNvPicPr>
          <p:nvPr/>
        </p:nvPicPr>
        <p:blipFill>
          <a:blip r:embed="rId3"/>
          <a:stretch>
            <a:fillRect/>
          </a:stretch>
        </p:blipFill>
        <p:spPr>
          <a:xfrm>
            <a:off x="138019" y="1582405"/>
            <a:ext cx="11400499" cy="1212271"/>
          </a:xfrm>
          <a:prstGeom prst="rect">
            <a:avLst/>
          </a:prstGeom>
        </p:spPr>
      </p:pic>
      <p:graphicFrame>
        <p:nvGraphicFramePr>
          <p:cNvPr id="9" name="对象 8">
            <a:extLst>
              <a:ext uri="{FF2B5EF4-FFF2-40B4-BE49-F238E27FC236}">
                <a16:creationId xmlns:a16="http://schemas.microsoft.com/office/drawing/2014/main" id="{4CB32E11-8698-9D25-C76D-C6EC4A4A7CE6}"/>
              </a:ext>
            </a:extLst>
          </p:cNvPr>
          <p:cNvGraphicFramePr>
            <a:graphicFrameLocks noChangeAspect="1"/>
          </p:cNvGraphicFramePr>
          <p:nvPr>
            <p:extLst>
              <p:ext uri="{D42A27DB-BD31-4B8C-83A1-F6EECF244321}">
                <p14:modId xmlns:p14="http://schemas.microsoft.com/office/powerpoint/2010/main" val="3025710781"/>
              </p:ext>
            </p:extLst>
          </p:nvPr>
        </p:nvGraphicFramePr>
        <p:xfrm>
          <a:off x="3207333" y="2884029"/>
          <a:ext cx="5269198" cy="1113451"/>
        </p:xfrm>
        <a:graphic>
          <a:graphicData uri="http://schemas.openxmlformats.org/presentationml/2006/ole">
            <mc:AlternateContent xmlns:mc="http://schemas.openxmlformats.org/markup-compatibility/2006">
              <mc:Choice xmlns:v="urn:schemas-microsoft-com:vml" Requires="v">
                <p:oleObj name="Equation" r:id="rId4" imgW="2442021" imgH="515260" progId="Equation.DSMT4">
                  <p:embed/>
                </p:oleObj>
              </mc:Choice>
              <mc:Fallback>
                <p:oleObj name="Equation" r:id="rId4" imgW="2442021" imgH="515260" progId="Equation.DSMT4">
                  <p:embed/>
                  <p:pic>
                    <p:nvPicPr>
                      <p:cNvPr id="0" name=""/>
                      <p:cNvPicPr/>
                      <p:nvPr/>
                    </p:nvPicPr>
                    <p:blipFill>
                      <a:blip r:embed="rId5"/>
                      <a:stretch>
                        <a:fillRect/>
                      </a:stretch>
                    </p:blipFill>
                    <p:spPr>
                      <a:xfrm>
                        <a:off x="3207333" y="2884029"/>
                        <a:ext cx="5269198" cy="1113451"/>
                      </a:xfrm>
                      <a:prstGeom prst="rect">
                        <a:avLst/>
                      </a:prstGeom>
                    </p:spPr>
                  </p:pic>
                </p:oleObj>
              </mc:Fallback>
            </mc:AlternateContent>
          </a:graphicData>
        </a:graphic>
      </p:graphicFrame>
      <p:pic>
        <p:nvPicPr>
          <p:cNvPr id="10" name="图片 9">
            <a:extLst>
              <a:ext uri="{FF2B5EF4-FFF2-40B4-BE49-F238E27FC236}">
                <a16:creationId xmlns:a16="http://schemas.microsoft.com/office/drawing/2014/main" id="{E362A6D8-088F-CF5C-B709-FC7919294612}"/>
              </a:ext>
            </a:extLst>
          </p:cNvPr>
          <p:cNvPicPr>
            <a:picLocks noChangeAspect="1"/>
          </p:cNvPicPr>
          <p:nvPr/>
        </p:nvPicPr>
        <p:blipFill>
          <a:blip r:embed="rId6"/>
          <a:stretch>
            <a:fillRect/>
          </a:stretch>
        </p:blipFill>
        <p:spPr>
          <a:xfrm>
            <a:off x="774379" y="3918433"/>
            <a:ext cx="12624760" cy="814040"/>
          </a:xfrm>
          <a:prstGeom prst="rect">
            <a:avLst/>
          </a:prstGeom>
        </p:spPr>
      </p:pic>
      <p:graphicFrame>
        <p:nvGraphicFramePr>
          <p:cNvPr id="12" name="对象 11">
            <a:extLst>
              <a:ext uri="{FF2B5EF4-FFF2-40B4-BE49-F238E27FC236}">
                <a16:creationId xmlns:a16="http://schemas.microsoft.com/office/drawing/2014/main" id="{CE5F992B-BF2E-2487-6AD1-C9BAE9806835}"/>
              </a:ext>
            </a:extLst>
          </p:cNvPr>
          <p:cNvGraphicFramePr>
            <a:graphicFrameLocks noChangeAspect="1"/>
          </p:cNvGraphicFramePr>
          <p:nvPr>
            <p:extLst>
              <p:ext uri="{D42A27DB-BD31-4B8C-83A1-F6EECF244321}">
                <p14:modId xmlns:p14="http://schemas.microsoft.com/office/powerpoint/2010/main" val="3873082785"/>
              </p:ext>
            </p:extLst>
          </p:nvPr>
        </p:nvGraphicFramePr>
        <p:xfrm>
          <a:off x="2964859" y="4820508"/>
          <a:ext cx="6236882" cy="1092714"/>
        </p:xfrm>
        <a:graphic>
          <a:graphicData uri="http://schemas.openxmlformats.org/presentationml/2006/ole">
            <mc:AlternateContent xmlns:mc="http://schemas.openxmlformats.org/markup-compatibility/2006">
              <mc:Choice xmlns:v="urn:schemas-microsoft-com:vml" Requires="v">
                <p:oleObj name="Equation" r:id="rId7" imgW="2945509" imgH="515260" progId="Equation.DSMT4">
                  <p:embed/>
                </p:oleObj>
              </mc:Choice>
              <mc:Fallback>
                <p:oleObj name="Equation" r:id="rId7" imgW="2945509" imgH="515260" progId="Equation.DSMT4">
                  <p:embed/>
                  <p:pic>
                    <p:nvPicPr>
                      <p:cNvPr id="0" name=""/>
                      <p:cNvPicPr/>
                      <p:nvPr/>
                    </p:nvPicPr>
                    <p:blipFill>
                      <a:blip r:embed="rId8"/>
                      <a:stretch>
                        <a:fillRect/>
                      </a:stretch>
                    </p:blipFill>
                    <p:spPr>
                      <a:xfrm>
                        <a:off x="2964859" y="4820508"/>
                        <a:ext cx="6236882" cy="1092714"/>
                      </a:xfrm>
                      <a:prstGeom prst="rect">
                        <a:avLst/>
                      </a:prstGeom>
                    </p:spPr>
                  </p:pic>
                </p:oleObj>
              </mc:Fallback>
            </mc:AlternateContent>
          </a:graphicData>
        </a:graphic>
      </p:graphicFrame>
    </p:spTree>
    <p:extLst>
      <p:ext uri="{BB962C8B-B14F-4D97-AF65-F5344CB8AC3E}">
        <p14:creationId xmlns:p14="http://schemas.microsoft.com/office/powerpoint/2010/main" val="369943951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EC4AF-0D67-9860-8DEE-70B58939974E}"/>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FB368433-4923-282B-D858-539BE5DE5939}"/>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FFFF00"/>
                </a:solidFill>
                <a:latin typeface="华光综艺_CNKI" panose="02000500000000000000" pitchFamily="2" charset="-122"/>
                <a:ea typeface="华光综艺_CNKI" panose="02000500000000000000" pitchFamily="2" charset="-122"/>
              </a:rPr>
              <a:t>通过梯度下降求解最优参数</a:t>
            </a:r>
          </a:p>
        </p:txBody>
      </p:sp>
      <p:sp>
        <p:nvSpPr>
          <p:cNvPr id="15" name="Rectangle 3">
            <a:extLst>
              <a:ext uri="{FF2B5EF4-FFF2-40B4-BE49-F238E27FC236}">
                <a16:creationId xmlns:a16="http://schemas.microsoft.com/office/drawing/2014/main" id="{0F743041-62A0-E2B2-1A31-0279489CC90D}"/>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5" name="图片 4">
            <a:extLst>
              <a:ext uri="{FF2B5EF4-FFF2-40B4-BE49-F238E27FC236}">
                <a16:creationId xmlns:a16="http://schemas.microsoft.com/office/drawing/2014/main" id="{883B2086-533B-CB59-87AB-179BFF921E18}"/>
              </a:ext>
            </a:extLst>
          </p:cNvPr>
          <p:cNvPicPr>
            <a:picLocks noChangeAspect="1"/>
          </p:cNvPicPr>
          <p:nvPr/>
        </p:nvPicPr>
        <p:blipFill>
          <a:blip r:embed="rId3"/>
          <a:stretch>
            <a:fillRect/>
          </a:stretch>
        </p:blipFill>
        <p:spPr>
          <a:xfrm>
            <a:off x="-373591" y="1195072"/>
            <a:ext cx="10384082" cy="508045"/>
          </a:xfrm>
          <a:prstGeom prst="rect">
            <a:avLst/>
          </a:prstGeom>
        </p:spPr>
      </p:pic>
      <p:graphicFrame>
        <p:nvGraphicFramePr>
          <p:cNvPr id="9" name="对象 8">
            <a:extLst>
              <a:ext uri="{FF2B5EF4-FFF2-40B4-BE49-F238E27FC236}">
                <a16:creationId xmlns:a16="http://schemas.microsoft.com/office/drawing/2014/main" id="{FB1DC551-94BB-6D21-4349-4CE7F60CF7D2}"/>
              </a:ext>
            </a:extLst>
          </p:cNvPr>
          <p:cNvGraphicFramePr>
            <a:graphicFrameLocks noChangeAspect="1"/>
          </p:cNvGraphicFramePr>
          <p:nvPr>
            <p:extLst>
              <p:ext uri="{D42A27DB-BD31-4B8C-83A1-F6EECF244321}">
                <p14:modId xmlns:p14="http://schemas.microsoft.com/office/powerpoint/2010/main" val="462576049"/>
              </p:ext>
            </p:extLst>
          </p:nvPr>
        </p:nvGraphicFramePr>
        <p:xfrm>
          <a:off x="2337151" y="1634669"/>
          <a:ext cx="7216827" cy="1709842"/>
        </p:xfrm>
        <a:graphic>
          <a:graphicData uri="http://schemas.openxmlformats.org/presentationml/2006/ole">
            <mc:AlternateContent xmlns:mc="http://schemas.openxmlformats.org/markup-compatibility/2006">
              <mc:Choice xmlns:v="urn:schemas-microsoft-com:vml" Requires="v">
                <p:oleObj name="Equation" r:id="rId4" imgW="4066684" imgH="963454" progId="Equation.DSMT4">
                  <p:embed/>
                </p:oleObj>
              </mc:Choice>
              <mc:Fallback>
                <p:oleObj name="Equation" r:id="rId4" imgW="4066684" imgH="963454" progId="Equation.DSMT4">
                  <p:embed/>
                  <p:pic>
                    <p:nvPicPr>
                      <p:cNvPr id="0" name=""/>
                      <p:cNvPicPr/>
                      <p:nvPr/>
                    </p:nvPicPr>
                    <p:blipFill>
                      <a:blip r:embed="rId5"/>
                      <a:stretch>
                        <a:fillRect/>
                      </a:stretch>
                    </p:blipFill>
                    <p:spPr>
                      <a:xfrm>
                        <a:off x="2337151" y="1634669"/>
                        <a:ext cx="7216827" cy="1709842"/>
                      </a:xfrm>
                      <a:prstGeom prst="rect">
                        <a:avLst/>
                      </a:prstGeom>
                    </p:spPr>
                  </p:pic>
                </p:oleObj>
              </mc:Fallback>
            </mc:AlternateContent>
          </a:graphicData>
        </a:graphic>
      </p:graphicFrame>
      <p:pic>
        <p:nvPicPr>
          <p:cNvPr id="19" name="图片 18">
            <a:extLst>
              <a:ext uri="{FF2B5EF4-FFF2-40B4-BE49-F238E27FC236}">
                <a16:creationId xmlns:a16="http://schemas.microsoft.com/office/drawing/2014/main" id="{0296252B-996C-0ED9-40C6-0D6D166D3542}"/>
              </a:ext>
            </a:extLst>
          </p:cNvPr>
          <p:cNvPicPr>
            <a:picLocks noChangeAspect="1"/>
          </p:cNvPicPr>
          <p:nvPr/>
        </p:nvPicPr>
        <p:blipFill>
          <a:blip r:embed="rId6"/>
          <a:stretch>
            <a:fillRect/>
          </a:stretch>
        </p:blipFill>
        <p:spPr>
          <a:xfrm>
            <a:off x="-373591" y="3263072"/>
            <a:ext cx="10898432" cy="533209"/>
          </a:xfrm>
          <a:prstGeom prst="rect">
            <a:avLst/>
          </a:prstGeom>
        </p:spPr>
      </p:pic>
      <p:graphicFrame>
        <p:nvGraphicFramePr>
          <p:cNvPr id="20" name="对象 19">
            <a:extLst>
              <a:ext uri="{FF2B5EF4-FFF2-40B4-BE49-F238E27FC236}">
                <a16:creationId xmlns:a16="http://schemas.microsoft.com/office/drawing/2014/main" id="{4BD1C9B9-8673-F5C6-3CA7-A8D27CE9B480}"/>
              </a:ext>
            </a:extLst>
          </p:cNvPr>
          <p:cNvGraphicFramePr>
            <a:graphicFrameLocks noChangeAspect="1"/>
          </p:cNvGraphicFramePr>
          <p:nvPr>
            <p:extLst>
              <p:ext uri="{D42A27DB-BD31-4B8C-83A1-F6EECF244321}">
                <p14:modId xmlns:p14="http://schemas.microsoft.com/office/powerpoint/2010/main" val="100813912"/>
              </p:ext>
            </p:extLst>
          </p:nvPr>
        </p:nvGraphicFramePr>
        <p:xfrm>
          <a:off x="2623788" y="3897313"/>
          <a:ext cx="6643552" cy="2552065"/>
        </p:xfrm>
        <a:graphic>
          <a:graphicData uri="http://schemas.openxmlformats.org/presentationml/2006/ole">
            <mc:AlternateContent xmlns:mc="http://schemas.openxmlformats.org/markup-compatibility/2006">
              <mc:Choice xmlns:v="urn:schemas-microsoft-com:vml" Requires="v">
                <p:oleObj name="Equation" r:id="rId7" imgW="4123784" imgH="1583642" progId="Equation.DSMT4">
                  <p:embed/>
                </p:oleObj>
              </mc:Choice>
              <mc:Fallback>
                <p:oleObj name="Equation" r:id="rId7" imgW="4123784" imgH="1583642" progId="Equation.DSMT4">
                  <p:embed/>
                  <p:pic>
                    <p:nvPicPr>
                      <p:cNvPr id="0" name=""/>
                      <p:cNvPicPr/>
                      <p:nvPr/>
                    </p:nvPicPr>
                    <p:blipFill>
                      <a:blip r:embed="rId8"/>
                      <a:stretch>
                        <a:fillRect/>
                      </a:stretch>
                    </p:blipFill>
                    <p:spPr>
                      <a:xfrm>
                        <a:off x="2623788" y="3897313"/>
                        <a:ext cx="6643552" cy="2552065"/>
                      </a:xfrm>
                      <a:prstGeom prst="rect">
                        <a:avLst/>
                      </a:prstGeom>
                    </p:spPr>
                  </p:pic>
                </p:oleObj>
              </mc:Fallback>
            </mc:AlternateContent>
          </a:graphicData>
        </a:graphic>
      </p:graphicFrame>
    </p:spTree>
    <p:extLst>
      <p:ext uri="{BB962C8B-B14F-4D97-AF65-F5344CB8AC3E}">
        <p14:creationId xmlns:p14="http://schemas.microsoft.com/office/powerpoint/2010/main" val="91430038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DF6DA-492C-F242-501A-79F31FD1AE9D}"/>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A57B5ED2-3559-2478-1FBF-47B0E9CC845E}"/>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FFFF00"/>
                </a:solidFill>
                <a:latin typeface="华光综艺_CNKI" panose="02000500000000000000" pitchFamily="2" charset="-122"/>
                <a:ea typeface="华光综艺_CNKI" panose="02000500000000000000" pitchFamily="2" charset="-122"/>
              </a:rPr>
              <a:t>通过梯度下降求解最优参数</a:t>
            </a:r>
          </a:p>
        </p:txBody>
      </p:sp>
      <p:sp>
        <p:nvSpPr>
          <p:cNvPr id="15" name="Rectangle 3">
            <a:extLst>
              <a:ext uri="{FF2B5EF4-FFF2-40B4-BE49-F238E27FC236}">
                <a16:creationId xmlns:a16="http://schemas.microsoft.com/office/drawing/2014/main" id="{AAED7B6A-1805-0D17-870A-4C5B8C4D4397}"/>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4" name="图片 3">
            <a:extLst>
              <a:ext uri="{FF2B5EF4-FFF2-40B4-BE49-F238E27FC236}">
                <a16:creationId xmlns:a16="http://schemas.microsoft.com/office/drawing/2014/main" id="{C4462D7F-4745-9114-2FAE-E2B789343C26}"/>
              </a:ext>
            </a:extLst>
          </p:cNvPr>
          <p:cNvPicPr>
            <a:picLocks noChangeAspect="1"/>
          </p:cNvPicPr>
          <p:nvPr/>
        </p:nvPicPr>
        <p:blipFill>
          <a:blip r:embed="rId3"/>
          <a:stretch>
            <a:fillRect/>
          </a:stretch>
        </p:blipFill>
        <p:spPr>
          <a:xfrm>
            <a:off x="514942" y="1615168"/>
            <a:ext cx="10745386" cy="1048404"/>
          </a:xfrm>
          <a:prstGeom prst="rect">
            <a:avLst/>
          </a:prstGeom>
        </p:spPr>
      </p:pic>
      <p:sp>
        <p:nvSpPr>
          <p:cNvPr id="9" name="Rectangle 2">
            <a:extLst>
              <a:ext uri="{FF2B5EF4-FFF2-40B4-BE49-F238E27FC236}">
                <a16:creationId xmlns:a16="http://schemas.microsoft.com/office/drawing/2014/main" id="{F9CAC1E2-55AB-1964-3327-E79969BC39FC}"/>
              </a:ext>
            </a:extLst>
          </p:cNvPr>
          <p:cNvSpPr>
            <a:spLocks noChangeArrowheads="1"/>
          </p:cNvSpPr>
          <p:nvPr/>
        </p:nvSpPr>
        <p:spPr bwMode="auto">
          <a:xfrm>
            <a:off x="-6847395" y="3177553"/>
            <a:ext cx="2019382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graphicFrame>
        <p:nvGraphicFramePr>
          <p:cNvPr id="10" name="对象 9">
            <a:extLst>
              <a:ext uri="{FF2B5EF4-FFF2-40B4-BE49-F238E27FC236}">
                <a16:creationId xmlns:a16="http://schemas.microsoft.com/office/drawing/2014/main" id="{578B0032-2A5D-7A75-5D81-F3ADEC2CD909}"/>
              </a:ext>
            </a:extLst>
          </p:cNvPr>
          <p:cNvGraphicFramePr>
            <a:graphicFrameLocks noChangeAspect="1"/>
          </p:cNvGraphicFramePr>
          <p:nvPr>
            <p:extLst>
              <p:ext uri="{D42A27DB-BD31-4B8C-83A1-F6EECF244321}">
                <p14:modId xmlns:p14="http://schemas.microsoft.com/office/powerpoint/2010/main" val="2658200334"/>
              </p:ext>
            </p:extLst>
          </p:nvPr>
        </p:nvGraphicFramePr>
        <p:xfrm>
          <a:off x="3411204" y="2798175"/>
          <a:ext cx="4952861" cy="1126463"/>
        </p:xfrm>
        <a:graphic>
          <a:graphicData uri="http://schemas.openxmlformats.org/presentationml/2006/ole">
            <mc:AlternateContent xmlns:mc="http://schemas.openxmlformats.org/markup-compatibility/2006">
              <mc:Choice xmlns:v="urn:schemas-microsoft-com:vml" Requires="v">
                <p:oleObj name="Equation" r:id="rId4" imgW="1752600" imgH="393700" progId="Equation.DSMT4">
                  <p:embed/>
                </p:oleObj>
              </mc:Choice>
              <mc:Fallback>
                <p:oleObj name="Equation" r:id="rId4" imgW="1752600" imgH="393700" progId="Equation.DSMT4">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1204" y="2798175"/>
                        <a:ext cx="4952861" cy="1126463"/>
                      </a:xfrm>
                      <a:prstGeom prst="rect">
                        <a:avLst/>
                      </a:prstGeom>
                      <a:noFill/>
                    </p:spPr>
                  </p:pic>
                </p:oleObj>
              </mc:Fallback>
            </mc:AlternateContent>
          </a:graphicData>
        </a:graphic>
      </p:graphicFrame>
      <p:pic>
        <p:nvPicPr>
          <p:cNvPr id="12" name="图片 11">
            <a:extLst>
              <a:ext uri="{FF2B5EF4-FFF2-40B4-BE49-F238E27FC236}">
                <a16:creationId xmlns:a16="http://schemas.microsoft.com/office/drawing/2014/main" id="{70031C48-4DFC-905A-44CF-CD5555C67B1C}"/>
              </a:ext>
            </a:extLst>
          </p:cNvPr>
          <p:cNvPicPr>
            <a:picLocks noChangeAspect="1"/>
          </p:cNvPicPr>
          <p:nvPr/>
        </p:nvPicPr>
        <p:blipFill>
          <a:blip r:embed="rId6"/>
          <a:stretch>
            <a:fillRect/>
          </a:stretch>
        </p:blipFill>
        <p:spPr>
          <a:xfrm>
            <a:off x="514942" y="3924638"/>
            <a:ext cx="10868006" cy="1060368"/>
          </a:xfrm>
          <a:prstGeom prst="rect">
            <a:avLst/>
          </a:prstGeom>
        </p:spPr>
      </p:pic>
      <p:graphicFrame>
        <p:nvGraphicFramePr>
          <p:cNvPr id="14" name="对象 13">
            <a:extLst>
              <a:ext uri="{FF2B5EF4-FFF2-40B4-BE49-F238E27FC236}">
                <a16:creationId xmlns:a16="http://schemas.microsoft.com/office/drawing/2014/main" id="{A9E2D0EE-9E1D-D561-B19B-FD228534783C}"/>
              </a:ext>
            </a:extLst>
          </p:cNvPr>
          <p:cNvGraphicFramePr>
            <a:graphicFrameLocks noChangeAspect="1"/>
          </p:cNvGraphicFramePr>
          <p:nvPr>
            <p:extLst>
              <p:ext uri="{D42A27DB-BD31-4B8C-83A1-F6EECF244321}">
                <p14:modId xmlns:p14="http://schemas.microsoft.com/office/powerpoint/2010/main" val="3848273732"/>
              </p:ext>
            </p:extLst>
          </p:nvPr>
        </p:nvGraphicFramePr>
        <p:xfrm>
          <a:off x="4712443" y="5154174"/>
          <a:ext cx="2211705" cy="695720"/>
        </p:xfrm>
        <a:graphic>
          <a:graphicData uri="http://schemas.openxmlformats.org/presentationml/2006/ole">
            <mc:AlternateContent xmlns:mc="http://schemas.openxmlformats.org/markup-compatibility/2006">
              <mc:Choice xmlns:v="urn:schemas-microsoft-com:vml" Requires="v">
                <p:oleObj name="Equation" r:id="rId7" imgW="817000" imgH="257450" progId="Equation.DSMT4">
                  <p:embed/>
                </p:oleObj>
              </mc:Choice>
              <mc:Fallback>
                <p:oleObj name="Equation" r:id="rId7" imgW="817000" imgH="257450" progId="Equation.DSMT4">
                  <p:embed/>
                  <p:pic>
                    <p:nvPicPr>
                      <p:cNvPr id="0" name=""/>
                      <p:cNvPicPr/>
                      <p:nvPr/>
                    </p:nvPicPr>
                    <p:blipFill>
                      <a:blip r:embed="rId8"/>
                      <a:stretch>
                        <a:fillRect/>
                      </a:stretch>
                    </p:blipFill>
                    <p:spPr>
                      <a:xfrm>
                        <a:off x="4712443" y="5154174"/>
                        <a:ext cx="2211705" cy="695720"/>
                      </a:xfrm>
                      <a:prstGeom prst="rect">
                        <a:avLst/>
                      </a:prstGeom>
                    </p:spPr>
                  </p:pic>
                </p:oleObj>
              </mc:Fallback>
            </mc:AlternateContent>
          </a:graphicData>
        </a:graphic>
      </p:graphicFrame>
    </p:spTree>
    <p:extLst>
      <p:ext uri="{BB962C8B-B14F-4D97-AF65-F5344CB8AC3E}">
        <p14:creationId xmlns:p14="http://schemas.microsoft.com/office/powerpoint/2010/main" val="56156165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C9419-7E90-A1B3-51CF-BDB0CC56BB97}"/>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8E00B2FF-E6EB-32C0-F433-5F0F89864B05}"/>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3200" dirty="0" err="1">
                <a:solidFill>
                  <a:srgbClr val="FFFF00"/>
                </a:solidFill>
                <a:latin typeface="华光综艺_CNKI" panose="02000500000000000000" pitchFamily="2" charset="-122"/>
                <a:ea typeface="华光综艺_CNKI" panose="02000500000000000000" pitchFamily="2" charset="-122"/>
              </a:rPr>
              <a:t>OvR</a:t>
            </a:r>
            <a:r>
              <a:rPr lang="zh-CN" altLang="en-US" sz="3200" dirty="0">
                <a:solidFill>
                  <a:srgbClr val="FFFF00"/>
                </a:solidFill>
                <a:latin typeface="华光综艺_CNKI" panose="02000500000000000000" pitchFamily="2" charset="-122"/>
                <a:ea typeface="华光综艺_CNKI" panose="02000500000000000000" pitchFamily="2" charset="-122"/>
              </a:rPr>
              <a:t>和</a:t>
            </a:r>
            <a:r>
              <a:rPr lang="en-US" altLang="zh-CN" sz="3200" dirty="0" err="1">
                <a:solidFill>
                  <a:srgbClr val="FFFF00"/>
                </a:solidFill>
                <a:latin typeface="华光综艺_CNKI" panose="02000500000000000000" pitchFamily="2" charset="-122"/>
                <a:ea typeface="华光综艺_CNKI" panose="02000500000000000000" pitchFamily="2" charset="-122"/>
              </a:rPr>
              <a:t>OvO</a:t>
            </a:r>
            <a:endParaRPr lang="en-US" altLang="zh-CN" sz="3200" dirty="0">
              <a:solidFill>
                <a:srgbClr val="FFFF00"/>
              </a:solidFill>
              <a:latin typeface="华光综艺_CNKI" panose="02000500000000000000" pitchFamily="2" charset="-122"/>
              <a:ea typeface="华光综艺_CNKI" panose="02000500000000000000" pitchFamily="2" charset="-122"/>
            </a:endParaRPr>
          </a:p>
        </p:txBody>
      </p:sp>
      <p:sp>
        <p:nvSpPr>
          <p:cNvPr id="15" name="Rectangle 3">
            <a:extLst>
              <a:ext uri="{FF2B5EF4-FFF2-40B4-BE49-F238E27FC236}">
                <a16:creationId xmlns:a16="http://schemas.microsoft.com/office/drawing/2014/main" id="{43C5B3E2-8913-F398-02BE-9E0A07664CB9}"/>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文本框 4">
            <a:extLst>
              <a:ext uri="{FF2B5EF4-FFF2-40B4-BE49-F238E27FC236}">
                <a16:creationId xmlns:a16="http://schemas.microsoft.com/office/drawing/2014/main" id="{D13FC637-7BC0-8EA6-8FB9-B852E2181776}"/>
              </a:ext>
            </a:extLst>
          </p:cNvPr>
          <p:cNvSpPr txBox="1"/>
          <p:nvPr/>
        </p:nvSpPr>
        <p:spPr>
          <a:xfrm>
            <a:off x="375813" y="1145499"/>
            <a:ext cx="10956911" cy="830997"/>
          </a:xfrm>
          <a:prstGeom prst="rect">
            <a:avLst/>
          </a:prstGeom>
          <a:noFill/>
        </p:spPr>
        <p:txBody>
          <a:bodyPr wrap="square">
            <a:spAutoFit/>
          </a:bodyPr>
          <a:lstStyle>
            <a:defPPr>
              <a:defRPr lang="zh-CN"/>
            </a:defPPr>
            <a:lvl1pPr>
              <a:defRPr sz="2400">
                <a:latin typeface="微软雅黑" panose="020B0503020204020204" pitchFamily="34" charset="-122"/>
                <a:ea typeface="微软雅黑" panose="020B0503020204020204" pitchFamily="34" charset="-122"/>
              </a:defRPr>
            </a:lvl1pPr>
          </a:lstStyle>
          <a:p>
            <a:r>
              <a:rPr lang="en-US" altLang="zh-CN" dirty="0"/>
              <a:t>Logistic</a:t>
            </a:r>
            <a:r>
              <a:rPr lang="zh-CN" altLang="en-US" dirty="0"/>
              <a:t>回归可完成二分类问题，但在实际应用中，有许多问题需要对多个类别进行分类。</a:t>
            </a:r>
          </a:p>
        </p:txBody>
      </p:sp>
      <p:pic>
        <p:nvPicPr>
          <p:cNvPr id="10" name="图形 1">
            <a:extLst>
              <a:ext uri="{FF2B5EF4-FFF2-40B4-BE49-F238E27FC236}">
                <a16:creationId xmlns:a16="http://schemas.microsoft.com/office/drawing/2014/main" id="{0060C2D0-5B49-2AD4-BF9A-CF1613BC86D4}"/>
              </a:ext>
            </a:extLst>
          </p:cNvPr>
          <p:cNvPicPr>
            <a:picLocks noChangeAspect="1"/>
          </p:cNvPicPr>
          <p:nvPr/>
        </p:nvPicPr>
        <p:blipFill>
          <a:blip r:embed="rId3">
            <a:extLst>
              <a:ext uri="{96DAC541-7B7A-43D3-8B79-37D633B846F1}">
                <asvg:svgBlip xmlns:asvg="http://schemas.microsoft.com/office/drawing/2016/SVG/main" r:embed="rId4"/>
              </a:ext>
            </a:extLst>
          </a:blip>
          <a:srcRect r="47383"/>
          <a:stretch/>
        </p:blipFill>
        <p:spPr>
          <a:xfrm>
            <a:off x="6502423" y="1763713"/>
            <a:ext cx="5441927" cy="4947238"/>
          </a:xfrm>
          <a:prstGeom prst="rect">
            <a:avLst/>
          </a:prstGeom>
        </p:spPr>
      </p:pic>
      <p:sp>
        <p:nvSpPr>
          <p:cNvPr id="12" name="文本框 11">
            <a:extLst>
              <a:ext uri="{FF2B5EF4-FFF2-40B4-BE49-F238E27FC236}">
                <a16:creationId xmlns:a16="http://schemas.microsoft.com/office/drawing/2014/main" id="{09424E4C-52AE-E418-F321-D11DDA4F4893}"/>
              </a:ext>
            </a:extLst>
          </p:cNvPr>
          <p:cNvSpPr txBox="1"/>
          <p:nvPr/>
        </p:nvSpPr>
        <p:spPr>
          <a:xfrm>
            <a:off x="346629" y="2553573"/>
            <a:ext cx="5749371" cy="4154984"/>
          </a:xfrm>
          <a:prstGeom prst="rect">
            <a:avLst/>
          </a:prstGeom>
          <a:noFill/>
        </p:spPr>
        <p:txBody>
          <a:bodyPr wrap="square">
            <a:spAutoFit/>
          </a:bodyPr>
          <a:lstStyle>
            <a:defPPr>
              <a:defRPr lang="zh-CN"/>
            </a:defPPr>
            <a:lvl1pPr>
              <a:defRPr sz="2400">
                <a:latin typeface="微软雅黑" panose="020B0503020204020204" pitchFamily="34" charset="-122"/>
                <a:ea typeface="微软雅黑" panose="020B0503020204020204" pitchFamily="34" charset="-122"/>
              </a:defRPr>
            </a:lvl1pPr>
          </a:lstStyle>
          <a:p>
            <a:r>
              <a:rPr lang="zh-CN" altLang="en-US" dirty="0"/>
              <a:t>在</a:t>
            </a:r>
            <a:r>
              <a:rPr lang="en-US" altLang="zh-CN" dirty="0" err="1"/>
              <a:t>OvR</a:t>
            </a:r>
            <a:r>
              <a:rPr lang="zh-CN" altLang="en-US" dirty="0"/>
              <a:t>中，对于具有</a:t>
            </a:r>
            <a:r>
              <a:rPr lang="en-US" altLang="zh-CN" dirty="0"/>
              <a:t>N</a:t>
            </a:r>
            <a:r>
              <a:rPr lang="zh-CN" altLang="en-US" dirty="0"/>
              <a:t>个类别的问题，首先，将其转化为</a:t>
            </a:r>
            <a:r>
              <a:rPr lang="en-US" altLang="zh-CN" dirty="0"/>
              <a:t>N</a:t>
            </a:r>
            <a:r>
              <a:rPr lang="zh-CN" altLang="en-US" dirty="0"/>
              <a:t>个二元分类问题。然后，对于每个类别，训练一个分类器来区分该类别与其他所有类别的组合。</a:t>
            </a:r>
            <a:endParaRPr lang="en-US" altLang="zh-CN" dirty="0"/>
          </a:p>
          <a:p>
            <a:endParaRPr lang="en-US" altLang="zh-CN" dirty="0"/>
          </a:p>
          <a:p>
            <a:r>
              <a:rPr lang="zh-CN" altLang="zh-CN" dirty="0"/>
              <a:t>因此，对于</a:t>
            </a:r>
            <a:r>
              <a:rPr lang="en-US" altLang="zh-CN" dirty="0"/>
              <a:t>N</a:t>
            </a:r>
            <a:r>
              <a:rPr lang="zh-CN" altLang="zh-CN" dirty="0"/>
              <a:t>个类别，需要训练</a:t>
            </a:r>
            <a:r>
              <a:rPr lang="en-US" altLang="zh-CN" dirty="0"/>
              <a:t>N</a:t>
            </a:r>
            <a:r>
              <a:rPr lang="zh-CN" altLang="zh-CN" dirty="0"/>
              <a:t>个分类器。在预测阶段，使用</a:t>
            </a:r>
            <a:r>
              <a:rPr lang="en-US" altLang="zh-CN" dirty="0"/>
              <a:t>N</a:t>
            </a:r>
            <a:r>
              <a:rPr lang="zh-CN" altLang="zh-CN" dirty="0"/>
              <a:t>个分类器分别进行预测，将置信度（在</a:t>
            </a:r>
            <a:r>
              <a:rPr lang="en-US" altLang="zh-CN" dirty="0"/>
              <a:t>Logistic</a:t>
            </a:r>
            <a:r>
              <a:rPr lang="zh-CN" altLang="zh-CN" dirty="0"/>
              <a:t>回归中，</a:t>
            </a:r>
            <a:r>
              <a:rPr lang="en-US" altLang="zh-CN" dirty="0"/>
              <a:t>p</a:t>
            </a:r>
            <a:r>
              <a:rPr lang="zh-CN" altLang="zh-CN" dirty="0"/>
              <a:t>值可作为置信度）最高的类别作为最终的预测结果。</a:t>
            </a:r>
          </a:p>
          <a:p>
            <a:endParaRPr lang="zh-CN" altLang="en-US" dirty="0"/>
          </a:p>
        </p:txBody>
      </p:sp>
    </p:spTree>
    <p:extLst>
      <p:ext uri="{BB962C8B-B14F-4D97-AF65-F5344CB8AC3E}">
        <p14:creationId xmlns:p14="http://schemas.microsoft.com/office/powerpoint/2010/main" val="358961555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37CAC-3997-79C0-9E29-0D323498EDBC}"/>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A1145A0A-F986-E81C-6248-102D6A4BDCE0}"/>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3200" dirty="0" err="1">
                <a:solidFill>
                  <a:srgbClr val="FFFF00"/>
                </a:solidFill>
                <a:latin typeface="华光综艺_CNKI" panose="02000500000000000000" pitchFamily="2" charset="-122"/>
                <a:ea typeface="华光综艺_CNKI" panose="02000500000000000000" pitchFamily="2" charset="-122"/>
              </a:rPr>
              <a:t>OvR</a:t>
            </a:r>
            <a:r>
              <a:rPr lang="zh-CN" altLang="en-US" sz="3200" dirty="0">
                <a:solidFill>
                  <a:srgbClr val="FFFF00"/>
                </a:solidFill>
                <a:latin typeface="华光综艺_CNKI" panose="02000500000000000000" pitchFamily="2" charset="-122"/>
                <a:ea typeface="华光综艺_CNKI" panose="02000500000000000000" pitchFamily="2" charset="-122"/>
              </a:rPr>
              <a:t>和</a:t>
            </a:r>
            <a:r>
              <a:rPr lang="en-US" altLang="zh-CN" sz="3200" dirty="0" err="1">
                <a:solidFill>
                  <a:srgbClr val="FFFF00"/>
                </a:solidFill>
                <a:latin typeface="华光综艺_CNKI" panose="02000500000000000000" pitchFamily="2" charset="-122"/>
                <a:ea typeface="华光综艺_CNKI" panose="02000500000000000000" pitchFamily="2" charset="-122"/>
              </a:rPr>
              <a:t>OvO</a:t>
            </a:r>
            <a:endParaRPr lang="en-US" altLang="zh-CN" sz="3200" dirty="0">
              <a:solidFill>
                <a:srgbClr val="FFFF00"/>
              </a:solidFill>
              <a:latin typeface="华光综艺_CNKI" panose="02000500000000000000" pitchFamily="2" charset="-122"/>
              <a:ea typeface="华光综艺_CNKI" panose="02000500000000000000" pitchFamily="2" charset="-122"/>
            </a:endParaRPr>
          </a:p>
        </p:txBody>
      </p:sp>
      <p:sp>
        <p:nvSpPr>
          <p:cNvPr id="15" name="Rectangle 3">
            <a:extLst>
              <a:ext uri="{FF2B5EF4-FFF2-40B4-BE49-F238E27FC236}">
                <a16:creationId xmlns:a16="http://schemas.microsoft.com/office/drawing/2014/main" id="{2AC5FD31-23B8-01F0-6AC4-817933F4DAD7}"/>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文本框 4">
            <a:extLst>
              <a:ext uri="{FF2B5EF4-FFF2-40B4-BE49-F238E27FC236}">
                <a16:creationId xmlns:a16="http://schemas.microsoft.com/office/drawing/2014/main" id="{38A3B7E8-9DBF-F083-4B95-FA527AA81C3E}"/>
              </a:ext>
            </a:extLst>
          </p:cNvPr>
          <p:cNvSpPr txBox="1"/>
          <p:nvPr/>
        </p:nvSpPr>
        <p:spPr>
          <a:xfrm>
            <a:off x="346629" y="1009311"/>
            <a:ext cx="10976367" cy="830997"/>
          </a:xfrm>
          <a:prstGeom prst="rect">
            <a:avLst/>
          </a:prstGeom>
          <a:noFill/>
        </p:spPr>
        <p:txBody>
          <a:bodyPr wrap="square">
            <a:spAutoFit/>
          </a:bodyPr>
          <a:lstStyle>
            <a:defPPr>
              <a:defRPr lang="zh-CN"/>
            </a:defPPr>
            <a:lvl1pPr>
              <a:defRPr sz="2400">
                <a:latin typeface="微软雅黑" panose="020B0503020204020204" pitchFamily="34" charset="-122"/>
                <a:ea typeface="微软雅黑" panose="020B0503020204020204" pitchFamily="34" charset="-122"/>
              </a:defRPr>
            </a:lvl1pPr>
          </a:lstStyle>
          <a:p>
            <a:r>
              <a:rPr lang="en-US" altLang="zh-CN" dirty="0"/>
              <a:t>Logistic</a:t>
            </a:r>
            <a:r>
              <a:rPr lang="zh-CN" altLang="en-US" dirty="0"/>
              <a:t>回归可完成二分类问题，但在实际应用中，有许多问题需要对多个类别进行分类。</a:t>
            </a:r>
          </a:p>
        </p:txBody>
      </p:sp>
      <p:pic>
        <p:nvPicPr>
          <p:cNvPr id="10" name="图形 1">
            <a:extLst>
              <a:ext uri="{FF2B5EF4-FFF2-40B4-BE49-F238E27FC236}">
                <a16:creationId xmlns:a16="http://schemas.microsoft.com/office/drawing/2014/main" id="{27A31C8D-260D-482A-37C7-5909C66B41C9}"/>
              </a:ext>
            </a:extLst>
          </p:cNvPr>
          <p:cNvPicPr>
            <a:picLocks noChangeAspect="1"/>
          </p:cNvPicPr>
          <p:nvPr/>
        </p:nvPicPr>
        <p:blipFill>
          <a:blip r:embed="rId3">
            <a:extLst>
              <a:ext uri="{96DAC541-7B7A-43D3-8B79-37D633B846F1}">
                <asvg:svgBlip xmlns:asvg="http://schemas.microsoft.com/office/drawing/2016/SVG/main" r:embed="rId4"/>
              </a:ext>
            </a:extLst>
          </a:blip>
          <a:srcRect l="54788" t="648" r="-7405" b="-648"/>
          <a:stretch/>
        </p:blipFill>
        <p:spPr>
          <a:xfrm>
            <a:off x="7142503" y="1662564"/>
            <a:ext cx="5441927" cy="4947238"/>
          </a:xfrm>
          <a:prstGeom prst="rect">
            <a:avLst/>
          </a:prstGeom>
        </p:spPr>
      </p:pic>
      <p:sp>
        <p:nvSpPr>
          <p:cNvPr id="12" name="文本框 11">
            <a:extLst>
              <a:ext uri="{FF2B5EF4-FFF2-40B4-BE49-F238E27FC236}">
                <a16:creationId xmlns:a16="http://schemas.microsoft.com/office/drawing/2014/main" id="{55B898A8-65E2-9A1F-24E8-944EB6DC88E1}"/>
              </a:ext>
            </a:extLst>
          </p:cNvPr>
          <p:cNvSpPr txBox="1"/>
          <p:nvPr/>
        </p:nvSpPr>
        <p:spPr>
          <a:xfrm>
            <a:off x="346629" y="2553573"/>
            <a:ext cx="5749371" cy="3416320"/>
          </a:xfrm>
          <a:prstGeom prst="rect">
            <a:avLst/>
          </a:prstGeom>
          <a:noFill/>
        </p:spPr>
        <p:txBody>
          <a:bodyPr wrap="square">
            <a:spAutoFit/>
          </a:bodyPr>
          <a:lstStyle>
            <a:defPPr>
              <a:defRPr lang="zh-CN"/>
            </a:defPPr>
            <a:lvl1pPr>
              <a:defRPr sz="2400">
                <a:latin typeface="微软雅黑" panose="020B0503020204020204" pitchFamily="34" charset="-122"/>
                <a:ea typeface="微软雅黑" panose="020B0503020204020204" pitchFamily="34" charset="-122"/>
              </a:defRPr>
            </a:lvl1pPr>
          </a:lstStyle>
          <a:p>
            <a:r>
              <a:rPr lang="zh-CN" altLang="en-US" dirty="0"/>
              <a:t>在</a:t>
            </a:r>
            <a:r>
              <a:rPr lang="en-US" altLang="zh-CN" dirty="0" err="1"/>
              <a:t>OvO</a:t>
            </a:r>
            <a:r>
              <a:rPr lang="zh-CN" altLang="en-US" dirty="0"/>
              <a:t>中，对于具有</a:t>
            </a:r>
            <a:r>
              <a:rPr lang="en-US" altLang="zh-CN" dirty="0"/>
              <a:t>N</a:t>
            </a:r>
            <a:r>
              <a:rPr lang="zh-CN" altLang="en-US" dirty="0"/>
              <a:t>个类别的问题，将其转化为 个二元分类问题，换言之，需要针对“每对”类别训练一个分类器。</a:t>
            </a:r>
            <a:endParaRPr lang="en-US" altLang="zh-CN" dirty="0"/>
          </a:p>
          <a:p>
            <a:endParaRPr lang="en-US" altLang="zh-CN" dirty="0"/>
          </a:p>
          <a:p>
            <a:r>
              <a:rPr lang="zh-CN" altLang="en-US" dirty="0"/>
              <a:t>例如，对于某三分类问题，三个类别分别为</a:t>
            </a:r>
            <a:r>
              <a:rPr lang="en-US" altLang="zh-CN" dirty="0"/>
              <a:t>A</a:t>
            </a:r>
            <a:r>
              <a:rPr lang="zh-CN" altLang="en-US" dirty="0"/>
              <a:t>、</a:t>
            </a:r>
            <a:r>
              <a:rPr lang="en-US" altLang="zh-CN" dirty="0"/>
              <a:t>B</a:t>
            </a:r>
            <a:r>
              <a:rPr lang="zh-CN" altLang="en-US" dirty="0"/>
              <a:t>和</a:t>
            </a:r>
            <a:r>
              <a:rPr lang="en-US" altLang="zh-CN" dirty="0"/>
              <a:t>C</a:t>
            </a:r>
            <a:r>
              <a:rPr lang="zh-CN" altLang="en-US" dirty="0"/>
              <a:t>，则需要训练</a:t>
            </a:r>
            <a:r>
              <a:rPr lang="en-US" altLang="zh-CN" dirty="0"/>
              <a:t>3</a:t>
            </a:r>
            <a:r>
              <a:rPr lang="zh-CN" altLang="en-US" dirty="0"/>
              <a:t>个分类器，分别是对</a:t>
            </a:r>
            <a:r>
              <a:rPr lang="en-US" altLang="zh-CN" dirty="0"/>
              <a:t>AB</a:t>
            </a:r>
            <a:r>
              <a:rPr lang="zh-CN" altLang="en-US" dirty="0"/>
              <a:t>，</a:t>
            </a:r>
            <a:r>
              <a:rPr lang="en-US" altLang="zh-CN" dirty="0"/>
              <a:t>BC</a:t>
            </a:r>
            <a:r>
              <a:rPr lang="zh-CN" altLang="en-US" dirty="0"/>
              <a:t>，</a:t>
            </a:r>
            <a:r>
              <a:rPr lang="en-US" altLang="zh-CN" dirty="0"/>
              <a:t>AC</a:t>
            </a:r>
            <a:r>
              <a:rPr lang="zh-CN" altLang="en-US" dirty="0"/>
              <a:t>进行分类。在预测阶段，通过对所有分类器的结果进行投票或应用其它决策规则来确定最终的预测结果。</a:t>
            </a:r>
          </a:p>
        </p:txBody>
      </p:sp>
    </p:spTree>
    <p:extLst>
      <p:ext uri="{BB962C8B-B14F-4D97-AF65-F5344CB8AC3E}">
        <p14:creationId xmlns:p14="http://schemas.microsoft.com/office/powerpoint/2010/main" val="410057306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BA39D-4502-51F2-4C3B-C6D8B286C0EF}"/>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44A732A3-C726-E0AD-D45A-30015FDFE47E}"/>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FFFF00"/>
                </a:solidFill>
                <a:latin typeface="华光综艺_CNKI" panose="02000500000000000000" pitchFamily="2" charset="-122"/>
                <a:ea typeface="华光综艺_CNKI" panose="02000500000000000000" pitchFamily="2" charset="-122"/>
              </a:rPr>
              <a:t>实践案例：基于</a:t>
            </a:r>
            <a:r>
              <a:rPr lang="en-US" altLang="zh-CN" sz="3200" dirty="0">
                <a:solidFill>
                  <a:srgbClr val="FFFF00"/>
                </a:solidFill>
                <a:latin typeface="华光综艺_CNKI" panose="02000500000000000000" pitchFamily="2" charset="-122"/>
                <a:ea typeface="华光综艺_CNKI" panose="02000500000000000000" pitchFamily="2" charset="-122"/>
              </a:rPr>
              <a:t>Logistic</a:t>
            </a:r>
            <a:r>
              <a:rPr lang="zh-CN" altLang="en-US" sz="3200" dirty="0">
                <a:solidFill>
                  <a:srgbClr val="FFFF00"/>
                </a:solidFill>
                <a:latin typeface="华光综艺_CNKI" panose="02000500000000000000" pitchFamily="2" charset="-122"/>
                <a:ea typeface="华光综艺_CNKI" panose="02000500000000000000" pitchFamily="2" charset="-122"/>
              </a:rPr>
              <a:t>回归的肝病预测</a:t>
            </a:r>
          </a:p>
        </p:txBody>
      </p:sp>
      <p:sp>
        <p:nvSpPr>
          <p:cNvPr id="15" name="Rectangle 3">
            <a:extLst>
              <a:ext uri="{FF2B5EF4-FFF2-40B4-BE49-F238E27FC236}">
                <a16:creationId xmlns:a16="http://schemas.microsoft.com/office/drawing/2014/main" id="{2DF69B4E-844C-8A9D-6D95-266ED5D30578}"/>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文本框 5">
            <a:extLst>
              <a:ext uri="{FF2B5EF4-FFF2-40B4-BE49-F238E27FC236}">
                <a16:creationId xmlns:a16="http://schemas.microsoft.com/office/drawing/2014/main" id="{3B43669E-9099-9A9B-0E9B-98CE1D884498}"/>
              </a:ext>
            </a:extLst>
          </p:cNvPr>
          <p:cNvSpPr txBox="1"/>
          <p:nvPr/>
        </p:nvSpPr>
        <p:spPr>
          <a:xfrm>
            <a:off x="288738" y="1207843"/>
            <a:ext cx="11691059" cy="1200329"/>
          </a:xfrm>
          <a:prstGeom prst="rect">
            <a:avLst/>
          </a:prstGeom>
          <a:noFill/>
        </p:spPr>
        <p:txBody>
          <a:bodyPr wrap="square">
            <a:spAutoFit/>
          </a:bodyPr>
          <a:lstStyle>
            <a:defPPr>
              <a:defRPr lang="zh-CN"/>
            </a:defPPr>
            <a:lvl1pPr>
              <a:defRPr sz="2400" b="1">
                <a:solidFill>
                  <a:srgbClr val="FF0000"/>
                </a:solidFill>
                <a:latin typeface="微软雅黑" panose="020B0503020204020204" pitchFamily="34" charset="-122"/>
                <a:ea typeface="微软雅黑" panose="020B0503020204020204" pitchFamily="34" charset="-122"/>
              </a:defRPr>
            </a:lvl1pPr>
          </a:lstStyle>
          <a:p>
            <a:r>
              <a:rPr lang="zh-CN" altLang="en-US" b="0" dirty="0">
                <a:solidFill>
                  <a:schemeClr val="tx1"/>
                </a:solidFill>
              </a:rPr>
              <a:t>本节利用</a:t>
            </a:r>
            <a:r>
              <a:rPr lang="en-US" altLang="zh-CN" b="0" dirty="0">
                <a:solidFill>
                  <a:schemeClr val="tx1"/>
                </a:solidFill>
              </a:rPr>
              <a:t>Logistic</a:t>
            </a:r>
            <a:r>
              <a:rPr lang="zh-CN" altLang="en-US" b="0" dirty="0">
                <a:solidFill>
                  <a:schemeClr val="tx1"/>
                </a:solidFill>
              </a:rPr>
              <a:t>回归算法对病人是否患有肝病进行预测，使用的数据集是来自印度安得拉邦东北部的</a:t>
            </a:r>
            <a:r>
              <a:rPr lang="en-US" altLang="zh-CN" b="0" dirty="0">
                <a:solidFill>
                  <a:schemeClr val="tx1"/>
                </a:solidFill>
              </a:rPr>
              <a:t>416</a:t>
            </a:r>
            <a:r>
              <a:rPr lang="zh-CN" altLang="en-US" b="0" dirty="0">
                <a:solidFill>
                  <a:schemeClr val="tx1"/>
                </a:solidFill>
              </a:rPr>
              <a:t>位肝病患者记录和</a:t>
            </a:r>
            <a:r>
              <a:rPr lang="en-US" altLang="zh-CN" b="0" dirty="0">
                <a:solidFill>
                  <a:schemeClr val="tx1"/>
                </a:solidFill>
              </a:rPr>
              <a:t>167</a:t>
            </a:r>
            <a:r>
              <a:rPr lang="zh-CN" altLang="en-US" b="0" dirty="0">
                <a:solidFill>
                  <a:schemeClr val="tx1"/>
                </a:solidFill>
              </a:rPr>
              <a:t>位非肝病患者的部分医学指标记录，在“是否患有肝病”中，如果患者患有肝病，则为</a:t>
            </a:r>
            <a:r>
              <a:rPr lang="en-US" altLang="zh-CN" b="0" dirty="0">
                <a:solidFill>
                  <a:schemeClr val="tx1"/>
                </a:solidFill>
              </a:rPr>
              <a:t>1</a:t>
            </a:r>
            <a:r>
              <a:rPr lang="zh-CN" altLang="en-US" b="0" dirty="0">
                <a:solidFill>
                  <a:schemeClr val="tx1"/>
                </a:solidFill>
              </a:rPr>
              <a:t>；如果没有，则为</a:t>
            </a:r>
            <a:r>
              <a:rPr lang="en-US" altLang="zh-CN" b="0" dirty="0">
                <a:solidFill>
                  <a:schemeClr val="tx1"/>
                </a:solidFill>
              </a:rPr>
              <a:t>2</a:t>
            </a:r>
            <a:r>
              <a:rPr lang="zh-CN" altLang="en-US" b="0" dirty="0">
                <a:solidFill>
                  <a:schemeClr val="tx1"/>
                </a:solidFill>
              </a:rPr>
              <a:t>。</a:t>
            </a:r>
          </a:p>
        </p:txBody>
      </p:sp>
      <p:pic>
        <p:nvPicPr>
          <p:cNvPr id="4" name="图片 3">
            <a:extLst>
              <a:ext uri="{FF2B5EF4-FFF2-40B4-BE49-F238E27FC236}">
                <a16:creationId xmlns:a16="http://schemas.microsoft.com/office/drawing/2014/main" id="{D44C5300-02D9-006E-33C1-9B6789C4C7DC}"/>
              </a:ext>
            </a:extLst>
          </p:cNvPr>
          <p:cNvPicPr>
            <a:picLocks noChangeAspect="1"/>
          </p:cNvPicPr>
          <p:nvPr/>
        </p:nvPicPr>
        <p:blipFill>
          <a:blip r:embed="rId3"/>
          <a:stretch>
            <a:fillRect/>
          </a:stretch>
        </p:blipFill>
        <p:spPr>
          <a:xfrm>
            <a:off x="0" y="2647852"/>
            <a:ext cx="12192000" cy="3877477"/>
          </a:xfrm>
          <a:prstGeom prst="rect">
            <a:avLst/>
          </a:prstGeom>
        </p:spPr>
      </p:pic>
    </p:spTree>
    <p:extLst>
      <p:ext uri="{BB962C8B-B14F-4D97-AF65-F5344CB8AC3E}">
        <p14:creationId xmlns:p14="http://schemas.microsoft.com/office/powerpoint/2010/main" val="381340603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282DB-A20F-1C78-777F-BC021BF1C65F}"/>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E87151E5-FF26-2CFB-103F-1BB6C0E8EE7B}"/>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FFFF00"/>
                </a:solidFill>
                <a:latin typeface="华光综艺_CNKI" panose="02000500000000000000" pitchFamily="2" charset="-122"/>
                <a:ea typeface="华光综艺_CNKI" panose="02000500000000000000" pitchFamily="2" charset="-122"/>
              </a:rPr>
              <a:t>实践案例：基于</a:t>
            </a:r>
            <a:r>
              <a:rPr lang="en-US" altLang="zh-CN" sz="3200" dirty="0">
                <a:solidFill>
                  <a:srgbClr val="FFFF00"/>
                </a:solidFill>
                <a:latin typeface="华光综艺_CNKI" panose="02000500000000000000" pitchFamily="2" charset="-122"/>
                <a:ea typeface="华光综艺_CNKI" panose="02000500000000000000" pitchFamily="2" charset="-122"/>
              </a:rPr>
              <a:t>Logistic</a:t>
            </a:r>
            <a:r>
              <a:rPr lang="zh-CN" altLang="en-US" sz="3200" dirty="0">
                <a:solidFill>
                  <a:srgbClr val="FFFF00"/>
                </a:solidFill>
                <a:latin typeface="华光综艺_CNKI" panose="02000500000000000000" pitchFamily="2" charset="-122"/>
                <a:ea typeface="华光综艺_CNKI" panose="02000500000000000000" pitchFamily="2" charset="-122"/>
              </a:rPr>
              <a:t>回归的肝病预测</a:t>
            </a:r>
          </a:p>
        </p:txBody>
      </p:sp>
      <p:sp>
        <p:nvSpPr>
          <p:cNvPr id="15" name="Rectangle 3">
            <a:extLst>
              <a:ext uri="{FF2B5EF4-FFF2-40B4-BE49-F238E27FC236}">
                <a16:creationId xmlns:a16="http://schemas.microsoft.com/office/drawing/2014/main" id="{12BE4736-63B4-495B-A295-8C3D7C9CDFF9}"/>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文本框 5">
            <a:extLst>
              <a:ext uri="{FF2B5EF4-FFF2-40B4-BE49-F238E27FC236}">
                <a16:creationId xmlns:a16="http://schemas.microsoft.com/office/drawing/2014/main" id="{D1AA4A41-0E76-20CE-17CD-4F5F6D12F1AA}"/>
              </a:ext>
            </a:extLst>
          </p:cNvPr>
          <p:cNvSpPr txBox="1"/>
          <p:nvPr/>
        </p:nvSpPr>
        <p:spPr>
          <a:xfrm>
            <a:off x="288739" y="1353757"/>
            <a:ext cx="11084112" cy="830997"/>
          </a:xfrm>
          <a:prstGeom prst="rect">
            <a:avLst/>
          </a:prstGeom>
          <a:noFill/>
        </p:spPr>
        <p:txBody>
          <a:bodyPr wrap="square">
            <a:spAutoFit/>
          </a:bodyPr>
          <a:lstStyle>
            <a:defPPr>
              <a:defRPr lang="zh-CN"/>
            </a:defPPr>
            <a:lvl1pPr>
              <a:defRPr sz="2400" b="1">
                <a:solidFill>
                  <a:srgbClr val="FF0000"/>
                </a:solidFill>
                <a:latin typeface="微软雅黑" panose="020B0503020204020204" pitchFamily="34" charset="-122"/>
                <a:ea typeface="微软雅黑" panose="020B0503020204020204" pitchFamily="34" charset="-122"/>
              </a:defRPr>
            </a:lvl1pPr>
          </a:lstStyle>
          <a:p>
            <a:r>
              <a:rPr lang="zh-CN" altLang="en-US" dirty="0"/>
              <a:t>数据预处理</a:t>
            </a:r>
            <a:r>
              <a:rPr lang="zh-CN" altLang="en-US" b="0" dirty="0">
                <a:solidFill>
                  <a:schemeClr val="tx1"/>
                </a:solidFill>
              </a:rPr>
              <a:t>。使用</a:t>
            </a:r>
            <a:r>
              <a:rPr lang="en-US" altLang="zh-CN" b="0" dirty="0">
                <a:solidFill>
                  <a:schemeClr val="tx1"/>
                </a:solidFill>
              </a:rPr>
              <a:t>Python</a:t>
            </a:r>
            <a:r>
              <a:rPr lang="zh-CN" altLang="en-US" b="0" dirty="0">
                <a:solidFill>
                  <a:schemeClr val="tx1"/>
                </a:solidFill>
              </a:rPr>
              <a:t>的</a:t>
            </a:r>
            <a:r>
              <a:rPr lang="en-US" altLang="zh-CN" b="0" dirty="0">
                <a:solidFill>
                  <a:schemeClr val="tx1"/>
                </a:solidFill>
              </a:rPr>
              <a:t>pandas</a:t>
            </a:r>
            <a:r>
              <a:rPr lang="zh-CN" altLang="en-US" b="0" dirty="0">
                <a:solidFill>
                  <a:schemeClr val="tx1"/>
                </a:solidFill>
              </a:rPr>
              <a:t>库将数据以</a:t>
            </a:r>
            <a:r>
              <a:rPr lang="en-US" altLang="zh-CN" b="0" dirty="0" err="1">
                <a:solidFill>
                  <a:schemeClr val="tx1"/>
                </a:solidFill>
              </a:rPr>
              <a:t>DataFrame</a:t>
            </a:r>
            <a:r>
              <a:rPr lang="zh-CN" altLang="en-US" b="0" dirty="0">
                <a:solidFill>
                  <a:schemeClr val="tx1"/>
                </a:solidFill>
              </a:rPr>
              <a:t>格式读入。通过调用</a:t>
            </a:r>
            <a:r>
              <a:rPr lang="en-US" altLang="zh-CN" b="0" dirty="0" err="1">
                <a:solidFill>
                  <a:schemeClr val="tx1"/>
                </a:solidFill>
              </a:rPr>
              <a:t>DataFrame</a:t>
            </a:r>
            <a:r>
              <a:rPr lang="zh-CN" altLang="en-US" b="0" dirty="0">
                <a:solidFill>
                  <a:schemeClr val="tx1"/>
                </a:solidFill>
              </a:rPr>
              <a:t>的</a:t>
            </a:r>
            <a:r>
              <a:rPr lang="en-US" altLang="zh-CN" b="0" dirty="0">
                <a:solidFill>
                  <a:schemeClr val="tx1"/>
                </a:solidFill>
              </a:rPr>
              <a:t>describe</a:t>
            </a:r>
            <a:r>
              <a:rPr lang="zh-CN" altLang="en-US" b="0" dirty="0">
                <a:solidFill>
                  <a:schemeClr val="tx1"/>
                </a:solidFill>
              </a:rPr>
              <a:t>函数查看数值型数据的基本统计特征。</a:t>
            </a:r>
            <a:endParaRPr lang="en-US" altLang="zh-CN" b="0" dirty="0">
              <a:solidFill>
                <a:schemeClr val="tx1"/>
              </a:solidFill>
            </a:endParaRPr>
          </a:p>
        </p:txBody>
      </p:sp>
      <p:pic>
        <p:nvPicPr>
          <p:cNvPr id="5" name="图片 4">
            <a:extLst>
              <a:ext uri="{FF2B5EF4-FFF2-40B4-BE49-F238E27FC236}">
                <a16:creationId xmlns:a16="http://schemas.microsoft.com/office/drawing/2014/main" id="{8B9C4AFC-D58D-E9B1-F7B5-272D4338EB9B}"/>
              </a:ext>
            </a:extLst>
          </p:cNvPr>
          <p:cNvPicPr>
            <a:picLocks noChangeAspect="1"/>
          </p:cNvPicPr>
          <p:nvPr/>
        </p:nvPicPr>
        <p:blipFill>
          <a:blip r:embed="rId3"/>
          <a:stretch>
            <a:fillRect/>
          </a:stretch>
        </p:blipFill>
        <p:spPr>
          <a:xfrm>
            <a:off x="3729998" y="2691716"/>
            <a:ext cx="8355199" cy="3754804"/>
          </a:xfrm>
          <a:prstGeom prst="rect">
            <a:avLst/>
          </a:prstGeom>
        </p:spPr>
      </p:pic>
      <p:sp>
        <p:nvSpPr>
          <p:cNvPr id="10" name="文本框 9">
            <a:extLst>
              <a:ext uri="{FF2B5EF4-FFF2-40B4-BE49-F238E27FC236}">
                <a16:creationId xmlns:a16="http://schemas.microsoft.com/office/drawing/2014/main" id="{7877522F-7549-BA36-2E4E-330DB2E2F574}"/>
              </a:ext>
            </a:extLst>
          </p:cNvPr>
          <p:cNvSpPr txBox="1"/>
          <p:nvPr/>
        </p:nvSpPr>
        <p:spPr>
          <a:xfrm>
            <a:off x="288738" y="2597099"/>
            <a:ext cx="3069014" cy="2677656"/>
          </a:xfrm>
          <a:prstGeom prst="rect">
            <a:avLst/>
          </a:prstGeom>
          <a:noFill/>
        </p:spPr>
        <p:txBody>
          <a:bodyPr wrap="square">
            <a:spAutoFit/>
          </a:bodyPr>
          <a:lstStyle>
            <a:defPPr>
              <a:defRPr lang="zh-CN"/>
            </a:defPPr>
            <a:lvl1pPr>
              <a:defRPr sz="2400" b="1">
                <a:solidFill>
                  <a:srgbClr val="FF0000"/>
                </a:solidFill>
                <a:latin typeface="微软雅黑" panose="020B0503020204020204" pitchFamily="34" charset="-122"/>
                <a:ea typeface="微软雅黑" panose="020B0503020204020204" pitchFamily="34" charset="-122"/>
              </a:defRPr>
            </a:lvl1pPr>
          </a:lstStyle>
          <a:p>
            <a:endParaRPr lang="zh-CN" altLang="en-US" dirty="0"/>
          </a:p>
          <a:p>
            <a:r>
              <a:rPr lang="zh-CN" altLang="en-US" dirty="0"/>
              <a:t>特征工程。</a:t>
            </a:r>
            <a:r>
              <a:rPr lang="zh-CN" altLang="en-US" b="0" dirty="0">
                <a:solidFill>
                  <a:schemeClr val="tx1"/>
                </a:solidFill>
              </a:rPr>
              <a:t>数据集中“性别”是离散特征，本例使用</a:t>
            </a:r>
            <a:r>
              <a:rPr lang="en-US" altLang="zh-CN" b="0" dirty="0">
                <a:solidFill>
                  <a:schemeClr val="tx1"/>
                </a:solidFill>
              </a:rPr>
              <a:t>pandas</a:t>
            </a:r>
            <a:r>
              <a:rPr lang="zh-CN" altLang="en-US" b="0" dirty="0">
                <a:solidFill>
                  <a:schemeClr val="tx1"/>
                </a:solidFill>
              </a:rPr>
              <a:t>提供的</a:t>
            </a:r>
            <a:r>
              <a:rPr lang="en-US" altLang="zh-CN" b="0" dirty="0" err="1">
                <a:solidFill>
                  <a:schemeClr val="tx1"/>
                </a:solidFill>
              </a:rPr>
              <a:t>get_dummies</a:t>
            </a:r>
            <a:r>
              <a:rPr lang="zh-CN" altLang="en-US" b="0" dirty="0">
                <a:solidFill>
                  <a:schemeClr val="tx1"/>
                </a:solidFill>
              </a:rPr>
              <a:t>方法，用哑编码的方式将它们转换为数值特征。</a:t>
            </a:r>
          </a:p>
        </p:txBody>
      </p:sp>
    </p:spTree>
    <p:extLst>
      <p:ext uri="{BB962C8B-B14F-4D97-AF65-F5344CB8AC3E}">
        <p14:creationId xmlns:p14="http://schemas.microsoft.com/office/powerpoint/2010/main" val="331300772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75EB9-A12A-FDC9-B454-2AA61572A1C1}"/>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354D7DE7-D70B-72A0-00B9-EEEC1D8A6127}"/>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FFFF00"/>
                </a:solidFill>
                <a:latin typeface="华光综艺_CNKI" panose="02000500000000000000" pitchFamily="2" charset="-122"/>
                <a:ea typeface="华光综艺_CNKI" panose="02000500000000000000" pitchFamily="2" charset="-122"/>
              </a:rPr>
              <a:t>实践案例：基于</a:t>
            </a:r>
            <a:r>
              <a:rPr lang="en-US" altLang="zh-CN" sz="3200" dirty="0">
                <a:solidFill>
                  <a:srgbClr val="FFFF00"/>
                </a:solidFill>
                <a:latin typeface="华光综艺_CNKI" panose="02000500000000000000" pitchFamily="2" charset="-122"/>
                <a:ea typeface="华光综艺_CNKI" panose="02000500000000000000" pitchFamily="2" charset="-122"/>
              </a:rPr>
              <a:t>Logistic</a:t>
            </a:r>
            <a:r>
              <a:rPr lang="zh-CN" altLang="en-US" sz="3200" dirty="0">
                <a:solidFill>
                  <a:srgbClr val="FFFF00"/>
                </a:solidFill>
                <a:latin typeface="华光综艺_CNKI" panose="02000500000000000000" pitchFamily="2" charset="-122"/>
                <a:ea typeface="华光综艺_CNKI" panose="02000500000000000000" pitchFamily="2" charset="-122"/>
              </a:rPr>
              <a:t>回归的肝病预测</a:t>
            </a:r>
          </a:p>
        </p:txBody>
      </p:sp>
      <p:sp>
        <p:nvSpPr>
          <p:cNvPr id="15" name="Rectangle 3">
            <a:extLst>
              <a:ext uri="{FF2B5EF4-FFF2-40B4-BE49-F238E27FC236}">
                <a16:creationId xmlns:a16="http://schemas.microsoft.com/office/drawing/2014/main" id="{8694556D-D12E-ECF3-AA1E-5F54E9F77D1D}"/>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90C0EAAF-1A37-1BE1-7BD4-39EE6903D385}"/>
              </a:ext>
            </a:extLst>
          </p:cNvPr>
          <p:cNvSpPr>
            <a:spLocks noChangeArrowheads="1"/>
          </p:cNvSpPr>
          <p:nvPr/>
        </p:nvSpPr>
        <p:spPr bwMode="auto">
          <a:xfrm>
            <a:off x="12700" y="1532881"/>
            <a:ext cx="276038" cy="461665"/>
          </a:xfrm>
          <a:prstGeom prst="rect">
            <a:avLst/>
          </a:prstGeom>
          <a:noFill/>
        </p:spPr>
        <p:txBody>
          <a:bodyPr wrap="square">
            <a:spAutoFit/>
          </a:bodyPr>
          <a:lstStyle/>
          <a:p>
            <a:r>
              <a:rPr lang="en-US" altLang="en-US" sz="2400" b="1">
                <a:solidFill>
                  <a:srgbClr val="FF0000"/>
                </a:solidFill>
                <a:latin typeface="微软雅黑" panose="020B0503020204020204" pitchFamily="34" charset="-122"/>
                <a:ea typeface="微软雅黑" panose="020B0503020204020204" pitchFamily="34" charset="-122"/>
              </a:rPr>
              <a:t> </a:t>
            </a:r>
          </a:p>
        </p:txBody>
      </p:sp>
      <p:sp>
        <p:nvSpPr>
          <p:cNvPr id="6" name="文本框 5">
            <a:extLst>
              <a:ext uri="{FF2B5EF4-FFF2-40B4-BE49-F238E27FC236}">
                <a16:creationId xmlns:a16="http://schemas.microsoft.com/office/drawing/2014/main" id="{A28F29D0-7A97-71D7-73E3-4764678A8F32}"/>
              </a:ext>
            </a:extLst>
          </p:cNvPr>
          <p:cNvSpPr txBox="1"/>
          <p:nvPr/>
        </p:nvSpPr>
        <p:spPr>
          <a:xfrm>
            <a:off x="288738" y="1188387"/>
            <a:ext cx="11691059" cy="2677656"/>
          </a:xfrm>
          <a:prstGeom prst="rect">
            <a:avLst/>
          </a:prstGeom>
          <a:noFill/>
        </p:spPr>
        <p:txBody>
          <a:bodyPr wrap="square">
            <a:spAutoFit/>
          </a:bodyPr>
          <a:lstStyle>
            <a:defPPr>
              <a:defRPr lang="zh-CN"/>
            </a:defPPr>
            <a:lvl1pPr>
              <a:defRPr sz="2400" b="1">
                <a:solidFill>
                  <a:srgbClr val="FF0000"/>
                </a:solidFill>
                <a:latin typeface="微软雅黑" panose="020B0503020204020204" pitchFamily="34" charset="-122"/>
                <a:ea typeface="微软雅黑" panose="020B0503020204020204" pitchFamily="34" charset="-122"/>
              </a:defRPr>
            </a:lvl1pPr>
          </a:lstStyle>
          <a:p>
            <a:r>
              <a:rPr lang="zh-CN" altLang="en-US" dirty="0"/>
              <a:t>模型训练。</a:t>
            </a:r>
            <a:endParaRPr lang="en-US" altLang="zh-CN" dirty="0"/>
          </a:p>
          <a:p>
            <a:r>
              <a:rPr lang="zh-CN" altLang="en-US" b="0" dirty="0">
                <a:solidFill>
                  <a:schemeClr val="tx1"/>
                </a:solidFill>
              </a:rPr>
              <a:t>使用</a:t>
            </a:r>
            <a:r>
              <a:rPr lang="en-US" altLang="zh-CN" b="0" dirty="0">
                <a:solidFill>
                  <a:schemeClr val="tx1"/>
                </a:solidFill>
              </a:rPr>
              <a:t>scikit-learn</a:t>
            </a:r>
            <a:r>
              <a:rPr lang="zh-CN" altLang="en-US" b="0" dirty="0">
                <a:solidFill>
                  <a:schemeClr val="tx1"/>
                </a:solidFill>
              </a:rPr>
              <a:t>中</a:t>
            </a:r>
            <a:r>
              <a:rPr lang="en-US" altLang="zh-CN" b="0" dirty="0" err="1">
                <a:solidFill>
                  <a:schemeClr val="tx1"/>
                </a:solidFill>
              </a:rPr>
              <a:t>linear_model</a:t>
            </a:r>
            <a:r>
              <a:rPr lang="zh-CN" altLang="en-US" b="0" dirty="0">
                <a:solidFill>
                  <a:schemeClr val="tx1"/>
                </a:solidFill>
              </a:rPr>
              <a:t>模块的</a:t>
            </a:r>
            <a:r>
              <a:rPr lang="en-US" altLang="zh-CN" b="0" dirty="0" err="1">
                <a:solidFill>
                  <a:schemeClr val="tx1"/>
                </a:solidFill>
              </a:rPr>
              <a:t>LogisticRegression</a:t>
            </a:r>
            <a:r>
              <a:rPr lang="zh-CN" altLang="en-US" b="0" dirty="0">
                <a:solidFill>
                  <a:schemeClr val="tx1"/>
                </a:solidFill>
              </a:rPr>
              <a:t>类构建一个</a:t>
            </a:r>
            <a:r>
              <a:rPr lang="en-US" altLang="zh-CN" b="0" dirty="0">
                <a:solidFill>
                  <a:schemeClr val="tx1"/>
                </a:solidFill>
              </a:rPr>
              <a:t>Logistic</a:t>
            </a:r>
            <a:r>
              <a:rPr lang="zh-CN" altLang="en-US" b="0" dirty="0">
                <a:solidFill>
                  <a:schemeClr val="tx1"/>
                </a:solidFill>
              </a:rPr>
              <a:t>回归模型。参数“</a:t>
            </a:r>
            <a:r>
              <a:rPr lang="en-US" altLang="zh-CN" b="0" dirty="0">
                <a:solidFill>
                  <a:schemeClr val="tx1"/>
                </a:solidFill>
              </a:rPr>
              <a:t>penalty”</a:t>
            </a:r>
            <a:r>
              <a:rPr lang="zh-CN" altLang="en-US" b="0" dirty="0">
                <a:solidFill>
                  <a:schemeClr val="tx1"/>
                </a:solidFill>
              </a:rPr>
              <a:t>表示正则化方式，取值包括“</a:t>
            </a:r>
            <a:r>
              <a:rPr lang="en-US" altLang="zh-CN" b="0" dirty="0">
                <a:solidFill>
                  <a:schemeClr val="tx1"/>
                </a:solidFill>
              </a:rPr>
              <a:t>None”</a:t>
            </a:r>
            <a:r>
              <a:rPr lang="zh-CN" altLang="en-US" b="0" dirty="0">
                <a:solidFill>
                  <a:schemeClr val="tx1"/>
                </a:solidFill>
              </a:rPr>
              <a:t>、“</a:t>
            </a:r>
            <a:r>
              <a:rPr lang="en-US" altLang="zh-CN" b="0" dirty="0">
                <a:solidFill>
                  <a:schemeClr val="tx1"/>
                </a:solidFill>
              </a:rPr>
              <a:t>l1”</a:t>
            </a:r>
            <a:r>
              <a:rPr lang="zh-CN" altLang="en-US" b="0" dirty="0">
                <a:solidFill>
                  <a:schemeClr val="tx1"/>
                </a:solidFill>
              </a:rPr>
              <a:t>、“</a:t>
            </a:r>
            <a:r>
              <a:rPr lang="en-US" altLang="zh-CN" b="0" dirty="0">
                <a:solidFill>
                  <a:schemeClr val="tx1"/>
                </a:solidFill>
              </a:rPr>
              <a:t>l2”</a:t>
            </a:r>
            <a:r>
              <a:rPr lang="zh-CN" altLang="en-US" b="0" dirty="0">
                <a:solidFill>
                  <a:schemeClr val="tx1"/>
                </a:solidFill>
              </a:rPr>
              <a:t>、“</a:t>
            </a:r>
            <a:r>
              <a:rPr lang="en-US" altLang="zh-CN" b="0" dirty="0" err="1">
                <a:solidFill>
                  <a:schemeClr val="tx1"/>
                </a:solidFill>
              </a:rPr>
              <a:t>elasticnet</a:t>
            </a:r>
            <a:r>
              <a:rPr lang="en-US" altLang="zh-CN" b="0" dirty="0">
                <a:solidFill>
                  <a:schemeClr val="tx1"/>
                </a:solidFill>
              </a:rPr>
              <a:t>”</a:t>
            </a:r>
            <a:r>
              <a:rPr lang="zh-CN" altLang="en-US" b="0" dirty="0">
                <a:solidFill>
                  <a:schemeClr val="tx1"/>
                </a:solidFill>
              </a:rPr>
              <a:t>，该参数默认值为“</a:t>
            </a:r>
            <a:r>
              <a:rPr lang="en-US" altLang="zh-CN" b="0" dirty="0">
                <a:solidFill>
                  <a:schemeClr val="tx1"/>
                </a:solidFill>
              </a:rPr>
              <a:t>l2”</a:t>
            </a:r>
            <a:r>
              <a:rPr lang="zh-CN" altLang="en-US" b="0" dirty="0">
                <a:solidFill>
                  <a:schemeClr val="tx1"/>
                </a:solidFill>
              </a:rPr>
              <a:t>。参数“</a:t>
            </a:r>
            <a:r>
              <a:rPr lang="en-US" altLang="zh-CN" b="0" dirty="0">
                <a:solidFill>
                  <a:schemeClr val="tx1"/>
                </a:solidFill>
              </a:rPr>
              <a:t>C”</a:t>
            </a:r>
            <a:r>
              <a:rPr lang="zh-CN" altLang="en-US" b="0" dirty="0">
                <a:solidFill>
                  <a:schemeClr val="tx1"/>
                </a:solidFill>
              </a:rPr>
              <a:t>表示正则化强度的倒数，该参数必须是大于</a:t>
            </a:r>
            <a:r>
              <a:rPr lang="en-US" altLang="zh-CN" b="0" dirty="0">
                <a:solidFill>
                  <a:schemeClr val="tx1"/>
                </a:solidFill>
              </a:rPr>
              <a:t>0</a:t>
            </a:r>
            <a:r>
              <a:rPr lang="zh-CN" altLang="en-US" b="0" dirty="0">
                <a:solidFill>
                  <a:schemeClr val="tx1"/>
                </a:solidFill>
              </a:rPr>
              <a:t>的浮点数，通常默认为</a:t>
            </a:r>
            <a:r>
              <a:rPr lang="en-US" altLang="zh-CN" b="0" dirty="0">
                <a:solidFill>
                  <a:schemeClr val="tx1"/>
                </a:solidFill>
              </a:rPr>
              <a:t>1</a:t>
            </a:r>
            <a:r>
              <a:rPr lang="zh-CN" altLang="en-US" b="0" dirty="0">
                <a:solidFill>
                  <a:schemeClr val="tx1"/>
                </a:solidFill>
              </a:rPr>
              <a:t>。参数“</a:t>
            </a:r>
            <a:r>
              <a:rPr lang="en-US" altLang="zh-CN" b="0" dirty="0">
                <a:solidFill>
                  <a:schemeClr val="tx1"/>
                </a:solidFill>
              </a:rPr>
              <a:t>C”</a:t>
            </a:r>
            <a:r>
              <a:rPr lang="zh-CN" altLang="en-US" b="0" dirty="0">
                <a:solidFill>
                  <a:schemeClr val="tx1"/>
                </a:solidFill>
              </a:rPr>
              <a:t>越大，则表示对模型的正则化强度越小，即更强调拟合训练数据，可能导致模型过拟合。相反，参数“</a:t>
            </a:r>
            <a:r>
              <a:rPr lang="en-US" altLang="zh-CN" b="0" dirty="0">
                <a:solidFill>
                  <a:schemeClr val="tx1"/>
                </a:solidFill>
              </a:rPr>
              <a:t>C”</a:t>
            </a:r>
            <a:r>
              <a:rPr lang="zh-CN" altLang="en-US" b="0" dirty="0">
                <a:solidFill>
                  <a:schemeClr val="tx1"/>
                </a:solidFill>
              </a:rPr>
              <a:t>越小，则表示对模型的正则化强度越大，模型更倾向于简化，有助于防止模型过拟合。</a:t>
            </a:r>
          </a:p>
        </p:txBody>
      </p:sp>
      <p:pic>
        <p:nvPicPr>
          <p:cNvPr id="10" name="图片 9">
            <a:extLst>
              <a:ext uri="{FF2B5EF4-FFF2-40B4-BE49-F238E27FC236}">
                <a16:creationId xmlns:a16="http://schemas.microsoft.com/office/drawing/2014/main" id="{1743F083-EB02-7307-1CC5-404B8B52F61D}"/>
              </a:ext>
            </a:extLst>
          </p:cNvPr>
          <p:cNvPicPr>
            <a:picLocks noChangeAspect="1"/>
          </p:cNvPicPr>
          <p:nvPr/>
        </p:nvPicPr>
        <p:blipFill>
          <a:blip r:embed="rId3"/>
          <a:stretch>
            <a:fillRect/>
          </a:stretch>
        </p:blipFill>
        <p:spPr>
          <a:xfrm>
            <a:off x="822303" y="4122775"/>
            <a:ext cx="10191008" cy="2291334"/>
          </a:xfrm>
          <a:prstGeom prst="rect">
            <a:avLst/>
          </a:prstGeom>
        </p:spPr>
      </p:pic>
    </p:spTree>
    <p:extLst>
      <p:ext uri="{BB962C8B-B14F-4D97-AF65-F5344CB8AC3E}">
        <p14:creationId xmlns:p14="http://schemas.microsoft.com/office/powerpoint/2010/main" val="5020150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9CA3A-6957-898D-B700-CC412AD52609}"/>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CB879B74-FA4F-703B-F2A1-A6B58D16E687}"/>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FFFF00"/>
                </a:solidFill>
                <a:latin typeface="华光综艺_CNKI" panose="02000500000000000000" pitchFamily="2" charset="-122"/>
                <a:ea typeface="华光综艺_CNKI" panose="02000500000000000000" pitchFamily="2" charset="-122"/>
              </a:rPr>
              <a:t>实践案例：基于</a:t>
            </a:r>
            <a:r>
              <a:rPr lang="en-US" altLang="zh-CN" sz="3200" dirty="0">
                <a:solidFill>
                  <a:srgbClr val="FFFF00"/>
                </a:solidFill>
                <a:latin typeface="华光综艺_CNKI" panose="02000500000000000000" pitchFamily="2" charset="-122"/>
                <a:ea typeface="华光综艺_CNKI" panose="02000500000000000000" pitchFamily="2" charset="-122"/>
              </a:rPr>
              <a:t>Logistic</a:t>
            </a:r>
            <a:r>
              <a:rPr lang="zh-CN" altLang="en-US" sz="3200" dirty="0">
                <a:solidFill>
                  <a:srgbClr val="FFFF00"/>
                </a:solidFill>
                <a:latin typeface="华光综艺_CNKI" panose="02000500000000000000" pitchFamily="2" charset="-122"/>
                <a:ea typeface="华光综艺_CNKI" panose="02000500000000000000" pitchFamily="2" charset="-122"/>
              </a:rPr>
              <a:t>回归的肝病预测</a:t>
            </a:r>
          </a:p>
        </p:txBody>
      </p:sp>
      <p:sp>
        <p:nvSpPr>
          <p:cNvPr id="15" name="Rectangle 3">
            <a:extLst>
              <a:ext uri="{FF2B5EF4-FFF2-40B4-BE49-F238E27FC236}">
                <a16:creationId xmlns:a16="http://schemas.microsoft.com/office/drawing/2014/main" id="{9F002172-EDA2-FC1C-75A0-E63650002A7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3877A843-9E80-6213-2C1E-4433F5EB8F70}"/>
              </a:ext>
            </a:extLst>
          </p:cNvPr>
          <p:cNvSpPr>
            <a:spLocks noChangeArrowheads="1"/>
          </p:cNvSpPr>
          <p:nvPr/>
        </p:nvSpPr>
        <p:spPr bwMode="auto">
          <a:xfrm>
            <a:off x="12700" y="1532881"/>
            <a:ext cx="276038" cy="461665"/>
          </a:xfrm>
          <a:prstGeom prst="rect">
            <a:avLst/>
          </a:prstGeom>
          <a:noFill/>
        </p:spPr>
        <p:txBody>
          <a:bodyPr wrap="square">
            <a:spAutoFit/>
          </a:bodyPr>
          <a:lstStyle/>
          <a:p>
            <a:r>
              <a:rPr lang="en-US" altLang="en-US" sz="2400" b="1">
                <a:solidFill>
                  <a:srgbClr val="FF0000"/>
                </a:solidFill>
                <a:latin typeface="微软雅黑" panose="020B0503020204020204" pitchFamily="34" charset="-122"/>
                <a:ea typeface="微软雅黑" panose="020B0503020204020204" pitchFamily="34" charset="-122"/>
              </a:rPr>
              <a:t> </a:t>
            </a:r>
          </a:p>
        </p:txBody>
      </p:sp>
      <p:pic>
        <p:nvPicPr>
          <p:cNvPr id="4" name="图形 1">
            <a:extLst>
              <a:ext uri="{FF2B5EF4-FFF2-40B4-BE49-F238E27FC236}">
                <a16:creationId xmlns:a16="http://schemas.microsoft.com/office/drawing/2014/main" id="{B53F573D-A772-2831-996C-640D04FDB6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40406" y="1081159"/>
            <a:ext cx="9311188" cy="5586713"/>
          </a:xfrm>
          <a:prstGeom prst="rect">
            <a:avLst/>
          </a:prstGeom>
        </p:spPr>
      </p:pic>
    </p:spTree>
    <p:extLst>
      <p:ext uri="{BB962C8B-B14F-4D97-AF65-F5344CB8AC3E}">
        <p14:creationId xmlns:p14="http://schemas.microsoft.com/office/powerpoint/2010/main" val="256621760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1035ED6-ED79-6653-E473-3F5FCA3CC077}"/>
              </a:ext>
            </a:extLst>
          </p:cNvPr>
          <p:cNvSpPr txBox="1">
            <a:spLocks/>
          </p:cNvSpPr>
          <p:nvPr/>
        </p:nvSpPr>
        <p:spPr>
          <a:xfrm>
            <a:off x="2974694" y="2267379"/>
            <a:ext cx="7326776" cy="1352550"/>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gn="dist"/>
            <a:r>
              <a:rPr lang="zh-CN" altLang="en-US" b="0" dirty="0">
                <a:solidFill>
                  <a:schemeClr val="bg1"/>
                </a:solidFill>
                <a:latin typeface="华光综艺_CNKI" panose="02000500000000000000" pitchFamily="2" charset="-122"/>
                <a:ea typeface="华光综艺_CNKI" panose="02000500000000000000" pitchFamily="2" charset="-122"/>
              </a:rPr>
              <a:t>恳请批评指正！</a:t>
            </a:r>
            <a:endParaRPr lang="en-US" b="0" dirty="0">
              <a:solidFill>
                <a:schemeClr val="bg1"/>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6235327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PP_MARK_KEY" val="057fef28-e1f3-418f-8f7b-57f60670b37e"/>
  <p:tag name="COMMONDATA" val="eyJoZGlkIjoiNGZlODdkOGY2N2FkZjEzZjVmYjI5NGY1MTQ2NGRhNj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0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7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1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2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muant0k">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9">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18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19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16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87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B3E28D3-CC25-4935-9535-3CA44F295BD0}">
  <we:reference id="wa200005669" version="2.0.0.0" store="en-US" storeType="OMEX"/>
  <we:alternateReferences>
    <we:reference id="WA200005669" version="2.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5086</TotalTime>
  <Words>926</Words>
  <Application>Microsoft Office PowerPoint</Application>
  <PresentationFormat>宽屏</PresentationFormat>
  <Paragraphs>74</Paragraphs>
  <Slides>20</Slides>
  <Notes>20</Notes>
  <HiddenSlides>0</HiddenSlides>
  <MMClips>0</MMClips>
  <ScaleCrop>false</ScaleCrop>
  <HeadingPairs>
    <vt:vector size="8" baseType="variant">
      <vt:variant>
        <vt:lpstr>已用的字体</vt:lpstr>
      </vt:variant>
      <vt:variant>
        <vt:i4>10</vt:i4>
      </vt:variant>
      <vt:variant>
        <vt:lpstr>主题</vt:lpstr>
      </vt:variant>
      <vt:variant>
        <vt:i4>12</vt:i4>
      </vt:variant>
      <vt:variant>
        <vt:lpstr>嵌入 OLE 服务器</vt:lpstr>
      </vt:variant>
      <vt:variant>
        <vt:i4>2</vt:i4>
      </vt:variant>
      <vt:variant>
        <vt:lpstr>幻灯片标题</vt:lpstr>
      </vt:variant>
      <vt:variant>
        <vt:i4>20</vt:i4>
      </vt:variant>
    </vt:vector>
  </HeadingPairs>
  <TitlesOfParts>
    <vt:vector size="44" baseType="lpstr">
      <vt:lpstr>等线</vt:lpstr>
      <vt:lpstr>华光综艺_CNKI</vt:lpstr>
      <vt:lpstr>楷体</vt:lpstr>
      <vt:lpstr>思源黑体</vt:lpstr>
      <vt:lpstr>思源黑体 CN Bold</vt:lpstr>
      <vt:lpstr>微软雅黑</vt:lpstr>
      <vt:lpstr>Arial</vt:lpstr>
      <vt:lpstr>Calibri</vt:lpstr>
      <vt:lpstr>Times New Roman</vt:lpstr>
      <vt:lpstr>Wingdings</vt:lpstr>
      <vt:lpstr>Office 主题​​</vt:lpstr>
      <vt:lpstr>10_自定义设计方案</vt:lpstr>
      <vt:lpstr>17_自定义设计方案</vt:lpstr>
      <vt:lpstr>21_自定义设计方案</vt:lpstr>
      <vt:lpstr>11_自定义设计方案</vt:lpstr>
      <vt:lpstr>2_默认设计模板</vt:lpstr>
      <vt:lpstr>1_默认设计模板</vt:lpstr>
      <vt:lpstr>7_自定义设计方案</vt:lpstr>
      <vt:lpstr>18_自定义设计方案</vt:lpstr>
      <vt:lpstr>12_自定义设计方案</vt:lpstr>
      <vt:lpstr>19_自定义设计方案</vt:lpstr>
      <vt:lpstr>16_自定义设计方案</vt:lpstr>
      <vt:lpstr>Equation</vt:lpstr>
      <vt:lpstr>Photo Editor 照片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2024 大数据分析-模版-吕欣.pptx</dc:title>
  <dc:creator>吕欣</dc:creator>
  <cp:lastModifiedBy>Mengning Wang</cp:lastModifiedBy>
  <cp:revision>2892</cp:revision>
  <dcterms:created xsi:type="dcterms:W3CDTF">2022-05-23T09:13:00Z</dcterms:created>
  <dcterms:modified xsi:type="dcterms:W3CDTF">2025-04-15T12:50:07Z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03DF3E81453D43789918EC1D3CAC176D_12</vt:lpwstr>
  </property>
  <property fmtid="{D5CDD505-2E9C-101B-9397-08002B2CF9AE}" pid="3" name="KSOProductBuildVer">
    <vt:lpwstr>2052-11.1.0.14309</vt:lpwstr>
  </property>
</Properties>
</file>