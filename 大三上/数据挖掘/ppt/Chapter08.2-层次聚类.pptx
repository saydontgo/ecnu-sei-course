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9"/>
  </p:notesMasterIdLst>
  <p:sldIdLst>
    <p:sldId id="732" r:id="rId2"/>
    <p:sldId id="650" r:id="rId3"/>
    <p:sldId id="652" r:id="rId4"/>
    <p:sldId id="748" r:id="rId5"/>
    <p:sldId id="653" r:id="rId6"/>
    <p:sldId id="829" r:id="rId7"/>
    <p:sldId id="830" r:id="rId8"/>
    <p:sldId id="831" r:id="rId9"/>
    <p:sldId id="832" r:id="rId10"/>
    <p:sldId id="833" r:id="rId11"/>
    <p:sldId id="834" r:id="rId12"/>
    <p:sldId id="835" r:id="rId13"/>
    <p:sldId id="836" r:id="rId14"/>
    <p:sldId id="837" r:id="rId15"/>
    <p:sldId id="838" r:id="rId16"/>
    <p:sldId id="839" r:id="rId17"/>
    <p:sldId id="840" r:id="rId18"/>
    <p:sldId id="841" r:id="rId19"/>
    <p:sldId id="842" r:id="rId20"/>
    <p:sldId id="767" r:id="rId21"/>
    <p:sldId id="843" r:id="rId22"/>
    <p:sldId id="768" r:id="rId23"/>
    <p:sldId id="844" r:id="rId24"/>
    <p:sldId id="845" r:id="rId25"/>
    <p:sldId id="846" r:id="rId26"/>
    <p:sldId id="847" r:id="rId27"/>
    <p:sldId id="848" r:id="rId28"/>
    <p:sldId id="774" r:id="rId29"/>
    <p:sldId id="775" r:id="rId30"/>
    <p:sldId id="849" r:id="rId31"/>
    <p:sldId id="850" r:id="rId32"/>
    <p:sldId id="851" r:id="rId33"/>
    <p:sldId id="853" r:id="rId34"/>
    <p:sldId id="631" r:id="rId35"/>
    <p:sldId id="854" r:id="rId36"/>
    <p:sldId id="855" r:id="rId37"/>
    <p:sldId id="856" r:id="rId3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80BD"/>
    <a:srgbClr val="E3FDBE"/>
    <a:srgbClr val="DCFDAB"/>
    <a:srgbClr val="FFAAA9"/>
    <a:srgbClr val="DBFDAA"/>
    <a:srgbClr val="FFE1E1"/>
    <a:srgbClr val="ECE5F7"/>
    <a:srgbClr val="E1D6F2"/>
    <a:srgbClr val="DCFDAD"/>
    <a:srgbClr val="D4C5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91"/>
    <p:restoredTop sz="96272" autoAdjust="0"/>
  </p:normalViewPr>
  <p:slideViewPr>
    <p:cSldViewPr snapToGrid="0">
      <p:cViewPr varScale="1">
        <p:scale>
          <a:sx n="84" d="100"/>
          <a:sy n="84" d="100"/>
        </p:scale>
        <p:origin x="1276" y="68"/>
      </p:cViewPr>
      <p:guideLst>
        <p:guide orient="horz" pos="2084"/>
        <p:guide pos="2880"/>
      </p:guideLst>
    </p:cSldViewPr>
  </p:slideViewPr>
  <p:notesTextViewPr>
    <p:cViewPr>
      <p:scale>
        <a:sx n="1" d="1"/>
        <a:sy n="1" d="1"/>
      </p:scale>
      <p:origin x="0" y="0"/>
    </p:cViewPr>
  </p:notesTextViewPr>
  <p:sorterViewPr>
    <p:cViewPr varScale="1">
      <p:scale>
        <a:sx n="100" d="100"/>
        <a:sy n="100" d="100"/>
      </p:scale>
      <p:origin x="0" y="-689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F37CF0-5B85-4F82-8895-487FD940EFF8}" type="datetimeFigureOut">
              <a:rPr lang="zh-CN" altLang="en-US" smtClean="0"/>
              <a:t>2025/10/30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161C67-365B-455B-8333-B2F385616053}" type="slidenum">
              <a:rPr lang="zh-CN" altLang="en-US" smtClean="0"/>
              <a:t>‹#›</a:t>
            </a:fld>
            <a:endParaRPr lang="zh-CN" altLang="en-US"/>
          </a:p>
        </p:txBody>
      </p:sp>
    </p:spTree>
    <p:extLst>
      <p:ext uri="{BB962C8B-B14F-4D97-AF65-F5344CB8AC3E}">
        <p14:creationId xmlns:p14="http://schemas.microsoft.com/office/powerpoint/2010/main" val="3826505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92163" y="728663"/>
            <a:ext cx="5734050" cy="3584575"/>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75564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06264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02578" y="1057014"/>
            <a:ext cx="7772400" cy="1535184"/>
          </a:xfrm>
        </p:spPr>
        <p:txBody>
          <a:bodyPr anchor="b">
            <a:normAutofit/>
          </a:bodyPr>
          <a:lstStyle>
            <a:lvl1pPr algn="ctr">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159778" y="402987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5AFABB-F632-4F91-92AF-0E2D2EA81731}" type="datetime1">
              <a:rPr lang="zh-CN" altLang="en-US" smtClean="0"/>
              <a:t>2025/10/30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03C160-1CF6-4197-853C-5DD8144FA9BE}" type="datetime1">
              <a:rPr lang="zh-CN" altLang="en-US" smtClean="0"/>
              <a:t>2025/10/30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99389" y="1057014"/>
            <a:ext cx="7772400" cy="1533600"/>
          </a:xfrm>
        </p:spPr>
        <p:txBody>
          <a:bodyPr anchor="b"/>
          <a:lstStyle>
            <a:lvl1pPr>
              <a:defRPr sz="4800"/>
            </a:lvl1pPr>
          </a:lstStyle>
          <a:p>
            <a:r>
              <a:rPr lang="zh-CN" altLang="en-US"/>
              <a:t>单击此处编辑母版标题样式</a:t>
            </a:r>
            <a:endParaRPr lang="en-US" dirty="0"/>
          </a:p>
        </p:txBody>
      </p:sp>
      <p:sp>
        <p:nvSpPr>
          <p:cNvPr id="3" name="Text Placeholder 2"/>
          <p:cNvSpPr>
            <a:spLocks noGrp="1"/>
          </p:cNvSpPr>
          <p:nvPr>
            <p:ph type="body" idx="1"/>
          </p:nvPr>
        </p:nvSpPr>
        <p:spPr>
          <a:xfrm>
            <a:off x="1164978" y="4027400"/>
            <a:ext cx="6858000" cy="1656000"/>
          </a:xfrm>
        </p:spPr>
        <p:txBody>
          <a:bodyPr/>
          <a:lstStyle>
            <a:lvl1pPr marL="0" indent="0" algn="ctr">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42E54B1-0884-4633-8327-893DAA1E511F}" type="datetime1">
              <a:rPr lang="zh-CN" altLang="en-US" smtClean="0"/>
              <a:t>2025/10/30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0A1650BB-E4E8-4483-82DA-D58DEBC4998C}" type="datetime1">
              <a:rPr lang="zh-CN" altLang="en-US" smtClean="0"/>
              <a:t>2025/10/30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26604BCF-E610-4FCE-ADC3-9F4D58E19C5C}" type="datetime1">
              <a:rPr lang="zh-CN" altLang="en-US" smtClean="0"/>
              <a:t>2025/10/30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BA7D6D-E156-4C2B-9FF2-B27706CE389A}" type="datetime1">
              <a:rPr lang="zh-CN" altLang="en-US" smtClean="0"/>
              <a:t>2025/10/30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C0FCEF-073A-4FC7-8BAD-A662F97179A2}" type="datetime1">
              <a:rPr lang="zh-CN" altLang="en-US" smtClean="0"/>
              <a:t>2025/10/30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45B6709-067F-4154-9C9A-D56718F28438}" type="datetime1">
              <a:rPr lang="zh-CN" altLang="en-US" smtClean="0"/>
              <a:t>2025/10/30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D8D4C65-E77B-45F2-BD81-CFF9643C0CCF}" type="datetime1">
              <a:rPr lang="zh-CN" altLang="en-US" smtClean="0"/>
              <a:t>2025/10/30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F906368-F392-4465-AD91-AE646936C52B}" type="datetime1">
              <a:rPr lang="zh-CN" altLang="en-US" smtClean="0"/>
              <a:t>2025/10/30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13AE443-EA00-4061-899C-73E3EB4E23B9}" type="datetime1">
              <a:rPr lang="zh-CN" altLang="en-US" smtClean="0"/>
              <a:t>2025/10/30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标题">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D5BBC35B-A44B-4119-B8DA-DE9E3DFADA20}" type="slidenum">
              <a:rPr kumimoji="0" lang="en-US" smtClean="0"/>
              <a:pPr eaLnBrk="1" latinLnBrk="0" hangingPunct="1"/>
              <a:t>‹#›</a:t>
            </a:fld>
            <a:endParaRPr kumimoji="0" lang="en-US"/>
          </a:p>
        </p:txBody>
      </p:sp>
      <p:sp>
        <p:nvSpPr>
          <p:cNvPr id="7" name="标题 6"/>
          <p:cNvSpPr>
            <a:spLocks noGrp="1"/>
          </p:cNvSpPr>
          <p:nvPr>
            <p:ph type="title"/>
          </p:nvPr>
        </p:nvSpPr>
        <p:spPr/>
        <p:txBody>
          <a:bodyPr rtlCol="0"/>
          <a:lstStyle/>
          <a:p>
            <a:r>
              <a:rPr kumimoji="0" lang="zh-CN" altLang="en-US"/>
              <a:t>单击此处编辑母版标题样式</a:t>
            </a:r>
            <a:endParaRPr kumimoji="0" lang="en-US"/>
          </a:p>
        </p:txBody>
      </p:sp>
    </p:spTree>
    <p:extLst>
      <p:ext uri="{BB962C8B-B14F-4D97-AF65-F5344CB8AC3E}">
        <p14:creationId xmlns:p14="http://schemas.microsoft.com/office/powerpoint/2010/main" val="3144876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4399"/>
            <a:ext cx="9144000" cy="817721"/>
          </a:xfrm>
          <a:prstGeom prst="rect">
            <a:avLst/>
          </a:prstGeom>
        </p:spPr>
        <p:txBody>
          <a:bodyPr vert="horz" lIns="91440" tIns="144000" rIns="91440" bIns="45720" rtlCol="0" anchor="ctr">
            <a:no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134223" y="906011"/>
            <a:ext cx="8883941" cy="5637402"/>
          </a:xfrm>
          <a:prstGeom prst="rect">
            <a:avLst/>
          </a:prstGeom>
        </p:spPr>
        <p:txBody>
          <a:bodyPr vert="horz" lIns="91440" tIns="45720" rIns="91440" bIns="45720" rtlCol="0">
            <a:no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525" y="6660859"/>
            <a:ext cx="2057400" cy="197140"/>
          </a:xfrm>
          <a:prstGeom prst="rect">
            <a:avLst/>
          </a:prstGeom>
        </p:spPr>
        <p:txBody>
          <a:bodyPr vert="horz" lIns="91440" tIns="36000" rIns="91440" bIns="45720" rtlCol="0" anchor="ctr"/>
          <a:lstStyle>
            <a:lvl1pPr algn="l">
              <a:defRPr sz="1200" b="1">
                <a:solidFill>
                  <a:srgbClr val="002060"/>
                </a:solidFill>
              </a:defRPr>
            </a:lvl1pPr>
          </a:lstStyle>
          <a:p>
            <a:fld id="{7181A378-AD84-4E06-B1B5-6D5F5ACB78AE}" type="datetime1">
              <a:rPr lang="zh-CN" altLang="en-US" smtClean="0"/>
              <a:t>2025/10/30</a:t>
            </a:fld>
            <a:endParaRPr lang="zh-CN" altLang="en-US"/>
          </a:p>
        </p:txBody>
      </p:sp>
      <p:sp>
        <p:nvSpPr>
          <p:cNvPr id="5" name="Footer Placeholder 4"/>
          <p:cNvSpPr>
            <a:spLocks noGrp="1"/>
          </p:cNvSpPr>
          <p:nvPr>
            <p:ph type="ftr" sz="quarter" idx="3"/>
          </p:nvPr>
        </p:nvSpPr>
        <p:spPr>
          <a:xfrm>
            <a:off x="2273417" y="6660859"/>
            <a:ext cx="4597165" cy="197140"/>
          </a:xfrm>
          <a:prstGeom prst="rect">
            <a:avLst/>
          </a:prstGeom>
        </p:spPr>
        <p:txBody>
          <a:bodyPr vert="horz" lIns="91440" tIns="36000" rIns="91440" bIns="45720" rtlCol="0" anchor="ctr"/>
          <a:lstStyle>
            <a:lvl1pPr algn="ctr">
              <a:defRPr sz="1200" b="0">
                <a:solidFill>
                  <a:srgbClr val="002060"/>
                </a:solidFill>
              </a:defRPr>
            </a:lvl1pPr>
          </a:lstStyle>
          <a:p>
            <a:endParaRPr lang="zh-CN" altLang="en-US"/>
          </a:p>
        </p:txBody>
      </p:sp>
      <p:sp>
        <p:nvSpPr>
          <p:cNvPr id="6" name="Slide Number Placeholder 5"/>
          <p:cNvSpPr>
            <a:spLocks noGrp="1"/>
          </p:cNvSpPr>
          <p:nvPr>
            <p:ph type="sldNum" sz="quarter" idx="4"/>
          </p:nvPr>
        </p:nvSpPr>
        <p:spPr>
          <a:xfrm>
            <a:off x="7086600" y="6660859"/>
            <a:ext cx="2057400" cy="197140"/>
          </a:xfrm>
          <a:prstGeom prst="rect">
            <a:avLst/>
          </a:prstGeom>
        </p:spPr>
        <p:txBody>
          <a:bodyPr vert="horz" lIns="91440" tIns="36000" rIns="91440" bIns="45720" rtlCol="0" anchor="ctr"/>
          <a:lstStyle>
            <a:lvl1pPr algn="r">
              <a:defRPr sz="1200" b="1">
                <a:solidFill>
                  <a:srgbClr val="002060"/>
                </a:solidFill>
              </a:defRPr>
            </a:lvl1pPr>
          </a:lstStyle>
          <a:p>
            <a:fld id="{5AD84F5B-1672-4D3F-9FEC-5DF89A7B791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Lst>
  <p:hf hdr="0" ftr="0" dt="0"/>
  <p:txStyles>
    <p:title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p:titleStyle>
    <p:bodyStyle>
      <a:lvl1pPr marL="360680" indent="-360680" algn="l" defTabSz="914400" rtl="0" eaLnBrk="1" latinLnBrk="0" hangingPunct="1">
        <a:lnSpc>
          <a:spcPct val="130000"/>
        </a:lnSpc>
        <a:spcBef>
          <a:spcPts val="1000"/>
        </a:spcBef>
        <a:buSzPct val="85000"/>
        <a:buFont typeface="Wingdings" panose="05000000000000000000" pitchFamily="2" charset="2"/>
        <a:buChar char="n"/>
        <a:defRPr sz="2400" kern="1200">
          <a:solidFill>
            <a:srgbClr val="002060"/>
          </a:solidFill>
          <a:latin typeface="+mn-lt"/>
          <a:ea typeface="+mn-ea"/>
          <a:cs typeface="+mn-cs"/>
        </a:defRPr>
      </a:lvl1pPr>
      <a:lvl2pPr marL="720725" indent="-360680" algn="l" defTabSz="914400" rtl="0" eaLnBrk="1" latinLnBrk="0" hangingPunct="1">
        <a:lnSpc>
          <a:spcPct val="130000"/>
        </a:lnSpc>
        <a:spcBef>
          <a:spcPts val="500"/>
        </a:spcBef>
        <a:buSzPct val="85000"/>
        <a:buFont typeface="Wingdings" panose="05000000000000000000" pitchFamily="2" charset="2"/>
        <a:buChar char="u"/>
        <a:defRPr sz="2000" kern="1200">
          <a:solidFill>
            <a:srgbClr val="002060"/>
          </a:solidFill>
          <a:latin typeface="+mn-lt"/>
          <a:ea typeface="+mn-ea"/>
          <a:cs typeface="+mn-cs"/>
        </a:defRPr>
      </a:lvl2pPr>
      <a:lvl3pPr marL="990600" indent="-269875" algn="l" defTabSz="914400" rtl="0" eaLnBrk="1" latinLnBrk="0" hangingPunct="1">
        <a:lnSpc>
          <a:spcPct val="130000"/>
        </a:lnSpc>
        <a:spcBef>
          <a:spcPts val="500"/>
        </a:spcBef>
        <a:buSzPct val="85000"/>
        <a:buFont typeface="Wingdings" panose="05000000000000000000" pitchFamily="2" charset="2"/>
        <a:buChar char="l"/>
        <a:defRPr sz="1800" kern="1200">
          <a:solidFill>
            <a:srgbClr val="002060"/>
          </a:solidFill>
          <a:latin typeface="+mn-lt"/>
          <a:ea typeface="+mn-ea"/>
          <a:cs typeface="+mn-cs"/>
        </a:defRPr>
      </a:lvl3pPr>
      <a:lvl4pPr marL="1259205" indent="-268605" algn="l" defTabSz="914400" rtl="0" eaLnBrk="1" latinLnBrk="0" hangingPunct="1">
        <a:lnSpc>
          <a:spcPct val="130000"/>
        </a:lnSpc>
        <a:spcBef>
          <a:spcPts val="500"/>
        </a:spcBef>
        <a:buSzPct val="85000"/>
        <a:buFont typeface="Wingdings" panose="05000000000000000000" pitchFamily="2" charset="2"/>
        <a:buChar char="p"/>
        <a:defRPr sz="1600" kern="1200">
          <a:solidFill>
            <a:srgbClr val="002060"/>
          </a:solidFill>
          <a:latin typeface="+mn-lt"/>
          <a:ea typeface="+mn-ea"/>
          <a:cs typeface="+mn-cs"/>
        </a:defRPr>
      </a:lvl4pPr>
      <a:lvl5pPr marL="1527175" indent="-268605" algn="l" defTabSz="914400" rtl="0" eaLnBrk="1" latinLnBrk="0" hangingPunct="1">
        <a:lnSpc>
          <a:spcPct val="130000"/>
        </a:lnSpc>
        <a:spcBef>
          <a:spcPts val="500"/>
        </a:spcBef>
        <a:buSzPct val="85000"/>
        <a:buFont typeface="Wingdings" panose="05000000000000000000" pitchFamily="2" charset="2"/>
        <a:buChar char="Ø"/>
        <a:defRPr sz="16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0.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9.pn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9.png"/><Relationship Id="rId11" Type="http://schemas.openxmlformats.org/officeDocument/2006/relationships/image" Target="../media/image18.png"/><Relationship Id="rId5" Type="http://schemas.openxmlformats.org/officeDocument/2006/relationships/image" Target="../media/image8.png"/><Relationship Id="rId10" Type="http://schemas.openxmlformats.org/officeDocument/2006/relationships/image" Target="../media/image16.png"/><Relationship Id="rId4" Type="http://schemas.openxmlformats.org/officeDocument/2006/relationships/image" Target="../media/image7.png"/><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5.png"/><Relationship Id="rId18" Type="http://schemas.openxmlformats.org/officeDocument/2006/relationships/image" Target="../media/image28.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24.png"/><Relationship Id="rId17" Type="http://schemas.openxmlformats.org/officeDocument/2006/relationships/image" Target="../media/image27.png"/><Relationship Id="rId2" Type="http://schemas.openxmlformats.org/officeDocument/2006/relationships/image" Target="../media/image5.png"/><Relationship Id="rId16" Type="http://schemas.openxmlformats.org/officeDocument/2006/relationships/image" Target="../media/image26.png"/><Relationship Id="rId1" Type="http://schemas.openxmlformats.org/officeDocument/2006/relationships/slideLayout" Target="../slideLayouts/slideLayout12.xml"/><Relationship Id="rId6" Type="http://schemas.openxmlformats.org/officeDocument/2006/relationships/image" Target="../media/image9.png"/><Relationship Id="rId11" Type="http://schemas.openxmlformats.org/officeDocument/2006/relationships/image" Target="../media/image23.png"/><Relationship Id="rId5" Type="http://schemas.openxmlformats.org/officeDocument/2006/relationships/image" Target="../media/image8.png"/><Relationship Id="rId15" Type="http://schemas.openxmlformats.org/officeDocument/2006/relationships/image" Target="../media/image20.png"/><Relationship Id="rId10"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21.png"/><Relationship Id="rId1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9.emf"/></Relationships>
</file>

<file path=ppt/slides/_rels/slide12.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emf"/><Relationship Id="rId5" Type="http://schemas.openxmlformats.org/officeDocument/2006/relationships/image" Target="../media/image33.emf"/><Relationship Id="rId4" Type="http://schemas.openxmlformats.org/officeDocument/2006/relationships/image" Target="../media/image32.emf"/></Relationships>
</file>

<file path=ppt/slides/_rels/slide1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2.xml"/><Relationship Id="rId6" Type="http://schemas.openxmlformats.org/officeDocument/2006/relationships/image" Target="../media/image37.emf"/><Relationship Id="rId5" Type="http://schemas.openxmlformats.org/officeDocument/2006/relationships/image" Target="../media/image33.emf"/><Relationship Id="rId4" Type="http://schemas.openxmlformats.org/officeDocument/2006/relationships/image" Target="../media/image36.emf"/></Relationships>
</file>

<file path=ppt/slides/_rels/slide1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2.xml"/><Relationship Id="rId6" Type="http://schemas.openxmlformats.org/officeDocument/2006/relationships/image" Target="../media/image36.emf"/><Relationship Id="rId5" Type="http://schemas.openxmlformats.org/officeDocument/2006/relationships/image" Target="../media/image35.emf"/><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48.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53712" y="2369184"/>
            <a:ext cx="8713694" cy="2138947"/>
          </a:xfrm>
        </p:spPr>
        <p:txBody>
          <a:bodyPr anchor="ctr">
            <a:normAutofit fontScale="90000"/>
          </a:bodyPr>
          <a:lstStyle/>
          <a:p>
            <a:pPr>
              <a:lnSpc>
                <a:spcPct val="150000"/>
              </a:lnSpc>
            </a:pP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无监督学习</a:t>
            </a:r>
            <a:b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b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层次聚类</a:t>
            </a:r>
            <a:br>
              <a:rPr lang="en-US" altLang="zh-CN" sz="3600" b="1" dirty="0"/>
            </a:br>
            <a:r>
              <a:rPr lang="zh-CN" altLang="en-US" sz="3600" b="1" dirty="0">
                <a:solidFill>
                  <a:schemeClr val="tx2"/>
                </a:solidFill>
              </a:rPr>
              <a:t>王丽苹</a:t>
            </a:r>
            <a:br>
              <a:rPr lang="en-US" altLang="zh-CN" sz="3100" dirty="0">
                <a:solidFill>
                  <a:schemeClr val="tx2"/>
                </a:solidFill>
                <a:latin typeface="+mn-ea"/>
                <a:ea typeface="+mn-ea"/>
              </a:rPr>
            </a:br>
            <a:r>
              <a:rPr lang="zh-CN" altLang="en-US" sz="3100" dirty="0">
                <a:solidFill>
                  <a:schemeClr val="tx1"/>
                </a:solidFill>
                <a:latin typeface="+mn-ea"/>
                <a:ea typeface="+mn-ea"/>
              </a:rPr>
              <a:t> </a:t>
            </a:r>
            <a:br>
              <a:rPr lang="en-US" altLang="zh-CN" sz="3100" dirty="0">
                <a:solidFill>
                  <a:schemeClr val="tx1"/>
                </a:solidFill>
              </a:rPr>
            </a:br>
            <a:endParaRPr lang="zh-CN" altLang="en-US" sz="3100" dirty="0">
              <a:solidFill>
                <a:schemeClr val="tx1"/>
              </a:solidFill>
            </a:endParaRPr>
          </a:p>
        </p:txBody>
      </p:sp>
      <p:sp>
        <p:nvSpPr>
          <p:cNvPr id="3" name="副标题 2"/>
          <p:cNvSpPr>
            <a:spLocks noGrp="1"/>
          </p:cNvSpPr>
          <p:nvPr>
            <p:ph type="subTitle" idx="1"/>
          </p:nvPr>
        </p:nvSpPr>
        <p:spPr>
          <a:xfrm>
            <a:off x="1192586" y="4060811"/>
            <a:ext cx="6858000" cy="950912"/>
          </a:xfrm>
        </p:spPr>
        <p:txBody>
          <a:bodyPr/>
          <a:lstStyle/>
          <a:p>
            <a:fld id="{3504A2C2-073E-4849-B03F-707659FDD997}" type="datetimeyyyy">
              <a:rPr lang="en-US" altLang="zh-CN" b="1" smtClean="0">
                <a:ea typeface="微软雅黑" panose="020B0503020204020204" pitchFamily="34" charset="-122"/>
                <a:cs typeface="微软雅黑" panose="020B0503020204020204" pitchFamily="34" charset="-122"/>
              </a:rPr>
              <a:pPr/>
              <a:t>2025</a:t>
            </a:fld>
            <a:r>
              <a:rPr lang="en-US" altLang="zh-CN" b="1" dirty="0">
                <a:ea typeface="微软雅黑" panose="020B0503020204020204" pitchFamily="34" charset="-122"/>
                <a:cs typeface="微软雅黑" panose="020B0503020204020204" pitchFamily="34" charset="-122"/>
              </a:rPr>
              <a:t> </a:t>
            </a:r>
            <a:r>
              <a:rPr lang="zh-CN" altLang="en-US" b="1" dirty="0">
                <a:ea typeface="微软雅黑" panose="020B0503020204020204" pitchFamily="34" charset="-122"/>
                <a:cs typeface="微软雅黑" panose="020B0503020204020204" pitchFamily="34" charset="-122"/>
              </a:rPr>
              <a:t>秋</a:t>
            </a:r>
          </a:p>
        </p:txBody>
      </p:sp>
      <p:sp>
        <p:nvSpPr>
          <p:cNvPr id="7" name="矩形 6">
            <a:extLst>
              <a:ext uri="{FF2B5EF4-FFF2-40B4-BE49-F238E27FC236}">
                <a16:creationId xmlns:a16="http://schemas.microsoft.com/office/drawing/2014/main" id="{164C42C8-C228-45C7-A723-EEC9F9A89A72}"/>
              </a:ext>
            </a:extLst>
          </p:cNvPr>
          <p:cNvSpPr/>
          <p:nvPr/>
        </p:nvSpPr>
        <p:spPr>
          <a:xfrm>
            <a:off x="6651010" y="273889"/>
            <a:ext cx="1723549" cy="400110"/>
          </a:xfrm>
          <a:prstGeom prst="rect">
            <a:avLst/>
          </a:prstGeom>
        </p:spPr>
        <p:txBody>
          <a:bodyPr wrap="none">
            <a:spAutoFit/>
          </a:bodyPr>
          <a:lstStyle/>
          <a:p>
            <a:r>
              <a:rPr lang="en-US" altLang="zh-CN" sz="2000" dirty="0"/>
              <a:t>《</a:t>
            </a:r>
            <a:r>
              <a:rPr lang="zh-CN" altLang="en-US" sz="2000" dirty="0"/>
              <a:t>数据挖掘</a:t>
            </a:r>
            <a:r>
              <a:rPr lang="en-US" altLang="zh-CN" sz="2000" dirty="0"/>
              <a:t>》</a:t>
            </a:r>
            <a:endParaRPr lang="zh-CN" altLang="en-US" sz="2000" dirty="0"/>
          </a:p>
        </p:txBody>
      </p:sp>
    </p:spTree>
    <p:extLst>
      <p:ext uri="{BB962C8B-B14F-4D97-AF65-F5344CB8AC3E}">
        <p14:creationId xmlns:p14="http://schemas.microsoft.com/office/powerpoint/2010/main" val="3531157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6226" name="Rectangle 2"/>
          <p:cNvSpPr>
            <a:spLocks noGrp="1" noChangeArrowheads="1"/>
          </p:cNvSpPr>
          <p:nvPr>
            <p:ph type="title"/>
          </p:nvPr>
        </p:nvSpPr>
        <p:spPr/>
        <p:txBody>
          <a:bodyPr/>
          <a:lstStyle/>
          <a:p>
            <a:r>
              <a:rPr lang="zh-CN" altLang="en-US" dirty="0"/>
              <a:t>层次聚类</a:t>
            </a:r>
          </a:p>
        </p:txBody>
      </p:sp>
      <p:sp>
        <p:nvSpPr>
          <p:cNvPr id="1716227" name="Rectangle 3"/>
          <p:cNvSpPr>
            <a:spLocks noGrp="1" noChangeArrowheads="1"/>
          </p:cNvSpPr>
          <p:nvPr>
            <p:ph idx="1"/>
          </p:nvPr>
        </p:nvSpPr>
        <p:spPr/>
        <p:txBody>
          <a:bodyPr>
            <a:normAutofit/>
          </a:bodyPr>
          <a:lstStyle/>
          <a:p>
            <a:r>
              <a:rPr lang="zh-CN" altLang="en-US" dirty="0"/>
              <a:t>层次聚类</a:t>
            </a:r>
            <a:r>
              <a:rPr lang="en-US" altLang="zh-CN" dirty="0"/>
              <a:t>(Hierarchical Clustering)</a:t>
            </a:r>
            <a:r>
              <a:rPr lang="zh-CN" altLang="en-US" dirty="0"/>
              <a:t>，即按照一定的规则，对给定的数据集进行层次的分解，直到满足某种事先设定的条件。</a:t>
            </a:r>
            <a:endParaRPr lang="en-US" altLang="zh-CN" dirty="0"/>
          </a:p>
          <a:p>
            <a:r>
              <a:rPr lang="zh-CN" altLang="en-US" dirty="0"/>
              <a:t>按数据分层建立簇，形成一棵以簇为节点的树，称为聚类图。 </a:t>
            </a:r>
          </a:p>
        </p:txBody>
      </p:sp>
      <p:pic>
        <p:nvPicPr>
          <p:cNvPr id="1716228" name="Picture 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71801" y="3076312"/>
            <a:ext cx="3459163" cy="1800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716229" name="Object 5"/>
          <p:cNvGraphicFramePr>
            <a:graphicFrameLocks noChangeAspect="1"/>
          </p:cNvGraphicFramePr>
          <p:nvPr/>
        </p:nvGraphicFramePr>
        <p:xfrm>
          <a:off x="6443662" y="3976422"/>
          <a:ext cx="2319338" cy="1967178"/>
        </p:xfrm>
        <a:graphic>
          <a:graphicData uri="http://schemas.openxmlformats.org/presentationml/2006/ole">
            <mc:AlternateContent xmlns:mc="http://schemas.openxmlformats.org/markup-compatibility/2006">
              <mc:Choice xmlns:v="urn:schemas-microsoft-com:vml" Requires="v">
                <p:oleObj spid="_x0000_s10251" name="VISIO" r:id="rId4" imgW="3168720" imgH="3227760" progId="Visio.Drawing.6">
                  <p:embed/>
                </p:oleObj>
              </mc:Choice>
              <mc:Fallback>
                <p:oleObj name="VISIO" r:id="rId4" imgW="3168720" imgH="3227760" progId="Visio.Drawing.6">
                  <p:embed/>
                  <p:pic>
                    <p:nvPicPr>
                      <p:cNvPr id="171622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3662" y="3976422"/>
                        <a:ext cx="2319338" cy="1967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矩形 1"/>
          <p:cNvSpPr/>
          <p:nvPr/>
        </p:nvSpPr>
        <p:spPr>
          <a:xfrm>
            <a:off x="457200" y="5329037"/>
            <a:ext cx="1981200" cy="400110"/>
          </a:xfrm>
          <a:prstGeom prst="rect">
            <a:avLst/>
          </a:prstGeom>
        </p:spPr>
        <p:txBody>
          <a:bodyPr wrap="square">
            <a:spAutoFit/>
          </a:bodyPr>
          <a:lstStyle/>
          <a:p>
            <a:pPr algn="just">
              <a:spcAft>
                <a:spcPts val="600"/>
              </a:spcAft>
            </a:pPr>
            <a:r>
              <a:rPr lang="zh-CN" altLang="en-US" sz="20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rPr>
              <a:t>按聚类的次序：</a:t>
            </a:r>
          </a:p>
        </p:txBody>
      </p:sp>
      <p:sp>
        <p:nvSpPr>
          <p:cNvPr id="7" name="矩形 6"/>
          <p:cNvSpPr/>
          <p:nvPr/>
        </p:nvSpPr>
        <p:spPr>
          <a:xfrm>
            <a:off x="2402007" y="5003393"/>
            <a:ext cx="2123957" cy="1036502"/>
          </a:xfrm>
          <a:prstGeom prst="rect">
            <a:avLst/>
          </a:prstGeom>
        </p:spPr>
        <p:txBody>
          <a:bodyPr wrap="square">
            <a:spAutoFit/>
          </a:bodyPr>
          <a:lstStyle/>
          <a:p>
            <a:pPr algn="just">
              <a:lnSpc>
                <a:spcPct val="150000"/>
              </a:lnSpc>
              <a:spcAft>
                <a:spcPts val="600"/>
              </a:spcAft>
            </a:pPr>
            <a:r>
              <a:rPr lang="zh-CN" altLang="en-US" sz="20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rPr>
              <a:t>凝聚的层次聚类</a:t>
            </a:r>
          </a:p>
          <a:p>
            <a:pPr>
              <a:lnSpc>
                <a:spcPct val="150000"/>
              </a:lnSpc>
              <a:spcAft>
                <a:spcPts val="600"/>
              </a:spcAft>
            </a:pPr>
            <a:r>
              <a:rPr lang="zh-CN" altLang="en-US" sz="20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rPr>
              <a:t>分裂的层次聚类 </a:t>
            </a:r>
          </a:p>
        </p:txBody>
      </p:sp>
      <p:sp>
        <p:nvSpPr>
          <p:cNvPr id="3" name="左大括号 2"/>
          <p:cNvSpPr/>
          <p:nvPr/>
        </p:nvSpPr>
        <p:spPr>
          <a:xfrm>
            <a:off x="2209800" y="5195747"/>
            <a:ext cx="108000" cy="798246"/>
          </a:xfrm>
          <a:prstGeom prst="leftBrace">
            <a:avLst>
              <a:gd name="adj1" fmla="val 26284"/>
              <a:gd name="adj2" fmla="val 5000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8274" name="Rectangle 2"/>
          <p:cNvSpPr>
            <a:spLocks noGrp="1" noChangeArrowheads="1"/>
          </p:cNvSpPr>
          <p:nvPr>
            <p:ph type="title"/>
          </p:nvPr>
        </p:nvSpPr>
        <p:spPr/>
        <p:txBody>
          <a:bodyPr/>
          <a:lstStyle/>
          <a:p>
            <a:r>
              <a:rPr lang="zh-CN" altLang="en-US"/>
              <a:t>凝聚的和分裂的层次聚类 </a:t>
            </a:r>
          </a:p>
        </p:txBody>
      </p:sp>
      <p:sp>
        <p:nvSpPr>
          <p:cNvPr id="1718290" name="Oval 140"/>
          <p:cNvSpPr>
            <a:spLocks noChangeArrowheads="1"/>
          </p:cNvSpPr>
          <p:nvPr/>
        </p:nvSpPr>
        <p:spPr bwMode="auto">
          <a:xfrm>
            <a:off x="3272319" y="2222225"/>
            <a:ext cx="1656246" cy="444800"/>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indent="127000" algn="ctr" fontAlgn="base">
              <a:spcBef>
                <a:spcPct val="0"/>
              </a:spcBef>
              <a:spcAft>
                <a:spcPct val="0"/>
              </a:spcAft>
            </a:pPr>
            <a:r>
              <a:rPr lang="en-US" altLang="zh-CN" b="1" i="1">
                <a:latin typeface="Times New Roman" pitchFamily="18" charset="0"/>
                <a:ea typeface="宋体" pitchFamily="2" charset="-122"/>
                <a:cs typeface="Times New Roman" pitchFamily="18" charset="0"/>
              </a:rPr>
              <a:t>a, b, c, d, e</a:t>
            </a:r>
            <a:endParaRPr lang="en-US" altLang="zh-CN" sz="4000">
              <a:latin typeface="Arial" pitchFamily="34" charset="0"/>
              <a:ea typeface="宋体" pitchFamily="2" charset="-122"/>
              <a:cs typeface="宋体" pitchFamily="2" charset="-122"/>
            </a:endParaRPr>
          </a:p>
        </p:txBody>
      </p:sp>
      <p:sp>
        <p:nvSpPr>
          <p:cNvPr id="1718291" name="Line 139"/>
          <p:cNvSpPr>
            <a:spLocks noChangeShapeType="1"/>
          </p:cNvSpPr>
          <p:nvPr/>
        </p:nvSpPr>
        <p:spPr bwMode="auto">
          <a:xfrm flipH="1">
            <a:off x="3495052" y="2669895"/>
            <a:ext cx="629547" cy="164145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292" name="Line 138"/>
          <p:cNvSpPr>
            <a:spLocks noChangeShapeType="1"/>
          </p:cNvSpPr>
          <p:nvPr/>
        </p:nvSpPr>
        <p:spPr bwMode="auto">
          <a:xfrm>
            <a:off x="4124600" y="2669894"/>
            <a:ext cx="869674" cy="29844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293" name="Oval 137"/>
          <p:cNvSpPr>
            <a:spLocks noChangeArrowheads="1"/>
          </p:cNvSpPr>
          <p:nvPr/>
        </p:nvSpPr>
        <p:spPr bwMode="auto">
          <a:xfrm>
            <a:off x="4567168" y="2968342"/>
            <a:ext cx="1080329" cy="44766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indent="127000" algn="ctr" fontAlgn="base">
              <a:spcBef>
                <a:spcPct val="0"/>
              </a:spcBef>
              <a:spcAft>
                <a:spcPct val="0"/>
              </a:spcAft>
            </a:pPr>
            <a:r>
              <a:rPr lang="en-US" altLang="zh-CN" b="1" i="1">
                <a:latin typeface="Times New Roman" pitchFamily="18" charset="0"/>
                <a:ea typeface="宋体" pitchFamily="2" charset="-122"/>
                <a:cs typeface="Times New Roman" pitchFamily="18" charset="0"/>
              </a:rPr>
              <a:t>c, d, e</a:t>
            </a:r>
            <a:endParaRPr lang="en-US" altLang="zh-CN" sz="4000">
              <a:latin typeface="Arial" pitchFamily="34" charset="0"/>
              <a:ea typeface="宋体" pitchFamily="2" charset="-122"/>
              <a:cs typeface="宋体" pitchFamily="2" charset="-122"/>
            </a:endParaRPr>
          </a:p>
        </p:txBody>
      </p:sp>
      <p:sp>
        <p:nvSpPr>
          <p:cNvPr id="1718294" name="Line 136"/>
          <p:cNvSpPr>
            <a:spLocks noChangeShapeType="1"/>
          </p:cNvSpPr>
          <p:nvPr/>
        </p:nvSpPr>
        <p:spPr bwMode="auto">
          <a:xfrm flipH="1">
            <a:off x="4928565" y="3416011"/>
            <a:ext cx="239644" cy="164145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295" name="Line 135"/>
          <p:cNvSpPr>
            <a:spLocks noChangeShapeType="1"/>
          </p:cNvSpPr>
          <p:nvPr/>
        </p:nvSpPr>
        <p:spPr bwMode="auto">
          <a:xfrm>
            <a:off x="5168210" y="3416010"/>
            <a:ext cx="695739" cy="29844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296" name="Oval 134"/>
          <p:cNvSpPr>
            <a:spLocks noChangeArrowheads="1"/>
          </p:cNvSpPr>
          <p:nvPr/>
        </p:nvSpPr>
        <p:spPr bwMode="auto">
          <a:xfrm>
            <a:off x="5516079" y="3714457"/>
            <a:ext cx="828123" cy="44766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indent="127000" algn="ctr" fontAlgn="base">
              <a:spcBef>
                <a:spcPct val="0"/>
              </a:spcBef>
              <a:spcAft>
                <a:spcPct val="0"/>
              </a:spcAft>
            </a:pPr>
            <a:r>
              <a:rPr lang="en-US" altLang="zh-CN" b="1" i="1">
                <a:latin typeface="Times New Roman" pitchFamily="18" charset="0"/>
                <a:ea typeface="宋体" pitchFamily="2" charset="-122"/>
                <a:cs typeface="Times New Roman" pitchFamily="18" charset="0"/>
              </a:rPr>
              <a:t>d, e</a:t>
            </a:r>
            <a:endParaRPr lang="en-US" altLang="zh-CN" sz="4000">
              <a:latin typeface="Arial" pitchFamily="34" charset="0"/>
              <a:ea typeface="宋体" pitchFamily="2" charset="-122"/>
              <a:cs typeface="宋体" pitchFamily="2" charset="-122"/>
            </a:endParaRPr>
          </a:p>
        </p:txBody>
      </p:sp>
      <p:sp>
        <p:nvSpPr>
          <p:cNvPr id="1718297" name="Line 133"/>
          <p:cNvSpPr>
            <a:spLocks noChangeShapeType="1"/>
          </p:cNvSpPr>
          <p:nvPr/>
        </p:nvSpPr>
        <p:spPr bwMode="auto">
          <a:xfrm flipH="1">
            <a:off x="5812249" y="4162127"/>
            <a:ext cx="51698" cy="8953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298" name="Line 132"/>
          <p:cNvSpPr>
            <a:spLocks noChangeShapeType="1"/>
          </p:cNvSpPr>
          <p:nvPr/>
        </p:nvSpPr>
        <p:spPr bwMode="auto">
          <a:xfrm>
            <a:off x="5863949" y="4162127"/>
            <a:ext cx="695739" cy="8953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299" name="Oval 131"/>
          <p:cNvSpPr>
            <a:spLocks noChangeArrowheads="1"/>
          </p:cNvSpPr>
          <p:nvPr/>
        </p:nvSpPr>
        <p:spPr bwMode="auto">
          <a:xfrm>
            <a:off x="3080992" y="4311350"/>
            <a:ext cx="828123" cy="44766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indent="127000" algn="ctr" fontAlgn="base">
              <a:spcBef>
                <a:spcPct val="0"/>
              </a:spcBef>
              <a:spcAft>
                <a:spcPct val="0"/>
              </a:spcAft>
            </a:pPr>
            <a:r>
              <a:rPr lang="en-US" altLang="zh-CN" b="1" i="1">
                <a:latin typeface="Times New Roman" pitchFamily="18" charset="0"/>
                <a:ea typeface="宋体" pitchFamily="2" charset="-122"/>
                <a:cs typeface="Times New Roman" pitchFamily="18" charset="0"/>
              </a:rPr>
              <a:t>a, b</a:t>
            </a:r>
            <a:endParaRPr lang="en-US" altLang="zh-CN" sz="4000">
              <a:latin typeface="Arial" pitchFamily="34" charset="0"/>
              <a:ea typeface="宋体" pitchFamily="2" charset="-122"/>
              <a:cs typeface="宋体" pitchFamily="2" charset="-122"/>
            </a:endParaRPr>
          </a:p>
        </p:txBody>
      </p:sp>
      <p:sp>
        <p:nvSpPr>
          <p:cNvPr id="1718300" name="Line 130"/>
          <p:cNvSpPr>
            <a:spLocks noChangeShapeType="1"/>
          </p:cNvSpPr>
          <p:nvPr/>
        </p:nvSpPr>
        <p:spPr bwMode="auto">
          <a:xfrm flipH="1">
            <a:off x="3203228" y="4760618"/>
            <a:ext cx="291823" cy="2968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301" name="Line 129"/>
          <p:cNvSpPr>
            <a:spLocks noChangeShapeType="1"/>
          </p:cNvSpPr>
          <p:nvPr/>
        </p:nvSpPr>
        <p:spPr bwMode="auto">
          <a:xfrm>
            <a:off x="3495050" y="4760618"/>
            <a:ext cx="577852" cy="29684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302" name="Oval 128"/>
          <p:cNvSpPr>
            <a:spLocks noChangeArrowheads="1"/>
          </p:cNvSpPr>
          <p:nvPr/>
        </p:nvSpPr>
        <p:spPr bwMode="auto">
          <a:xfrm>
            <a:off x="6357730" y="5057466"/>
            <a:ext cx="648390" cy="44766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indent="127000" algn="ctr" fontAlgn="base">
              <a:spcBef>
                <a:spcPct val="0"/>
              </a:spcBef>
              <a:spcAft>
                <a:spcPct val="0"/>
              </a:spcAft>
            </a:pPr>
            <a:r>
              <a:rPr lang="en-US" altLang="zh-CN" b="1" i="1">
                <a:latin typeface="Times New Roman" pitchFamily="18" charset="0"/>
                <a:ea typeface="宋体" pitchFamily="2" charset="-122"/>
                <a:cs typeface="Times New Roman" pitchFamily="18" charset="0"/>
              </a:rPr>
              <a:t>e</a:t>
            </a:r>
            <a:endParaRPr lang="en-US" altLang="zh-CN" sz="4000">
              <a:latin typeface="Arial" pitchFamily="34" charset="0"/>
              <a:ea typeface="宋体" pitchFamily="2" charset="-122"/>
              <a:cs typeface="宋体" pitchFamily="2" charset="-122"/>
            </a:endParaRPr>
          </a:p>
        </p:txBody>
      </p:sp>
      <p:sp>
        <p:nvSpPr>
          <p:cNvPr id="1718303" name="Oval 127"/>
          <p:cNvSpPr>
            <a:spLocks noChangeArrowheads="1"/>
          </p:cNvSpPr>
          <p:nvPr/>
        </p:nvSpPr>
        <p:spPr bwMode="auto">
          <a:xfrm>
            <a:off x="5488055" y="5057466"/>
            <a:ext cx="648390" cy="44766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indent="127000" algn="ctr" fontAlgn="base">
              <a:spcBef>
                <a:spcPct val="0"/>
              </a:spcBef>
              <a:spcAft>
                <a:spcPct val="0"/>
              </a:spcAft>
            </a:pPr>
            <a:r>
              <a:rPr lang="en-US" altLang="zh-CN" b="1" i="1">
                <a:latin typeface="Times New Roman" pitchFamily="18" charset="0"/>
                <a:ea typeface="宋体" pitchFamily="2" charset="-122"/>
                <a:cs typeface="Times New Roman" pitchFamily="18" charset="0"/>
              </a:rPr>
              <a:t>d</a:t>
            </a:r>
            <a:endParaRPr lang="en-US" altLang="zh-CN" sz="4000">
              <a:latin typeface="Arial" pitchFamily="34" charset="0"/>
              <a:ea typeface="宋体" pitchFamily="2" charset="-122"/>
              <a:cs typeface="宋体" pitchFamily="2" charset="-122"/>
            </a:endParaRPr>
          </a:p>
        </p:txBody>
      </p:sp>
      <p:sp>
        <p:nvSpPr>
          <p:cNvPr id="1718304" name="Oval 126"/>
          <p:cNvSpPr>
            <a:spLocks noChangeArrowheads="1"/>
          </p:cNvSpPr>
          <p:nvPr/>
        </p:nvSpPr>
        <p:spPr bwMode="auto">
          <a:xfrm>
            <a:off x="4618381" y="5057466"/>
            <a:ext cx="648390" cy="44766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indent="127000" algn="ctr" fontAlgn="base">
              <a:spcBef>
                <a:spcPct val="0"/>
              </a:spcBef>
              <a:spcAft>
                <a:spcPct val="0"/>
              </a:spcAft>
            </a:pPr>
            <a:r>
              <a:rPr lang="en-US" altLang="zh-CN" b="1" i="1">
                <a:latin typeface="Times New Roman" pitchFamily="18" charset="0"/>
                <a:ea typeface="宋体" pitchFamily="2" charset="-122"/>
                <a:cs typeface="Times New Roman" pitchFamily="18" charset="0"/>
              </a:rPr>
              <a:t>c</a:t>
            </a:r>
            <a:endParaRPr lang="en-US" altLang="zh-CN" sz="4000">
              <a:latin typeface="Arial" pitchFamily="34" charset="0"/>
              <a:ea typeface="宋体" pitchFamily="2" charset="-122"/>
              <a:cs typeface="宋体" pitchFamily="2" charset="-122"/>
            </a:endParaRPr>
          </a:p>
        </p:txBody>
      </p:sp>
      <p:sp>
        <p:nvSpPr>
          <p:cNvPr id="1718305" name="Oval 125"/>
          <p:cNvSpPr>
            <a:spLocks noChangeArrowheads="1"/>
          </p:cNvSpPr>
          <p:nvPr/>
        </p:nvSpPr>
        <p:spPr bwMode="auto">
          <a:xfrm>
            <a:off x="3748707" y="5057466"/>
            <a:ext cx="648390" cy="44766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indent="127000" algn="ctr" fontAlgn="base">
              <a:spcBef>
                <a:spcPct val="0"/>
              </a:spcBef>
              <a:spcAft>
                <a:spcPct val="0"/>
              </a:spcAft>
            </a:pPr>
            <a:r>
              <a:rPr lang="en-US" altLang="zh-CN" b="1" i="1">
                <a:latin typeface="Times New Roman" pitchFamily="18" charset="0"/>
                <a:ea typeface="宋体" pitchFamily="2" charset="-122"/>
                <a:cs typeface="Times New Roman" pitchFamily="18" charset="0"/>
              </a:rPr>
              <a:t>b</a:t>
            </a:r>
            <a:endParaRPr lang="en-US" altLang="zh-CN" sz="4000">
              <a:latin typeface="Arial" pitchFamily="34" charset="0"/>
              <a:ea typeface="宋体" pitchFamily="2" charset="-122"/>
              <a:cs typeface="宋体" pitchFamily="2" charset="-122"/>
            </a:endParaRPr>
          </a:p>
        </p:txBody>
      </p:sp>
      <p:sp>
        <p:nvSpPr>
          <p:cNvPr id="1718306" name="Oval 124"/>
          <p:cNvSpPr>
            <a:spLocks noChangeArrowheads="1"/>
          </p:cNvSpPr>
          <p:nvPr/>
        </p:nvSpPr>
        <p:spPr bwMode="auto">
          <a:xfrm>
            <a:off x="2879033" y="5057466"/>
            <a:ext cx="648390" cy="44766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indent="127000" algn="ctr" fontAlgn="base">
              <a:spcBef>
                <a:spcPct val="0"/>
              </a:spcBef>
              <a:spcAft>
                <a:spcPct val="0"/>
              </a:spcAft>
            </a:pPr>
            <a:r>
              <a:rPr lang="en-US" altLang="zh-CN" b="1" i="1" dirty="0">
                <a:latin typeface="Times New Roman" pitchFamily="18" charset="0"/>
                <a:ea typeface="宋体" pitchFamily="2" charset="-122"/>
                <a:cs typeface="Times New Roman" pitchFamily="18" charset="0"/>
              </a:rPr>
              <a:t>a</a:t>
            </a:r>
            <a:endParaRPr lang="en-US" altLang="zh-CN" sz="4000" dirty="0">
              <a:latin typeface="Arial" pitchFamily="34" charset="0"/>
              <a:ea typeface="宋体" pitchFamily="2" charset="-122"/>
              <a:cs typeface="宋体" pitchFamily="2" charset="-122"/>
            </a:endParaRPr>
          </a:p>
        </p:txBody>
      </p:sp>
      <p:grpSp>
        <p:nvGrpSpPr>
          <p:cNvPr id="3" name="组合 2"/>
          <p:cNvGrpSpPr/>
          <p:nvPr/>
        </p:nvGrpSpPr>
        <p:grpSpPr>
          <a:xfrm>
            <a:off x="990601" y="2264834"/>
            <a:ext cx="1872001" cy="3678766"/>
            <a:chOff x="1214644" y="1782232"/>
            <a:chExt cx="1872001" cy="3678766"/>
          </a:xfrm>
        </p:grpSpPr>
        <p:sp>
          <p:nvSpPr>
            <p:cNvPr id="1718307" name="Text Box 122"/>
            <p:cNvSpPr txBox="1">
              <a:spLocks noChangeArrowheads="1"/>
            </p:cNvSpPr>
            <p:nvPr/>
          </p:nvSpPr>
          <p:spPr bwMode="auto">
            <a:xfrm>
              <a:off x="1595642" y="1782232"/>
              <a:ext cx="828000" cy="31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indent="127000" algn="r" fontAlgn="base">
                <a:spcBef>
                  <a:spcPct val="0"/>
                </a:spcBef>
                <a:spcAft>
                  <a:spcPct val="0"/>
                </a:spcAft>
              </a:pPr>
              <a:r>
                <a:rPr lang="zh-CN" altLang="zh-CN" dirty="0">
                  <a:latin typeface="华文细黑" panose="02010600040101010101" pitchFamily="2" charset="-122"/>
                  <a:ea typeface="华文细黑" panose="02010600040101010101" pitchFamily="2" charset="-122"/>
                  <a:cs typeface="Times New Roman" pitchFamily="18" charset="0"/>
                </a:rPr>
                <a:t>第</a:t>
              </a:r>
              <a:r>
                <a:rPr lang="en-US" altLang="zh-CN" dirty="0">
                  <a:latin typeface="华文细黑" panose="02010600040101010101" pitchFamily="2" charset="-122"/>
                  <a:ea typeface="华文细黑" panose="02010600040101010101" pitchFamily="2" charset="-122"/>
                  <a:cs typeface="Times New Roman" pitchFamily="18" charset="0"/>
                </a:rPr>
                <a:t>4</a:t>
              </a:r>
              <a:r>
                <a:rPr lang="zh-CN" altLang="en-US" dirty="0">
                  <a:latin typeface="华文细黑" panose="02010600040101010101" pitchFamily="2" charset="-122"/>
                  <a:ea typeface="华文细黑" panose="02010600040101010101" pitchFamily="2" charset="-122"/>
                  <a:cs typeface="Times New Roman" pitchFamily="18" charset="0"/>
                </a:rPr>
                <a:t>步</a:t>
              </a:r>
              <a:endParaRPr lang="zh-CN" altLang="en-US" sz="4000" dirty="0">
                <a:latin typeface="华文细黑" panose="02010600040101010101" pitchFamily="2" charset="-122"/>
                <a:ea typeface="华文细黑" panose="02010600040101010101" pitchFamily="2" charset="-122"/>
                <a:cs typeface="宋体" pitchFamily="2" charset="-122"/>
              </a:endParaRPr>
            </a:p>
          </p:txBody>
        </p:sp>
        <p:sp>
          <p:nvSpPr>
            <p:cNvPr id="1718308" name="Text Box 121"/>
            <p:cNvSpPr txBox="1">
              <a:spLocks noChangeArrowheads="1"/>
            </p:cNvSpPr>
            <p:nvPr/>
          </p:nvSpPr>
          <p:spPr bwMode="auto">
            <a:xfrm>
              <a:off x="1595643" y="2485201"/>
              <a:ext cx="828000" cy="31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indent="127000" algn="r" fontAlgn="base">
                <a:spcBef>
                  <a:spcPct val="0"/>
                </a:spcBef>
                <a:spcAft>
                  <a:spcPct val="0"/>
                </a:spcAft>
              </a:pPr>
              <a:r>
                <a:rPr lang="zh-CN" altLang="zh-CN" dirty="0">
                  <a:latin typeface="华文细黑" panose="02010600040101010101" pitchFamily="2" charset="-122"/>
                  <a:ea typeface="华文细黑" panose="02010600040101010101" pitchFamily="2" charset="-122"/>
                  <a:cs typeface="Times New Roman" pitchFamily="18" charset="0"/>
                </a:rPr>
                <a:t>第</a:t>
              </a:r>
              <a:r>
                <a:rPr lang="en-US" altLang="zh-CN" dirty="0">
                  <a:latin typeface="华文细黑" panose="02010600040101010101" pitchFamily="2" charset="-122"/>
                  <a:ea typeface="华文细黑" panose="02010600040101010101" pitchFamily="2" charset="-122"/>
                  <a:cs typeface="Times New Roman" pitchFamily="18" charset="0"/>
                </a:rPr>
                <a:t>3</a:t>
              </a:r>
              <a:r>
                <a:rPr lang="zh-CN" altLang="en-US" dirty="0">
                  <a:latin typeface="华文细黑" panose="02010600040101010101" pitchFamily="2" charset="-122"/>
                  <a:ea typeface="华文细黑" panose="02010600040101010101" pitchFamily="2" charset="-122"/>
                  <a:cs typeface="Times New Roman" pitchFamily="18" charset="0"/>
                </a:rPr>
                <a:t>步</a:t>
              </a:r>
              <a:endParaRPr lang="zh-CN" altLang="en-US" sz="4000" dirty="0">
                <a:latin typeface="华文细黑" panose="02010600040101010101" pitchFamily="2" charset="-122"/>
                <a:ea typeface="华文细黑" panose="02010600040101010101" pitchFamily="2" charset="-122"/>
                <a:cs typeface="宋体" pitchFamily="2" charset="-122"/>
              </a:endParaRPr>
            </a:p>
          </p:txBody>
        </p:sp>
        <p:sp>
          <p:nvSpPr>
            <p:cNvPr id="1718309" name="Text Box 120"/>
            <p:cNvSpPr txBox="1">
              <a:spLocks noChangeArrowheads="1"/>
            </p:cNvSpPr>
            <p:nvPr/>
          </p:nvSpPr>
          <p:spPr bwMode="auto">
            <a:xfrm>
              <a:off x="1595643" y="3251198"/>
              <a:ext cx="828000" cy="31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indent="127000" algn="r" fontAlgn="base">
                <a:spcBef>
                  <a:spcPct val="0"/>
                </a:spcBef>
                <a:spcAft>
                  <a:spcPct val="0"/>
                </a:spcAft>
              </a:pPr>
              <a:r>
                <a:rPr lang="zh-CN" altLang="zh-CN" dirty="0">
                  <a:latin typeface="华文细黑" panose="02010600040101010101" pitchFamily="2" charset="-122"/>
                  <a:ea typeface="华文细黑" panose="02010600040101010101" pitchFamily="2" charset="-122"/>
                  <a:cs typeface="Times New Roman" pitchFamily="18" charset="0"/>
                </a:rPr>
                <a:t>第</a:t>
              </a:r>
              <a:r>
                <a:rPr lang="en-US" altLang="zh-CN" dirty="0">
                  <a:latin typeface="华文细黑" panose="02010600040101010101" pitchFamily="2" charset="-122"/>
                  <a:ea typeface="华文细黑" panose="02010600040101010101" pitchFamily="2" charset="-122"/>
                  <a:cs typeface="Times New Roman" pitchFamily="18" charset="0"/>
                </a:rPr>
                <a:t>2</a:t>
              </a:r>
              <a:r>
                <a:rPr lang="zh-CN" altLang="en-US" dirty="0">
                  <a:latin typeface="华文细黑" panose="02010600040101010101" pitchFamily="2" charset="-122"/>
                  <a:ea typeface="华文细黑" panose="02010600040101010101" pitchFamily="2" charset="-122"/>
                  <a:cs typeface="Times New Roman" pitchFamily="18" charset="0"/>
                </a:rPr>
                <a:t>步</a:t>
              </a:r>
              <a:endParaRPr lang="zh-CN" altLang="en-US" sz="4000" dirty="0">
                <a:latin typeface="华文细黑" panose="02010600040101010101" pitchFamily="2" charset="-122"/>
                <a:ea typeface="华文细黑" panose="02010600040101010101" pitchFamily="2" charset="-122"/>
                <a:cs typeface="宋体" pitchFamily="2" charset="-122"/>
              </a:endParaRPr>
            </a:p>
          </p:txBody>
        </p:sp>
        <p:sp>
          <p:nvSpPr>
            <p:cNvPr id="1718310" name="Text Box 119"/>
            <p:cNvSpPr txBox="1">
              <a:spLocks noChangeArrowheads="1"/>
            </p:cNvSpPr>
            <p:nvPr/>
          </p:nvSpPr>
          <p:spPr bwMode="auto">
            <a:xfrm>
              <a:off x="1595643" y="3873500"/>
              <a:ext cx="828000" cy="31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indent="127000" algn="r" fontAlgn="base">
                <a:spcBef>
                  <a:spcPct val="0"/>
                </a:spcBef>
                <a:spcAft>
                  <a:spcPct val="0"/>
                </a:spcAft>
              </a:pPr>
              <a:r>
                <a:rPr lang="zh-CN" altLang="zh-CN">
                  <a:latin typeface="华文细黑" panose="02010600040101010101" pitchFamily="2" charset="-122"/>
                  <a:ea typeface="华文细黑" panose="02010600040101010101" pitchFamily="2" charset="-122"/>
                  <a:cs typeface="Times New Roman" pitchFamily="18" charset="0"/>
                </a:rPr>
                <a:t>第</a:t>
              </a:r>
              <a:r>
                <a:rPr lang="en-US" altLang="zh-CN">
                  <a:latin typeface="华文细黑" panose="02010600040101010101" pitchFamily="2" charset="-122"/>
                  <a:ea typeface="华文细黑" panose="02010600040101010101" pitchFamily="2" charset="-122"/>
                  <a:cs typeface="Times New Roman" pitchFamily="18" charset="0"/>
                </a:rPr>
                <a:t>1</a:t>
              </a:r>
              <a:r>
                <a:rPr lang="zh-CN" altLang="en-US">
                  <a:latin typeface="华文细黑" panose="02010600040101010101" pitchFamily="2" charset="-122"/>
                  <a:ea typeface="华文细黑" panose="02010600040101010101" pitchFamily="2" charset="-122"/>
                  <a:cs typeface="Times New Roman" pitchFamily="18" charset="0"/>
                </a:rPr>
                <a:t>步</a:t>
              </a:r>
              <a:endParaRPr lang="zh-CN" altLang="en-US" sz="4000">
                <a:latin typeface="华文细黑" panose="02010600040101010101" pitchFamily="2" charset="-122"/>
                <a:ea typeface="华文细黑" panose="02010600040101010101" pitchFamily="2" charset="-122"/>
                <a:cs typeface="宋体" pitchFamily="2" charset="-122"/>
              </a:endParaRPr>
            </a:p>
          </p:txBody>
        </p:sp>
        <p:sp>
          <p:nvSpPr>
            <p:cNvPr id="1718311" name="Text Box 118"/>
            <p:cNvSpPr txBox="1">
              <a:spLocks noChangeArrowheads="1"/>
            </p:cNvSpPr>
            <p:nvPr/>
          </p:nvSpPr>
          <p:spPr bwMode="auto">
            <a:xfrm>
              <a:off x="1595643" y="4608452"/>
              <a:ext cx="828000" cy="31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indent="127000" algn="r" fontAlgn="base">
                <a:spcBef>
                  <a:spcPct val="0"/>
                </a:spcBef>
                <a:spcAft>
                  <a:spcPct val="0"/>
                </a:spcAft>
              </a:pPr>
              <a:r>
                <a:rPr lang="zh-CN" altLang="zh-CN" dirty="0">
                  <a:latin typeface="华文细黑" panose="02010600040101010101" pitchFamily="2" charset="-122"/>
                  <a:ea typeface="华文细黑" panose="02010600040101010101" pitchFamily="2" charset="-122"/>
                  <a:cs typeface="Times New Roman" pitchFamily="18" charset="0"/>
                </a:rPr>
                <a:t>第</a:t>
              </a:r>
              <a:r>
                <a:rPr lang="en-US" altLang="zh-CN" dirty="0">
                  <a:latin typeface="华文细黑" panose="02010600040101010101" pitchFamily="2" charset="-122"/>
                  <a:ea typeface="华文细黑" panose="02010600040101010101" pitchFamily="2" charset="-122"/>
                  <a:cs typeface="Times New Roman" pitchFamily="18" charset="0"/>
                </a:rPr>
                <a:t>0</a:t>
              </a:r>
              <a:r>
                <a:rPr lang="zh-CN" altLang="en-US" dirty="0">
                  <a:latin typeface="华文细黑" panose="02010600040101010101" pitchFamily="2" charset="-122"/>
                  <a:ea typeface="华文细黑" panose="02010600040101010101" pitchFamily="2" charset="-122"/>
                  <a:cs typeface="Times New Roman" pitchFamily="18" charset="0"/>
                </a:rPr>
                <a:t>步</a:t>
              </a:r>
              <a:endParaRPr lang="zh-CN" altLang="en-US" sz="4000" dirty="0">
                <a:latin typeface="华文细黑" panose="02010600040101010101" pitchFamily="2" charset="-122"/>
                <a:ea typeface="华文细黑" panose="02010600040101010101" pitchFamily="2" charset="-122"/>
                <a:cs typeface="宋体" pitchFamily="2" charset="-122"/>
              </a:endParaRPr>
            </a:p>
          </p:txBody>
        </p:sp>
        <p:sp>
          <p:nvSpPr>
            <p:cNvPr id="1718312" name="Text Box 117"/>
            <p:cNvSpPr txBox="1">
              <a:spLocks noChangeArrowheads="1"/>
            </p:cNvSpPr>
            <p:nvPr/>
          </p:nvSpPr>
          <p:spPr bwMode="auto">
            <a:xfrm>
              <a:off x="1214644" y="5145380"/>
              <a:ext cx="1872001" cy="31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indent="127000" fontAlgn="base">
                <a:spcBef>
                  <a:spcPct val="0"/>
                </a:spcBef>
                <a:spcAft>
                  <a:spcPct val="0"/>
                </a:spcAft>
              </a:pPr>
              <a:r>
                <a:rPr lang="zh-CN" altLang="zh-CN" dirty="0">
                  <a:latin typeface="华文细黑" panose="02010600040101010101" pitchFamily="2" charset="-122"/>
                  <a:ea typeface="华文细黑" panose="02010600040101010101" pitchFamily="2" charset="-122"/>
                  <a:cs typeface="Times New Roman" pitchFamily="18" charset="0"/>
                </a:rPr>
                <a:t>凝聚的（</a:t>
              </a:r>
              <a:r>
                <a:rPr lang="en-US" altLang="zh-CN" dirty="0">
                  <a:latin typeface="华文细黑" panose="02010600040101010101" pitchFamily="2" charset="-122"/>
                  <a:ea typeface="华文细黑" panose="02010600040101010101" pitchFamily="2" charset="-122"/>
                  <a:cs typeface="Times New Roman" pitchFamily="18" charset="0"/>
                </a:rPr>
                <a:t>AGENS</a:t>
              </a:r>
              <a:r>
                <a:rPr lang="zh-CN" altLang="en-US" dirty="0">
                  <a:latin typeface="华文细黑" panose="02010600040101010101" pitchFamily="2" charset="-122"/>
                  <a:ea typeface="华文细黑" panose="02010600040101010101" pitchFamily="2" charset="-122"/>
                  <a:cs typeface="Times New Roman" pitchFamily="18" charset="0"/>
                </a:rPr>
                <a:t>）</a:t>
              </a:r>
              <a:endParaRPr lang="zh-CN" altLang="en-US" sz="4000" dirty="0">
                <a:latin typeface="华文细黑" panose="02010600040101010101" pitchFamily="2" charset="-122"/>
                <a:ea typeface="华文细黑" panose="02010600040101010101" pitchFamily="2" charset="-122"/>
                <a:cs typeface="宋体" pitchFamily="2" charset="-122"/>
              </a:endParaRPr>
            </a:p>
          </p:txBody>
        </p:sp>
      </p:grpSp>
      <p:grpSp>
        <p:nvGrpSpPr>
          <p:cNvPr id="1718313" name="Group 110"/>
          <p:cNvGrpSpPr>
            <a:grpSpLocks/>
          </p:cNvGrpSpPr>
          <p:nvPr/>
        </p:nvGrpSpPr>
        <p:grpSpPr bwMode="auto">
          <a:xfrm>
            <a:off x="2373795" y="2221795"/>
            <a:ext cx="231913" cy="3443110"/>
            <a:chOff x="8850" y="8760"/>
            <a:chExt cx="240" cy="3600"/>
          </a:xfrm>
        </p:grpSpPr>
        <p:sp>
          <p:nvSpPr>
            <p:cNvPr id="1718314" name="Line 116"/>
            <p:cNvSpPr>
              <a:spLocks noChangeShapeType="1"/>
            </p:cNvSpPr>
            <p:nvPr/>
          </p:nvSpPr>
          <p:spPr bwMode="auto">
            <a:xfrm>
              <a:off x="8850" y="8760"/>
              <a:ext cx="0" cy="3600"/>
            </a:xfrm>
            <a:prstGeom prst="line">
              <a:avLst/>
            </a:prstGeom>
            <a:noFill/>
            <a:ln w="28575">
              <a:solidFill>
                <a:srgbClr val="000000"/>
              </a:solidFill>
              <a:round/>
              <a:headEnd type="triangle" w="lg" len="lg"/>
              <a:tailEnd type="none"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315" name="Line 115"/>
            <p:cNvSpPr>
              <a:spLocks noChangeShapeType="1"/>
            </p:cNvSpPr>
            <p:nvPr/>
          </p:nvSpPr>
          <p:spPr bwMode="auto">
            <a:xfrm>
              <a:off x="8850" y="9015"/>
              <a:ext cx="2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316" name="Line 114"/>
            <p:cNvSpPr>
              <a:spLocks noChangeShapeType="1"/>
            </p:cNvSpPr>
            <p:nvPr/>
          </p:nvSpPr>
          <p:spPr bwMode="auto">
            <a:xfrm>
              <a:off x="8850" y="9720"/>
              <a:ext cx="2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317" name="Line 113"/>
            <p:cNvSpPr>
              <a:spLocks noChangeShapeType="1"/>
            </p:cNvSpPr>
            <p:nvPr/>
          </p:nvSpPr>
          <p:spPr bwMode="auto">
            <a:xfrm>
              <a:off x="8850" y="10500"/>
              <a:ext cx="2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318" name="Line 112"/>
            <p:cNvSpPr>
              <a:spLocks noChangeShapeType="1"/>
            </p:cNvSpPr>
            <p:nvPr/>
          </p:nvSpPr>
          <p:spPr bwMode="auto">
            <a:xfrm>
              <a:off x="8850" y="11130"/>
              <a:ext cx="2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319" name="Line 111"/>
            <p:cNvSpPr>
              <a:spLocks noChangeShapeType="1"/>
            </p:cNvSpPr>
            <p:nvPr/>
          </p:nvSpPr>
          <p:spPr bwMode="auto">
            <a:xfrm>
              <a:off x="8850" y="11910"/>
              <a:ext cx="2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grpSp>
      <p:sp>
        <p:nvSpPr>
          <p:cNvPr id="34" name="Rectangle 3"/>
          <p:cNvSpPr txBox="1">
            <a:spLocks noChangeArrowheads="1"/>
          </p:cNvSpPr>
          <p:nvPr/>
        </p:nvSpPr>
        <p:spPr>
          <a:xfrm>
            <a:off x="6211817" y="1508791"/>
            <a:ext cx="2868682" cy="3828971"/>
          </a:xfrm>
          <a:prstGeom prst="rect">
            <a:avLst/>
          </a:prstGeom>
        </p:spPr>
        <p:txBody>
          <a:bodyPr>
            <a:normAutofit/>
          </a:bodyPr>
          <a:lstStyle>
            <a:lvl1pPr marL="365760" indent="-283464" algn="l" rtl="0" eaLnBrk="1" latinLnBrk="0" hangingPunct="1">
              <a:lnSpc>
                <a:spcPct val="130000"/>
              </a:lnSpc>
              <a:spcBef>
                <a:spcPts val="0"/>
              </a:spcBef>
              <a:buClr>
                <a:schemeClr val="accent1"/>
              </a:buClr>
              <a:buSzPct val="80000"/>
              <a:buFont typeface="Wingdings 2"/>
              <a:buChar char=""/>
              <a:defRPr kumimoji="0" sz="2800" kern="1200" baseline="0">
                <a:solidFill>
                  <a:schemeClr val="tx1"/>
                </a:solidFill>
                <a:latin typeface="Times New Roman" pitchFamily="18" charset="0"/>
                <a:ea typeface="华文细黑" pitchFamily="2" charset="-122"/>
                <a:cs typeface="+mn-cs"/>
              </a:defRPr>
            </a:lvl1pPr>
            <a:lvl2pPr marL="640080" indent="-237744" algn="l" rtl="0" eaLnBrk="1" latinLnBrk="0" hangingPunct="1">
              <a:lnSpc>
                <a:spcPct val="130000"/>
              </a:lnSpc>
              <a:spcBef>
                <a:spcPts val="0"/>
              </a:spcBef>
              <a:buClr>
                <a:schemeClr val="accent1"/>
              </a:buClr>
              <a:buFont typeface="Verdana"/>
              <a:buChar char="◦"/>
              <a:defRPr kumimoji="0" sz="2400" kern="1200" baseline="0">
                <a:solidFill>
                  <a:schemeClr val="tx1"/>
                </a:solidFill>
                <a:latin typeface="Times New Roman" pitchFamily="18" charset="0"/>
                <a:ea typeface="华文细黑" pitchFamily="2" charset="-122"/>
                <a:cs typeface="+mn-cs"/>
              </a:defRPr>
            </a:lvl2pPr>
            <a:lvl3pPr marL="886968" indent="-228600" algn="l" rtl="0" eaLnBrk="1" latinLnBrk="0" hangingPunct="1">
              <a:lnSpc>
                <a:spcPct val="130000"/>
              </a:lnSpc>
              <a:spcBef>
                <a:spcPts val="0"/>
              </a:spcBef>
              <a:buClr>
                <a:schemeClr val="accent2"/>
              </a:buClr>
              <a:buFont typeface="Wingdings 2"/>
              <a:buChar char=""/>
              <a:defRPr kumimoji="0" sz="2000" kern="1200" baseline="0">
                <a:solidFill>
                  <a:schemeClr val="tx1"/>
                </a:solidFill>
                <a:latin typeface="Times New Roman" pitchFamily="18" charset="0"/>
                <a:ea typeface="华文细黑" pitchFamily="2" charset="-122"/>
                <a:cs typeface="+mn-cs"/>
              </a:defRPr>
            </a:lvl3pPr>
            <a:lvl4pPr marL="1097280" indent="-173736" algn="l" rtl="0" eaLnBrk="1" latinLnBrk="0" hangingPunct="1">
              <a:lnSpc>
                <a:spcPct val="130000"/>
              </a:lnSpc>
              <a:spcBef>
                <a:spcPts val="0"/>
              </a:spcBef>
              <a:buClr>
                <a:schemeClr val="accent3"/>
              </a:buClr>
              <a:buFont typeface="Wingdings 2"/>
              <a:buChar char=""/>
              <a:defRPr kumimoji="0" sz="1800" kern="1200" baseline="0">
                <a:solidFill>
                  <a:schemeClr val="tx1"/>
                </a:solidFill>
                <a:latin typeface="Times New Roman" pitchFamily="18" charset="0"/>
                <a:ea typeface="华文细黑" pitchFamily="2" charset="-122"/>
                <a:cs typeface="+mn-cs"/>
              </a:defRPr>
            </a:lvl4pPr>
            <a:lvl5pPr marL="1298448" indent="-182880" algn="l" rtl="0" eaLnBrk="1" latinLnBrk="0" hangingPunct="1">
              <a:lnSpc>
                <a:spcPct val="130000"/>
              </a:lnSpc>
              <a:spcBef>
                <a:spcPts val="0"/>
              </a:spcBef>
              <a:buClr>
                <a:schemeClr val="accent4"/>
              </a:buClr>
              <a:buFont typeface="Wingdings 2"/>
              <a:buChar char=""/>
              <a:defRPr kumimoji="0" sz="1800" kern="1200" baseline="0">
                <a:solidFill>
                  <a:schemeClr val="tx1"/>
                </a:solidFill>
                <a:latin typeface="Times New Roman" pitchFamily="18" charset="0"/>
                <a:ea typeface="华文细黑" pitchFamily="2" charset="-122"/>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r>
              <a:rPr lang="zh-CN" altLang="en-US" sz="2400" u="sng" dirty="0">
                <a:solidFill>
                  <a:srgbClr val="C00000"/>
                </a:solidFill>
                <a:cs typeface="Times New Roman" pitchFamily="18" charset="0"/>
              </a:rPr>
              <a:t>凝聚的层次聚类</a:t>
            </a:r>
            <a:r>
              <a:rPr lang="zh-CN" altLang="en-US" sz="2000" dirty="0">
                <a:cs typeface="Times New Roman" pitchFamily="18" charset="0"/>
              </a:rPr>
              <a:t>采用自底向上的策略，开始时把每个对象作为一个单独的簇，然后逐次对各个簇进行适当合并，直到满足某个终止条件。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fade">
                                      <p:cBhvr>
                                        <p:cTn id="7" dur="2750"/>
                                        <p:tgtEl>
                                          <p:spTgt spid="34">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718300"/>
                                        </p:tgtEl>
                                        <p:attrNameLst>
                                          <p:attrName>style.visibility</p:attrName>
                                        </p:attrNameLst>
                                      </p:cBhvr>
                                      <p:to>
                                        <p:strVal val="visible"/>
                                      </p:to>
                                    </p:set>
                                    <p:animEffect transition="in" filter="wipe(down)">
                                      <p:cBhvr>
                                        <p:cTn id="10" dur="500"/>
                                        <p:tgtEl>
                                          <p:spTgt spid="1718300"/>
                                        </p:tgtEl>
                                      </p:cBhvr>
                                    </p:animEffect>
                                  </p:childTnLst>
                                </p:cTn>
                              </p:par>
                              <p:par>
                                <p:cTn id="11" presetID="22" presetClass="entr" presetSubtype="4" fill="hold" nodeType="withEffect">
                                  <p:stCondLst>
                                    <p:cond delay="0"/>
                                  </p:stCondLst>
                                  <p:childTnLst>
                                    <p:set>
                                      <p:cBhvr>
                                        <p:cTn id="12" dur="1" fill="hold">
                                          <p:stCondLst>
                                            <p:cond delay="0"/>
                                          </p:stCondLst>
                                        </p:cTn>
                                        <p:tgtEl>
                                          <p:spTgt spid="1718313"/>
                                        </p:tgtEl>
                                        <p:attrNameLst>
                                          <p:attrName>style.visibility</p:attrName>
                                        </p:attrNameLst>
                                      </p:cBhvr>
                                      <p:to>
                                        <p:strVal val="visible"/>
                                      </p:to>
                                    </p:set>
                                    <p:animEffect transition="in" filter="wipe(down)">
                                      <p:cBhvr>
                                        <p:cTn id="13" dur="3500"/>
                                        <p:tgtEl>
                                          <p:spTgt spid="1718313"/>
                                        </p:tgtEl>
                                      </p:cBhvr>
                                    </p:animEffect>
                                  </p:childTnLst>
                                </p:cTn>
                              </p:par>
                              <p:par>
                                <p:cTn id="14" presetID="22" presetClass="entr" presetSubtype="4"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3500"/>
                                        <p:tgtEl>
                                          <p:spTgt spid="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718301"/>
                                        </p:tgtEl>
                                        <p:attrNameLst>
                                          <p:attrName>style.visibility</p:attrName>
                                        </p:attrNameLst>
                                      </p:cBhvr>
                                      <p:to>
                                        <p:strVal val="visible"/>
                                      </p:to>
                                    </p:set>
                                    <p:animEffect transition="in" filter="wipe(down)">
                                      <p:cBhvr>
                                        <p:cTn id="19" dur="500"/>
                                        <p:tgtEl>
                                          <p:spTgt spid="1718301"/>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1718299"/>
                                        </p:tgtEl>
                                        <p:attrNameLst>
                                          <p:attrName>style.visibility</p:attrName>
                                        </p:attrNameLst>
                                      </p:cBhvr>
                                      <p:to>
                                        <p:strVal val="visible"/>
                                      </p:to>
                                    </p:set>
                                    <p:animEffect transition="in" filter="fade">
                                      <p:cBhvr>
                                        <p:cTn id="22" dur="500"/>
                                        <p:tgtEl>
                                          <p:spTgt spid="1718299"/>
                                        </p:tgtEl>
                                      </p:cBhvr>
                                    </p:animEffect>
                                  </p:childTnLst>
                                </p:cTn>
                              </p:par>
                              <p:par>
                                <p:cTn id="23" presetID="22" presetClass="entr" presetSubtype="4" fill="hold" grpId="0" nodeType="withEffect">
                                  <p:stCondLst>
                                    <p:cond delay="1000"/>
                                  </p:stCondLst>
                                  <p:childTnLst>
                                    <p:set>
                                      <p:cBhvr>
                                        <p:cTn id="24" dur="1" fill="hold">
                                          <p:stCondLst>
                                            <p:cond delay="0"/>
                                          </p:stCondLst>
                                        </p:cTn>
                                        <p:tgtEl>
                                          <p:spTgt spid="1718297"/>
                                        </p:tgtEl>
                                        <p:attrNameLst>
                                          <p:attrName>style.visibility</p:attrName>
                                        </p:attrNameLst>
                                      </p:cBhvr>
                                      <p:to>
                                        <p:strVal val="visible"/>
                                      </p:to>
                                    </p:set>
                                    <p:animEffect transition="in" filter="wipe(down)">
                                      <p:cBhvr>
                                        <p:cTn id="25" dur="500"/>
                                        <p:tgtEl>
                                          <p:spTgt spid="1718297"/>
                                        </p:tgtEl>
                                      </p:cBhvr>
                                    </p:animEffect>
                                  </p:childTnLst>
                                </p:cTn>
                              </p:par>
                              <p:par>
                                <p:cTn id="26" presetID="22" presetClass="entr" presetSubtype="4" fill="hold" grpId="0" nodeType="withEffect">
                                  <p:stCondLst>
                                    <p:cond delay="1000"/>
                                  </p:stCondLst>
                                  <p:childTnLst>
                                    <p:set>
                                      <p:cBhvr>
                                        <p:cTn id="27" dur="1" fill="hold">
                                          <p:stCondLst>
                                            <p:cond delay="0"/>
                                          </p:stCondLst>
                                        </p:cTn>
                                        <p:tgtEl>
                                          <p:spTgt spid="1718298"/>
                                        </p:tgtEl>
                                        <p:attrNameLst>
                                          <p:attrName>style.visibility</p:attrName>
                                        </p:attrNameLst>
                                      </p:cBhvr>
                                      <p:to>
                                        <p:strVal val="visible"/>
                                      </p:to>
                                    </p:set>
                                    <p:animEffect transition="in" filter="wipe(down)">
                                      <p:cBhvr>
                                        <p:cTn id="28" dur="500"/>
                                        <p:tgtEl>
                                          <p:spTgt spid="1718298"/>
                                        </p:tgtEl>
                                      </p:cBhvr>
                                    </p:animEffect>
                                  </p:childTnLst>
                                </p:cTn>
                              </p:par>
                              <p:par>
                                <p:cTn id="29" presetID="10" presetClass="entr" presetSubtype="0" fill="hold" grpId="0" nodeType="withEffect">
                                  <p:stCondLst>
                                    <p:cond delay="1500"/>
                                  </p:stCondLst>
                                  <p:childTnLst>
                                    <p:set>
                                      <p:cBhvr>
                                        <p:cTn id="30" dur="1" fill="hold">
                                          <p:stCondLst>
                                            <p:cond delay="0"/>
                                          </p:stCondLst>
                                        </p:cTn>
                                        <p:tgtEl>
                                          <p:spTgt spid="1718296"/>
                                        </p:tgtEl>
                                        <p:attrNameLst>
                                          <p:attrName>style.visibility</p:attrName>
                                        </p:attrNameLst>
                                      </p:cBhvr>
                                      <p:to>
                                        <p:strVal val="visible"/>
                                      </p:to>
                                    </p:set>
                                    <p:animEffect transition="in" filter="fade">
                                      <p:cBhvr>
                                        <p:cTn id="31" dur="500"/>
                                        <p:tgtEl>
                                          <p:spTgt spid="1718296"/>
                                        </p:tgtEl>
                                      </p:cBhvr>
                                    </p:animEffect>
                                  </p:childTnLst>
                                </p:cTn>
                              </p:par>
                              <p:par>
                                <p:cTn id="32" presetID="22" presetClass="entr" presetSubtype="4" fill="hold" grpId="0" nodeType="withEffect">
                                  <p:stCondLst>
                                    <p:cond delay="2000"/>
                                  </p:stCondLst>
                                  <p:childTnLst>
                                    <p:set>
                                      <p:cBhvr>
                                        <p:cTn id="33" dur="1" fill="hold">
                                          <p:stCondLst>
                                            <p:cond delay="0"/>
                                          </p:stCondLst>
                                        </p:cTn>
                                        <p:tgtEl>
                                          <p:spTgt spid="1718294"/>
                                        </p:tgtEl>
                                        <p:attrNameLst>
                                          <p:attrName>style.visibility</p:attrName>
                                        </p:attrNameLst>
                                      </p:cBhvr>
                                      <p:to>
                                        <p:strVal val="visible"/>
                                      </p:to>
                                    </p:set>
                                    <p:animEffect transition="in" filter="wipe(down)">
                                      <p:cBhvr>
                                        <p:cTn id="34" dur="500"/>
                                        <p:tgtEl>
                                          <p:spTgt spid="1718294"/>
                                        </p:tgtEl>
                                      </p:cBhvr>
                                    </p:animEffect>
                                  </p:childTnLst>
                                </p:cTn>
                              </p:par>
                              <p:par>
                                <p:cTn id="35" presetID="22" presetClass="entr" presetSubtype="4" fill="hold" grpId="0" nodeType="withEffect">
                                  <p:stCondLst>
                                    <p:cond delay="2000"/>
                                  </p:stCondLst>
                                  <p:childTnLst>
                                    <p:set>
                                      <p:cBhvr>
                                        <p:cTn id="36" dur="1" fill="hold">
                                          <p:stCondLst>
                                            <p:cond delay="0"/>
                                          </p:stCondLst>
                                        </p:cTn>
                                        <p:tgtEl>
                                          <p:spTgt spid="1718295"/>
                                        </p:tgtEl>
                                        <p:attrNameLst>
                                          <p:attrName>style.visibility</p:attrName>
                                        </p:attrNameLst>
                                      </p:cBhvr>
                                      <p:to>
                                        <p:strVal val="visible"/>
                                      </p:to>
                                    </p:set>
                                    <p:animEffect transition="in" filter="wipe(down)">
                                      <p:cBhvr>
                                        <p:cTn id="37" dur="500"/>
                                        <p:tgtEl>
                                          <p:spTgt spid="1718295"/>
                                        </p:tgtEl>
                                      </p:cBhvr>
                                    </p:animEffect>
                                  </p:childTnLst>
                                </p:cTn>
                              </p:par>
                              <p:par>
                                <p:cTn id="38" presetID="10" presetClass="entr" presetSubtype="0" fill="hold" grpId="0" nodeType="withEffect">
                                  <p:stCondLst>
                                    <p:cond delay="2500"/>
                                  </p:stCondLst>
                                  <p:childTnLst>
                                    <p:set>
                                      <p:cBhvr>
                                        <p:cTn id="39" dur="1" fill="hold">
                                          <p:stCondLst>
                                            <p:cond delay="0"/>
                                          </p:stCondLst>
                                        </p:cTn>
                                        <p:tgtEl>
                                          <p:spTgt spid="1718293"/>
                                        </p:tgtEl>
                                        <p:attrNameLst>
                                          <p:attrName>style.visibility</p:attrName>
                                        </p:attrNameLst>
                                      </p:cBhvr>
                                      <p:to>
                                        <p:strVal val="visible"/>
                                      </p:to>
                                    </p:set>
                                    <p:animEffect transition="in" filter="fade">
                                      <p:cBhvr>
                                        <p:cTn id="40" dur="500"/>
                                        <p:tgtEl>
                                          <p:spTgt spid="1718293"/>
                                        </p:tgtEl>
                                      </p:cBhvr>
                                    </p:animEffect>
                                  </p:childTnLst>
                                </p:cTn>
                              </p:par>
                              <p:par>
                                <p:cTn id="41" presetID="22" presetClass="entr" presetSubtype="4" fill="hold" grpId="0" nodeType="withEffect">
                                  <p:stCondLst>
                                    <p:cond delay="3000"/>
                                  </p:stCondLst>
                                  <p:childTnLst>
                                    <p:set>
                                      <p:cBhvr>
                                        <p:cTn id="42" dur="1" fill="hold">
                                          <p:stCondLst>
                                            <p:cond delay="0"/>
                                          </p:stCondLst>
                                        </p:cTn>
                                        <p:tgtEl>
                                          <p:spTgt spid="1718291"/>
                                        </p:tgtEl>
                                        <p:attrNameLst>
                                          <p:attrName>style.visibility</p:attrName>
                                        </p:attrNameLst>
                                      </p:cBhvr>
                                      <p:to>
                                        <p:strVal val="visible"/>
                                      </p:to>
                                    </p:set>
                                    <p:animEffect transition="in" filter="wipe(down)">
                                      <p:cBhvr>
                                        <p:cTn id="43" dur="500"/>
                                        <p:tgtEl>
                                          <p:spTgt spid="1718291"/>
                                        </p:tgtEl>
                                      </p:cBhvr>
                                    </p:animEffect>
                                  </p:childTnLst>
                                </p:cTn>
                              </p:par>
                              <p:par>
                                <p:cTn id="44" presetID="22" presetClass="entr" presetSubtype="4" fill="hold" grpId="0" nodeType="withEffect">
                                  <p:stCondLst>
                                    <p:cond delay="3000"/>
                                  </p:stCondLst>
                                  <p:childTnLst>
                                    <p:set>
                                      <p:cBhvr>
                                        <p:cTn id="45" dur="1" fill="hold">
                                          <p:stCondLst>
                                            <p:cond delay="0"/>
                                          </p:stCondLst>
                                        </p:cTn>
                                        <p:tgtEl>
                                          <p:spTgt spid="1718292"/>
                                        </p:tgtEl>
                                        <p:attrNameLst>
                                          <p:attrName>style.visibility</p:attrName>
                                        </p:attrNameLst>
                                      </p:cBhvr>
                                      <p:to>
                                        <p:strVal val="visible"/>
                                      </p:to>
                                    </p:set>
                                    <p:animEffect transition="in" filter="wipe(down)">
                                      <p:cBhvr>
                                        <p:cTn id="46" dur="500"/>
                                        <p:tgtEl>
                                          <p:spTgt spid="1718292"/>
                                        </p:tgtEl>
                                      </p:cBhvr>
                                    </p:animEffect>
                                  </p:childTnLst>
                                </p:cTn>
                              </p:par>
                              <p:par>
                                <p:cTn id="47" presetID="10" presetClass="entr" presetSubtype="0" fill="hold" grpId="0" nodeType="withEffect">
                                  <p:stCondLst>
                                    <p:cond delay="3500"/>
                                  </p:stCondLst>
                                  <p:childTnLst>
                                    <p:set>
                                      <p:cBhvr>
                                        <p:cTn id="48" dur="1" fill="hold">
                                          <p:stCondLst>
                                            <p:cond delay="0"/>
                                          </p:stCondLst>
                                        </p:cTn>
                                        <p:tgtEl>
                                          <p:spTgt spid="1718290"/>
                                        </p:tgtEl>
                                        <p:attrNameLst>
                                          <p:attrName>style.visibility</p:attrName>
                                        </p:attrNameLst>
                                      </p:cBhvr>
                                      <p:to>
                                        <p:strVal val="visible"/>
                                      </p:to>
                                    </p:set>
                                    <p:animEffect transition="in" filter="fade">
                                      <p:cBhvr>
                                        <p:cTn id="49" dur="500"/>
                                        <p:tgtEl>
                                          <p:spTgt spid="1718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8290" grpId="0" animBg="1"/>
      <p:bldP spid="1718291" grpId="0" animBg="1"/>
      <p:bldP spid="1718292" grpId="0" animBg="1"/>
      <p:bldP spid="1718293" grpId="0" animBg="1"/>
      <p:bldP spid="1718294" grpId="0" animBg="1"/>
      <p:bldP spid="1718295" grpId="0" animBg="1"/>
      <p:bldP spid="1718296" grpId="0" animBg="1"/>
      <p:bldP spid="1718297" grpId="0" animBg="1"/>
      <p:bldP spid="1718298" grpId="0" animBg="1"/>
      <p:bldP spid="1718299" grpId="0" animBg="1"/>
      <p:bldP spid="1718300" grpId="0" animBg="1"/>
      <p:bldP spid="1718301" grpId="0" animBg="1"/>
      <p:bldP spid="3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8274" name="Rectangle 2"/>
          <p:cNvSpPr>
            <a:spLocks noGrp="1" noChangeArrowheads="1"/>
          </p:cNvSpPr>
          <p:nvPr>
            <p:ph type="title"/>
          </p:nvPr>
        </p:nvSpPr>
        <p:spPr/>
        <p:txBody>
          <a:bodyPr/>
          <a:lstStyle/>
          <a:p>
            <a:r>
              <a:rPr lang="zh-CN" altLang="en-US"/>
              <a:t>凝聚的和分裂的层次聚类 </a:t>
            </a:r>
          </a:p>
        </p:txBody>
      </p:sp>
      <p:sp>
        <p:nvSpPr>
          <p:cNvPr id="1718290" name="Oval 140"/>
          <p:cNvSpPr>
            <a:spLocks noChangeArrowheads="1"/>
          </p:cNvSpPr>
          <p:nvPr/>
        </p:nvSpPr>
        <p:spPr bwMode="auto">
          <a:xfrm>
            <a:off x="3272319" y="2222225"/>
            <a:ext cx="1656246" cy="444800"/>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indent="127000" algn="ctr" fontAlgn="base">
              <a:spcBef>
                <a:spcPct val="0"/>
              </a:spcBef>
              <a:spcAft>
                <a:spcPct val="0"/>
              </a:spcAft>
            </a:pPr>
            <a:r>
              <a:rPr lang="en-US" altLang="zh-CN" b="1" i="1">
                <a:latin typeface="Times New Roman" pitchFamily="18" charset="0"/>
                <a:ea typeface="宋体" pitchFamily="2" charset="-122"/>
                <a:cs typeface="Times New Roman" pitchFamily="18" charset="0"/>
              </a:rPr>
              <a:t>a, b, c, d, e</a:t>
            </a:r>
            <a:endParaRPr lang="en-US" altLang="zh-CN" sz="4000">
              <a:latin typeface="Arial" pitchFamily="34" charset="0"/>
              <a:ea typeface="宋体" pitchFamily="2" charset="-122"/>
              <a:cs typeface="宋体" pitchFamily="2" charset="-122"/>
            </a:endParaRPr>
          </a:p>
        </p:txBody>
      </p:sp>
      <p:sp>
        <p:nvSpPr>
          <p:cNvPr id="1718291" name="Line 139"/>
          <p:cNvSpPr>
            <a:spLocks noChangeShapeType="1"/>
          </p:cNvSpPr>
          <p:nvPr/>
        </p:nvSpPr>
        <p:spPr bwMode="auto">
          <a:xfrm flipH="1">
            <a:off x="3495051" y="2669894"/>
            <a:ext cx="629546" cy="164200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292" name="Line 138"/>
          <p:cNvSpPr>
            <a:spLocks noChangeShapeType="1"/>
          </p:cNvSpPr>
          <p:nvPr/>
        </p:nvSpPr>
        <p:spPr bwMode="auto">
          <a:xfrm>
            <a:off x="4124600" y="2669894"/>
            <a:ext cx="869674" cy="29844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293" name="Oval 137"/>
          <p:cNvSpPr>
            <a:spLocks noChangeArrowheads="1"/>
          </p:cNvSpPr>
          <p:nvPr/>
        </p:nvSpPr>
        <p:spPr bwMode="auto">
          <a:xfrm>
            <a:off x="4567168" y="2968342"/>
            <a:ext cx="1080329" cy="44766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indent="127000" algn="ctr" fontAlgn="base">
              <a:spcBef>
                <a:spcPct val="0"/>
              </a:spcBef>
              <a:spcAft>
                <a:spcPct val="0"/>
              </a:spcAft>
            </a:pPr>
            <a:r>
              <a:rPr lang="en-US" altLang="zh-CN" b="1" i="1">
                <a:latin typeface="Times New Roman" pitchFamily="18" charset="0"/>
                <a:ea typeface="宋体" pitchFamily="2" charset="-122"/>
                <a:cs typeface="Times New Roman" pitchFamily="18" charset="0"/>
              </a:rPr>
              <a:t>c, d, e</a:t>
            </a:r>
            <a:endParaRPr lang="en-US" altLang="zh-CN" sz="4000">
              <a:latin typeface="Arial" pitchFamily="34" charset="0"/>
              <a:ea typeface="宋体" pitchFamily="2" charset="-122"/>
              <a:cs typeface="宋体" pitchFamily="2" charset="-122"/>
            </a:endParaRPr>
          </a:p>
        </p:txBody>
      </p:sp>
      <p:sp>
        <p:nvSpPr>
          <p:cNvPr id="1718294" name="Line 136"/>
          <p:cNvSpPr>
            <a:spLocks noChangeShapeType="1"/>
          </p:cNvSpPr>
          <p:nvPr/>
        </p:nvSpPr>
        <p:spPr bwMode="auto">
          <a:xfrm flipH="1">
            <a:off x="4928565" y="3416011"/>
            <a:ext cx="239643" cy="164145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295" name="Line 135"/>
          <p:cNvSpPr>
            <a:spLocks noChangeShapeType="1"/>
          </p:cNvSpPr>
          <p:nvPr/>
        </p:nvSpPr>
        <p:spPr bwMode="auto">
          <a:xfrm>
            <a:off x="5168210" y="3416010"/>
            <a:ext cx="695739" cy="29844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296" name="Oval 134"/>
          <p:cNvSpPr>
            <a:spLocks noChangeArrowheads="1"/>
          </p:cNvSpPr>
          <p:nvPr/>
        </p:nvSpPr>
        <p:spPr bwMode="auto">
          <a:xfrm>
            <a:off x="5516079" y="3714457"/>
            <a:ext cx="828123" cy="44766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indent="127000" algn="ctr" fontAlgn="base">
              <a:spcBef>
                <a:spcPct val="0"/>
              </a:spcBef>
              <a:spcAft>
                <a:spcPct val="0"/>
              </a:spcAft>
            </a:pPr>
            <a:r>
              <a:rPr lang="en-US" altLang="zh-CN" b="1" i="1">
                <a:latin typeface="Times New Roman" pitchFamily="18" charset="0"/>
                <a:ea typeface="宋体" pitchFamily="2" charset="-122"/>
                <a:cs typeface="Times New Roman" pitchFamily="18" charset="0"/>
              </a:rPr>
              <a:t>d, e</a:t>
            </a:r>
            <a:endParaRPr lang="en-US" altLang="zh-CN" sz="4000">
              <a:latin typeface="Arial" pitchFamily="34" charset="0"/>
              <a:ea typeface="宋体" pitchFamily="2" charset="-122"/>
              <a:cs typeface="宋体" pitchFamily="2" charset="-122"/>
            </a:endParaRPr>
          </a:p>
        </p:txBody>
      </p:sp>
      <p:sp>
        <p:nvSpPr>
          <p:cNvPr id="1718297" name="Line 133"/>
          <p:cNvSpPr>
            <a:spLocks noChangeShapeType="1"/>
          </p:cNvSpPr>
          <p:nvPr/>
        </p:nvSpPr>
        <p:spPr bwMode="auto">
          <a:xfrm flipH="1">
            <a:off x="5812249" y="4162127"/>
            <a:ext cx="51698" cy="8953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298" name="Line 132"/>
          <p:cNvSpPr>
            <a:spLocks noChangeShapeType="1"/>
          </p:cNvSpPr>
          <p:nvPr/>
        </p:nvSpPr>
        <p:spPr bwMode="auto">
          <a:xfrm>
            <a:off x="5863949" y="4162127"/>
            <a:ext cx="695739" cy="8953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299" name="Oval 131"/>
          <p:cNvSpPr>
            <a:spLocks noChangeArrowheads="1"/>
          </p:cNvSpPr>
          <p:nvPr/>
        </p:nvSpPr>
        <p:spPr bwMode="auto">
          <a:xfrm>
            <a:off x="3080992" y="4311901"/>
            <a:ext cx="828123" cy="44766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indent="127000" algn="ctr" fontAlgn="base">
              <a:spcBef>
                <a:spcPct val="0"/>
              </a:spcBef>
              <a:spcAft>
                <a:spcPct val="0"/>
              </a:spcAft>
            </a:pPr>
            <a:r>
              <a:rPr lang="en-US" altLang="zh-CN" b="1" i="1">
                <a:latin typeface="Times New Roman" pitchFamily="18" charset="0"/>
                <a:ea typeface="宋体" pitchFamily="2" charset="-122"/>
                <a:cs typeface="Times New Roman" pitchFamily="18" charset="0"/>
              </a:rPr>
              <a:t>a, b</a:t>
            </a:r>
            <a:endParaRPr lang="en-US" altLang="zh-CN" sz="4000">
              <a:latin typeface="Arial" pitchFamily="34" charset="0"/>
              <a:ea typeface="宋体" pitchFamily="2" charset="-122"/>
              <a:cs typeface="宋体" pitchFamily="2" charset="-122"/>
            </a:endParaRPr>
          </a:p>
        </p:txBody>
      </p:sp>
      <p:sp>
        <p:nvSpPr>
          <p:cNvPr id="1718300" name="Line 130"/>
          <p:cNvSpPr>
            <a:spLocks noChangeShapeType="1"/>
          </p:cNvSpPr>
          <p:nvPr/>
        </p:nvSpPr>
        <p:spPr bwMode="auto">
          <a:xfrm flipH="1">
            <a:off x="3203228" y="4759569"/>
            <a:ext cx="291822" cy="2978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301" name="Line 129"/>
          <p:cNvSpPr>
            <a:spLocks noChangeShapeType="1"/>
          </p:cNvSpPr>
          <p:nvPr/>
        </p:nvSpPr>
        <p:spPr bwMode="auto">
          <a:xfrm>
            <a:off x="3495052" y="4759569"/>
            <a:ext cx="577850" cy="2978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302" name="Oval 128"/>
          <p:cNvSpPr>
            <a:spLocks noChangeArrowheads="1"/>
          </p:cNvSpPr>
          <p:nvPr/>
        </p:nvSpPr>
        <p:spPr bwMode="auto">
          <a:xfrm>
            <a:off x="6357730" y="5057101"/>
            <a:ext cx="648390" cy="44766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indent="127000" algn="ctr" fontAlgn="base">
              <a:spcBef>
                <a:spcPct val="0"/>
              </a:spcBef>
              <a:spcAft>
                <a:spcPct val="0"/>
              </a:spcAft>
            </a:pPr>
            <a:r>
              <a:rPr lang="en-US" altLang="zh-CN" b="1" i="1">
                <a:latin typeface="Times New Roman" pitchFamily="18" charset="0"/>
                <a:ea typeface="宋体" pitchFamily="2" charset="-122"/>
                <a:cs typeface="Times New Roman" pitchFamily="18" charset="0"/>
              </a:rPr>
              <a:t>e</a:t>
            </a:r>
            <a:endParaRPr lang="en-US" altLang="zh-CN" sz="4000">
              <a:latin typeface="Arial" pitchFamily="34" charset="0"/>
              <a:ea typeface="宋体" pitchFamily="2" charset="-122"/>
              <a:cs typeface="宋体" pitchFamily="2" charset="-122"/>
            </a:endParaRPr>
          </a:p>
        </p:txBody>
      </p:sp>
      <p:sp>
        <p:nvSpPr>
          <p:cNvPr id="1718303" name="Oval 127"/>
          <p:cNvSpPr>
            <a:spLocks noChangeArrowheads="1"/>
          </p:cNvSpPr>
          <p:nvPr/>
        </p:nvSpPr>
        <p:spPr bwMode="auto">
          <a:xfrm>
            <a:off x="5488055" y="5057101"/>
            <a:ext cx="648390" cy="44766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indent="127000" algn="ctr" fontAlgn="base">
              <a:spcBef>
                <a:spcPct val="0"/>
              </a:spcBef>
              <a:spcAft>
                <a:spcPct val="0"/>
              </a:spcAft>
            </a:pPr>
            <a:r>
              <a:rPr lang="en-US" altLang="zh-CN" b="1" i="1">
                <a:latin typeface="Times New Roman" pitchFamily="18" charset="0"/>
                <a:ea typeface="宋体" pitchFamily="2" charset="-122"/>
                <a:cs typeface="Times New Roman" pitchFamily="18" charset="0"/>
              </a:rPr>
              <a:t>d</a:t>
            </a:r>
            <a:endParaRPr lang="en-US" altLang="zh-CN" sz="4000">
              <a:latin typeface="Arial" pitchFamily="34" charset="0"/>
              <a:ea typeface="宋体" pitchFamily="2" charset="-122"/>
              <a:cs typeface="宋体" pitchFamily="2" charset="-122"/>
            </a:endParaRPr>
          </a:p>
        </p:txBody>
      </p:sp>
      <p:sp>
        <p:nvSpPr>
          <p:cNvPr id="1718304" name="Oval 126"/>
          <p:cNvSpPr>
            <a:spLocks noChangeArrowheads="1"/>
          </p:cNvSpPr>
          <p:nvPr/>
        </p:nvSpPr>
        <p:spPr bwMode="auto">
          <a:xfrm>
            <a:off x="4618381" y="5057101"/>
            <a:ext cx="648390" cy="44766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indent="127000" algn="ctr" fontAlgn="base">
              <a:spcBef>
                <a:spcPct val="0"/>
              </a:spcBef>
              <a:spcAft>
                <a:spcPct val="0"/>
              </a:spcAft>
            </a:pPr>
            <a:r>
              <a:rPr lang="en-US" altLang="zh-CN" b="1" i="1">
                <a:latin typeface="Times New Roman" pitchFamily="18" charset="0"/>
                <a:ea typeface="宋体" pitchFamily="2" charset="-122"/>
                <a:cs typeface="Times New Roman" pitchFamily="18" charset="0"/>
              </a:rPr>
              <a:t>c</a:t>
            </a:r>
            <a:endParaRPr lang="en-US" altLang="zh-CN" sz="4000">
              <a:latin typeface="Arial" pitchFamily="34" charset="0"/>
              <a:ea typeface="宋体" pitchFamily="2" charset="-122"/>
              <a:cs typeface="宋体" pitchFamily="2" charset="-122"/>
            </a:endParaRPr>
          </a:p>
        </p:txBody>
      </p:sp>
      <p:sp>
        <p:nvSpPr>
          <p:cNvPr id="1718305" name="Oval 125"/>
          <p:cNvSpPr>
            <a:spLocks noChangeArrowheads="1"/>
          </p:cNvSpPr>
          <p:nvPr/>
        </p:nvSpPr>
        <p:spPr bwMode="auto">
          <a:xfrm>
            <a:off x="3748707" y="5057101"/>
            <a:ext cx="648390" cy="44766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indent="127000" algn="ctr" fontAlgn="base">
              <a:spcBef>
                <a:spcPct val="0"/>
              </a:spcBef>
              <a:spcAft>
                <a:spcPct val="0"/>
              </a:spcAft>
            </a:pPr>
            <a:r>
              <a:rPr lang="en-US" altLang="zh-CN" b="1" i="1">
                <a:latin typeface="Times New Roman" pitchFamily="18" charset="0"/>
                <a:ea typeface="宋体" pitchFamily="2" charset="-122"/>
                <a:cs typeface="Times New Roman" pitchFamily="18" charset="0"/>
              </a:rPr>
              <a:t>b</a:t>
            </a:r>
            <a:endParaRPr lang="en-US" altLang="zh-CN" sz="4000">
              <a:latin typeface="Arial" pitchFamily="34" charset="0"/>
              <a:ea typeface="宋体" pitchFamily="2" charset="-122"/>
              <a:cs typeface="宋体" pitchFamily="2" charset="-122"/>
            </a:endParaRPr>
          </a:p>
        </p:txBody>
      </p:sp>
      <p:sp>
        <p:nvSpPr>
          <p:cNvPr id="1718306" name="Oval 124"/>
          <p:cNvSpPr>
            <a:spLocks noChangeArrowheads="1"/>
          </p:cNvSpPr>
          <p:nvPr/>
        </p:nvSpPr>
        <p:spPr bwMode="auto">
          <a:xfrm>
            <a:off x="2879033" y="5057101"/>
            <a:ext cx="648390" cy="44766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indent="127000" algn="ctr" fontAlgn="base">
              <a:spcBef>
                <a:spcPct val="0"/>
              </a:spcBef>
              <a:spcAft>
                <a:spcPct val="0"/>
              </a:spcAft>
            </a:pPr>
            <a:r>
              <a:rPr lang="en-US" altLang="zh-CN" b="1" i="1">
                <a:latin typeface="Times New Roman" pitchFamily="18" charset="0"/>
                <a:ea typeface="宋体" pitchFamily="2" charset="-122"/>
                <a:cs typeface="Times New Roman" pitchFamily="18" charset="0"/>
              </a:rPr>
              <a:t>a</a:t>
            </a:r>
            <a:endParaRPr lang="en-US" altLang="zh-CN" sz="4000">
              <a:latin typeface="Arial" pitchFamily="34" charset="0"/>
              <a:ea typeface="宋体" pitchFamily="2" charset="-122"/>
              <a:cs typeface="宋体" pitchFamily="2" charset="-122"/>
            </a:endParaRPr>
          </a:p>
        </p:txBody>
      </p:sp>
      <p:grpSp>
        <p:nvGrpSpPr>
          <p:cNvPr id="2" name="组合 1"/>
          <p:cNvGrpSpPr/>
          <p:nvPr/>
        </p:nvGrpSpPr>
        <p:grpSpPr>
          <a:xfrm>
            <a:off x="6670801" y="1752600"/>
            <a:ext cx="2016001" cy="3852000"/>
            <a:chOff x="6670800" y="1397000"/>
            <a:chExt cx="2016001" cy="3811606"/>
          </a:xfrm>
        </p:grpSpPr>
        <p:sp>
          <p:nvSpPr>
            <p:cNvPr id="1718320" name="Text Box 109"/>
            <p:cNvSpPr txBox="1">
              <a:spLocks noChangeArrowheads="1"/>
            </p:cNvSpPr>
            <p:nvPr/>
          </p:nvSpPr>
          <p:spPr bwMode="auto">
            <a:xfrm>
              <a:off x="7696200" y="1841500"/>
              <a:ext cx="864000" cy="31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indent="127000" fontAlgn="base">
                <a:spcBef>
                  <a:spcPct val="0"/>
                </a:spcBef>
                <a:spcAft>
                  <a:spcPct val="0"/>
                </a:spcAft>
              </a:pPr>
              <a:r>
                <a:rPr lang="zh-CN" altLang="zh-CN" dirty="0">
                  <a:latin typeface="华文细黑" panose="02010600040101010101" pitchFamily="2" charset="-122"/>
                  <a:ea typeface="华文细黑" panose="02010600040101010101" pitchFamily="2" charset="-122"/>
                  <a:cs typeface="Times New Roman" pitchFamily="18" charset="0"/>
                </a:rPr>
                <a:t>第</a:t>
              </a:r>
              <a:r>
                <a:rPr lang="en-US" altLang="zh-CN" dirty="0">
                  <a:latin typeface="华文细黑" panose="02010600040101010101" pitchFamily="2" charset="-122"/>
                  <a:ea typeface="华文细黑" panose="02010600040101010101" pitchFamily="2" charset="-122"/>
                  <a:cs typeface="Times New Roman" pitchFamily="18" charset="0"/>
                </a:rPr>
                <a:t>0</a:t>
              </a:r>
              <a:r>
                <a:rPr lang="zh-CN" altLang="en-US" dirty="0">
                  <a:latin typeface="华文细黑" panose="02010600040101010101" pitchFamily="2" charset="-122"/>
                  <a:ea typeface="华文细黑" panose="02010600040101010101" pitchFamily="2" charset="-122"/>
                  <a:cs typeface="Times New Roman" pitchFamily="18" charset="0"/>
                </a:rPr>
                <a:t>步</a:t>
              </a:r>
              <a:endParaRPr lang="zh-CN" altLang="en-US" sz="4000" dirty="0">
                <a:latin typeface="华文细黑" panose="02010600040101010101" pitchFamily="2" charset="-122"/>
                <a:ea typeface="华文细黑" panose="02010600040101010101" pitchFamily="2" charset="-122"/>
                <a:cs typeface="宋体" pitchFamily="2" charset="-122"/>
              </a:endParaRPr>
            </a:p>
          </p:txBody>
        </p:sp>
        <p:sp>
          <p:nvSpPr>
            <p:cNvPr id="1718321" name="Text Box 108"/>
            <p:cNvSpPr txBox="1">
              <a:spLocks noChangeArrowheads="1"/>
            </p:cNvSpPr>
            <p:nvPr/>
          </p:nvSpPr>
          <p:spPr bwMode="auto">
            <a:xfrm>
              <a:off x="7696200" y="2528239"/>
              <a:ext cx="864000" cy="31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indent="127000" fontAlgn="base">
                <a:spcBef>
                  <a:spcPct val="0"/>
                </a:spcBef>
                <a:spcAft>
                  <a:spcPct val="0"/>
                </a:spcAft>
              </a:pPr>
              <a:r>
                <a:rPr lang="zh-CN" altLang="zh-CN" dirty="0">
                  <a:latin typeface="华文细黑" panose="02010600040101010101" pitchFamily="2" charset="-122"/>
                  <a:ea typeface="华文细黑" panose="02010600040101010101" pitchFamily="2" charset="-122"/>
                  <a:cs typeface="Times New Roman" pitchFamily="18" charset="0"/>
                </a:rPr>
                <a:t>第</a:t>
              </a:r>
              <a:r>
                <a:rPr lang="en-US" altLang="zh-CN" dirty="0">
                  <a:latin typeface="华文细黑" panose="02010600040101010101" pitchFamily="2" charset="-122"/>
                  <a:ea typeface="华文细黑" panose="02010600040101010101" pitchFamily="2" charset="-122"/>
                  <a:cs typeface="Times New Roman" pitchFamily="18" charset="0"/>
                </a:rPr>
                <a:t>1</a:t>
              </a:r>
              <a:r>
                <a:rPr lang="zh-CN" altLang="en-US" dirty="0">
                  <a:latin typeface="华文细黑" panose="02010600040101010101" pitchFamily="2" charset="-122"/>
                  <a:ea typeface="华文细黑" panose="02010600040101010101" pitchFamily="2" charset="-122"/>
                  <a:cs typeface="Times New Roman" pitchFamily="18" charset="0"/>
                </a:rPr>
                <a:t>步</a:t>
              </a:r>
              <a:endParaRPr lang="zh-CN" altLang="en-US" sz="4000" dirty="0">
                <a:latin typeface="华文细黑" panose="02010600040101010101" pitchFamily="2" charset="-122"/>
                <a:ea typeface="华文细黑" panose="02010600040101010101" pitchFamily="2" charset="-122"/>
                <a:cs typeface="宋体" pitchFamily="2" charset="-122"/>
              </a:endParaRPr>
            </a:p>
          </p:txBody>
        </p:sp>
        <p:sp>
          <p:nvSpPr>
            <p:cNvPr id="1718322" name="Text Box 107"/>
            <p:cNvSpPr txBox="1">
              <a:spLocks noChangeArrowheads="1"/>
            </p:cNvSpPr>
            <p:nvPr/>
          </p:nvSpPr>
          <p:spPr bwMode="auto">
            <a:xfrm>
              <a:off x="7696200" y="3302939"/>
              <a:ext cx="864000" cy="31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indent="127000" fontAlgn="base">
                <a:spcBef>
                  <a:spcPct val="0"/>
                </a:spcBef>
                <a:spcAft>
                  <a:spcPct val="0"/>
                </a:spcAft>
              </a:pPr>
              <a:r>
                <a:rPr lang="zh-CN" altLang="zh-CN">
                  <a:latin typeface="华文细黑" panose="02010600040101010101" pitchFamily="2" charset="-122"/>
                  <a:ea typeface="华文细黑" panose="02010600040101010101" pitchFamily="2" charset="-122"/>
                  <a:cs typeface="Times New Roman" pitchFamily="18" charset="0"/>
                </a:rPr>
                <a:t>第</a:t>
              </a:r>
              <a:r>
                <a:rPr lang="en-US" altLang="zh-CN">
                  <a:latin typeface="华文细黑" panose="02010600040101010101" pitchFamily="2" charset="-122"/>
                  <a:ea typeface="华文细黑" panose="02010600040101010101" pitchFamily="2" charset="-122"/>
                  <a:cs typeface="Times New Roman" pitchFamily="18" charset="0"/>
                </a:rPr>
                <a:t>2</a:t>
              </a:r>
              <a:r>
                <a:rPr lang="zh-CN" altLang="en-US">
                  <a:latin typeface="华文细黑" panose="02010600040101010101" pitchFamily="2" charset="-122"/>
                  <a:ea typeface="华文细黑" panose="02010600040101010101" pitchFamily="2" charset="-122"/>
                  <a:cs typeface="Times New Roman" pitchFamily="18" charset="0"/>
                </a:rPr>
                <a:t>步</a:t>
              </a:r>
              <a:endParaRPr lang="zh-CN" altLang="en-US" sz="4000">
                <a:latin typeface="华文细黑" panose="02010600040101010101" pitchFamily="2" charset="-122"/>
                <a:ea typeface="华文细黑" panose="02010600040101010101" pitchFamily="2" charset="-122"/>
                <a:cs typeface="宋体" pitchFamily="2" charset="-122"/>
              </a:endParaRPr>
            </a:p>
          </p:txBody>
        </p:sp>
        <p:sp>
          <p:nvSpPr>
            <p:cNvPr id="1718323" name="Text Box 106"/>
            <p:cNvSpPr txBox="1">
              <a:spLocks noChangeArrowheads="1"/>
            </p:cNvSpPr>
            <p:nvPr/>
          </p:nvSpPr>
          <p:spPr bwMode="auto">
            <a:xfrm>
              <a:off x="7696200" y="3891137"/>
              <a:ext cx="864000" cy="31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indent="127000" fontAlgn="base">
                <a:spcBef>
                  <a:spcPct val="0"/>
                </a:spcBef>
                <a:spcAft>
                  <a:spcPct val="0"/>
                </a:spcAft>
              </a:pPr>
              <a:r>
                <a:rPr lang="zh-CN" altLang="zh-CN">
                  <a:latin typeface="华文细黑" panose="02010600040101010101" pitchFamily="2" charset="-122"/>
                  <a:ea typeface="华文细黑" panose="02010600040101010101" pitchFamily="2" charset="-122"/>
                  <a:cs typeface="Times New Roman" pitchFamily="18" charset="0"/>
                </a:rPr>
                <a:t>第</a:t>
              </a:r>
              <a:r>
                <a:rPr lang="en-US" altLang="zh-CN">
                  <a:latin typeface="华文细黑" panose="02010600040101010101" pitchFamily="2" charset="-122"/>
                  <a:ea typeface="华文细黑" panose="02010600040101010101" pitchFamily="2" charset="-122"/>
                  <a:cs typeface="Times New Roman" pitchFamily="18" charset="0"/>
                </a:rPr>
                <a:t>3</a:t>
              </a:r>
              <a:r>
                <a:rPr lang="zh-CN" altLang="en-US">
                  <a:latin typeface="华文细黑" panose="02010600040101010101" pitchFamily="2" charset="-122"/>
                  <a:ea typeface="华文细黑" panose="02010600040101010101" pitchFamily="2" charset="-122"/>
                  <a:cs typeface="Times New Roman" pitchFamily="18" charset="0"/>
                </a:rPr>
                <a:t>步</a:t>
              </a:r>
              <a:endParaRPr lang="zh-CN" altLang="en-US" sz="4000">
                <a:latin typeface="华文细黑" panose="02010600040101010101" pitchFamily="2" charset="-122"/>
                <a:ea typeface="华文细黑" panose="02010600040101010101" pitchFamily="2" charset="-122"/>
                <a:cs typeface="宋体" pitchFamily="2" charset="-122"/>
              </a:endParaRPr>
            </a:p>
          </p:txBody>
        </p:sp>
        <p:sp>
          <p:nvSpPr>
            <p:cNvPr id="1718324" name="Text Box 105"/>
            <p:cNvSpPr txBox="1">
              <a:spLocks noChangeArrowheads="1"/>
            </p:cNvSpPr>
            <p:nvPr/>
          </p:nvSpPr>
          <p:spPr bwMode="auto">
            <a:xfrm>
              <a:off x="7670401" y="4635500"/>
              <a:ext cx="864000" cy="31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indent="127000" fontAlgn="base">
                <a:spcBef>
                  <a:spcPct val="0"/>
                </a:spcBef>
                <a:spcAft>
                  <a:spcPct val="0"/>
                </a:spcAft>
              </a:pPr>
              <a:r>
                <a:rPr lang="zh-CN" altLang="zh-CN">
                  <a:latin typeface="华文细黑" panose="02010600040101010101" pitchFamily="2" charset="-122"/>
                  <a:ea typeface="华文细黑" panose="02010600040101010101" pitchFamily="2" charset="-122"/>
                  <a:cs typeface="Times New Roman" pitchFamily="18" charset="0"/>
                </a:rPr>
                <a:t>第</a:t>
              </a:r>
              <a:r>
                <a:rPr lang="en-US" altLang="zh-CN">
                  <a:latin typeface="华文细黑" panose="02010600040101010101" pitchFamily="2" charset="-122"/>
                  <a:ea typeface="华文细黑" panose="02010600040101010101" pitchFamily="2" charset="-122"/>
                  <a:cs typeface="Times New Roman" pitchFamily="18" charset="0"/>
                </a:rPr>
                <a:t>4</a:t>
              </a:r>
              <a:r>
                <a:rPr lang="zh-CN" altLang="en-US">
                  <a:latin typeface="华文细黑" panose="02010600040101010101" pitchFamily="2" charset="-122"/>
                  <a:ea typeface="华文细黑" panose="02010600040101010101" pitchFamily="2" charset="-122"/>
                  <a:cs typeface="Times New Roman" pitchFamily="18" charset="0"/>
                </a:rPr>
                <a:t>步</a:t>
              </a:r>
              <a:endParaRPr lang="zh-CN" altLang="en-US" sz="4000">
                <a:latin typeface="华文细黑" panose="02010600040101010101" pitchFamily="2" charset="-122"/>
                <a:ea typeface="华文细黑" panose="02010600040101010101" pitchFamily="2" charset="-122"/>
                <a:cs typeface="宋体" pitchFamily="2" charset="-122"/>
              </a:endParaRPr>
            </a:p>
          </p:txBody>
        </p:sp>
        <p:sp>
          <p:nvSpPr>
            <p:cNvPr id="1718325" name="Text Box 104"/>
            <p:cNvSpPr txBox="1">
              <a:spLocks noChangeArrowheads="1"/>
            </p:cNvSpPr>
            <p:nvPr/>
          </p:nvSpPr>
          <p:spPr bwMode="auto">
            <a:xfrm>
              <a:off x="6670800" y="1397000"/>
              <a:ext cx="2016001" cy="31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indent="127000" fontAlgn="base">
                <a:spcBef>
                  <a:spcPct val="0"/>
                </a:spcBef>
                <a:spcAft>
                  <a:spcPct val="0"/>
                </a:spcAft>
              </a:pPr>
              <a:r>
                <a:rPr lang="zh-CN" altLang="zh-CN" dirty="0">
                  <a:latin typeface="华文细黑" panose="02010600040101010101" pitchFamily="2" charset="-122"/>
                  <a:ea typeface="华文细黑" panose="02010600040101010101" pitchFamily="2" charset="-122"/>
                  <a:cs typeface="Times New Roman" pitchFamily="18" charset="0"/>
                </a:rPr>
                <a:t>分裂的（</a:t>
              </a:r>
              <a:r>
                <a:rPr lang="en-US" altLang="zh-CN" dirty="0">
                  <a:latin typeface="华文细黑" panose="02010600040101010101" pitchFamily="2" charset="-122"/>
                  <a:ea typeface="华文细黑" panose="02010600040101010101" pitchFamily="2" charset="-122"/>
                  <a:cs typeface="Times New Roman" pitchFamily="18" charset="0"/>
                </a:rPr>
                <a:t>DIANA</a:t>
              </a:r>
              <a:r>
                <a:rPr lang="zh-CN" altLang="en-US" dirty="0">
                  <a:latin typeface="华文细黑" panose="02010600040101010101" pitchFamily="2" charset="-122"/>
                  <a:ea typeface="华文细黑" panose="02010600040101010101" pitchFamily="2" charset="-122"/>
                  <a:cs typeface="Times New Roman" pitchFamily="18" charset="0"/>
                </a:rPr>
                <a:t>）</a:t>
              </a:r>
              <a:endParaRPr lang="zh-CN" altLang="en-US" sz="4000" dirty="0">
                <a:latin typeface="华文细黑" panose="02010600040101010101" pitchFamily="2" charset="-122"/>
                <a:ea typeface="华文细黑" panose="02010600040101010101" pitchFamily="2" charset="-122"/>
                <a:cs typeface="宋体" pitchFamily="2" charset="-122"/>
              </a:endParaRPr>
            </a:p>
          </p:txBody>
        </p:sp>
        <p:sp>
          <p:nvSpPr>
            <p:cNvPr id="1718326" name="Line 103"/>
            <p:cNvSpPr>
              <a:spLocks noChangeShapeType="1"/>
            </p:cNvSpPr>
            <p:nvPr/>
          </p:nvSpPr>
          <p:spPr bwMode="auto">
            <a:xfrm flipV="1">
              <a:off x="7554981" y="1765496"/>
              <a:ext cx="0" cy="3443110"/>
            </a:xfrm>
            <a:prstGeom prst="line">
              <a:avLst/>
            </a:prstGeom>
            <a:noFill/>
            <a:ln w="28575">
              <a:solidFill>
                <a:srgbClr val="000000"/>
              </a:solidFill>
              <a:round/>
              <a:headEnd type="triangle" w="lg" len="lg"/>
              <a:tailEnd type="none"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327" name="Line 102"/>
            <p:cNvSpPr>
              <a:spLocks noChangeShapeType="1"/>
            </p:cNvSpPr>
            <p:nvPr/>
          </p:nvSpPr>
          <p:spPr bwMode="auto">
            <a:xfrm>
              <a:off x="7323068" y="2011773"/>
              <a:ext cx="2319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328" name="Line 101"/>
            <p:cNvSpPr>
              <a:spLocks noChangeShapeType="1"/>
            </p:cNvSpPr>
            <p:nvPr/>
          </p:nvSpPr>
          <p:spPr bwMode="auto">
            <a:xfrm>
              <a:off x="7323068" y="2686049"/>
              <a:ext cx="2319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329" name="Line 100"/>
            <p:cNvSpPr>
              <a:spLocks noChangeShapeType="1"/>
            </p:cNvSpPr>
            <p:nvPr/>
          </p:nvSpPr>
          <p:spPr bwMode="auto">
            <a:xfrm>
              <a:off x="7323068" y="3446402"/>
              <a:ext cx="2319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330" name="Line 99"/>
            <p:cNvSpPr>
              <a:spLocks noChangeShapeType="1"/>
            </p:cNvSpPr>
            <p:nvPr/>
          </p:nvSpPr>
          <p:spPr bwMode="auto">
            <a:xfrm>
              <a:off x="7323068" y="4034600"/>
              <a:ext cx="2319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sp>
          <p:nvSpPr>
            <p:cNvPr id="1718331" name="Line 98"/>
            <p:cNvSpPr>
              <a:spLocks noChangeShapeType="1"/>
            </p:cNvSpPr>
            <p:nvPr/>
          </p:nvSpPr>
          <p:spPr bwMode="auto">
            <a:xfrm>
              <a:off x="7323068" y="4780607"/>
              <a:ext cx="2319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3200"/>
            </a:p>
          </p:txBody>
        </p:sp>
      </p:grpSp>
      <p:sp>
        <p:nvSpPr>
          <p:cNvPr id="33" name="Rectangle 3"/>
          <p:cNvSpPr txBox="1">
            <a:spLocks noChangeArrowheads="1"/>
          </p:cNvSpPr>
          <p:nvPr/>
        </p:nvSpPr>
        <p:spPr>
          <a:xfrm>
            <a:off x="162765" y="1508790"/>
            <a:ext cx="2918227" cy="3516630"/>
          </a:xfrm>
          <a:prstGeom prst="rect">
            <a:avLst/>
          </a:prstGeom>
        </p:spPr>
        <p:txBody>
          <a:bodyPr>
            <a:normAutofit/>
          </a:bodyPr>
          <a:lstStyle>
            <a:lvl1pPr marL="365760" indent="-283464" algn="l" rtl="0" eaLnBrk="1" latinLnBrk="0" hangingPunct="1">
              <a:lnSpc>
                <a:spcPct val="130000"/>
              </a:lnSpc>
              <a:spcBef>
                <a:spcPts val="0"/>
              </a:spcBef>
              <a:buClr>
                <a:schemeClr val="accent1"/>
              </a:buClr>
              <a:buSzPct val="80000"/>
              <a:buFont typeface="Wingdings 2"/>
              <a:buChar char=""/>
              <a:defRPr kumimoji="0" sz="2800" kern="1200" baseline="0">
                <a:solidFill>
                  <a:schemeClr val="tx1"/>
                </a:solidFill>
                <a:latin typeface="Times New Roman" pitchFamily="18" charset="0"/>
                <a:ea typeface="华文细黑" pitchFamily="2" charset="-122"/>
                <a:cs typeface="+mn-cs"/>
              </a:defRPr>
            </a:lvl1pPr>
            <a:lvl2pPr marL="640080" indent="-237744" algn="l" rtl="0" eaLnBrk="1" latinLnBrk="0" hangingPunct="1">
              <a:lnSpc>
                <a:spcPct val="130000"/>
              </a:lnSpc>
              <a:spcBef>
                <a:spcPts val="0"/>
              </a:spcBef>
              <a:buClr>
                <a:schemeClr val="accent1"/>
              </a:buClr>
              <a:buFont typeface="Verdana"/>
              <a:buChar char="◦"/>
              <a:defRPr kumimoji="0" sz="2400" kern="1200" baseline="0">
                <a:solidFill>
                  <a:schemeClr val="tx1"/>
                </a:solidFill>
                <a:latin typeface="Times New Roman" pitchFamily="18" charset="0"/>
                <a:ea typeface="华文细黑" pitchFamily="2" charset="-122"/>
                <a:cs typeface="+mn-cs"/>
              </a:defRPr>
            </a:lvl2pPr>
            <a:lvl3pPr marL="886968" indent="-228600" algn="l" rtl="0" eaLnBrk="1" latinLnBrk="0" hangingPunct="1">
              <a:lnSpc>
                <a:spcPct val="130000"/>
              </a:lnSpc>
              <a:spcBef>
                <a:spcPts val="0"/>
              </a:spcBef>
              <a:buClr>
                <a:schemeClr val="accent2"/>
              </a:buClr>
              <a:buFont typeface="Wingdings 2"/>
              <a:buChar char=""/>
              <a:defRPr kumimoji="0" sz="2000" kern="1200" baseline="0">
                <a:solidFill>
                  <a:schemeClr val="tx1"/>
                </a:solidFill>
                <a:latin typeface="Times New Roman" pitchFamily="18" charset="0"/>
                <a:ea typeface="华文细黑" pitchFamily="2" charset="-122"/>
                <a:cs typeface="+mn-cs"/>
              </a:defRPr>
            </a:lvl3pPr>
            <a:lvl4pPr marL="1097280" indent="-173736" algn="l" rtl="0" eaLnBrk="1" latinLnBrk="0" hangingPunct="1">
              <a:lnSpc>
                <a:spcPct val="130000"/>
              </a:lnSpc>
              <a:spcBef>
                <a:spcPts val="0"/>
              </a:spcBef>
              <a:buClr>
                <a:schemeClr val="accent3"/>
              </a:buClr>
              <a:buFont typeface="Wingdings 2"/>
              <a:buChar char=""/>
              <a:defRPr kumimoji="0" sz="1800" kern="1200" baseline="0">
                <a:solidFill>
                  <a:schemeClr val="tx1"/>
                </a:solidFill>
                <a:latin typeface="Times New Roman" pitchFamily="18" charset="0"/>
                <a:ea typeface="华文细黑" pitchFamily="2" charset="-122"/>
                <a:cs typeface="+mn-cs"/>
              </a:defRPr>
            </a:lvl4pPr>
            <a:lvl5pPr marL="1298448" indent="-182880" algn="l" rtl="0" eaLnBrk="1" latinLnBrk="0" hangingPunct="1">
              <a:lnSpc>
                <a:spcPct val="130000"/>
              </a:lnSpc>
              <a:spcBef>
                <a:spcPts val="0"/>
              </a:spcBef>
              <a:buClr>
                <a:schemeClr val="accent4"/>
              </a:buClr>
              <a:buFont typeface="Wingdings 2"/>
              <a:buChar char=""/>
              <a:defRPr kumimoji="0" sz="1800" kern="1200" baseline="0">
                <a:solidFill>
                  <a:schemeClr val="tx1"/>
                </a:solidFill>
                <a:latin typeface="Times New Roman" pitchFamily="18" charset="0"/>
                <a:ea typeface="华文细黑" pitchFamily="2" charset="-122"/>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r>
              <a:rPr lang="zh-CN" altLang="en-US" sz="2400" u="sng" dirty="0">
                <a:solidFill>
                  <a:srgbClr val="C00000"/>
                </a:solidFill>
              </a:rPr>
              <a:t>分裂的层次聚类</a:t>
            </a:r>
            <a:r>
              <a:rPr lang="zh-CN" altLang="en-US" sz="2000" dirty="0"/>
              <a:t>采用自顶向下的策略，与凝聚的层次聚类相反，开始时将所有对象置于同一个簇中，然后逐次将簇分裂为更小的簇，直到满足某个终止条件。</a:t>
            </a:r>
          </a:p>
        </p:txBody>
      </p:sp>
    </p:spTree>
    <p:extLst>
      <p:ext uri="{BB962C8B-B14F-4D97-AF65-F5344CB8AC3E}">
        <p14:creationId xmlns:p14="http://schemas.microsoft.com/office/powerpoint/2010/main" val="3033368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3">
                                            <p:txEl>
                                              <p:pRg st="0" end="0"/>
                                            </p:txEl>
                                          </p:spTgt>
                                        </p:tgtEl>
                                        <p:attrNameLst>
                                          <p:attrName>style.visibility</p:attrName>
                                        </p:attrNameLst>
                                      </p:cBhvr>
                                      <p:to>
                                        <p:strVal val="visible"/>
                                      </p:to>
                                    </p:set>
                                    <p:animEffect transition="in" filter="fade">
                                      <p:cBhvr>
                                        <p:cTn id="7" dur="2250"/>
                                        <p:tgtEl>
                                          <p:spTgt spid="3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18290"/>
                                        </p:tgtEl>
                                        <p:attrNameLst>
                                          <p:attrName>style.visibility</p:attrName>
                                        </p:attrNameLst>
                                      </p:cBhvr>
                                      <p:to>
                                        <p:strVal val="visible"/>
                                      </p:to>
                                    </p:set>
                                    <p:animEffect transition="in" filter="fade">
                                      <p:cBhvr>
                                        <p:cTn id="10" dur="500"/>
                                        <p:tgtEl>
                                          <p:spTgt spid="1718290"/>
                                        </p:tgtEl>
                                      </p:cBhvr>
                                    </p:animEffect>
                                  </p:childTnLst>
                                </p:cTn>
                              </p:par>
                              <p:par>
                                <p:cTn id="11" presetID="22" presetClass="entr" presetSubtype="1"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up)">
                                      <p:cBhvr>
                                        <p:cTn id="13" dur="3250"/>
                                        <p:tgtEl>
                                          <p:spTgt spid="2"/>
                                        </p:tgtEl>
                                      </p:cBhvr>
                                    </p:animEffect>
                                  </p:childTnLst>
                                </p:cTn>
                              </p:par>
                              <p:par>
                                <p:cTn id="14" presetID="22" presetClass="entr" presetSubtype="1" fill="hold" grpId="0" nodeType="withEffect">
                                  <p:stCondLst>
                                    <p:cond delay="500"/>
                                  </p:stCondLst>
                                  <p:childTnLst>
                                    <p:set>
                                      <p:cBhvr>
                                        <p:cTn id="15" dur="1" fill="hold">
                                          <p:stCondLst>
                                            <p:cond delay="0"/>
                                          </p:stCondLst>
                                        </p:cTn>
                                        <p:tgtEl>
                                          <p:spTgt spid="1718291"/>
                                        </p:tgtEl>
                                        <p:attrNameLst>
                                          <p:attrName>style.visibility</p:attrName>
                                        </p:attrNameLst>
                                      </p:cBhvr>
                                      <p:to>
                                        <p:strVal val="visible"/>
                                      </p:to>
                                    </p:set>
                                    <p:animEffect transition="in" filter="wipe(up)">
                                      <p:cBhvr>
                                        <p:cTn id="16" dur="500"/>
                                        <p:tgtEl>
                                          <p:spTgt spid="1718291"/>
                                        </p:tgtEl>
                                      </p:cBhvr>
                                    </p:animEffect>
                                  </p:childTnLst>
                                </p:cTn>
                              </p:par>
                              <p:par>
                                <p:cTn id="17" presetID="22" presetClass="entr" presetSubtype="1" fill="hold" grpId="0" nodeType="withEffect">
                                  <p:stCondLst>
                                    <p:cond delay="500"/>
                                  </p:stCondLst>
                                  <p:childTnLst>
                                    <p:set>
                                      <p:cBhvr>
                                        <p:cTn id="18" dur="1" fill="hold">
                                          <p:stCondLst>
                                            <p:cond delay="0"/>
                                          </p:stCondLst>
                                        </p:cTn>
                                        <p:tgtEl>
                                          <p:spTgt spid="1718292"/>
                                        </p:tgtEl>
                                        <p:attrNameLst>
                                          <p:attrName>style.visibility</p:attrName>
                                        </p:attrNameLst>
                                      </p:cBhvr>
                                      <p:to>
                                        <p:strVal val="visible"/>
                                      </p:to>
                                    </p:set>
                                    <p:animEffect transition="in" filter="wipe(up)">
                                      <p:cBhvr>
                                        <p:cTn id="19" dur="500"/>
                                        <p:tgtEl>
                                          <p:spTgt spid="1718292"/>
                                        </p:tgtEl>
                                      </p:cBhvr>
                                    </p:animEffect>
                                  </p:childTnLst>
                                </p:cTn>
                              </p:par>
                              <p:par>
                                <p:cTn id="20" presetID="10" presetClass="entr" presetSubtype="0" fill="hold" grpId="0" nodeType="withEffect">
                                  <p:stCondLst>
                                    <p:cond delay="1000"/>
                                  </p:stCondLst>
                                  <p:childTnLst>
                                    <p:set>
                                      <p:cBhvr>
                                        <p:cTn id="21" dur="1" fill="hold">
                                          <p:stCondLst>
                                            <p:cond delay="0"/>
                                          </p:stCondLst>
                                        </p:cTn>
                                        <p:tgtEl>
                                          <p:spTgt spid="1718293"/>
                                        </p:tgtEl>
                                        <p:attrNameLst>
                                          <p:attrName>style.visibility</p:attrName>
                                        </p:attrNameLst>
                                      </p:cBhvr>
                                      <p:to>
                                        <p:strVal val="visible"/>
                                      </p:to>
                                    </p:set>
                                    <p:animEffect transition="in" filter="fade">
                                      <p:cBhvr>
                                        <p:cTn id="22" dur="500"/>
                                        <p:tgtEl>
                                          <p:spTgt spid="1718293"/>
                                        </p:tgtEl>
                                      </p:cBhvr>
                                    </p:animEffect>
                                  </p:childTnLst>
                                </p:cTn>
                              </p:par>
                              <p:par>
                                <p:cTn id="23" presetID="10" presetClass="entr" presetSubtype="0" fill="hold" grpId="0" nodeType="withEffect">
                                  <p:stCondLst>
                                    <p:cond delay="1000"/>
                                  </p:stCondLst>
                                  <p:childTnLst>
                                    <p:set>
                                      <p:cBhvr>
                                        <p:cTn id="24" dur="1" fill="hold">
                                          <p:stCondLst>
                                            <p:cond delay="0"/>
                                          </p:stCondLst>
                                        </p:cTn>
                                        <p:tgtEl>
                                          <p:spTgt spid="1718299"/>
                                        </p:tgtEl>
                                        <p:attrNameLst>
                                          <p:attrName>style.visibility</p:attrName>
                                        </p:attrNameLst>
                                      </p:cBhvr>
                                      <p:to>
                                        <p:strVal val="visible"/>
                                      </p:to>
                                    </p:set>
                                    <p:animEffect transition="in" filter="fade">
                                      <p:cBhvr>
                                        <p:cTn id="25" dur="500"/>
                                        <p:tgtEl>
                                          <p:spTgt spid="1718299"/>
                                        </p:tgtEl>
                                      </p:cBhvr>
                                    </p:animEffect>
                                  </p:childTnLst>
                                </p:cTn>
                              </p:par>
                              <p:par>
                                <p:cTn id="26" presetID="22" presetClass="entr" presetSubtype="1" fill="hold" grpId="0" nodeType="withEffect">
                                  <p:stCondLst>
                                    <p:cond delay="1500"/>
                                  </p:stCondLst>
                                  <p:childTnLst>
                                    <p:set>
                                      <p:cBhvr>
                                        <p:cTn id="27" dur="1" fill="hold">
                                          <p:stCondLst>
                                            <p:cond delay="0"/>
                                          </p:stCondLst>
                                        </p:cTn>
                                        <p:tgtEl>
                                          <p:spTgt spid="1718300"/>
                                        </p:tgtEl>
                                        <p:attrNameLst>
                                          <p:attrName>style.visibility</p:attrName>
                                        </p:attrNameLst>
                                      </p:cBhvr>
                                      <p:to>
                                        <p:strVal val="visible"/>
                                      </p:to>
                                    </p:set>
                                    <p:animEffect transition="in" filter="wipe(up)">
                                      <p:cBhvr>
                                        <p:cTn id="28" dur="500"/>
                                        <p:tgtEl>
                                          <p:spTgt spid="1718300"/>
                                        </p:tgtEl>
                                      </p:cBhvr>
                                    </p:animEffect>
                                  </p:childTnLst>
                                </p:cTn>
                              </p:par>
                              <p:par>
                                <p:cTn id="29" presetID="22" presetClass="entr" presetSubtype="1" fill="hold" grpId="0" nodeType="withEffect">
                                  <p:stCondLst>
                                    <p:cond delay="1500"/>
                                  </p:stCondLst>
                                  <p:childTnLst>
                                    <p:set>
                                      <p:cBhvr>
                                        <p:cTn id="30" dur="1" fill="hold">
                                          <p:stCondLst>
                                            <p:cond delay="0"/>
                                          </p:stCondLst>
                                        </p:cTn>
                                        <p:tgtEl>
                                          <p:spTgt spid="1718301"/>
                                        </p:tgtEl>
                                        <p:attrNameLst>
                                          <p:attrName>style.visibility</p:attrName>
                                        </p:attrNameLst>
                                      </p:cBhvr>
                                      <p:to>
                                        <p:strVal val="visible"/>
                                      </p:to>
                                    </p:set>
                                    <p:animEffect transition="in" filter="wipe(up)">
                                      <p:cBhvr>
                                        <p:cTn id="31" dur="500"/>
                                        <p:tgtEl>
                                          <p:spTgt spid="1718301"/>
                                        </p:tgtEl>
                                      </p:cBhvr>
                                    </p:animEffect>
                                  </p:childTnLst>
                                </p:cTn>
                              </p:par>
                              <p:par>
                                <p:cTn id="32" presetID="10" presetClass="entr" presetSubtype="0" fill="hold" grpId="0" nodeType="withEffect">
                                  <p:stCondLst>
                                    <p:cond delay="2000"/>
                                  </p:stCondLst>
                                  <p:childTnLst>
                                    <p:set>
                                      <p:cBhvr>
                                        <p:cTn id="33" dur="1" fill="hold">
                                          <p:stCondLst>
                                            <p:cond delay="0"/>
                                          </p:stCondLst>
                                        </p:cTn>
                                        <p:tgtEl>
                                          <p:spTgt spid="1718305"/>
                                        </p:tgtEl>
                                        <p:attrNameLst>
                                          <p:attrName>style.visibility</p:attrName>
                                        </p:attrNameLst>
                                      </p:cBhvr>
                                      <p:to>
                                        <p:strVal val="visible"/>
                                      </p:to>
                                    </p:set>
                                    <p:animEffect transition="in" filter="fade">
                                      <p:cBhvr>
                                        <p:cTn id="34" dur="500"/>
                                        <p:tgtEl>
                                          <p:spTgt spid="1718305"/>
                                        </p:tgtEl>
                                      </p:cBhvr>
                                    </p:animEffect>
                                  </p:childTnLst>
                                </p:cTn>
                              </p:par>
                              <p:par>
                                <p:cTn id="35" presetID="10" presetClass="entr" presetSubtype="0" fill="hold" grpId="0" nodeType="withEffect">
                                  <p:stCondLst>
                                    <p:cond delay="2000"/>
                                  </p:stCondLst>
                                  <p:childTnLst>
                                    <p:set>
                                      <p:cBhvr>
                                        <p:cTn id="36" dur="1" fill="hold">
                                          <p:stCondLst>
                                            <p:cond delay="0"/>
                                          </p:stCondLst>
                                        </p:cTn>
                                        <p:tgtEl>
                                          <p:spTgt spid="1718306"/>
                                        </p:tgtEl>
                                        <p:attrNameLst>
                                          <p:attrName>style.visibility</p:attrName>
                                        </p:attrNameLst>
                                      </p:cBhvr>
                                      <p:to>
                                        <p:strVal val="visible"/>
                                      </p:to>
                                    </p:set>
                                    <p:animEffect transition="in" filter="fade">
                                      <p:cBhvr>
                                        <p:cTn id="37" dur="500"/>
                                        <p:tgtEl>
                                          <p:spTgt spid="1718306"/>
                                        </p:tgtEl>
                                      </p:cBhvr>
                                    </p:animEffect>
                                  </p:childTnLst>
                                </p:cTn>
                              </p:par>
                              <p:par>
                                <p:cTn id="38" presetID="22" presetClass="entr" presetSubtype="1" fill="hold" grpId="0" nodeType="withEffect">
                                  <p:stCondLst>
                                    <p:cond delay="1500"/>
                                  </p:stCondLst>
                                  <p:childTnLst>
                                    <p:set>
                                      <p:cBhvr>
                                        <p:cTn id="39" dur="1" fill="hold">
                                          <p:stCondLst>
                                            <p:cond delay="0"/>
                                          </p:stCondLst>
                                        </p:cTn>
                                        <p:tgtEl>
                                          <p:spTgt spid="1718295"/>
                                        </p:tgtEl>
                                        <p:attrNameLst>
                                          <p:attrName>style.visibility</p:attrName>
                                        </p:attrNameLst>
                                      </p:cBhvr>
                                      <p:to>
                                        <p:strVal val="visible"/>
                                      </p:to>
                                    </p:set>
                                    <p:animEffect transition="in" filter="wipe(up)">
                                      <p:cBhvr>
                                        <p:cTn id="40" dur="500"/>
                                        <p:tgtEl>
                                          <p:spTgt spid="1718295"/>
                                        </p:tgtEl>
                                      </p:cBhvr>
                                    </p:animEffect>
                                  </p:childTnLst>
                                </p:cTn>
                              </p:par>
                              <p:par>
                                <p:cTn id="41" presetID="22" presetClass="entr" presetSubtype="1" fill="hold" grpId="0" nodeType="withEffect">
                                  <p:stCondLst>
                                    <p:cond delay="1500"/>
                                  </p:stCondLst>
                                  <p:childTnLst>
                                    <p:set>
                                      <p:cBhvr>
                                        <p:cTn id="42" dur="1" fill="hold">
                                          <p:stCondLst>
                                            <p:cond delay="0"/>
                                          </p:stCondLst>
                                        </p:cTn>
                                        <p:tgtEl>
                                          <p:spTgt spid="1718294"/>
                                        </p:tgtEl>
                                        <p:attrNameLst>
                                          <p:attrName>style.visibility</p:attrName>
                                        </p:attrNameLst>
                                      </p:cBhvr>
                                      <p:to>
                                        <p:strVal val="visible"/>
                                      </p:to>
                                    </p:set>
                                    <p:animEffect transition="in" filter="wipe(up)">
                                      <p:cBhvr>
                                        <p:cTn id="43" dur="500"/>
                                        <p:tgtEl>
                                          <p:spTgt spid="1718294"/>
                                        </p:tgtEl>
                                      </p:cBhvr>
                                    </p:animEffect>
                                  </p:childTnLst>
                                </p:cTn>
                              </p:par>
                              <p:par>
                                <p:cTn id="44" presetID="10" presetClass="entr" presetSubtype="0" fill="hold" grpId="0" nodeType="withEffect">
                                  <p:stCondLst>
                                    <p:cond delay="2000"/>
                                  </p:stCondLst>
                                  <p:childTnLst>
                                    <p:set>
                                      <p:cBhvr>
                                        <p:cTn id="45" dur="1" fill="hold">
                                          <p:stCondLst>
                                            <p:cond delay="0"/>
                                          </p:stCondLst>
                                        </p:cTn>
                                        <p:tgtEl>
                                          <p:spTgt spid="1718304"/>
                                        </p:tgtEl>
                                        <p:attrNameLst>
                                          <p:attrName>style.visibility</p:attrName>
                                        </p:attrNameLst>
                                      </p:cBhvr>
                                      <p:to>
                                        <p:strVal val="visible"/>
                                      </p:to>
                                    </p:set>
                                    <p:animEffect transition="in" filter="fade">
                                      <p:cBhvr>
                                        <p:cTn id="46" dur="500"/>
                                        <p:tgtEl>
                                          <p:spTgt spid="1718304"/>
                                        </p:tgtEl>
                                      </p:cBhvr>
                                    </p:animEffect>
                                  </p:childTnLst>
                                </p:cTn>
                              </p:par>
                              <p:par>
                                <p:cTn id="47" presetID="10" presetClass="entr" presetSubtype="0" fill="hold" grpId="0" nodeType="withEffect">
                                  <p:stCondLst>
                                    <p:cond delay="2000"/>
                                  </p:stCondLst>
                                  <p:childTnLst>
                                    <p:set>
                                      <p:cBhvr>
                                        <p:cTn id="48" dur="1" fill="hold">
                                          <p:stCondLst>
                                            <p:cond delay="0"/>
                                          </p:stCondLst>
                                        </p:cTn>
                                        <p:tgtEl>
                                          <p:spTgt spid="1718296"/>
                                        </p:tgtEl>
                                        <p:attrNameLst>
                                          <p:attrName>style.visibility</p:attrName>
                                        </p:attrNameLst>
                                      </p:cBhvr>
                                      <p:to>
                                        <p:strVal val="visible"/>
                                      </p:to>
                                    </p:set>
                                    <p:animEffect transition="in" filter="fade">
                                      <p:cBhvr>
                                        <p:cTn id="49" dur="500"/>
                                        <p:tgtEl>
                                          <p:spTgt spid="1718296"/>
                                        </p:tgtEl>
                                      </p:cBhvr>
                                    </p:animEffect>
                                  </p:childTnLst>
                                </p:cTn>
                              </p:par>
                              <p:par>
                                <p:cTn id="50" presetID="22" presetClass="entr" presetSubtype="1" fill="hold" grpId="0" nodeType="withEffect">
                                  <p:stCondLst>
                                    <p:cond delay="2500"/>
                                  </p:stCondLst>
                                  <p:childTnLst>
                                    <p:set>
                                      <p:cBhvr>
                                        <p:cTn id="51" dur="1" fill="hold">
                                          <p:stCondLst>
                                            <p:cond delay="0"/>
                                          </p:stCondLst>
                                        </p:cTn>
                                        <p:tgtEl>
                                          <p:spTgt spid="1718297"/>
                                        </p:tgtEl>
                                        <p:attrNameLst>
                                          <p:attrName>style.visibility</p:attrName>
                                        </p:attrNameLst>
                                      </p:cBhvr>
                                      <p:to>
                                        <p:strVal val="visible"/>
                                      </p:to>
                                    </p:set>
                                    <p:animEffect transition="in" filter="wipe(up)">
                                      <p:cBhvr>
                                        <p:cTn id="52" dur="500"/>
                                        <p:tgtEl>
                                          <p:spTgt spid="1718297"/>
                                        </p:tgtEl>
                                      </p:cBhvr>
                                    </p:animEffect>
                                  </p:childTnLst>
                                </p:cTn>
                              </p:par>
                              <p:par>
                                <p:cTn id="53" presetID="22" presetClass="entr" presetSubtype="1" fill="hold" grpId="0" nodeType="withEffect">
                                  <p:stCondLst>
                                    <p:cond delay="2500"/>
                                  </p:stCondLst>
                                  <p:childTnLst>
                                    <p:set>
                                      <p:cBhvr>
                                        <p:cTn id="54" dur="1" fill="hold">
                                          <p:stCondLst>
                                            <p:cond delay="0"/>
                                          </p:stCondLst>
                                        </p:cTn>
                                        <p:tgtEl>
                                          <p:spTgt spid="1718298"/>
                                        </p:tgtEl>
                                        <p:attrNameLst>
                                          <p:attrName>style.visibility</p:attrName>
                                        </p:attrNameLst>
                                      </p:cBhvr>
                                      <p:to>
                                        <p:strVal val="visible"/>
                                      </p:to>
                                    </p:set>
                                    <p:animEffect transition="in" filter="wipe(up)">
                                      <p:cBhvr>
                                        <p:cTn id="55" dur="500"/>
                                        <p:tgtEl>
                                          <p:spTgt spid="1718298"/>
                                        </p:tgtEl>
                                      </p:cBhvr>
                                    </p:animEffect>
                                  </p:childTnLst>
                                </p:cTn>
                              </p:par>
                              <p:par>
                                <p:cTn id="56" presetID="10" presetClass="entr" presetSubtype="0" fill="hold" grpId="0" nodeType="withEffect">
                                  <p:stCondLst>
                                    <p:cond delay="3000"/>
                                  </p:stCondLst>
                                  <p:childTnLst>
                                    <p:set>
                                      <p:cBhvr>
                                        <p:cTn id="57" dur="1" fill="hold">
                                          <p:stCondLst>
                                            <p:cond delay="0"/>
                                          </p:stCondLst>
                                        </p:cTn>
                                        <p:tgtEl>
                                          <p:spTgt spid="1718303"/>
                                        </p:tgtEl>
                                        <p:attrNameLst>
                                          <p:attrName>style.visibility</p:attrName>
                                        </p:attrNameLst>
                                      </p:cBhvr>
                                      <p:to>
                                        <p:strVal val="visible"/>
                                      </p:to>
                                    </p:set>
                                    <p:animEffect transition="in" filter="fade">
                                      <p:cBhvr>
                                        <p:cTn id="58" dur="500"/>
                                        <p:tgtEl>
                                          <p:spTgt spid="1718303"/>
                                        </p:tgtEl>
                                      </p:cBhvr>
                                    </p:animEffect>
                                  </p:childTnLst>
                                </p:cTn>
                              </p:par>
                              <p:par>
                                <p:cTn id="59" presetID="10" presetClass="entr" presetSubtype="0" fill="hold" grpId="0" nodeType="withEffect">
                                  <p:stCondLst>
                                    <p:cond delay="3000"/>
                                  </p:stCondLst>
                                  <p:childTnLst>
                                    <p:set>
                                      <p:cBhvr>
                                        <p:cTn id="60" dur="1" fill="hold">
                                          <p:stCondLst>
                                            <p:cond delay="0"/>
                                          </p:stCondLst>
                                        </p:cTn>
                                        <p:tgtEl>
                                          <p:spTgt spid="1718302"/>
                                        </p:tgtEl>
                                        <p:attrNameLst>
                                          <p:attrName>style.visibility</p:attrName>
                                        </p:attrNameLst>
                                      </p:cBhvr>
                                      <p:to>
                                        <p:strVal val="visible"/>
                                      </p:to>
                                    </p:set>
                                    <p:animEffect transition="in" filter="fade">
                                      <p:cBhvr>
                                        <p:cTn id="61" dur="500"/>
                                        <p:tgtEl>
                                          <p:spTgt spid="1718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8290" grpId="0" animBg="1"/>
      <p:bldP spid="1718291" grpId="0" animBg="1"/>
      <p:bldP spid="1718292" grpId="0" animBg="1"/>
      <p:bldP spid="1718293" grpId="0" animBg="1"/>
      <p:bldP spid="1718294" grpId="0" animBg="1"/>
      <p:bldP spid="1718295" grpId="0" animBg="1"/>
      <p:bldP spid="1718296" grpId="0" animBg="1"/>
      <p:bldP spid="1718297" grpId="0" animBg="1"/>
      <p:bldP spid="1718298" grpId="0" animBg="1"/>
      <p:bldP spid="1718299" grpId="0" animBg="1"/>
      <p:bldP spid="1718300" grpId="0" animBg="1"/>
      <p:bldP spid="1718301" grpId="0" animBg="1"/>
      <p:bldP spid="1718302" grpId="0" animBg="1"/>
      <p:bldP spid="1718303" grpId="0" animBg="1"/>
      <p:bldP spid="1718304" grpId="0" animBg="1"/>
      <p:bldP spid="1718305" grpId="0" animBg="1"/>
      <p:bldP spid="1718306" grpId="0" animBg="1"/>
      <p:bldP spid="3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1346" name="Rectangle 2"/>
          <p:cNvSpPr>
            <a:spLocks noGrp="1" noChangeArrowheads="1"/>
          </p:cNvSpPr>
          <p:nvPr>
            <p:ph type="title"/>
          </p:nvPr>
        </p:nvSpPr>
        <p:spPr/>
        <p:txBody>
          <a:bodyPr/>
          <a:lstStyle/>
          <a:p>
            <a:r>
              <a:rPr lang="zh-CN" altLang="en-US"/>
              <a:t>基本凝聚层次聚类方法</a:t>
            </a:r>
          </a:p>
        </p:txBody>
      </p:sp>
      <p:sp>
        <p:nvSpPr>
          <p:cNvPr id="1721347" name="Rectangle 3"/>
          <p:cNvSpPr>
            <a:spLocks noGrp="1" noChangeArrowheads="1"/>
          </p:cNvSpPr>
          <p:nvPr>
            <p:ph idx="1"/>
          </p:nvPr>
        </p:nvSpPr>
        <p:spPr/>
        <p:txBody>
          <a:bodyPr>
            <a:normAutofit/>
          </a:bodyPr>
          <a:lstStyle/>
          <a:p>
            <a:r>
              <a:rPr lang="zh-CN" altLang="en-US" dirty="0"/>
              <a:t>凝聚层次聚类算法</a:t>
            </a:r>
            <a:endParaRPr lang="en-US" altLang="zh-CN" dirty="0"/>
          </a:p>
          <a:p>
            <a:pPr marL="850392" lvl="1" indent="-457200">
              <a:buClr>
                <a:schemeClr val="tx1"/>
              </a:buClr>
              <a:buSzPct val="88000"/>
              <a:buFont typeface="+mj-ea"/>
              <a:buAutoNum type="circleNumDbPlain"/>
            </a:pPr>
            <a:r>
              <a:rPr lang="zh-CN" altLang="en-US" sz="2200" dirty="0"/>
              <a:t>计算邻近度矩阵</a:t>
            </a:r>
          </a:p>
          <a:p>
            <a:pPr marL="850392" lvl="1" indent="-457200">
              <a:buClr>
                <a:schemeClr val="tx1"/>
              </a:buClr>
              <a:buSzPct val="88000"/>
              <a:buFont typeface="+mj-ea"/>
              <a:buAutoNum type="circleNumDbPlain"/>
            </a:pPr>
            <a:r>
              <a:rPr lang="zh-CN" altLang="en-US" sz="2200" dirty="0"/>
              <a:t>让每个点作为一个</a:t>
            </a:r>
            <a:r>
              <a:rPr lang="en-US" altLang="zh-CN" sz="2200" dirty="0"/>
              <a:t>Cluster</a:t>
            </a:r>
          </a:p>
          <a:p>
            <a:pPr marL="850392" lvl="1" indent="-457200">
              <a:buClr>
                <a:schemeClr val="tx1"/>
              </a:buClr>
              <a:buSzPct val="88000"/>
              <a:buFont typeface="+mj-ea"/>
              <a:buAutoNum type="circleNumDbPlain"/>
            </a:pPr>
            <a:r>
              <a:rPr lang="en-US" altLang="zh-CN" sz="2200" dirty="0"/>
              <a:t>Repeat</a:t>
            </a:r>
          </a:p>
          <a:p>
            <a:pPr marL="850392" lvl="1" indent="-457200">
              <a:buClr>
                <a:schemeClr val="tx1"/>
              </a:buClr>
              <a:buSzPct val="88000"/>
              <a:buFont typeface="+mj-ea"/>
              <a:buAutoNum type="circleNumDbPlain"/>
            </a:pPr>
            <a:r>
              <a:rPr lang="en-US" altLang="zh-CN" sz="2200" dirty="0"/>
              <a:t>        </a:t>
            </a:r>
            <a:r>
              <a:rPr lang="zh-CN" altLang="en-US" sz="2200" dirty="0"/>
              <a:t>合并最近的两个类</a:t>
            </a:r>
          </a:p>
          <a:p>
            <a:pPr marL="850392" lvl="1" indent="-457200">
              <a:buClr>
                <a:schemeClr val="tx1"/>
              </a:buClr>
              <a:buSzPct val="88000"/>
              <a:buFont typeface="+mj-ea"/>
              <a:buAutoNum type="circleNumDbPlain"/>
            </a:pPr>
            <a:r>
              <a:rPr lang="en-US" altLang="zh-CN" sz="2200" dirty="0"/>
              <a:t>	       </a:t>
            </a:r>
            <a:r>
              <a:rPr lang="zh-CN" altLang="en-US" sz="2200" dirty="0"/>
              <a:t>更新邻近度矩阵，以反映新的簇与原来的簇之间的邻近性</a:t>
            </a:r>
          </a:p>
          <a:p>
            <a:pPr marL="850392" lvl="1" indent="-457200">
              <a:buClr>
                <a:schemeClr val="tx1"/>
              </a:buClr>
              <a:buSzPct val="88000"/>
              <a:buFont typeface="+mj-ea"/>
              <a:buAutoNum type="circleNumDbPlain"/>
            </a:pPr>
            <a:r>
              <a:rPr lang="en-US" altLang="zh-CN" sz="2200" dirty="0"/>
              <a:t>Until </a:t>
            </a:r>
            <a:r>
              <a:rPr lang="zh-CN" altLang="en-US" sz="2200" dirty="0"/>
              <a:t>仅剩下一个簇</a:t>
            </a:r>
            <a:r>
              <a:rPr lang="en-US" altLang="zh-CN" sz="2200" dirty="0"/>
              <a:t> </a:t>
            </a:r>
          </a:p>
        </p:txBody>
      </p:sp>
      <p:sp>
        <p:nvSpPr>
          <p:cNvPr id="4" name="Rectangle 3"/>
          <p:cNvSpPr txBox="1">
            <a:spLocks noChangeArrowheads="1"/>
          </p:cNvSpPr>
          <p:nvPr/>
        </p:nvSpPr>
        <p:spPr>
          <a:xfrm>
            <a:off x="4207800" y="1600200"/>
            <a:ext cx="4860000" cy="914400"/>
          </a:xfrm>
          <a:prstGeom prst="rect">
            <a:avLst/>
          </a:prstGeom>
        </p:spPr>
        <p:txBody>
          <a:bodyPr lIns="0" tIns="0" rIns="0" bIns="0">
            <a:normAutofit/>
          </a:bodyPr>
          <a:lstStyle>
            <a:lvl1pPr marL="365760" indent="-283464" algn="l" rtl="0" eaLnBrk="1" latinLnBrk="0" hangingPunct="1">
              <a:lnSpc>
                <a:spcPct val="130000"/>
              </a:lnSpc>
              <a:spcBef>
                <a:spcPts val="0"/>
              </a:spcBef>
              <a:buClr>
                <a:schemeClr val="accent1"/>
              </a:buClr>
              <a:buSzPct val="80000"/>
              <a:buFont typeface="Wingdings 2"/>
              <a:buChar char=""/>
              <a:defRPr kumimoji="0" sz="2800" kern="1200" baseline="0">
                <a:solidFill>
                  <a:schemeClr val="tx1"/>
                </a:solidFill>
                <a:latin typeface="Times New Roman" pitchFamily="18" charset="0"/>
                <a:ea typeface="华文细黑" pitchFamily="2" charset="-122"/>
                <a:cs typeface="+mn-cs"/>
              </a:defRPr>
            </a:lvl1pPr>
            <a:lvl2pPr marL="640080" indent="-237744" algn="l" rtl="0" eaLnBrk="1" latinLnBrk="0" hangingPunct="1">
              <a:lnSpc>
                <a:spcPct val="130000"/>
              </a:lnSpc>
              <a:spcBef>
                <a:spcPts val="0"/>
              </a:spcBef>
              <a:buClr>
                <a:schemeClr val="accent1"/>
              </a:buClr>
              <a:buFont typeface="Verdana"/>
              <a:buChar char="◦"/>
              <a:defRPr kumimoji="0" sz="2400" kern="1200" baseline="0">
                <a:solidFill>
                  <a:schemeClr val="tx1"/>
                </a:solidFill>
                <a:latin typeface="Times New Roman" pitchFamily="18" charset="0"/>
                <a:ea typeface="华文细黑" pitchFamily="2" charset="-122"/>
                <a:cs typeface="+mn-cs"/>
              </a:defRPr>
            </a:lvl2pPr>
            <a:lvl3pPr marL="886968" indent="-228600" algn="l" rtl="0" eaLnBrk="1" latinLnBrk="0" hangingPunct="1">
              <a:lnSpc>
                <a:spcPct val="130000"/>
              </a:lnSpc>
              <a:spcBef>
                <a:spcPts val="0"/>
              </a:spcBef>
              <a:buClr>
                <a:schemeClr val="accent2"/>
              </a:buClr>
              <a:buFont typeface="Wingdings 2"/>
              <a:buChar char=""/>
              <a:defRPr kumimoji="0" sz="2000" kern="1200" baseline="0">
                <a:solidFill>
                  <a:schemeClr val="tx1"/>
                </a:solidFill>
                <a:latin typeface="Times New Roman" pitchFamily="18" charset="0"/>
                <a:ea typeface="华文细黑" pitchFamily="2" charset="-122"/>
                <a:cs typeface="+mn-cs"/>
              </a:defRPr>
            </a:lvl3pPr>
            <a:lvl4pPr marL="1097280" indent="-173736" algn="l" rtl="0" eaLnBrk="1" latinLnBrk="0" hangingPunct="1">
              <a:lnSpc>
                <a:spcPct val="130000"/>
              </a:lnSpc>
              <a:spcBef>
                <a:spcPts val="0"/>
              </a:spcBef>
              <a:buClr>
                <a:schemeClr val="accent3"/>
              </a:buClr>
              <a:buFont typeface="Wingdings 2"/>
              <a:buChar char=""/>
              <a:defRPr kumimoji="0" sz="1800" kern="1200" baseline="0">
                <a:solidFill>
                  <a:schemeClr val="tx1"/>
                </a:solidFill>
                <a:latin typeface="Times New Roman" pitchFamily="18" charset="0"/>
                <a:ea typeface="华文细黑" pitchFamily="2" charset="-122"/>
                <a:cs typeface="+mn-cs"/>
              </a:defRPr>
            </a:lvl4pPr>
            <a:lvl5pPr marL="1298448" indent="-182880" algn="l" rtl="0" eaLnBrk="1" latinLnBrk="0" hangingPunct="1">
              <a:lnSpc>
                <a:spcPct val="130000"/>
              </a:lnSpc>
              <a:spcBef>
                <a:spcPts val="0"/>
              </a:spcBef>
              <a:buClr>
                <a:schemeClr val="accent4"/>
              </a:buClr>
              <a:buFont typeface="Wingdings 2"/>
              <a:buChar char=""/>
              <a:defRPr kumimoji="0" sz="1800" kern="1200" baseline="0">
                <a:solidFill>
                  <a:schemeClr val="tx1"/>
                </a:solidFill>
                <a:latin typeface="Times New Roman" pitchFamily="18" charset="0"/>
                <a:ea typeface="华文细黑" pitchFamily="2" charset="-122"/>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296" indent="0">
              <a:buNone/>
            </a:pPr>
            <a:r>
              <a:rPr lang="zh-CN" altLang="en-US" sz="2200" dirty="0">
                <a:solidFill>
                  <a:srgbClr val="C00000"/>
                </a:solidFill>
                <a:latin typeface="幼圆" pitchFamily="49" charset="-122"/>
                <a:ea typeface="幼圆" pitchFamily="49" charset="-122"/>
              </a:rPr>
              <a:t>传统的算法利用相似性或相异性的邻近度矩阵进行凝聚的或分裂的层次聚类</a:t>
            </a:r>
          </a:p>
        </p:txBody>
      </p:sp>
      <p:sp>
        <p:nvSpPr>
          <p:cNvPr id="2" name="矩形 1"/>
          <p:cNvSpPr/>
          <p:nvPr/>
        </p:nvSpPr>
        <p:spPr>
          <a:xfrm>
            <a:off x="685800" y="4849404"/>
            <a:ext cx="8153400" cy="887872"/>
          </a:xfrm>
          <a:prstGeom prst="rect">
            <a:avLst/>
          </a:prstGeom>
        </p:spPr>
        <p:txBody>
          <a:bodyPr wrap="square">
            <a:spAutoFit/>
          </a:bodyPr>
          <a:lstStyle/>
          <a:p>
            <a:pPr>
              <a:lnSpc>
                <a:spcPct val="120000"/>
              </a:lnSpc>
            </a:pPr>
            <a:r>
              <a:rPr lang="zh-CN" altLang="en-US" sz="2400" dirty="0">
                <a:solidFill>
                  <a:srgbClr val="C00000"/>
                </a:solidFill>
                <a:latin typeface="幼圆" pitchFamily="49" charset="-122"/>
                <a:ea typeface="幼圆" pitchFamily="49" charset="-122"/>
              </a:rPr>
              <a:t>关键的操作是</a:t>
            </a:r>
            <a:r>
              <a:rPr lang="en-US" altLang="zh-CN" sz="2400" dirty="0">
                <a:solidFill>
                  <a:srgbClr val="C00000"/>
                </a:solidFill>
                <a:latin typeface="幼圆" pitchFamily="49" charset="-122"/>
                <a:ea typeface="幼圆" pitchFamily="49" charset="-122"/>
              </a:rPr>
              <a:t>2</a:t>
            </a:r>
            <a:r>
              <a:rPr lang="zh-CN" altLang="en-US" sz="2400" dirty="0">
                <a:solidFill>
                  <a:srgbClr val="C00000"/>
                </a:solidFill>
                <a:latin typeface="幼圆" pitchFamily="49" charset="-122"/>
                <a:ea typeface="幼圆" pitchFamily="49" charset="-122"/>
              </a:rPr>
              <a:t>个簇的邻近度计算</a:t>
            </a:r>
          </a:p>
          <a:p>
            <a:pPr lvl="1">
              <a:lnSpc>
                <a:spcPct val="120000"/>
              </a:lnSpc>
            </a:pPr>
            <a:r>
              <a:rPr lang="zh-CN" altLang="en-US" sz="2200" dirty="0">
                <a:solidFill>
                  <a:srgbClr val="C00000"/>
                </a:solidFill>
                <a:latin typeface="幼圆" pitchFamily="49" charset="-122"/>
                <a:ea typeface="幼圆" pitchFamily="49" charset="-122"/>
              </a:rPr>
              <a:t>不同的邻近度的定义区分了各种不同的凝聚层次技术</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2370" name="Rectangle 2"/>
          <p:cNvSpPr>
            <a:spLocks noGrp="1" noChangeArrowheads="1"/>
          </p:cNvSpPr>
          <p:nvPr>
            <p:ph type="title"/>
          </p:nvPr>
        </p:nvSpPr>
        <p:spPr/>
        <p:txBody>
          <a:bodyPr/>
          <a:lstStyle/>
          <a:p>
            <a:r>
              <a:rPr lang="en-US" altLang="zh-CN" dirty="0"/>
              <a:t>[</a:t>
            </a:r>
            <a:r>
              <a:rPr lang="zh-CN" altLang="en-US" dirty="0"/>
              <a:t>例</a:t>
            </a:r>
            <a:r>
              <a:rPr lang="en-US" altLang="zh-CN" dirty="0"/>
              <a:t>]</a:t>
            </a:r>
            <a:endParaRPr lang="zh-CN" altLang="en-US" dirty="0"/>
          </a:p>
        </p:txBody>
      </p:sp>
      <p:sp>
        <p:nvSpPr>
          <p:cNvPr id="1722371" name="Rectangle 3"/>
          <p:cNvSpPr>
            <a:spLocks noGrp="1" noChangeArrowheads="1"/>
          </p:cNvSpPr>
          <p:nvPr>
            <p:ph idx="1"/>
          </p:nvPr>
        </p:nvSpPr>
        <p:spPr>
          <a:xfrm>
            <a:off x="261600" y="1518094"/>
            <a:ext cx="5010000" cy="691707"/>
          </a:xfrm>
        </p:spPr>
        <p:txBody>
          <a:bodyPr>
            <a:normAutofit/>
          </a:bodyPr>
          <a:lstStyle/>
          <a:p>
            <a:pPr marL="82296" indent="0">
              <a:buNone/>
            </a:pPr>
            <a:r>
              <a:rPr lang="en-US" altLang="zh-CN" dirty="0">
                <a:latin typeface="华文细黑" pitchFamily="2" charset="-122"/>
              </a:rPr>
              <a:t>1. </a:t>
            </a:r>
            <a:r>
              <a:rPr lang="zh-CN" altLang="en-US" dirty="0">
                <a:latin typeface="华文细黑" pitchFamily="2" charset="-122"/>
              </a:rPr>
              <a:t>将每单个数据聚为一个簇；</a:t>
            </a:r>
            <a:endParaRPr lang="zh-CN" altLang="en-US" sz="2000" dirty="0">
              <a:latin typeface="华文细黑" pitchFamily="2" charset="-122"/>
            </a:endParaRPr>
          </a:p>
        </p:txBody>
      </p:sp>
      <p:grpSp>
        <p:nvGrpSpPr>
          <p:cNvPr id="2" name="组合 1"/>
          <p:cNvGrpSpPr/>
          <p:nvPr/>
        </p:nvGrpSpPr>
        <p:grpSpPr>
          <a:xfrm>
            <a:off x="838200" y="3077958"/>
            <a:ext cx="3653400" cy="2446542"/>
            <a:chOff x="838200" y="3007750"/>
            <a:chExt cx="3653400" cy="2935850"/>
          </a:xfrm>
        </p:grpSpPr>
        <p:sp>
          <p:nvSpPr>
            <p:cNvPr id="19" name="Oval 4"/>
            <p:cNvSpPr>
              <a:spLocks noChangeArrowheads="1"/>
            </p:cNvSpPr>
            <p:nvPr/>
          </p:nvSpPr>
          <p:spPr bwMode="auto">
            <a:xfrm>
              <a:off x="1066800" y="4455550"/>
              <a:ext cx="252000" cy="252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p7</a:t>
              </a:r>
              <a:endParaRPr lang="zh-CN" altLang="en-US" sz="1100" dirty="0"/>
            </a:p>
          </p:txBody>
        </p:sp>
        <p:sp>
          <p:nvSpPr>
            <p:cNvPr id="20" name="Oval 5"/>
            <p:cNvSpPr>
              <a:spLocks noChangeArrowheads="1"/>
            </p:cNvSpPr>
            <p:nvPr/>
          </p:nvSpPr>
          <p:spPr bwMode="auto">
            <a:xfrm>
              <a:off x="3558000" y="5391000"/>
              <a:ext cx="252000" cy="252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p12</a:t>
              </a:r>
              <a:endParaRPr lang="zh-CN" altLang="en-US" sz="1100" dirty="0"/>
            </a:p>
          </p:txBody>
        </p:sp>
        <p:sp>
          <p:nvSpPr>
            <p:cNvPr id="21" name="Oval 6"/>
            <p:cNvSpPr>
              <a:spLocks noChangeArrowheads="1"/>
            </p:cNvSpPr>
            <p:nvPr/>
          </p:nvSpPr>
          <p:spPr bwMode="auto">
            <a:xfrm>
              <a:off x="1981200" y="3617350"/>
              <a:ext cx="252000" cy="252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p3</a:t>
              </a:r>
              <a:endParaRPr lang="zh-CN" altLang="en-US" sz="1100" dirty="0"/>
            </a:p>
          </p:txBody>
        </p:sp>
        <p:sp>
          <p:nvSpPr>
            <p:cNvPr id="22" name="Oval 7"/>
            <p:cNvSpPr>
              <a:spLocks noChangeArrowheads="1"/>
            </p:cNvSpPr>
            <p:nvPr/>
          </p:nvSpPr>
          <p:spPr bwMode="auto">
            <a:xfrm>
              <a:off x="1676400" y="5691600"/>
              <a:ext cx="252000" cy="252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p9</a:t>
              </a:r>
              <a:endParaRPr lang="zh-CN" altLang="en-US" sz="1100" dirty="0"/>
            </a:p>
          </p:txBody>
        </p:sp>
        <p:sp>
          <p:nvSpPr>
            <p:cNvPr id="23" name="Oval 8"/>
            <p:cNvSpPr>
              <a:spLocks noChangeArrowheads="1"/>
            </p:cNvSpPr>
            <p:nvPr/>
          </p:nvSpPr>
          <p:spPr bwMode="auto">
            <a:xfrm>
              <a:off x="3858600" y="3811864"/>
              <a:ext cx="252000" cy="252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p5</a:t>
              </a:r>
              <a:endParaRPr lang="zh-CN" altLang="en-US" sz="1100" dirty="0"/>
            </a:p>
          </p:txBody>
        </p:sp>
        <p:sp>
          <p:nvSpPr>
            <p:cNvPr id="24" name="Oval 9"/>
            <p:cNvSpPr>
              <a:spLocks noChangeArrowheads="1"/>
            </p:cNvSpPr>
            <p:nvPr/>
          </p:nvSpPr>
          <p:spPr bwMode="auto">
            <a:xfrm>
              <a:off x="1981200" y="3007750"/>
              <a:ext cx="252000" cy="252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p1</a:t>
              </a:r>
              <a:endParaRPr lang="zh-CN" altLang="en-US" sz="1100" dirty="0"/>
            </a:p>
          </p:txBody>
        </p:sp>
        <p:sp>
          <p:nvSpPr>
            <p:cNvPr id="25" name="Oval 10"/>
            <p:cNvSpPr>
              <a:spLocks noChangeArrowheads="1"/>
            </p:cNvSpPr>
            <p:nvPr/>
          </p:nvSpPr>
          <p:spPr bwMode="auto">
            <a:xfrm>
              <a:off x="838200" y="4760350"/>
              <a:ext cx="252000" cy="252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p8</a:t>
              </a:r>
              <a:endParaRPr lang="zh-CN" altLang="en-US" sz="1100" dirty="0"/>
            </a:p>
          </p:txBody>
        </p:sp>
        <p:sp>
          <p:nvSpPr>
            <p:cNvPr id="26" name="Oval 11"/>
            <p:cNvSpPr>
              <a:spLocks noChangeArrowheads="1"/>
            </p:cNvSpPr>
            <p:nvPr/>
          </p:nvSpPr>
          <p:spPr bwMode="auto">
            <a:xfrm>
              <a:off x="2057400" y="5691600"/>
              <a:ext cx="252000" cy="252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p10</a:t>
              </a:r>
              <a:endParaRPr lang="zh-CN" altLang="en-US" sz="1100" dirty="0"/>
            </a:p>
          </p:txBody>
        </p:sp>
        <p:sp>
          <p:nvSpPr>
            <p:cNvPr id="27" name="Oval 12"/>
            <p:cNvSpPr>
              <a:spLocks noChangeArrowheads="1"/>
            </p:cNvSpPr>
            <p:nvPr/>
          </p:nvSpPr>
          <p:spPr bwMode="auto">
            <a:xfrm>
              <a:off x="3481800" y="4804800"/>
              <a:ext cx="252000" cy="252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p11</a:t>
              </a:r>
              <a:endParaRPr lang="zh-CN" altLang="en-US" sz="1100" dirty="0"/>
            </a:p>
          </p:txBody>
        </p:sp>
        <p:sp>
          <p:nvSpPr>
            <p:cNvPr id="28" name="Oval 13"/>
            <p:cNvSpPr>
              <a:spLocks noChangeArrowheads="1"/>
            </p:cNvSpPr>
            <p:nvPr/>
          </p:nvSpPr>
          <p:spPr bwMode="auto">
            <a:xfrm>
              <a:off x="2514600" y="3083950"/>
              <a:ext cx="252000" cy="252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p2</a:t>
              </a:r>
              <a:endParaRPr lang="zh-CN" altLang="en-US" sz="1100" dirty="0"/>
            </a:p>
          </p:txBody>
        </p:sp>
        <p:sp>
          <p:nvSpPr>
            <p:cNvPr id="29" name="Oval 14"/>
            <p:cNvSpPr>
              <a:spLocks noChangeArrowheads="1"/>
            </p:cNvSpPr>
            <p:nvPr/>
          </p:nvSpPr>
          <p:spPr bwMode="auto">
            <a:xfrm>
              <a:off x="3934800" y="4345264"/>
              <a:ext cx="252000" cy="252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p6</a:t>
              </a:r>
              <a:endParaRPr lang="zh-CN" altLang="en-US" sz="1100" dirty="0"/>
            </a:p>
          </p:txBody>
        </p:sp>
        <p:sp>
          <p:nvSpPr>
            <p:cNvPr id="30" name="Oval 15"/>
            <p:cNvSpPr>
              <a:spLocks noChangeArrowheads="1"/>
            </p:cNvSpPr>
            <p:nvPr/>
          </p:nvSpPr>
          <p:spPr bwMode="auto">
            <a:xfrm>
              <a:off x="4239600" y="3523914"/>
              <a:ext cx="252000" cy="252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p4</a:t>
              </a:r>
              <a:endParaRPr lang="zh-CN" altLang="en-US" sz="1100" dirty="0"/>
            </a:p>
          </p:txBody>
        </p:sp>
      </p:grpSp>
      <p:sp>
        <p:nvSpPr>
          <p:cNvPr id="31" name="Oval 4"/>
          <p:cNvSpPr>
            <a:spLocks noChangeArrowheads="1"/>
          </p:cNvSpPr>
          <p:nvPr/>
        </p:nvSpPr>
        <p:spPr bwMode="auto">
          <a:xfrm>
            <a:off x="5370327" y="5258365"/>
            <a:ext cx="252000" cy="210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p7</a:t>
            </a:r>
            <a:endParaRPr lang="zh-CN" altLang="en-US" sz="1100" dirty="0"/>
          </a:p>
        </p:txBody>
      </p:sp>
      <p:sp>
        <p:nvSpPr>
          <p:cNvPr id="32" name="Oval 5"/>
          <p:cNvSpPr>
            <a:spLocks noChangeArrowheads="1"/>
          </p:cNvSpPr>
          <p:nvPr/>
        </p:nvSpPr>
        <p:spPr bwMode="auto">
          <a:xfrm>
            <a:off x="7728816" y="5258365"/>
            <a:ext cx="252000" cy="210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p12</a:t>
            </a:r>
            <a:endParaRPr lang="zh-CN" altLang="en-US" sz="1100" dirty="0"/>
          </a:p>
        </p:txBody>
      </p:sp>
      <p:sp>
        <p:nvSpPr>
          <p:cNvPr id="33" name="Oval 6"/>
          <p:cNvSpPr>
            <a:spLocks noChangeArrowheads="1"/>
          </p:cNvSpPr>
          <p:nvPr/>
        </p:nvSpPr>
        <p:spPr bwMode="auto">
          <a:xfrm>
            <a:off x="6381108" y="5258365"/>
            <a:ext cx="252000" cy="210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p3</a:t>
            </a:r>
            <a:endParaRPr lang="zh-CN" altLang="en-US" sz="1100" dirty="0"/>
          </a:p>
        </p:txBody>
      </p:sp>
      <p:sp>
        <p:nvSpPr>
          <p:cNvPr id="34" name="Oval 7"/>
          <p:cNvSpPr>
            <a:spLocks noChangeArrowheads="1"/>
          </p:cNvSpPr>
          <p:nvPr/>
        </p:nvSpPr>
        <p:spPr bwMode="auto">
          <a:xfrm>
            <a:off x="5707254" y="5258365"/>
            <a:ext cx="252000" cy="210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p9</a:t>
            </a:r>
            <a:endParaRPr lang="zh-CN" altLang="en-US" sz="1100" dirty="0"/>
          </a:p>
        </p:txBody>
      </p:sp>
      <p:sp>
        <p:nvSpPr>
          <p:cNvPr id="35" name="Oval 8"/>
          <p:cNvSpPr>
            <a:spLocks noChangeArrowheads="1"/>
          </p:cNvSpPr>
          <p:nvPr/>
        </p:nvSpPr>
        <p:spPr bwMode="auto">
          <a:xfrm>
            <a:off x="8065743" y="5258365"/>
            <a:ext cx="252000" cy="210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p5</a:t>
            </a:r>
            <a:endParaRPr lang="zh-CN" altLang="en-US" sz="1100" dirty="0"/>
          </a:p>
        </p:txBody>
      </p:sp>
      <p:sp>
        <p:nvSpPr>
          <p:cNvPr id="36" name="Oval 9"/>
          <p:cNvSpPr>
            <a:spLocks noChangeArrowheads="1"/>
          </p:cNvSpPr>
          <p:nvPr/>
        </p:nvSpPr>
        <p:spPr bwMode="auto">
          <a:xfrm>
            <a:off x="6718035" y="5258365"/>
            <a:ext cx="252000" cy="210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p1</a:t>
            </a:r>
            <a:endParaRPr lang="zh-CN" altLang="en-US" sz="1100" dirty="0"/>
          </a:p>
        </p:txBody>
      </p:sp>
      <p:sp>
        <p:nvSpPr>
          <p:cNvPr id="37" name="Oval 10"/>
          <p:cNvSpPr>
            <a:spLocks noChangeArrowheads="1"/>
          </p:cNvSpPr>
          <p:nvPr/>
        </p:nvSpPr>
        <p:spPr bwMode="auto">
          <a:xfrm>
            <a:off x="5033400" y="5258365"/>
            <a:ext cx="252000" cy="210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p8</a:t>
            </a:r>
            <a:endParaRPr lang="zh-CN" altLang="en-US" sz="1100" dirty="0"/>
          </a:p>
        </p:txBody>
      </p:sp>
      <p:sp>
        <p:nvSpPr>
          <p:cNvPr id="38" name="Oval 11"/>
          <p:cNvSpPr>
            <a:spLocks noChangeArrowheads="1"/>
          </p:cNvSpPr>
          <p:nvPr/>
        </p:nvSpPr>
        <p:spPr bwMode="auto">
          <a:xfrm>
            <a:off x="6044181" y="5258365"/>
            <a:ext cx="252000" cy="210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p10</a:t>
            </a:r>
            <a:endParaRPr lang="zh-CN" altLang="en-US" sz="1100" dirty="0"/>
          </a:p>
        </p:txBody>
      </p:sp>
      <p:sp>
        <p:nvSpPr>
          <p:cNvPr id="39" name="Oval 12"/>
          <p:cNvSpPr>
            <a:spLocks noChangeArrowheads="1"/>
          </p:cNvSpPr>
          <p:nvPr/>
        </p:nvSpPr>
        <p:spPr bwMode="auto">
          <a:xfrm>
            <a:off x="7391889" y="5258365"/>
            <a:ext cx="252000" cy="210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p11</a:t>
            </a:r>
            <a:endParaRPr lang="zh-CN" altLang="en-US" sz="1100" dirty="0"/>
          </a:p>
        </p:txBody>
      </p:sp>
      <p:sp>
        <p:nvSpPr>
          <p:cNvPr id="40" name="Oval 13"/>
          <p:cNvSpPr>
            <a:spLocks noChangeArrowheads="1"/>
          </p:cNvSpPr>
          <p:nvPr/>
        </p:nvSpPr>
        <p:spPr bwMode="auto">
          <a:xfrm>
            <a:off x="7054962" y="5258365"/>
            <a:ext cx="252000" cy="210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p2</a:t>
            </a:r>
            <a:endParaRPr lang="zh-CN" altLang="en-US" sz="1100" dirty="0"/>
          </a:p>
        </p:txBody>
      </p:sp>
      <p:sp>
        <p:nvSpPr>
          <p:cNvPr id="41" name="Oval 14"/>
          <p:cNvSpPr>
            <a:spLocks noChangeArrowheads="1"/>
          </p:cNvSpPr>
          <p:nvPr/>
        </p:nvSpPr>
        <p:spPr bwMode="auto">
          <a:xfrm>
            <a:off x="8739600" y="5258365"/>
            <a:ext cx="252000" cy="210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p6</a:t>
            </a:r>
            <a:endParaRPr lang="zh-CN" altLang="en-US" sz="1100" dirty="0"/>
          </a:p>
        </p:txBody>
      </p:sp>
      <p:sp>
        <p:nvSpPr>
          <p:cNvPr id="42" name="Oval 15"/>
          <p:cNvSpPr>
            <a:spLocks noChangeArrowheads="1"/>
          </p:cNvSpPr>
          <p:nvPr/>
        </p:nvSpPr>
        <p:spPr bwMode="auto">
          <a:xfrm>
            <a:off x="8402670" y="5258365"/>
            <a:ext cx="252000" cy="2100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dirty="0"/>
              <a:t>p4</a:t>
            </a:r>
            <a:endParaRPr lang="zh-CN" altLang="en-US" sz="1100" dirty="0"/>
          </a:p>
        </p:txBody>
      </p:sp>
      <p:graphicFrame>
        <p:nvGraphicFramePr>
          <p:cNvPr id="43" name="表格 42"/>
          <p:cNvGraphicFramePr>
            <a:graphicFrameLocks noGrp="1"/>
          </p:cNvGraphicFramePr>
          <p:nvPr/>
        </p:nvGraphicFramePr>
        <p:xfrm>
          <a:off x="6165451" y="1095516"/>
          <a:ext cx="1881354" cy="3689985"/>
        </p:xfrm>
        <a:graphic>
          <a:graphicData uri="http://schemas.openxmlformats.org/drawingml/2006/table">
            <a:tbl>
              <a:tblPr>
                <a:tableStyleId>{5C22544A-7EE6-4342-B048-85BDC9FD1C3A}</a:tableStyleId>
              </a:tblPr>
              <a:tblGrid>
                <a:gridCol w="627118">
                  <a:extLst>
                    <a:ext uri="{9D8B030D-6E8A-4147-A177-3AD203B41FA5}">
                      <a16:colId xmlns:a16="http://schemas.microsoft.com/office/drawing/2014/main" val="20000"/>
                    </a:ext>
                  </a:extLst>
                </a:gridCol>
                <a:gridCol w="627118">
                  <a:extLst>
                    <a:ext uri="{9D8B030D-6E8A-4147-A177-3AD203B41FA5}">
                      <a16:colId xmlns:a16="http://schemas.microsoft.com/office/drawing/2014/main" val="20001"/>
                    </a:ext>
                  </a:extLst>
                </a:gridCol>
                <a:gridCol w="627118">
                  <a:extLst>
                    <a:ext uri="{9D8B030D-6E8A-4147-A177-3AD203B41FA5}">
                      <a16:colId xmlns:a16="http://schemas.microsoft.com/office/drawing/2014/main" val="20002"/>
                    </a:ext>
                  </a:extLst>
                </a:gridCol>
              </a:tblGrid>
              <a:tr h="190500">
                <a:tc>
                  <a:txBody>
                    <a:bodyPr/>
                    <a:lstStyle/>
                    <a:p>
                      <a:pPr algn="ctr" fontAlgn="b"/>
                      <a:r>
                        <a:rPr lang="zh-CN" altLang="en-US" sz="1800" u="none" strike="noStrike" dirty="0">
                          <a:effectLst/>
                          <a:latin typeface="Times New Roman" pitchFamily="18" charset="0"/>
                          <a:cs typeface="Times New Roman" pitchFamily="18" charset="0"/>
                        </a:rPr>
                        <a:t>　</a:t>
                      </a:r>
                      <a:endParaRPr lang="zh-CN" altLang="en-US" sz="1800" b="0" i="0" u="none" strike="noStrike" dirty="0">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sz="1800" i="1" u="none" strike="noStrike" dirty="0">
                          <a:effectLst/>
                          <a:latin typeface="Times New Roman" pitchFamily="18" charset="0"/>
                          <a:cs typeface="Times New Roman" pitchFamily="18" charset="0"/>
                        </a:rPr>
                        <a:t>x</a:t>
                      </a:r>
                      <a:endParaRPr lang="en-US" sz="1800" b="0" i="1" u="none" strike="noStrike" dirty="0">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sz="1800" i="1" u="none" strike="noStrike" dirty="0">
                          <a:effectLst/>
                          <a:latin typeface="Times New Roman" pitchFamily="18" charset="0"/>
                          <a:cs typeface="Times New Roman" pitchFamily="18" charset="0"/>
                        </a:rPr>
                        <a:t>y</a:t>
                      </a:r>
                      <a:endParaRPr lang="en-US" sz="1800" b="0" i="1" u="none" strike="noStrike" dirty="0">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0"/>
                  </a:ext>
                </a:extLst>
              </a:tr>
              <a:tr h="190500">
                <a:tc>
                  <a:txBody>
                    <a:bodyPr/>
                    <a:lstStyle/>
                    <a:p>
                      <a:pPr algn="ctr" fontAlgn="b"/>
                      <a:r>
                        <a:rPr lang="en-US" sz="1800" u="none" strike="noStrike">
                          <a:effectLst/>
                          <a:latin typeface="Times New Roman" pitchFamily="18" charset="0"/>
                          <a:cs typeface="Times New Roman" pitchFamily="18" charset="0"/>
                        </a:rPr>
                        <a:t>p1</a:t>
                      </a:r>
                      <a:endParaRPr lang="en-US"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13</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dirty="0">
                          <a:effectLst/>
                          <a:latin typeface="Times New Roman" pitchFamily="18" charset="0"/>
                          <a:cs typeface="Times New Roman" pitchFamily="18" charset="0"/>
                        </a:rPr>
                        <a:t>10</a:t>
                      </a:r>
                      <a:endParaRPr lang="en-US" altLang="zh-CN" sz="1800" b="0" i="0" u="none" strike="noStrike" dirty="0">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1"/>
                  </a:ext>
                </a:extLst>
              </a:tr>
              <a:tr h="190500">
                <a:tc>
                  <a:txBody>
                    <a:bodyPr/>
                    <a:lstStyle/>
                    <a:p>
                      <a:pPr algn="ctr" fontAlgn="b"/>
                      <a:r>
                        <a:rPr lang="en-US" sz="1800" u="none" strike="noStrike">
                          <a:effectLst/>
                          <a:latin typeface="Times New Roman" pitchFamily="18" charset="0"/>
                          <a:cs typeface="Times New Roman" pitchFamily="18" charset="0"/>
                        </a:rPr>
                        <a:t>p2</a:t>
                      </a:r>
                      <a:endParaRPr lang="en-US"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14</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11</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2"/>
                  </a:ext>
                </a:extLst>
              </a:tr>
              <a:tr h="190500">
                <a:tc>
                  <a:txBody>
                    <a:bodyPr/>
                    <a:lstStyle/>
                    <a:p>
                      <a:pPr algn="ctr" fontAlgn="b"/>
                      <a:r>
                        <a:rPr lang="en-US" sz="1800" u="none" strike="noStrike">
                          <a:effectLst/>
                          <a:latin typeface="Times New Roman" pitchFamily="18" charset="0"/>
                          <a:cs typeface="Times New Roman" pitchFamily="18" charset="0"/>
                        </a:rPr>
                        <a:t>p3</a:t>
                      </a:r>
                      <a:endParaRPr lang="en-US"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16</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5</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3"/>
                  </a:ext>
                </a:extLst>
              </a:tr>
              <a:tr h="190500">
                <a:tc>
                  <a:txBody>
                    <a:bodyPr/>
                    <a:lstStyle/>
                    <a:p>
                      <a:pPr algn="ctr" fontAlgn="b"/>
                      <a:r>
                        <a:rPr lang="en-US" sz="1800" u="none" strike="noStrike">
                          <a:effectLst/>
                          <a:latin typeface="Times New Roman" pitchFamily="18" charset="0"/>
                          <a:cs typeface="Times New Roman" pitchFamily="18" charset="0"/>
                        </a:rPr>
                        <a:t>p4</a:t>
                      </a:r>
                      <a:endParaRPr lang="en-US"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18</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22</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4"/>
                  </a:ext>
                </a:extLst>
              </a:tr>
              <a:tr h="190500">
                <a:tc>
                  <a:txBody>
                    <a:bodyPr/>
                    <a:lstStyle/>
                    <a:p>
                      <a:pPr algn="ctr" fontAlgn="b"/>
                      <a:r>
                        <a:rPr lang="en-US" sz="1800" u="none" strike="noStrike">
                          <a:effectLst/>
                          <a:latin typeface="Times New Roman" pitchFamily="18" charset="0"/>
                          <a:cs typeface="Times New Roman" pitchFamily="18" charset="0"/>
                        </a:rPr>
                        <a:t>p5</a:t>
                      </a:r>
                      <a:endParaRPr lang="en-US"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18</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dirty="0">
                          <a:effectLst/>
                          <a:latin typeface="Times New Roman" pitchFamily="18" charset="0"/>
                          <a:cs typeface="Times New Roman" pitchFamily="18" charset="0"/>
                        </a:rPr>
                        <a:t>17</a:t>
                      </a:r>
                      <a:endParaRPr lang="en-US" altLang="zh-CN" sz="1800" b="0" i="0" u="none" strike="noStrike" dirty="0">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5"/>
                  </a:ext>
                </a:extLst>
              </a:tr>
              <a:tr h="190500">
                <a:tc>
                  <a:txBody>
                    <a:bodyPr/>
                    <a:lstStyle/>
                    <a:p>
                      <a:pPr algn="ctr" fontAlgn="b"/>
                      <a:r>
                        <a:rPr lang="en-US" sz="1800" u="none" strike="noStrike">
                          <a:effectLst/>
                          <a:latin typeface="Times New Roman" pitchFamily="18" charset="0"/>
                          <a:cs typeface="Times New Roman" pitchFamily="18" charset="0"/>
                        </a:rPr>
                        <a:t>p6</a:t>
                      </a:r>
                      <a:endParaRPr lang="en-US"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19</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4</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6"/>
                  </a:ext>
                </a:extLst>
              </a:tr>
              <a:tr h="190500">
                <a:tc>
                  <a:txBody>
                    <a:bodyPr/>
                    <a:lstStyle/>
                    <a:p>
                      <a:pPr algn="ctr" fontAlgn="b"/>
                      <a:r>
                        <a:rPr lang="en-US" sz="1800" u="none" strike="noStrike">
                          <a:effectLst/>
                          <a:latin typeface="Times New Roman" pitchFamily="18" charset="0"/>
                          <a:cs typeface="Times New Roman" pitchFamily="18" charset="0"/>
                        </a:rPr>
                        <a:t>p7</a:t>
                      </a:r>
                      <a:endParaRPr lang="en-US"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21</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22</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7"/>
                  </a:ext>
                </a:extLst>
              </a:tr>
              <a:tr h="190500">
                <a:tc>
                  <a:txBody>
                    <a:bodyPr/>
                    <a:lstStyle/>
                    <a:p>
                      <a:pPr algn="ctr" fontAlgn="b"/>
                      <a:r>
                        <a:rPr lang="en-US" sz="1800" u="none" strike="noStrike">
                          <a:effectLst/>
                          <a:latin typeface="Times New Roman" pitchFamily="18" charset="0"/>
                          <a:cs typeface="Times New Roman" pitchFamily="18" charset="0"/>
                        </a:rPr>
                        <a:t>p8</a:t>
                      </a:r>
                      <a:endParaRPr lang="en-US"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30</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7</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8"/>
                  </a:ext>
                </a:extLst>
              </a:tr>
              <a:tr h="190500">
                <a:tc>
                  <a:txBody>
                    <a:bodyPr/>
                    <a:lstStyle/>
                    <a:p>
                      <a:pPr algn="ctr" fontAlgn="b"/>
                      <a:r>
                        <a:rPr lang="en-US" sz="1800" u="none" strike="noStrike">
                          <a:effectLst/>
                          <a:latin typeface="Times New Roman" pitchFamily="18" charset="0"/>
                          <a:cs typeface="Times New Roman" pitchFamily="18" charset="0"/>
                        </a:rPr>
                        <a:t>p9</a:t>
                      </a:r>
                      <a:endParaRPr lang="en-US"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31</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4</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9"/>
                  </a:ext>
                </a:extLst>
              </a:tr>
              <a:tr h="190500">
                <a:tc>
                  <a:txBody>
                    <a:bodyPr/>
                    <a:lstStyle/>
                    <a:p>
                      <a:pPr algn="ctr" fontAlgn="b"/>
                      <a:r>
                        <a:rPr lang="en-US" sz="1800" u="none" strike="noStrike">
                          <a:effectLst/>
                          <a:latin typeface="Times New Roman" pitchFamily="18" charset="0"/>
                          <a:cs typeface="Times New Roman" pitchFamily="18" charset="0"/>
                        </a:rPr>
                        <a:t>p10</a:t>
                      </a:r>
                      <a:endParaRPr lang="en-US"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34</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20</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10"/>
                  </a:ext>
                </a:extLst>
              </a:tr>
              <a:tr h="190500">
                <a:tc>
                  <a:txBody>
                    <a:bodyPr/>
                    <a:lstStyle/>
                    <a:p>
                      <a:pPr algn="ctr" fontAlgn="b"/>
                      <a:r>
                        <a:rPr lang="en-US" sz="1800" u="none" strike="noStrike">
                          <a:effectLst/>
                          <a:latin typeface="Times New Roman" pitchFamily="18" charset="0"/>
                          <a:cs typeface="Times New Roman" pitchFamily="18" charset="0"/>
                        </a:rPr>
                        <a:t>p11</a:t>
                      </a:r>
                      <a:endParaRPr lang="en-US"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35</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15</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11"/>
                  </a:ext>
                </a:extLst>
              </a:tr>
              <a:tr h="190500">
                <a:tc>
                  <a:txBody>
                    <a:bodyPr/>
                    <a:lstStyle/>
                    <a:p>
                      <a:pPr algn="ctr" fontAlgn="b"/>
                      <a:r>
                        <a:rPr lang="en-US" sz="1800" u="none" strike="noStrike">
                          <a:effectLst/>
                          <a:latin typeface="Times New Roman" pitchFamily="18" charset="0"/>
                          <a:cs typeface="Times New Roman" pitchFamily="18" charset="0"/>
                        </a:rPr>
                        <a:t>p12</a:t>
                      </a:r>
                      <a:endParaRPr lang="en-US"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a:effectLst/>
                          <a:latin typeface="Times New Roman" pitchFamily="18" charset="0"/>
                          <a:cs typeface="Times New Roman" pitchFamily="18" charset="0"/>
                        </a:rPr>
                        <a:t>36</a:t>
                      </a:r>
                      <a:endParaRPr lang="en-US" altLang="zh-CN" sz="18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800" u="none" strike="noStrike" dirty="0">
                          <a:effectLst/>
                          <a:latin typeface="Times New Roman" pitchFamily="18" charset="0"/>
                          <a:cs typeface="Times New Roman" pitchFamily="18" charset="0"/>
                        </a:rPr>
                        <a:t>22</a:t>
                      </a:r>
                      <a:endParaRPr lang="en-US" altLang="zh-CN" sz="1800" b="0" i="0" u="none" strike="noStrike" dirty="0">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829738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2370" name="Rectangle 2"/>
          <p:cNvSpPr>
            <a:spLocks noGrp="1" noChangeArrowheads="1"/>
          </p:cNvSpPr>
          <p:nvPr>
            <p:ph type="title"/>
          </p:nvPr>
        </p:nvSpPr>
        <p:spPr/>
        <p:txBody>
          <a:bodyPr/>
          <a:lstStyle/>
          <a:p>
            <a:r>
              <a:rPr lang="en-US" altLang="zh-CN" dirty="0"/>
              <a:t>[</a:t>
            </a:r>
            <a:r>
              <a:rPr lang="zh-CN" altLang="en-US" dirty="0"/>
              <a:t>例</a:t>
            </a:r>
            <a:r>
              <a:rPr lang="en-US" altLang="zh-CN" dirty="0"/>
              <a:t>]</a:t>
            </a:r>
            <a:endParaRPr lang="zh-CN" altLang="en-US" dirty="0"/>
          </a:p>
        </p:txBody>
      </p:sp>
      <p:sp>
        <p:nvSpPr>
          <p:cNvPr id="43" name="Rectangle 3"/>
          <p:cNvSpPr txBox="1">
            <a:spLocks noChangeArrowheads="1"/>
          </p:cNvSpPr>
          <p:nvPr/>
        </p:nvSpPr>
        <p:spPr>
          <a:xfrm>
            <a:off x="261600" y="1975294"/>
            <a:ext cx="4996200" cy="691707"/>
          </a:xfrm>
          <a:prstGeom prst="rect">
            <a:avLst/>
          </a:prstGeom>
        </p:spPr>
        <p:txBody>
          <a:bodyPr>
            <a:normAutofit/>
          </a:bodyPr>
          <a:lstStyle>
            <a:lvl1pPr marL="365760" indent="-283464" algn="l" rtl="0" eaLnBrk="1" latinLnBrk="0" hangingPunct="1">
              <a:lnSpc>
                <a:spcPct val="130000"/>
              </a:lnSpc>
              <a:spcBef>
                <a:spcPts val="0"/>
              </a:spcBef>
              <a:buClr>
                <a:schemeClr val="accent1"/>
              </a:buClr>
              <a:buSzPct val="80000"/>
              <a:buFont typeface="Wingdings 2"/>
              <a:buChar char=""/>
              <a:defRPr kumimoji="0" sz="2800" kern="1200" baseline="0">
                <a:solidFill>
                  <a:schemeClr val="tx1"/>
                </a:solidFill>
                <a:latin typeface="Times New Roman" pitchFamily="18" charset="0"/>
                <a:ea typeface="华文细黑" pitchFamily="2" charset="-122"/>
                <a:cs typeface="+mn-cs"/>
              </a:defRPr>
            </a:lvl1pPr>
            <a:lvl2pPr marL="640080" indent="-237744" algn="l" rtl="0" eaLnBrk="1" latinLnBrk="0" hangingPunct="1">
              <a:lnSpc>
                <a:spcPct val="130000"/>
              </a:lnSpc>
              <a:spcBef>
                <a:spcPts val="0"/>
              </a:spcBef>
              <a:buClr>
                <a:schemeClr val="accent1"/>
              </a:buClr>
              <a:buFont typeface="Verdana"/>
              <a:buChar char="◦"/>
              <a:defRPr kumimoji="0" sz="2400" kern="1200" baseline="0">
                <a:solidFill>
                  <a:schemeClr val="tx1"/>
                </a:solidFill>
                <a:latin typeface="Times New Roman" pitchFamily="18" charset="0"/>
                <a:ea typeface="华文细黑" pitchFamily="2" charset="-122"/>
                <a:cs typeface="+mn-cs"/>
              </a:defRPr>
            </a:lvl2pPr>
            <a:lvl3pPr marL="886968" indent="-228600" algn="l" rtl="0" eaLnBrk="1" latinLnBrk="0" hangingPunct="1">
              <a:lnSpc>
                <a:spcPct val="130000"/>
              </a:lnSpc>
              <a:spcBef>
                <a:spcPts val="0"/>
              </a:spcBef>
              <a:buClr>
                <a:schemeClr val="accent2"/>
              </a:buClr>
              <a:buFont typeface="Wingdings 2"/>
              <a:buChar char=""/>
              <a:defRPr kumimoji="0" sz="2000" kern="1200" baseline="0">
                <a:solidFill>
                  <a:schemeClr val="tx1"/>
                </a:solidFill>
                <a:latin typeface="Times New Roman" pitchFamily="18" charset="0"/>
                <a:ea typeface="华文细黑" pitchFamily="2" charset="-122"/>
                <a:cs typeface="+mn-cs"/>
              </a:defRPr>
            </a:lvl3pPr>
            <a:lvl4pPr marL="1097280" indent="-173736" algn="l" rtl="0" eaLnBrk="1" latinLnBrk="0" hangingPunct="1">
              <a:lnSpc>
                <a:spcPct val="130000"/>
              </a:lnSpc>
              <a:spcBef>
                <a:spcPts val="0"/>
              </a:spcBef>
              <a:buClr>
                <a:schemeClr val="accent3"/>
              </a:buClr>
              <a:buFont typeface="Wingdings 2"/>
              <a:buChar char=""/>
              <a:defRPr kumimoji="0" sz="1800" kern="1200" baseline="0">
                <a:solidFill>
                  <a:schemeClr val="tx1"/>
                </a:solidFill>
                <a:latin typeface="Times New Roman" pitchFamily="18" charset="0"/>
                <a:ea typeface="华文细黑" pitchFamily="2" charset="-122"/>
                <a:cs typeface="+mn-cs"/>
              </a:defRPr>
            </a:lvl4pPr>
            <a:lvl5pPr marL="1298448" indent="-182880" algn="l" rtl="0" eaLnBrk="1" latinLnBrk="0" hangingPunct="1">
              <a:lnSpc>
                <a:spcPct val="130000"/>
              </a:lnSpc>
              <a:spcBef>
                <a:spcPts val="0"/>
              </a:spcBef>
              <a:buClr>
                <a:schemeClr val="accent4"/>
              </a:buClr>
              <a:buFont typeface="Wingdings 2"/>
              <a:buChar char=""/>
              <a:defRPr kumimoji="0" sz="1800" kern="1200" baseline="0">
                <a:solidFill>
                  <a:schemeClr val="tx1"/>
                </a:solidFill>
                <a:latin typeface="Times New Roman" pitchFamily="18" charset="0"/>
                <a:ea typeface="华文细黑" pitchFamily="2" charset="-122"/>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296" indent="0">
              <a:buNone/>
            </a:pPr>
            <a:r>
              <a:rPr lang="en-US" altLang="zh-CN" sz="2400" dirty="0">
                <a:latin typeface="华文细黑" pitchFamily="2" charset="-122"/>
              </a:rPr>
              <a:t>2. </a:t>
            </a:r>
            <a:r>
              <a:rPr lang="zh-CN" altLang="en-US" sz="2400" dirty="0">
                <a:latin typeface="华文细黑" pitchFamily="2" charset="-122"/>
              </a:rPr>
              <a:t>将最邻近的两个簇聚为一个簇；</a:t>
            </a:r>
            <a:endParaRPr lang="zh-CN" altLang="en-US" sz="2000" dirty="0">
              <a:latin typeface="华文细黑" pitchFamily="2" charset="-122"/>
            </a:endParaRPr>
          </a:p>
        </p:txBody>
      </p:sp>
      <p:sp>
        <p:nvSpPr>
          <p:cNvPr id="44" name="Rectangle 3"/>
          <p:cNvSpPr txBox="1">
            <a:spLocks noChangeArrowheads="1"/>
          </p:cNvSpPr>
          <p:nvPr/>
        </p:nvSpPr>
        <p:spPr>
          <a:xfrm>
            <a:off x="261600" y="1518094"/>
            <a:ext cx="5010000" cy="691707"/>
          </a:xfrm>
          <a:prstGeom prst="rect">
            <a:avLst/>
          </a:prstGeom>
        </p:spPr>
        <p:txBody>
          <a:bodyPr>
            <a:normAutofit/>
          </a:bodyPr>
          <a:lstStyle>
            <a:lvl1pPr marL="365760" indent="-283464" algn="l" rtl="0" eaLnBrk="1" latinLnBrk="0" hangingPunct="1">
              <a:lnSpc>
                <a:spcPct val="130000"/>
              </a:lnSpc>
              <a:spcBef>
                <a:spcPts val="0"/>
              </a:spcBef>
              <a:buClr>
                <a:schemeClr val="accent1"/>
              </a:buClr>
              <a:buSzPct val="80000"/>
              <a:buFont typeface="Wingdings 2"/>
              <a:buChar char=""/>
              <a:defRPr kumimoji="0" sz="2800" kern="1200" baseline="0">
                <a:solidFill>
                  <a:schemeClr val="tx1"/>
                </a:solidFill>
                <a:latin typeface="Times New Roman" pitchFamily="18" charset="0"/>
                <a:ea typeface="华文细黑" pitchFamily="2" charset="-122"/>
                <a:cs typeface="+mn-cs"/>
              </a:defRPr>
            </a:lvl1pPr>
            <a:lvl2pPr marL="640080" indent="-237744" algn="l" rtl="0" eaLnBrk="1" latinLnBrk="0" hangingPunct="1">
              <a:lnSpc>
                <a:spcPct val="130000"/>
              </a:lnSpc>
              <a:spcBef>
                <a:spcPts val="0"/>
              </a:spcBef>
              <a:buClr>
                <a:schemeClr val="accent1"/>
              </a:buClr>
              <a:buFont typeface="Verdana"/>
              <a:buChar char="◦"/>
              <a:defRPr kumimoji="0" sz="2400" kern="1200" baseline="0">
                <a:solidFill>
                  <a:schemeClr val="tx1"/>
                </a:solidFill>
                <a:latin typeface="Times New Roman" pitchFamily="18" charset="0"/>
                <a:ea typeface="华文细黑" pitchFamily="2" charset="-122"/>
                <a:cs typeface="+mn-cs"/>
              </a:defRPr>
            </a:lvl2pPr>
            <a:lvl3pPr marL="886968" indent="-228600" algn="l" rtl="0" eaLnBrk="1" latinLnBrk="0" hangingPunct="1">
              <a:lnSpc>
                <a:spcPct val="130000"/>
              </a:lnSpc>
              <a:spcBef>
                <a:spcPts val="0"/>
              </a:spcBef>
              <a:buClr>
                <a:schemeClr val="accent2"/>
              </a:buClr>
              <a:buFont typeface="Wingdings 2"/>
              <a:buChar char=""/>
              <a:defRPr kumimoji="0" sz="2000" kern="1200" baseline="0">
                <a:solidFill>
                  <a:schemeClr val="tx1"/>
                </a:solidFill>
                <a:latin typeface="Times New Roman" pitchFamily="18" charset="0"/>
                <a:ea typeface="华文细黑" pitchFamily="2" charset="-122"/>
                <a:cs typeface="+mn-cs"/>
              </a:defRPr>
            </a:lvl3pPr>
            <a:lvl4pPr marL="1097280" indent="-173736" algn="l" rtl="0" eaLnBrk="1" latinLnBrk="0" hangingPunct="1">
              <a:lnSpc>
                <a:spcPct val="130000"/>
              </a:lnSpc>
              <a:spcBef>
                <a:spcPts val="0"/>
              </a:spcBef>
              <a:buClr>
                <a:schemeClr val="accent3"/>
              </a:buClr>
              <a:buFont typeface="Wingdings 2"/>
              <a:buChar char=""/>
              <a:defRPr kumimoji="0" sz="1800" kern="1200" baseline="0">
                <a:solidFill>
                  <a:schemeClr val="tx1"/>
                </a:solidFill>
                <a:latin typeface="Times New Roman" pitchFamily="18" charset="0"/>
                <a:ea typeface="华文细黑" pitchFamily="2" charset="-122"/>
                <a:cs typeface="+mn-cs"/>
              </a:defRPr>
            </a:lvl4pPr>
            <a:lvl5pPr marL="1298448" indent="-182880" algn="l" rtl="0" eaLnBrk="1" latinLnBrk="0" hangingPunct="1">
              <a:lnSpc>
                <a:spcPct val="130000"/>
              </a:lnSpc>
              <a:spcBef>
                <a:spcPts val="0"/>
              </a:spcBef>
              <a:buClr>
                <a:schemeClr val="accent4"/>
              </a:buClr>
              <a:buFont typeface="Wingdings 2"/>
              <a:buChar char=""/>
              <a:defRPr kumimoji="0" sz="1800" kern="1200" baseline="0">
                <a:solidFill>
                  <a:schemeClr val="tx1"/>
                </a:solidFill>
                <a:latin typeface="Times New Roman" pitchFamily="18" charset="0"/>
                <a:ea typeface="华文细黑" pitchFamily="2" charset="-122"/>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296" indent="0">
              <a:buNone/>
            </a:pPr>
            <a:r>
              <a:rPr lang="en-US" altLang="zh-CN" sz="2400">
                <a:latin typeface="华文细黑" pitchFamily="2" charset="-122"/>
              </a:rPr>
              <a:t>1. </a:t>
            </a:r>
            <a:r>
              <a:rPr lang="zh-CN" altLang="en-US" sz="2400">
                <a:latin typeface="华文细黑" pitchFamily="2" charset="-122"/>
              </a:rPr>
              <a:t>将每单个数据聚为一个簇；</a:t>
            </a:r>
            <a:endParaRPr lang="zh-CN" altLang="en-US" sz="2000" dirty="0">
              <a:latin typeface="华文细黑" pitchFamily="2" charset="-122"/>
            </a:endParaRPr>
          </a:p>
        </p:txBody>
      </p:sp>
      <p:graphicFrame>
        <p:nvGraphicFramePr>
          <p:cNvPr id="54" name="表格 53"/>
          <p:cNvGraphicFramePr>
            <a:graphicFrameLocks noGrp="1"/>
          </p:cNvGraphicFramePr>
          <p:nvPr/>
        </p:nvGraphicFramePr>
        <p:xfrm>
          <a:off x="7696200" y="762000"/>
          <a:ext cx="1260000" cy="2476500"/>
        </p:xfrm>
        <a:graphic>
          <a:graphicData uri="http://schemas.openxmlformats.org/drawingml/2006/table">
            <a:tbl>
              <a:tblPr>
                <a:tableStyleId>{5C22544A-7EE6-4342-B048-85BDC9FD1C3A}</a:tableStyleId>
              </a:tblPr>
              <a:tblGrid>
                <a:gridCol w="420000">
                  <a:extLst>
                    <a:ext uri="{9D8B030D-6E8A-4147-A177-3AD203B41FA5}">
                      <a16:colId xmlns:a16="http://schemas.microsoft.com/office/drawing/2014/main" val="20000"/>
                    </a:ext>
                  </a:extLst>
                </a:gridCol>
                <a:gridCol w="420000">
                  <a:extLst>
                    <a:ext uri="{9D8B030D-6E8A-4147-A177-3AD203B41FA5}">
                      <a16:colId xmlns:a16="http://schemas.microsoft.com/office/drawing/2014/main" val="20001"/>
                    </a:ext>
                  </a:extLst>
                </a:gridCol>
                <a:gridCol w="420000">
                  <a:extLst>
                    <a:ext uri="{9D8B030D-6E8A-4147-A177-3AD203B41FA5}">
                      <a16:colId xmlns:a16="http://schemas.microsoft.com/office/drawing/2014/main" val="20002"/>
                    </a:ext>
                  </a:extLst>
                </a:gridCol>
              </a:tblGrid>
              <a:tr h="190500">
                <a:tc>
                  <a:txBody>
                    <a:bodyPr/>
                    <a:lstStyle/>
                    <a:p>
                      <a:pPr algn="ctr" fontAlgn="b"/>
                      <a:r>
                        <a:rPr lang="zh-CN" altLang="en-US" sz="1100" u="none" strike="noStrike" dirty="0">
                          <a:effectLst/>
                          <a:latin typeface="Times New Roman" pitchFamily="18" charset="0"/>
                          <a:cs typeface="Times New Roman" pitchFamily="18" charset="0"/>
                        </a:rPr>
                        <a:t>　</a:t>
                      </a:r>
                      <a:endParaRPr lang="zh-CN" altLang="en-US" sz="1100" b="0" i="0" u="none" strike="noStrike" dirty="0">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sz="1100" i="1" u="none" strike="noStrike" dirty="0">
                          <a:effectLst/>
                          <a:latin typeface="Times New Roman" pitchFamily="18" charset="0"/>
                          <a:cs typeface="Times New Roman" pitchFamily="18" charset="0"/>
                        </a:rPr>
                        <a:t>x</a:t>
                      </a:r>
                      <a:endParaRPr lang="en-US" sz="1100" b="0" i="1" u="none" strike="noStrike" dirty="0">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sz="1100" i="1" u="none" strike="noStrike" dirty="0">
                          <a:effectLst/>
                          <a:latin typeface="Times New Roman" pitchFamily="18" charset="0"/>
                          <a:cs typeface="Times New Roman" pitchFamily="18" charset="0"/>
                        </a:rPr>
                        <a:t>y</a:t>
                      </a:r>
                      <a:endParaRPr lang="en-US" sz="1100" b="0" i="1" u="none" strike="noStrike" dirty="0">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0"/>
                  </a:ext>
                </a:extLst>
              </a:tr>
              <a:tr h="190500">
                <a:tc>
                  <a:txBody>
                    <a:bodyPr/>
                    <a:lstStyle/>
                    <a:p>
                      <a:pPr algn="ctr" fontAlgn="b"/>
                      <a:r>
                        <a:rPr lang="en-US" sz="1100" u="none" strike="noStrike">
                          <a:effectLst/>
                          <a:latin typeface="Times New Roman" pitchFamily="18" charset="0"/>
                          <a:cs typeface="Times New Roman" pitchFamily="18" charset="0"/>
                        </a:rPr>
                        <a:t>p1</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13</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dirty="0">
                          <a:effectLst/>
                          <a:latin typeface="Times New Roman" pitchFamily="18" charset="0"/>
                          <a:cs typeface="Times New Roman" pitchFamily="18" charset="0"/>
                        </a:rPr>
                        <a:t>10</a:t>
                      </a:r>
                      <a:endParaRPr lang="en-US" altLang="zh-CN" sz="1100" b="0" i="0" u="none" strike="noStrike" dirty="0">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1"/>
                  </a:ext>
                </a:extLst>
              </a:tr>
              <a:tr h="190500">
                <a:tc>
                  <a:txBody>
                    <a:bodyPr/>
                    <a:lstStyle/>
                    <a:p>
                      <a:pPr algn="ctr" fontAlgn="b"/>
                      <a:r>
                        <a:rPr lang="en-US" sz="1100" u="none" strike="noStrike">
                          <a:effectLst/>
                          <a:latin typeface="Times New Roman" pitchFamily="18" charset="0"/>
                          <a:cs typeface="Times New Roman" pitchFamily="18" charset="0"/>
                        </a:rPr>
                        <a:t>p2</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14</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11</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2"/>
                  </a:ext>
                </a:extLst>
              </a:tr>
              <a:tr h="190500">
                <a:tc>
                  <a:txBody>
                    <a:bodyPr/>
                    <a:lstStyle/>
                    <a:p>
                      <a:pPr algn="ctr" fontAlgn="b"/>
                      <a:r>
                        <a:rPr lang="en-US" sz="1100" u="none" strike="noStrike">
                          <a:effectLst/>
                          <a:latin typeface="Times New Roman" pitchFamily="18" charset="0"/>
                          <a:cs typeface="Times New Roman" pitchFamily="18" charset="0"/>
                        </a:rPr>
                        <a:t>p3</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16</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5</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3"/>
                  </a:ext>
                </a:extLst>
              </a:tr>
              <a:tr h="190500">
                <a:tc>
                  <a:txBody>
                    <a:bodyPr/>
                    <a:lstStyle/>
                    <a:p>
                      <a:pPr algn="ctr" fontAlgn="b"/>
                      <a:r>
                        <a:rPr lang="en-US" sz="1100" u="none" strike="noStrike">
                          <a:effectLst/>
                          <a:latin typeface="Times New Roman" pitchFamily="18" charset="0"/>
                          <a:cs typeface="Times New Roman" pitchFamily="18" charset="0"/>
                        </a:rPr>
                        <a:t>p4</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18</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22</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4"/>
                  </a:ext>
                </a:extLst>
              </a:tr>
              <a:tr h="190500">
                <a:tc>
                  <a:txBody>
                    <a:bodyPr/>
                    <a:lstStyle/>
                    <a:p>
                      <a:pPr algn="ctr" fontAlgn="b"/>
                      <a:r>
                        <a:rPr lang="en-US" sz="1100" u="none" strike="noStrike">
                          <a:effectLst/>
                          <a:latin typeface="Times New Roman" pitchFamily="18" charset="0"/>
                          <a:cs typeface="Times New Roman" pitchFamily="18" charset="0"/>
                        </a:rPr>
                        <a:t>p5</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18</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dirty="0">
                          <a:effectLst/>
                          <a:latin typeface="Times New Roman" pitchFamily="18" charset="0"/>
                          <a:cs typeface="Times New Roman" pitchFamily="18" charset="0"/>
                        </a:rPr>
                        <a:t>17</a:t>
                      </a:r>
                      <a:endParaRPr lang="en-US" altLang="zh-CN" sz="1100" b="0" i="0" u="none" strike="noStrike" dirty="0">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5"/>
                  </a:ext>
                </a:extLst>
              </a:tr>
              <a:tr h="190500">
                <a:tc>
                  <a:txBody>
                    <a:bodyPr/>
                    <a:lstStyle/>
                    <a:p>
                      <a:pPr algn="ctr" fontAlgn="b"/>
                      <a:r>
                        <a:rPr lang="en-US" sz="1100" u="none" strike="noStrike">
                          <a:effectLst/>
                          <a:latin typeface="Times New Roman" pitchFamily="18" charset="0"/>
                          <a:cs typeface="Times New Roman" pitchFamily="18" charset="0"/>
                        </a:rPr>
                        <a:t>p6</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19</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4</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6"/>
                  </a:ext>
                </a:extLst>
              </a:tr>
              <a:tr h="190500">
                <a:tc>
                  <a:txBody>
                    <a:bodyPr/>
                    <a:lstStyle/>
                    <a:p>
                      <a:pPr algn="ctr" fontAlgn="b"/>
                      <a:r>
                        <a:rPr lang="en-US" sz="1100" u="none" strike="noStrike">
                          <a:effectLst/>
                          <a:latin typeface="Times New Roman" pitchFamily="18" charset="0"/>
                          <a:cs typeface="Times New Roman" pitchFamily="18" charset="0"/>
                        </a:rPr>
                        <a:t>p7</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21</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22</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7"/>
                  </a:ext>
                </a:extLst>
              </a:tr>
              <a:tr h="190500">
                <a:tc>
                  <a:txBody>
                    <a:bodyPr/>
                    <a:lstStyle/>
                    <a:p>
                      <a:pPr algn="ctr" fontAlgn="b"/>
                      <a:r>
                        <a:rPr lang="en-US" sz="1100" u="none" strike="noStrike">
                          <a:effectLst/>
                          <a:latin typeface="Times New Roman" pitchFamily="18" charset="0"/>
                          <a:cs typeface="Times New Roman" pitchFamily="18" charset="0"/>
                        </a:rPr>
                        <a:t>p8</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30</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7</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8"/>
                  </a:ext>
                </a:extLst>
              </a:tr>
              <a:tr h="190500">
                <a:tc>
                  <a:txBody>
                    <a:bodyPr/>
                    <a:lstStyle/>
                    <a:p>
                      <a:pPr algn="ctr" fontAlgn="b"/>
                      <a:r>
                        <a:rPr lang="en-US" sz="1100" u="none" strike="noStrike">
                          <a:effectLst/>
                          <a:latin typeface="Times New Roman" pitchFamily="18" charset="0"/>
                          <a:cs typeface="Times New Roman" pitchFamily="18" charset="0"/>
                        </a:rPr>
                        <a:t>p9</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31</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4</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9"/>
                  </a:ext>
                </a:extLst>
              </a:tr>
              <a:tr h="190500">
                <a:tc>
                  <a:txBody>
                    <a:bodyPr/>
                    <a:lstStyle/>
                    <a:p>
                      <a:pPr algn="ctr" fontAlgn="b"/>
                      <a:r>
                        <a:rPr lang="en-US" sz="1100" u="none" strike="noStrike">
                          <a:effectLst/>
                          <a:latin typeface="Times New Roman" pitchFamily="18" charset="0"/>
                          <a:cs typeface="Times New Roman" pitchFamily="18" charset="0"/>
                        </a:rPr>
                        <a:t>p10</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34</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20</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10"/>
                  </a:ext>
                </a:extLst>
              </a:tr>
              <a:tr h="190500">
                <a:tc>
                  <a:txBody>
                    <a:bodyPr/>
                    <a:lstStyle/>
                    <a:p>
                      <a:pPr algn="ctr" fontAlgn="b"/>
                      <a:r>
                        <a:rPr lang="en-US" sz="1100" u="none" strike="noStrike">
                          <a:effectLst/>
                          <a:latin typeface="Times New Roman" pitchFamily="18" charset="0"/>
                          <a:cs typeface="Times New Roman" pitchFamily="18" charset="0"/>
                        </a:rPr>
                        <a:t>p11</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35</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15</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11"/>
                  </a:ext>
                </a:extLst>
              </a:tr>
              <a:tr h="190500">
                <a:tc>
                  <a:txBody>
                    <a:bodyPr/>
                    <a:lstStyle/>
                    <a:p>
                      <a:pPr algn="ctr" fontAlgn="b"/>
                      <a:r>
                        <a:rPr lang="en-US" sz="1100" u="none" strike="noStrike">
                          <a:effectLst/>
                          <a:latin typeface="Times New Roman" pitchFamily="18" charset="0"/>
                          <a:cs typeface="Times New Roman" pitchFamily="18" charset="0"/>
                        </a:rPr>
                        <a:t>p12</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a:effectLst/>
                          <a:latin typeface="Times New Roman" pitchFamily="18" charset="0"/>
                          <a:cs typeface="Times New Roman" pitchFamily="18" charset="0"/>
                        </a:rPr>
                        <a:t>36</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b"/>
                </a:tc>
                <a:tc>
                  <a:txBody>
                    <a:bodyPr/>
                    <a:lstStyle/>
                    <a:p>
                      <a:pPr algn="ctr" fontAlgn="b"/>
                      <a:r>
                        <a:rPr lang="en-US" altLang="zh-CN" sz="1100" u="none" strike="noStrike" dirty="0">
                          <a:effectLst/>
                          <a:latin typeface="Times New Roman" pitchFamily="18" charset="0"/>
                          <a:cs typeface="Times New Roman" pitchFamily="18" charset="0"/>
                        </a:rPr>
                        <a:t>22</a:t>
                      </a:r>
                      <a:endParaRPr lang="en-US" altLang="zh-CN" sz="1100" b="0" i="0" u="none" strike="noStrike" dirty="0">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4294815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nvGraphicFramePr>
        <p:xfrm>
          <a:off x="4716709" y="6063953"/>
          <a:ext cx="4419600" cy="192405"/>
        </p:xfrm>
        <a:graphic>
          <a:graphicData uri="http://schemas.openxmlformats.org/drawingml/2006/table">
            <a:tbl>
              <a:tblPr>
                <a:tableStyleId>{5C22544A-7EE6-4342-B048-85BDC9FD1C3A}</a:tableStyleId>
              </a:tblPr>
              <a:tblGrid>
                <a:gridCol w="368300">
                  <a:extLst>
                    <a:ext uri="{9D8B030D-6E8A-4147-A177-3AD203B41FA5}">
                      <a16:colId xmlns:a16="http://schemas.microsoft.com/office/drawing/2014/main" val="20000"/>
                    </a:ext>
                  </a:extLst>
                </a:gridCol>
                <a:gridCol w="368300">
                  <a:extLst>
                    <a:ext uri="{9D8B030D-6E8A-4147-A177-3AD203B41FA5}">
                      <a16:colId xmlns:a16="http://schemas.microsoft.com/office/drawing/2014/main" val="20001"/>
                    </a:ext>
                  </a:extLst>
                </a:gridCol>
                <a:gridCol w="368300">
                  <a:extLst>
                    <a:ext uri="{9D8B030D-6E8A-4147-A177-3AD203B41FA5}">
                      <a16:colId xmlns:a16="http://schemas.microsoft.com/office/drawing/2014/main" val="20002"/>
                    </a:ext>
                  </a:extLst>
                </a:gridCol>
                <a:gridCol w="368300">
                  <a:extLst>
                    <a:ext uri="{9D8B030D-6E8A-4147-A177-3AD203B41FA5}">
                      <a16:colId xmlns:a16="http://schemas.microsoft.com/office/drawing/2014/main" val="20003"/>
                    </a:ext>
                  </a:extLst>
                </a:gridCol>
                <a:gridCol w="368300">
                  <a:extLst>
                    <a:ext uri="{9D8B030D-6E8A-4147-A177-3AD203B41FA5}">
                      <a16:colId xmlns:a16="http://schemas.microsoft.com/office/drawing/2014/main" val="20004"/>
                    </a:ext>
                  </a:extLst>
                </a:gridCol>
                <a:gridCol w="368300">
                  <a:extLst>
                    <a:ext uri="{9D8B030D-6E8A-4147-A177-3AD203B41FA5}">
                      <a16:colId xmlns:a16="http://schemas.microsoft.com/office/drawing/2014/main" val="20005"/>
                    </a:ext>
                  </a:extLst>
                </a:gridCol>
                <a:gridCol w="368300">
                  <a:extLst>
                    <a:ext uri="{9D8B030D-6E8A-4147-A177-3AD203B41FA5}">
                      <a16:colId xmlns:a16="http://schemas.microsoft.com/office/drawing/2014/main" val="20006"/>
                    </a:ext>
                  </a:extLst>
                </a:gridCol>
                <a:gridCol w="368300">
                  <a:extLst>
                    <a:ext uri="{9D8B030D-6E8A-4147-A177-3AD203B41FA5}">
                      <a16:colId xmlns:a16="http://schemas.microsoft.com/office/drawing/2014/main" val="20007"/>
                    </a:ext>
                  </a:extLst>
                </a:gridCol>
                <a:gridCol w="368300">
                  <a:extLst>
                    <a:ext uri="{9D8B030D-6E8A-4147-A177-3AD203B41FA5}">
                      <a16:colId xmlns:a16="http://schemas.microsoft.com/office/drawing/2014/main" val="20008"/>
                    </a:ext>
                  </a:extLst>
                </a:gridCol>
                <a:gridCol w="368300">
                  <a:extLst>
                    <a:ext uri="{9D8B030D-6E8A-4147-A177-3AD203B41FA5}">
                      <a16:colId xmlns:a16="http://schemas.microsoft.com/office/drawing/2014/main" val="20009"/>
                    </a:ext>
                  </a:extLst>
                </a:gridCol>
                <a:gridCol w="368300">
                  <a:extLst>
                    <a:ext uri="{9D8B030D-6E8A-4147-A177-3AD203B41FA5}">
                      <a16:colId xmlns:a16="http://schemas.microsoft.com/office/drawing/2014/main" val="20010"/>
                    </a:ext>
                  </a:extLst>
                </a:gridCol>
                <a:gridCol w="368300">
                  <a:extLst>
                    <a:ext uri="{9D8B030D-6E8A-4147-A177-3AD203B41FA5}">
                      <a16:colId xmlns:a16="http://schemas.microsoft.com/office/drawing/2014/main" val="20011"/>
                    </a:ext>
                  </a:extLst>
                </a:gridCol>
              </a:tblGrid>
              <a:tr h="190500">
                <a:tc>
                  <a:txBody>
                    <a:bodyPr/>
                    <a:lstStyle/>
                    <a:p>
                      <a:pPr algn="ctr" fontAlgn="b"/>
                      <a:r>
                        <a:rPr lang="en-US" sz="1200" u="none" strike="noStrike" dirty="0">
                          <a:effectLst/>
                          <a:latin typeface="Times New Roman" pitchFamily="18" charset="0"/>
                        </a:rPr>
                        <a:t>p1</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p2</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p3</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p6</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p4</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p7</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p5</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p8</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p9</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p10</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p12</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p11</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bl>
          </a:graphicData>
        </a:graphic>
      </p:graphicFrame>
      <p:grpSp>
        <p:nvGrpSpPr>
          <p:cNvPr id="6" name="组合 5"/>
          <p:cNvGrpSpPr/>
          <p:nvPr/>
        </p:nvGrpSpPr>
        <p:grpSpPr>
          <a:xfrm>
            <a:off x="4932733" y="5811922"/>
            <a:ext cx="324000" cy="252002"/>
            <a:chOff x="1187624" y="1700808"/>
            <a:chExt cx="648072" cy="2160240"/>
          </a:xfrm>
        </p:grpSpPr>
        <p:cxnSp>
          <p:nvCxnSpPr>
            <p:cNvPr id="7" name="直接连接符 6"/>
            <p:cNvCxnSpPr/>
            <p:nvPr/>
          </p:nvCxnSpPr>
          <p:spPr>
            <a:xfrm flipH="1">
              <a:off x="1187624"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1835696"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5652813" y="5487948"/>
            <a:ext cx="324000" cy="576005"/>
            <a:chOff x="1187624" y="1700808"/>
            <a:chExt cx="648072" cy="2160240"/>
          </a:xfrm>
        </p:grpSpPr>
        <p:cxnSp>
          <p:nvCxnSpPr>
            <p:cNvPr id="11" name="直接连接符 10"/>
            <p:cNvCxnSpPr/>
            <p:nvPr/>
          </p:nvCxnSpPr>
          <p:spPr>
            <a:xfrm flipH="1">
              <a:off x="1187624"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1835696"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6372893" y="5523948"/>
            <a:ext cx="324000" cy="540004"/>
            <a:chOff x="1187624" y="1700808"/>
            <a:chExt cx="648072" cy="2160240"/>
          </a:xfrm>
        </p:grpSpPr>
        <p:cxnSp>
          <p:nvCxnSpPr>
            <p:cNvPr id="15" name="直接连接符 14"/>
            <p:cNvCxnSpPr/>
            <p:nvPr/>
          </p:nvCxnSpPr>
          <p:spPr>
            <a:xfrm flipH="1">
              <a:off x="1187624"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835696"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7489053" y="5487884"/>
            <a:ext cx="324000" cy="576005"/>
            <a:chOff x="1187624" y="1700808"/>
            <a:chExt cx="648072" cy="2160240"/>
          </a:xfrm>
        </p:grpSpPr>
        <p:cxnSp>
          <p:nvCxnSpPr>
            <p:cNvPr id="19" name="直接连接符 18"/>
            <p:cNvCxnSpPr/>
            <p:nvPr/>
          </p:nvCxnSpPr>
          <p:spPr>
            <a:xfrm flipH="1">
              <a:off x="1187624"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1835696"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8245101" y="5559892"/>
            <a:ext cx="324000" cy="504004"/>
            <a:chOff x="1187624" y="1700808"/>
            <a:chExt cx="648072" cy="2160240"/>
          </a:xfrm>
        </p:grpSpPr>
        <p:cxnSp>
          <p:nvCxnSpPr>
            <p:cNvPr id="23" name="直接连接符 22"/>
            <p:cNvCxnSpPr/>
            <p:nvPr/>
          </p:nvCxnSpPr>
          <p:spPr>
            <a:xfrm flipH="1">
              <a:off x="1187624"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1835696"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aphicFrame>
        <p:nvGraphicFramePr>
          <p:cNvPr id="50" name="标注C12"/>
          <p:cNvGraphicFramePr>
            <a:graphicFrameLocks noGrp="1"/>
          </p:cNvGraphicFramePr>
          <p:nvPr/>
        </p:nvGraphicFramePr>
        <p:xfrm>
          <a:off x="5004741" y="5559897"/>
          <a:ext cx="444500" cy="222885"/>
        </p:xfrm>
        <a:graphic>
          <a:graphicData uri="http://schemas.openxmlformats.org/drawingml/2006/table">
            <a:tbl>
              <a:tblPr>
                <a:tableStyleId>{5C22544A-7EE6-4342-B048-85BDC9FD1C3A}</a:tableStyleId>
              </a:tblPr>
              <a:tblGrid>
                <a:gridCol w="444500">
                  <a:extLst>
                    <a:ext uri="{9D8B030D-6E8A-4147-A177-3AD203B41FA5}">
                      <a16:colId xmlns:a16="http://schemas.microsoft.com/office/drawing/2014/main" val="20000"/>
                    </a:ext>
                  </a:extLst>
                </a:gridCol>
              </a:tblGrid>
              <a:tr h="190500">
                <a:tc>
                  <a:txBody>
                    <a:bodyPr/>
                    <a:lstStyle/>
                    <a:p>
                      <a:pPr algn="ctr" fontAlgn="b"/>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1,2</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1" name="标注C36"/>
          <p:cNvGraphicFramePr>
            <a:graphicFrameLocks noGrp="1"/>
          </p:cNvGraphicFramePr>
          <p:nvPr/>
        </p:nvGraphicFramePr>
        <p:xfrm>
          <a:off x="5784377" y="5199857"/>
          <a:ext cx="444500" cy="222885"/>
        </p:xfrm>
        <a:graphic>
          <a:graphicData uri="http://schemas.openxmlformats.org/drawingml/2006/table">
            <a:tbl>
              <a:tblPr>
                <a:tableStyleId>{5C22544A-7EE6-4342-B048-85BDC9FD1C3A}</a:tableStyleId>
              </a:tblPr>
              <a:tblGrid>
                <a:gridCol w="444500">
                  <a:extLst>
                    <a:ext uri="{9D8B030D-6E8A-4147-A177-3AD203B41FA5}">
                      <a16:colId xmlns:a16="http://schemas.microsoft.com/office/drawing/2014/main" val="20000"/>
                    </a:ext>
                  </a:extLst>
                </a:gridCol>
              </a:tblGrid>
              <a:tr h="190500">
                <a:tc>
                  <a:txBody>
                    <a:bodyPr/>
                    <a:lstStyle/>
                    <a:p>
                      <a:pPr algn="ctr" fontAlgn="b"/>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3,6</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2" name="标注C47"/>
          <p:cNvGraphicFramePr>
            <a:graphicFrameLocks noGrp="1"/>
          </p:cNvGraphicFramePr>
          <p:nvPr/>
        </p:nvGraphicFramePr>
        <p:xfrm>
          <a:off x="6444901" y="5271865"/>
          <a:ext cx="444500" cy="222885"/>
        </p:xfrm>
        <a:graphic>
          <a:graphicData uri="http://schemas.openxmlformats.org/drawingml/2006/table">
            <a:tbl>
              <a:tblPr>
                <a:tableStyleId>{5C22544A-7EE6-4342-B048-85BDC9FD1C3A}</a:tableStyleId>
              </a:tblPr>
              <a:tblGrid>
                <a:gridCol w="444500">
                  <a:extLst>
                    <a:ext uri="{9D8B030D-6E8A-4147-A177-3AD203B41FA5}">
                      <a16:colId xmlns:a16="http://schemas.microsoft.com/office/drawing/2014/main" val="20000"/>
                    </a:ext>
                  </a:extLst>
                </a:gridCol>
              </a:tblGrid>
              <a:tr h="19050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4,7</a:t>
                      </a:r>
                      <a:endParaRPr lang="en-US" altLang="zh-C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3" name="标注C89"/>
          <p:cNvGraphicFramePr>
            <a:graphicFrameLocks noGrp="1"/>
          </p:cNvGraphicFramePr>
          <p:nvPr/>
        </p:nvGraphicFramePr>
        <p:xfrm>
          <a:off x="7597029" y="5199857"/>
          <a:ext cx="444500" cy="222885"/>
        </p:xfrm>
        <a:graphic>
          <a:graphicData uri="http://schemas.openxmlformats.org/drawingml/2006/table">
            <a:tbl>
              <a:tblPr>
                <a:tableStyleId>{5C22544A-7EE6-4342-B048-85BDC9FD1C3A}</a:tableStyleId>
              </a:tblPr>
              <a:tblGrid>
                <a:gridCol w="444500">
                  <a:extLst>
                    <a:ext uri="{9D8B030D-6E8A-4147-A177-3AD203B41FA5}">
                      <a16:colId xmlns:a16="http://schemas.microsoft.com/office/drawing/2014/main" val="20000"/>
                    </a:ext>
                  </a:extLst>
                </a:gridCol>
              </a:tblGrid>
              <a:tr h="19050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8,9</a:t>
                      </a:r>
                      <a:endParaRPr lang="en-US" altLang="zh-C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4" name="标注C10,12"/>
          <p:cNvGraphicFramePr>
            <a:graphicFrameLocks noGrp="1"/>
          </p:cNvGraphicFramePr>
          <p:nvPr/>
        </p:nvGraphicFramePr>
        <p:xfrm>
          <a:off x="8376665" y="5343873"/>
          <a:ext cx="552436" cy="222885"/>
        </p:xfrm>
        <a:graphic>
          <a:graphicData uri="http://schemas.openxmlformats.org/drawingml/2006/table">
            <a:tbl>
              <a:tblPr>
                <a:tableStyleId>{5C22544A-7EE6-4342-B048-85BDC9FD1C3A}</a:tableStyleId>
              </a:tblPr>
              <a:tblGrid>
                <a:gridCol w="552436">
                  <a:extLst>
                    <a:ext uri="{9D8B030D-6E8A-4147-A177-3AD203B41FA5}">
                      <a16:colId xmlns:a16="http://schemas.microsoft.com/office/drawing/2014/main" val="20000"/>
                    </a:ext>
                  </a:extLst>
                </a:gridCol>
              </a:tblGrid>
              <a:tr h="19050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10,12</a:t>
                      </a:r>
                      <a:endParaRPr lang="en-US" altLang="zh-C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pic>
        <p:nvPicPr>
          <p:cNvPr id="62"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 name="Picture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 name="Picture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 name="Picture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 name="Picture 1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 name="Picture 3"/>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572000" y="3163500"/>
            <a:ext cx="318352" cy="295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4" name="椭圆 73"/>
          <p:cNvSpPr/>
          <p:nvPr/>
        </p:nvSpPr>
        <p:spPr>
          <a:xfrm rot="20038867">
            <a:off x="783628" y="2228628"/>
            <a:ext cx="481748" cy="209909"/>
          </a:xfrm>
          <a:prstGeom prst="ellipse">
            <a:avLst/>
          </a:prstGeom>
          <a:noFill/>
          <a:ln w="9525">
            <a:solidFill>
              <a:schemeClr val="accent5">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75" name="椭圆 74"/>
          <p:cNvSpPr/>
          <p:nvPr/>
        </p:nvSpPr>
        <p:spPr>
          <a:xfrm rot="19771779">
            <a:off x="4405862" y="1132912"/>
            <a:ext cx="605828" cy="209908"/>
          </a:xfrm>
          <a:prstGeom prst="ellipse">
            <a:avLst/>
          </a:prstGeom>
          <a:noFill/>
          <a:ln w="9525">
            <a:solidFill>
              <a:schemeClr val="accent6">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76" name="椭圆 75"/>
          <p:cNvSpPr/>
          <p:nvPr/>
        </p:nvSpPr>
        <p:spPr>
          <a:xfrm>
            <a:off x="1710709" y="1021866"/>
            <a:ext cx="720000" cy="216000"/>
          </a:xfrm>
          <a:prstGeom prst="ellipse">
            <a:avLst/>
          </a:prstGeom>
          <a:noFill/>
          <a:ln w="9525">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77" name="椭圆 76"/>
          <p:cNvSpPr/>
          <p:nvPr/>
        </p:nvSpPr>
        <p:spPr>
          <a:xfrm rot="3668448">
            <a:off x="3668655" y="2783945"/>
            <a:ext cx="569031" cy="202197"/>
          </a:xfrm>
          <a:prstGeom prst="ellipse">
            <a:avLst/>
          </a:prstGeom>
          <a:noFill/>
          <a:ln w="9525">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78" name="椭圆 77"/>
          <p:cNvSpPr/>
          <p:nvPr/>
        </p:nvSpPr>
        <p:spPr>
          <a:xfrm rot="678411">
            <a:off x="1365775" y="2875047"/>
            <a:ext cx="720000" cy="225353"/>
          </a:xfrm>
          <a:prstGeom prst="ellipse">
            <a:avLst/>
          </a:prstGeom>
          <a:noFill/>
          <a:ln w="9525">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grpSp>
        <p:nvGrpSpPr>
          <p:cNvPr id="85" name="组合 84"/>
          <p:cNvGrpSpPr/>
          <p:nvPr/>
        </p:nvGrpSpPr>
        <p:grpSpPr>
          <a:xfrm>
            <a:off x="811101" y="883915"/>
            <a:ext cx="4355992" cy="2109604"/>
            <a:chOff x="1885895" y="1960022"/>
            <a:chExt cx="5256792" cy="2738492"/>
          </a:xfrm>
        </p:grpSpPr>
        <p:sp>
          <p:nvSpPr>
            <p:cNvPr id="86" name="TextBox 55"/>
            <p:cNvSpPr txBox="1"/>
            <p:nvPr/>
          </p:nvSpPr>
          <p:spPr>
            <a:xfrm>
              <a:off x="6444208" y="2276872"/>
              <a:ext cx="353330"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p10</a:t>
              </a:r>
              <a:endParaRPr lang="zh-CN" altLang="en-US" sz="1400" b="1" dirty="0">
                <a:latin typeface="Times New Roman" pitchFamily="18" charset="0"/>
              </a:endParaRPr>
            </a:p>
          </p:txBody>
        </p:sp>
        <p:sp>
          <p:nvSpPr>
            <p:cNvPr id="87" name="TextBox 61"/>
            <p:cNvSpPr txBox="1"/>
            <p:nvPr/>
          </p:nvSpPr>
          <p:spPr>
            <a:xfrm>
              <a:off x="2533967" y="4293096"/>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p3</a:t>
              </a:r>
              <a:endParaRPr lang="zh-CN" altLang="en-US" sz="1400" b="1" dirty="0">
                <a:latin typeface="Times New Roman" pitchFamily="18" charset="0"/>
              </a:endParaRPr>
            </a:p>
          </p:txBody>
        </p:sp>
        <p:sp>
          <p:nvSpPr>
            <p:cNvPr id="88" name="TextBox 63"/>
            <p:cNvSpPr txBox="1"/>
            <p:nvPr/>
          </p:nvSpPr>
          <p:spPr>
            <a:xfrm>
              <a:off x="3614087" y="1988840"/>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p7</a:t>
              </a:r>
              <a:endParaRPr lang="zh-CN" altLang="en-US" sz="1400" b="1" dirty="0">
                <a:latin typeface="Times New Roman" pitchFamily="18" charset="0"/>
              </a:endParaRPr>
            </a:p>
          </p:txBody>
        </p:sp>
        <p:sp>
          <p:nvSpPr>
            <p:cNvPr id="89" name="TextBox 64"/>
            <p:cNvSpPr txBox="1"/>
            <p:nvPr/>
          </p:nvSpPr>
          <p:spPr>
            <a:xfrm>
              <a:off x="2994402" y="2614341"/>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p5</a:t>
              </a:r>
              <a:endParaRPr lang="zh-CN" altLang="en-US" sz="1400" b="1" dirty="0">
                <a:latin typeface="Times New Roman" pitchFamily="18" charset="0"/>
              </a:endParaRPr>
            </a:p>
          </p:txBody>
        </p:sp>
        <p:sp>
          <p:nvSpPr>
            <p:cNvPr id="90" name="TextBox 65"/>
            <p:cNvSpPr txBox="1"/>
            <p:nvPr/>
          </p:nvSpPr>
          <p:spPr>
            <a:xfrm>
              <a:off x="2966014" y="1960022"/>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p4</a:t>
              </a:r>
              <a:endParaRPr lang="zh-CN" altLang="en-US" sz="1400" b="1" dirty="0">
                <a:latin typeface="Times New Roman" pitchFamily="18" charset="0"/>
              </a:endParaRPr>
            </a:p>
          </p:txBody>
        </p:sp>
        <p:sp>
          <p:nvSpPr>
            <p:cNvPr id="91" name="TextBox 66"/>
            <p:cNvSpPr txBox="1"/>
            <p:nvPr/>
          </p:nvSpPr>
          <p:spPr>
            <a:xfrm>
              <a:off x="5796136" y="4418845"/>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p9</a:t>
              </a:r>
              <a:endParaRPr lang="zh-CN" altLang="en-US" sz="1400" b="1" dirty="0">
                <a:latin typeface="Times New Roman" pitchFamily="18" charset="0"/>
              </a:endParaRPr>
            </a:p>
          </p:txBody>
        </p:sp>
        <p:sp>
          <p:nvSpPr>
            <p:cNvPr id="92" name="TextBox 67"/>
            <p:cNvSpPr txBox="1"/>
            <p:nvPr/>
          </p:nvSpPr>
          <p:spPr>
            <a:xfrm>
              <a:off x="5580112" y="4005064"/>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p8</a:t>
              </a:r>
              <a:endParaRPr lang="zh-CN" altLang="en-US" sz="1400" b="1" dirty="0">
                <a:latin typeface="Times New Roman" pitchFamily="18" charset="0"/>
              </a:endParaRPr>
            </a:p>
          </p:txBody>
        </p:sp>
        <p:sp>
          <p:nvSpPr>
            <p:cNvPr id="93" name="TextBox 68"/>
            <p:cNvSpPr txBox="1"/>
            <p:nvPr/>
          </p:nvSpPr>
          <p:spPr>
            <a:xfrm>
              <a:off x="3182039" y="4390349"/>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p6</a:t>
              </a:r>
              <a:endParaRPr lang="zh-CN" altLang="en-US" sz="1400" b="1" dirty="0">
                <a:latin typeface="Times New Roman" pitchFamily="18" charset="0"/>
              </a:endParaRPr>
            </a:p>
          </p:txBody>
        </p:sp>
        <p:sp>
          <p:nvSpPr>
            <p:cNvPr id="94" name="TextBox 69"/>
            <p:cNvSpPr txBox="1"/>
            <p:nvPr/>
          </p:nvSpPr>
          <p:spPr>
            <a:xfrm>
              <a:off x="6447495" y="2894763"/>
              <a:ext cx="353330"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p11</a:t>
              </a:r>
              <a:endParaRPr lang="zh-CN" altLang="en-US" sz="1400" b="1" dirty="0">
                <a:latin typeface="Times New Roman" pitchFamily="18" charset="0"/>
              </a:endParaRPr>
            </a:p>
          </p:txBody>
        </p:sp>
        <p:sp>
          <p:nvSpPr>
            <p:cNvPr id="95" name="TextBox 70"/>
            <p:cNvSpPr txBox="1"/>
            <p:nvPr/>
          </p:nvSpPr>
          <p:spPr>
            <a:xfrm>
              <a:off x="6789357" y="1960022"/>
              <a:ext cx="353330"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p12</a:t>
              </a:r>
              <a:endParaRPr lang="zh-CN" altLang="en-US" sz="1400" b="1" dirty="0">
                <a:latin typeface="Times New Roman" pitchFamily="18" charset="0"/>
              </a:endParaRPr>
            </a:p>
          </p:txBody>
        </p:sp>
        <p:sp>
          <p:nvSpPr>
            <p:cNvPr id="96" name="TextBox 60"/>
            <p:cNvSpPr txBox="1"/>
            <p:nvPr/>
          </p:nvSpPr>
          <p:spPr>
            <a:xfrm>
              <a:off x="1885895" y="3577578"/>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p1</a:t>
              </a:r>
              <a:endParaRPr lang="zh-CN" altLang="en-US" sz="1400" b="1" dirty="0">
                <a:latin typeface="Times New Roman" pitchFamily="18" charset="0"/>
              </a:endParaRPr>
            </a:p>
          </p:txBody>
        </p:sp>
        <p:sp>
          <p:nvSpPr>
            <p:cNvPr id="97" name="TextBox 62"/>
            <p:cNvSpPr txBox="1"/>
            <p:nvPr/>
          </p:nvSpPr>
          <p:spPr>
            <a:xfrm>
              <a:off x="2212311" y="3390630"/>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p2</a:t>
              </a:r>
              <a:endParaRPr lang="zh-CN" altLang="en-US" sz="1400" b="1" dirty="0">
                <a:latin typeface="Times New Roman" pitchFamily="18" charset="0"/>
              </a:endParaRPr>
            </a:p>
          </p:txBody>
        </p:sp>
      </p:grpSp>
      <p:pic>
        <p:nvPicPr>
          <p:cNvPr id="98" name="表格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4000" y="4112254"/>
            <a:ext cx="4453930" cy="198374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9" name="表格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001" y="4218662"/>
            <a:ext cx="4111905" cy="187733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 name="表格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000" y="4347870"/>
            <a:ext cx="3769880" cy="174813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1" name="表格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4001" y="4477080"/>
            <a:ext cx="3427853" cy="161892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 name="表格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4000" y="4606290"/>
            <a:ext cx="3085828" cy="14897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9886529"/>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500"/>
                                        <p:tgtEl>
                                          <p:spTgt spid="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fade">
                                      <p:cBhvr>
                                        <p:cTn id="12" dur="500"/>
                                        <p:tgtEl>
                                          <p:spTgt spid="63"/>
                                        </p:tgtEl>
                                      </p:cBhvr>
                                    </p:animEffect>
                                  </p:childTnLst>
                                </p:cTn>
                              </p:par>
                            </p:childTnLst>
                          </p:cTn>
                        </p:par>
                        <p:par>
                          <p:cTn id="13" fill="hold">
                            <p:stCondLst>
                              <p:cond delay="500"/>
                            </p:stCondLst>
                            <p:childTnLst>
                              <p:par>
                                <p:cTn id="14" presetID="21" presetClass="entr" presetSubtype="1" fill="hold" grpId="0" nodeType="afterEffect">
                                  <p:stCondLst>
                                    <p:cond delay="0"/>
                                  </p:stCondLst>
                                  <p:childTnLst>
                                    <p:set>
                                      <p:cBhvr>
                                        <p:cTn id="15" dur="1" fill="hold">
                                          <p:stCondLst>
                                            <p:cond delay="0"/>
                                          </p:stCondLst>
                                        </p:cTn>
                                        <p:tgtEl>
                                          <p:spTgt spid="74"/>
                                        </p:tgtEl>
                                        <p:attrNameLst>
                                          <p:attrName>style.visibility</p:attrName>
                                        </p:attrNameLst>
                                      </p:cBhvr>
                                      <p:to>
                                        <p:strVal val="visible"/>
                                      </p:to>
                                    </p:set>
                                    <p:animEffect transition="in" filter="wheel(1)">
                                      <p:cBhvr>
                                        <p:cTn id="16" dur="500"/>
                                        <p:tgtEl>
                                          <p:spTgt spid="7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down)">
                                      <p:cBhvr>
                                        <p:cTn id="21" dur="500"/>
                                        <p:tgtEl>
                                          <p:spTgt spid="6"/>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fade">
                                      <p:cBhvr>
                                        <p:cTn id="25" dur="500"/>
                                        <p:tgtEl>
                                          <p:spTgt spid="5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nodeType="clickEffect">
                                  <p:stCondLst>
                                    <p:cond delay="0"/>
                                  </p:stCondLst>
                                  <p:childTnLst>
                                    <p:animEffect transition="out" filter="fade">
                                      <p:cBhvr>
                                        <p:cTn id="29" dur="500"/>
                                        <p:tgtEl>
                                          <p:spTgt spid="98"/>
                                        </p:tgtEl>
                                      </p:cBhvr>
                                    </p:animEffect>
                                    <p:set>
                                      <p:cBhvr>
                                        <p:cTn id="30" dur="1" fill="hold">
                                          <p:stCondLst>
                                            <p:cond delay="499"/>
                                          </p:stCondLst>
                                        </p:cTn>
                                        <p:tgtEl>
                                          <p:spTgt spid="98"/>
                                        </p:tgtEl>
                                        <p:attrNameLst>
                                          <p:attrName>style.visibility</p:attrName>
                                        </p:attrNameLst>
                                      </p:cBhvr>
                                      <p:to>
                                        <p:strVal val="hidden"/>
                                      </p:to>
                                    </p:se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99"/>
                                        </p:tgtEl>
                                        <p:attrNameLst>
                                          <p:attrName>style.visibility</p:attrName>
                                        </p:attrNameLst>
                                      </p:cBhvr>
                                      <p:to>
                                        <p:strVal val="visible"/>
                                      </p:to>
                                    </p:set>
                                    <p:animEffect transition="in" filter="fade">
                                      <p:cBhvr>
                                        <p:cTn id="34" dur="500"/>
                                        <p:tgtEl>
                                          <p:spTgt spid="9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64"/>
                                        </p:tgtEl>
                                        <p:attrNameLst>
                                          <p:attrName>style.visibility</p:attrName>
                                        </p:attrNameLst>
                                      </p:cBhvr>
                                      <p:to>
                                        <p:strVal val="visible"/>
                                      </p:to>
                                    </p:set>
                                    <p:animEffect transition="in" filter="fade">
                                      <p:cBhvr>
                                        <p:cTn id="39" dur="500"/>
                                        <p:tgtEl>
                                          <p:spTgt spid="64"/>
                                        </p:tgtEl>
                                      </p:cBhvr>
                                    </p:animEffect>
                                  </p:childTnLst>
                                </p:cTn>
                              </p:par>
                            </p:childTnLst>
                          </p:cTn>
                        </p:par>
                        <p:par>
                          <p:cTn id="40" fill="hold">
                            <p:stCondLst>
                              <p:cond delay="500"/>
                            </p:stCondLst>
                            <p:childTnLst>
                              <p:par>
                                <p:cTn id="41" presetID="21" presetClass="entr" presetSubtype="1" fill="hold" grpId="0" nodeType="afterEffect">
                                  <p:stCondLst>
                                    <p:cond delay="0"/>
                                  </p:stCondLst>
                                  <p:childTnLst>
                                    <p:set>
                                      <p:cBhvr>
                                        <p:cTn id="42" dur="1" fill="hold">
                                          <p:stCondLst>
                                            <p:cond delay="0"/>
                                          </p:stCondLst>
                                        </p:cTn>
                                        <p:tgtEl>
                                          <p:spTgt spid="75"/>
                                        </p:tgtEl>
                                        <p:attrNameLst>
                                          <p:attrName>style.visibility</p:attrName>
                                        </p:attrNameLst>
                                      </p:cBhvr>
                                      <p:to>
                                        <p:strVal val="visible"/>
                                      </p:to>
                                    </p:set>
                                    <p:animEffect transition="in" filter="wheel(1)">
                                      <p:cBhvr>
                                        <p:cTn id="43" dur="500"/>
                                        <p:tgtEl>
                                          <p:spTgt spid="7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wipe(down)">
                                      <p:cBhvr>
                                        <p:cTn id="48" dur="500"/>
                                        <p:tgtEl>
                                          <p:spTgt spid="22"/>
                                        </p:tgtEl>
                                      </p:cBhvr>
                                    </p:animEffect>
                                  </p:childTnLst>
                                </p:cTn>
                              </p:par>
                            </p:childTnLst>
                          </p:cTn>
                        </p:par>
                        <p:par>
                          <p:cTn id="49" fill="hold">
                            <p:stCondLst>
                              <p:cond delay="500"/>
                            </p:stCondLst>
                            <p:childTnLst>
                              <p:par>
                                <p:cTn id="50" presetID="10" presetClass="entr" presetSubtype="0" fill="hold" nodeType="afterEffect">
                                  <p:stCondLst>
                                    <p:cond delay="0"/>
                                  </p:stCondLst>
                                  <p:childTnLst>
                                    <p:set>
                                      <p:cBhvr>
                                        <p:cTn id="51" dur="1" fill="hold">
                                          <p:stCondLst>
                                            <p:cond delay="0"/>
                                          </p:stCondLst>
                                        </p:cTn>
                                        <p:tgtEl>
                                          <p:spTgt spid="54"/>
                                        </p:tgtEl>
                                        <p:attrNameLst>
                                          <p:attrName>style.visibility</p:attrName>
                                        </p:attrNameLst>
                                      </p:cBhvr>
                                      <p:to>
                                        <p:strVal val="visible"/>
                                      </p:to>
                                    </p:set>
                                    <p:animEffect transition="in" filter="fade">
                                      <p:cBhvr>
                                        <p:cTn id="52" dur="500"/>
                                        <p:tgtEl>
                                          <p:spTgt spid="5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nodeType="clickEffect">
                                  <p:stCondLst>
                                    <p:cond delay="0"/>
                                  </p:stCondLst>
                                  <p:childTnLst>
                                    <p:animEffect transition="out" filter="fade">
                                      <p:cBhvr>
                                        <p:cTn id="56" dur="500"/>
                                        <p:tgtEl>
                                          <p:spTgt spid="99"/>
                                        </p:tgtEl>
                                      </p:cBhvr>
                                    </p:animEffect>
                                    <p:set>
                                      <p:cBhvr>
                                        <p:cTn id="57" dur="1" fill="hold">
                                          <p:stCondLst>
                                            <p:cond delay="499"/>
                                          </p:stCondLst>
                                        </p:cTn>
                                        <p:tgtEl>
                                          <p:spTgt spid="99"/>
                                        </p:tgtEl>
                                        <p:attrNameLst>
                                          <p:attrName>style.visibility</p:attrName>
                                        </p:attrNameLst>
                                      </p:cBhvr>
                                      <p:to>
                                        <p:strVal val="hidden"/>
                                      </p:to>
                                    </p:set>
                                  </p:childTnLst>
                                </p:cTn>
                              </p:par>
                            </p:childTnLst>
                          </p:cTn>
                        </p:par>
                        <p:par>
                          <p:cTn id="58" fill="hold">
                            <p:stCondLst>
                              <p:cond delay="500"/>
                            </p:stCondLst>
                            <p:childTnLst>
                              <p:par>
                                <p:cTn id="59" presetID="10" presetClass="entr" presetSubtype="0" fill="hold" nodeType="afterEffect">
                                  <p:stCondLst>
                                    <p:cond delay="0"/>
                                  </p:stCondLst>
                                  <p:childTnLst>
                                    <p:set>
                                      <p:cBhvr>
                                        <p:cTn id="60" dur="1" fill="hold">
                                          <p:stCondLst>
                                            <p:cond delay="0"/>
                                          </p:stCondLst>
                                        </p:cTn>
                                        <p:tgtEl>
                                          <p:spTgt spid="100"/>
                                        </p:tgtEl>
                                        <p:attrNameLst>
                                          <p:attrName>style.visibility</p:attrName>
                                        </p:attrNameLst>
                                      </p:cBhvr>
                                      <p:to>
                                        <p:strVal val="visible"/>
                                      </p:to>
                                    </p:set>
                                    <p:animEffect transition="in" filter="fade">
                                      <p:cBhvr>
                                        <p:cTn id="61" dur="500"/>
                                        <p:tgtEl>
                                          <p:spTgt spid="10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65"/>
                                        </p:tgtEl>
                                        <p:attrNameLst>
                                          <p:attrName>style.visibility</p:attrName>
                                        </p:attrNameLst>
                                      </p:cBhvr>
                                      <p:to>
                                        <p:strVal val="visible"/>
                                      </p:to>
                                    </p:set>
                                    <p:animEffect transition="in" filter="fade">
                                      <p:cBhvr>
                                        <p:cTn id="66" dur="500"/>
                                        <p:tgtEl>
                                          <p:spTgt spid="65"/>
                                        </p:tgtEl>
                                      </p:cBhvr>
                                    </p:animEffect>
                                  </p:childTnLst>
                                </p:cTn>
                              </p:par>
                            </p:childTnLst>
                          </p:cTn>
                        </p:par>
                        <p:par>
                          <p:cTn id="67" fill="hold">
                            <p:stCondLst>
                              <p:cond delay="500"/>
                            </p:stCondLst>
                            <p:childTnLst>
                              <p:par>
                                <p:cTn id="68" presetID="21" presetClass="entr" presetSubtype="1" fill="hold" grpId="0" nodeType="afterEffect">
                                  <p:stCondLst>
                                    <p:cond delay="0"/>
                                  </p:stCondLst>
                                  <p:childTnLst>
                                    <p:set>
                                      <p:cBhvr>
                                        <p:cTn id="69" dur="1" fill="hold">
                                          <p:stCondLst>
                                            <p:cond delay="0"/>
                                          </p:stCondLst>
                                        </p:cTn>
                                        <p:tgtEl>
                                          <p:spTgt spid="76"/>
                                        </p:tgtEl>
                                        <p:attrNameLst>
                                          <p:attrName>style.visibility</p:attrName>
                                        </p:attrNameLst>
                                      </p:cBhvr>
                                      <p:to>
                                        <p:strVal val="visible"/>
                                      </p:to>
                                    </p:set>
                                    <p:animEffect transition="in" filter="wheel(1)">
                                      <p:cBhvr>
                                        <p:cTn id="70" dur="500"/>
                                        <p:tgtEl>
                                          <p:spTgt spid="76"/>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wipe(down)">
                                      <p:cBhvr>
                                        <p:cTn id="75" dur="500"/>
                                        <p:tgtEl>
                                          <p:spTgt spid="14"/>
                                        </p:tgtEl>
                                      </p:cBhvr>
                                    </p:animEffect>
                                  </p:childTnLst>
                                </p:cTn>
                              </p:par>
                            </p:childTnLst>
                          </p:cTn>
                        </p:par>
                        <p:par>
                          <p:cTn id="76" fill="hold">
                            <p:stCondLst>
                              <p:cond delay="500"/>
                            </p:stCondLst>
                            <p:childTnLst>
                              <p:par>
                                <p:cTn id="77" presetID="10" presetClass="entr" presetSubtype="0" fill="hold" nodeType="afterEffect">
                                  <p:stCondLst>
                                    <p:cond delay="0"/>
                                  </p:stCondLst>
                                  <p:childTnLst>
                                    <p:set>
                                      <p:cBhvr>
                                        <p:cTn id="78" dur="1" fill="hold">
                                          <p:stCondLst>
                                            <p:cond delay="0"/>
                                          </p:stCondLst>
                                        </p:cTn>
                                        <p:tgtEl>
                                          <p:spTgt spid="52"/>
                                        </p:tgtEl>
                                        <p:attrNameLst>
                                          <p:attrName>style.visibility</p:attrName>
                                        </p:attrNameLst>
                                      </p:cBhvr>
                                      <p:to>
                                        <p:strVal val="visible"/>
                                      </p:to>
                                    </p:set>
                                    <p:animEffect transition="in" filter="fade">
                                      <p:cBhvr>
                                        <p:cTn id="79" dur="500"/>
                                        <p:tgtEl>
                                          <p:spTgt spid="52"/>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xit" presetSubtype="0" fill="hold" nodeType="clickEffect">
                                  <p:stCondLst>
                                    <p:cond delay="0"/>
                                  </p:stCondLst>
                                  <p:childTnLst>
                                    <p:animEffect transition="out" filter="fade">
                                      <p:cBhvr>
                                        <p:cTn id="83" dur="500"/>
                                        <p:tgtEl>
                                          <p:spTgt spid="100"/>
                                        </p:tgtEl>
                                      </p:cBhvr>
                                    </p:animEffect>
                                    <p:set>
                                      <p:cBhvr>
                                        <p:cTn id="84" dur="1" fill="hold">
                                          <p:stCondLst>
                                            <p:cond delay="499"/>
                                          </p:stCondLst>
                                        </p:cTn>
                                        <p:tgtEl>
                                          <p:spTgt spid="100"/>
                                        </p:tgtEl>
                                        <p:attrNameLst>
                                          <p:attrName>style.visibility</p:attrName>
                                        </p:attrNameLst>
                                      </p:cBhvr>
                                      <p:to>
                                        <p:strVal val="hidden"/>
                                      </p:to>
                                    </p:set>
                                  </p:childTnLst>
                                </p:cTn>
                              </p:par>
                            </p:childTnLst>
                          </p:cTn>
                        </p:par>
                        <p:par>
                          <p:cTn id="85" fill="hold">
                            <p:stCondLst>
                              <p:cond delay="500"/>
                            </p:stCondLst>
                            <p:childTnLst>
                              <p:par>
                                <p:cTn id="86" presetID="10" presetClass="entr" presetSubtype="0" fill="hold" nodeType="afterEffect">
                                  <p:stCondLst>
                                    <p:cond delay="0"/>
                                  </p:stCondLst>
                                  <p:childTnLst>
                                    <p:set>
                                      <p:cBhvr>
                                        <p:cTn id="87" dur="1" fill="hold">
                                          <p:stCondLst>
                                            <p:cond delay="0"/>
                                          </p:stCondLst>
                                        </p:cTn>
                                        <p:tgtEl>
                                          <p:spTgt spid="101"/>
                                        </p:tgtEl>
                                        <p:attrNameLst>
                                          <p:attrName>style.visibility</p:attrName>
                                        </p:attrNameLst>
                                      </p:cBhvr>
                                      <p:to>
                                        <p:strVal val="visible"/>
                                      </p:to>
                                    </p:set>
                                    <p:animEffect transition="in" filter="fade">
                                      <p:cBhvr>
                                        <p:cTn id="88" dur="500"/>
                                        <p:tgtEl>
                                          <p:spTgt spid="101"/>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66"/>
                                        </p:tgtEl>
                                        <p:attrNameLst>
                                          <p:attrName>style.visibility</p:attrName>
                                        </p:attrNameLst>
                                      </p:cBhvr>
                                      <p:to>
                                        <p:strVal val="visible"/>
                                      </p:to>
                                    </p:set>
                                    <p:animEffect transition="in" filter="fade">
                                      <p:cBhvr>
                                        <p:cTn id="93" dur="500"/>
                                        <p:tgtEl>
                                          <p:spTgt spid="66"/>
                                        </p:tgtEl>
                                      </p:cBhvr>
                                    </p:animEffect>
                                  </p:childTnLst>
                                </p:cTn>
                              </p:par>
                            </p:childTnLst>
                          </p:cTn>
                        </p:par>
                        <p:par>
                          <p:cTn id="94" fill="hold">
                            <p:stCondLst>
                              <p:cond delay="500"/>
                            </p:stCondLst>
                            <p:childTnLst>
                              <p:par>
                                <p:cTn id="95" presetID="21" presetClass="entr" presetSubtype="1" fill="hold" grpId="0" nodeType="afterEffect">
                                  <p:stCondLst>
                                    <p:cond delay="0"/>
                                  </p:stCondLst>
                                  <p:childTnLst>
                                    <p:set>
                                      <p:cBhvr>
                                        <p:cTn id="96" dur="1" fill="hold">
                                          <p:stCondLst>
                                            <p:cond delay="0"/>
                                          </p:stCondLst>
                                        </p:cTn>
                                        <p:tgtEl>
                                          <p:spTgt spid="77"/>
                                        </p:tgtEl>
                                        <p:attrNameLst>
                                          <p:attrName>style.visibility</p:attrName>
                                        </p:attrNameLst>
                                      </p:cBhvr>
                                      <p:to>
                                        <p:strVal val="visible"/>
                                      </p:to>
                                    </p:set>
                                    <p:animEffect transition="in" filter="wheel(1)">
                                      <p:cBhvr>
                                        <p:cTn id="97" dur="500"/>
                                        <p:tgtEl>
                                          <p:spTgt spid="77"/>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nodeType="clickEffect">
                                  <p:stCondLst>
                                    <p:cond delay="0"/>
                                  </p:stCondLst>
                                  <p:childTnLst>
                                    <p:set>
                                      <p:cBhvr>
                                        <p:cTn id="101" dur="1" fill="hold">
                                          <p:stCondLst>
                                            <p:cond delay="0"/>
                                          </p:stCondLst>
                                        </p:cTn>
                                        <p:tgtEl>
                                          <p:spTgt spid="18"/>
                                        </p:tgtEl>
                                        <p:attrNameLst>
                                          <p:attrName>style.visibility</p:attrName>
                                        </p:attrNameLst>
                                      </p:cBhvr>
                                      <p:to>
                                        <p:strVal val="visible"/>
                                      </p:to>
                                    </p:set>
                                    <p:animEffect transition="in" filter="wipe(down)">
                                      <p:cBhvr>
                                        <p:cTn id="102" dur="500"/>
                                        <p:tgtEl>
                                          <p:spTgt spid="18"/>
                                        </p:tgtEl>
                                      </p:cBhvr>
                                    </p:animEffect>
                                  </p:childTnLst>
                                </p:cTn>
                              </p:par>
                            </p:childTnLst>
                          </p:cTn>
                        </p:par>
                        <p:par>
                          <p:cTn id="103" fill="hold">
                            <p:stCondLst>
                              <p:cond delay="500"/>
                            </p:stCondLst>
                            <p:childTnLst>
                              <p:par>
                                <p:cTn id="104" presetID="10" presetClass="entr" presetSubtype="0" fill="hold" nodeType="afterEffect">
                                  <p:stCondLst>
                                    <p:cond delay="0"/>
                                  </p:stCondLst>
                                  <p:childTnLst>
                                    <p:set>
                                      <p:cBhvr>
                                        <p:cTn id="105" dur="1" fill="hold">
                                          <p:stCondLst>
                                            <p:cond delay="0"/>
                                          </p:stCondLst>
                                        </p:cTn>
                                        <p:tgtEl>
                                          <p:spTgt spid="53"/>
                                        </p:tgtEl>
                                        <p:attrNameLst>
                                          <p:attrName>style.visibility</p:attrName>
                                        </p:attrNameLst>
                                      </p:cBhvr>
                                      <p:to>
                                        <p:strVal val="visible"/>
                                      </p:to>
                                    </p:set>
                                    <p:animEffect transition="in" filter="fade">
                                      <p:cBhvr>
                                        <p:cTn id="106" dur="500"/>
                                        <p:tgtEl>
                                          <p:spTgt spid="53"/>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xit" presetSubtype="0" fill="hold" nodeType="clickEffect">
                                  <p:stCondLst>
                                    <p:cond delay="0"/>
                                  </p:stCondLst>
                                  <p:childTnLst>
                                    <p:animEffect transition="out" filter="fade">
                                      <p:cBhvr>
                                        <p:cTn id="110" dur="500"/>
                                        <p:tgtEl>
                                          <p:spTgt spid="101"/>
                                        </p:tgtEl>
                                      </p:cBhvr>
                                    </p:animEffect>
                                    <p:set>
                                      <p:cBhvr>
                                        <p:cTn id="111" dur="1" fill="hold">
                                          <p:stCondLst>
                                            <p:cond delay="499"/>
                                          </p:stCondLst>
                                        </p:cTn>
                                        <p:tgtEl>
                                          <p:spTgt spid="101"/>
                                        </p:tgtEl>
                                        <p:attrNameLst>
                                          <p:attrName>style.visibility</p:attrName>
                                        </p:attrNameLst>
                                      </p:cBhvr>
                                      <p:to>
                                        <p:strVal val="hidden"/>
                                      </p:to>
                                    </p:set>
                                  </p:childTnLst>
                                </p:cTn>
                              </p:par>
                            </p:childTnLst>
                          </p:cTn>
                        </p:par>
                        <p:par>
                          <p:cTn id="112" fill="hold">
                            <p:stCondLst>
                              <p:cond delay="500"/>
                            </p:stCondLst>
                            <p:childTnLst>
                              <p:par>
                                <p:cTn id="113" presetID="10" presetClass="entr" presetSubtype="0" fill="hold" nodeType="afterEffect">
                                  <p:stCondLst>
                                    <p:cond delay="0"/>
                                  </p:stCondLst>
                                  <p:childTnLst>
                                    <p:set>
                                      <p:cBhvr>
                                        <p:cTn id="114" dur="1" fill="hold">
                                          <p:stCondLst>
                                            <p:cond delay="0"/>
                                          </p:stCondLst>
                                        </p:cTn>
                                        <p:tgtEl>
                                          <p:spTgt spid="102"/>
                                        </p:tgtEl>
                                        <p:attrNameLst>
                                          <p:attrName>style.visibility</p:attrName>
                                        </p:attrNameLst>
                                      </p:cBhvr>
                                      <p:to>
                                        <p:strVal val="visible"/>
                                      </p:to>
                                    </p:set>
                                    <p:animEffect transition="in" filter="fade">
                                      <p:cBhvr>
                                        <p:cTn id="115" dur="500"/>
                                        <p:tgtEl>
                                          <p:spTgt spid="102"/>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nodeType="clickEffect">
                                  <p:stCondLst>
                                    <p:cond delay="0"/>
                                  </p:stCondLst>
                                  <p:childTnLst>
                                    <p:set>
                                      <p:cBhvr>
                                        <p:cTn id="119" dur="1" fill="hold">
                                          <p:stCondLst>
                                            <p:cond delay="0"/>
                                          </p:stCondLst>
                                        </p:cTn>
                                        <p:tgtEl>
                                          <p:spTgt spid="67"/>
                                        </p:tgtEl>
                                        <p:attrNameLst>
                                          <p:attrName>style.visibility</p:attrName>
                                        </p:attrNameLst>
                                      </p:cBhvr>
                                      <p:to>
                                        <p:strVal val="visible"/>
                                      </p:to>
                                    </p:set>
                                    <p:animEffect transition="in" filter="fade">
                                      <p:cBhvr>
                                        <p:cTn id="120" dur="500"/>
                                        <p:tgtEl>
                                          <p:spTgt spid="67"/>
                                        </p:tgtEl>
                                      </p:cBhvr>
                                    </p:animEffect>
                                  </p:childTnLst>
                                </p:cTn>
                              </p:par>
                            </p:childTnLst>
                          </p:cTn>
                        </p:par>
                        <p:par>
                          <p:cTn id="121" fill="hold">
                            <p:stCondLst>
                              <p:cond delay="500"/>
                            </p:stCondLst>
                            <p:childTnLst>
                              <p:par>
                                <p:cTn id="122" presetID="21" presetClass="entr" presetSubtype="1" fill="hold" grpId="0" nodeType="afterEffect">
                                  <p:stCondLst>
                                    <p:cond delay="0"/>
                                  </p:stCondLst>
                                  <p:childTnLst>
                                    <p:set>
                                      <p:cBhvr>
                                        <p:cTn id="123" dur="1" fill="hold">
                                          <p:stCondLst>
                                            <p:cond delay="0"/>
                                          </p:stCondLst>
                                        </p:cTn>
                                        <p:tgtEl>
                                          <p:spTgt spid="78"/>
                                        </p:tgtEl>
                                        <p:attrNameLst>
                                          <p:attrName>style.visibility</p:attrName>
                                        </p:attrNameLst>
                                      </p:cBhvr>
                                      <p:to>
                                        <p:strVal val="visible"/>
                                      </p:to>
                                    </p:set>
                                    <p:animEffect transition="in" filter="wheel(1)">
                                      <p:cBhvr>
                                        <p:cTn id="124" dur="500"/>
                                        <p:tgtEl>
                                          <p:spTgt spid="78"/>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4" fill="hold" nodeType="clickEffect">
                                  <p:stCondLst>
                                    <p:cond delay="0"/>
                                  </p:stCondLst>
                                  <p:childTnLst>
                                    <p:set>
                                      <p:cBhvr>
                                        <p:cTn id="128" dur="1" fill="hold">
                                          <p:stCondLst>
                                            <p:cond delay="0"/>
                                          </p:stCondLst>
                                        </p:cTn>
                                        <p:tgtEl>
                                          <p:spTgt spid="10"/>
                                        </p:tgtEl>
                                        <p:attrNameLst>
                                          <p:attrName>style.visibility</p:attrName>
                                        </p:attrNameLst>
                                      </p:cBhvr>
                                      <p:to>
                                        <p:strVal val="visible"/>
                                      </p:to>
                                    </p:set>
                                    <p:animEffect transition="in" filter="wipe(down)">
                                      <p:cBhvr>
                                        <p:cTn id="129" dur="500"/>
                                        <p:tgtEl>
                                          <p:spTgt spid="10"/>
                                        </p:tgtEl>
                                      </p:cBhvr>
                                    </p:animEffect>
                                  </p:childTnLst>
                                </p:cTn>
                              </p:par>
                            </p:childTnLst>
                          </p:cTn>
                        </p:par>
                        <p:par>
                          <p:cTn id="130" fill="hold">
                            <p:stCondLst>
                              <p:cond delay="500"/>
                            </p:stCondLst>
                            <p:childTnLst>
                              <p:par>
                                <p:cTn id="131" presetID="10" presetClass="entr" presetSubtype="0" fill="hold" nodeType="afterEffect">
                                  <p:stCondLst>
                                    <p:cond delay="0"/>
                                  </p:stCondLst>
                                  <p:childTnLst>
                                    <p:set>
                                      <p:cBhvr>
                                        <p:cTn id="132" dur="1" fill="hold">
                                          <p:stCondLst>
                                            <p:cond delay="0"/>
                                          </p:stCondLst>
                                        </p:cTn>
                                        <p:tgtEl>
                                          <p:spTgt spid="51"/>
                                        </p:tgtEl>
                                        <p:attrNameLst>
                                          <p:attrName>style.visibility</p:attrName>
                                        </p:attrNameLst>
                                      </p:cBhvr>
                                      <p:to>
                                        <p:strVal val="visible"/>
                                      </p:to>
                                    </p:set>
                                    <p:animEffect transition="in" filter="fade">
                                      <p:cBhvr>
                                        <p:cTn id="133"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5" grpId="0" animBg="1"/>
      <p:bldP spid="76" grpId="0" animBg="1"/>
      <p:bldP spid="77" grpId="0" animBg="1"/>
      <p:bldP spid="7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nvGraphicFramePr>
        <p:xfrm>
          <a:off x="4716709" y="6063953"/>
          <a:ext cx="4419600" cy="192405"/>
        </p:xfrm>
        <a:graphic>
          <a:graphicData uri="http://schemas.openxmlformats.org/drawingml/2006/table">
            <a:tbl>
              <a:tblPr>
                <a:tableStyleId>{5C22544A-7EE6-4342-B048-85BDC9FD1C3A}</a:tableStyleId>
              </a:tblPr>
              <a:tblGrid>
                <a:gridCol w="368300">
                  <a:extLst>
                    <a:ext uri="{9D8B030D-6E8A-4147-A177-3AD203B41FA5}">
                      <a16:colId xmlns:a16="http://schemas.microsoft.com/office/drawing/2014/main" val="20000"/>
                    </a:ext>
                  </a:extLst>
                </a:gridCol>
                <a:gridCol w="368300">
                  <a:extLst>
                    <a:ext uri="{9D8B030D-6E8A-4147-A177-3AD203B41FA5}">
                      <a16:colId xmlns:a16="http://schemas.microsoft.com/office/drawing/2014/main" val="20001"/>
                    </a:ext>
                  </a:extLst>
                </a:gridCol>
                <a:gridCol w="368300">
                  <a:extLst>
                    <a:ext uri="{9D8B030D-6E8A-4147-A177-3AD203B41FA5}">
                      <a16:colId xmlns:a16="http://schemas.microsoft.com/office/drawing/2014/main" val="20002"/>
                    </a:ext>
                  </a:extLst>
                </a:gridCol>
                <a:gridCol w="368300">
                  <a:extLst>
                    <a:ext uri="{9D8B030D-6E8A-4147-A177-3AD203B41FA5}">
                      <a16:colId xmlns:a16="http://schemas.microsoft.com/office/drawing/2014/main" val="20003"/>
                    </a:ext>
                  </a:extLst>
                </a:gridCol>
                <a:gridCol w="368300">
                  <a:extLst>
                    <a:ext uri="{9D8B030D-6E8A-4147-A177-3AD203B41FA5}">
                      <a16:colId xmlns:a16="http://schemas.microsoft.com/office/drawing/2014/main" val="20004"/>
                    </a:ext>
                  </a:extLst>
                </a:gridCol>
                <a:gridCol w="368300">
                  <a:extLst>
                    <a:ext uri="{9D8B030D-6E8A-4147-A177-3AD203B41FA5}">
                      <a16:colId xmlns:a16="http://schemas.microsoft.com/office/drawing/2014/main" val="20005"/>
                    </a:ext>
                  </a:extLst>
                </a:gridCol>
                <a:gridCol w="368300">
                  <a:extLst>
                    <a:ext uri="{9D8B030D-6E8A-4147-A177-3AD203B41FA5}">
                      <a16:colId xmlns:a16="http://schemas.microsoft.com/office/drawing/2014/main" val="20006"/>
                    </a:ext>
                  </a:extLst>
                </a:gridCol>
                <a:gridCol w="368300">
                  <a:extLst>
                    <a:ext uri="{9D8B030D-6E8A-4147-A177-3AD203B41FA5}">
                      <a16:colId xmlns:a16="http://schemas.microsoft.com/office/drawing/2014/main" val="20007"/>
                    </a:ext>
                  </a:extLst>
                </a:gridCol>
                <a:gridCol w="368300">
                  <a:extLst>
                    <a:ext uri="{9D8B030D-6E8A-4147-A177-3AD203B41FA5}">
                      <a16:colId xmlns:a16="http://schemas.microsoft.com/office/drawing/2014/main" val="20008"/>
                    </a:ext>
                  </a:extLst>
                </a:gridCol>
                <a:gridCol w="368300">
                  <a:extLst>
                    <a:ext uri="{9D8B030D-6E8A-4147-A177-3AD203B41FA5}">
                      <a16:colId xmlns:a16="http://schemas.microsoft.com/office/drawing/2014/main" val="20009"/>
                    </a:ext>
                  </a:extLst>
                </a:gridCol>
                <a:gridCol w="368300">
                  <a:extLst>
                    <a:ext uri="{9D8B030D-6E8A-4147-A177-3AD203B41FA5}">
                      <a16:colId xmlns:a16="http://schemas.microsoft.com/office/drawing/2014/main" val="20010"/>
                    </a:ext>
                  </a:extLst>
                </a:gridCol>
                <a:gridCol w="368300">
                  <a:extLst>
                    <a:ext uri="{9D8B030D-6E8A-4147-A177-3AD203B41FA5}">
                      <a16:colId xmlns:a16="http://schemas.microsoft.com/office/drawing/2014/main" val="20011"/>
                    </a:ext>
                  </a:extLst>
                </a:gridCol>
              </a:tblGrid>
              <a:tr h="190500">
                <a:tc>
                  <a:txBody>
                    <a:bodyPr/>
                    <a:lstStyle/>
                    <a:p>
                      <a:pPr algn="ctr" fontAlgn="b"/>
                      <a:r>
                        <a:rPr lang="en-US" sz="1200" u="none" strike="noStrike" dirty="0">
                          <a:effectLst/>
                          <a:latin typeface="Times New Roman" pitchFamily="18" charset="0"/>
                        </a:rPr>
                        <a:t>p1</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p2</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p3</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p6</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p4</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p7</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p5</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p8</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p9</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p10</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p12</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p11</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bl>
          </a:graphicData>
        </a:graphic>
      </p:graphicFrame>
      <p:grpSp>
        <p:nvGrpSpPr>
          <p:cNvPr id="6" name="组合 5"/>
          <p:cNvGrpSpPr/>
          <p:nvPr/>
        </p:nvGrpSpPr>
        <p:grpSpPr>
          <a:xfrm>
            <a:off x="4932733" y="5811922"/>
            <a:ext cx="324000" cy="252002"/>
            <a:chOff x="1187624" y="1700808"/>
            <a:chExt cx="648072" cy="2160240"/>
          </a:xfrm>
        </p:grpSpPr>
        <p:cxnSp>
          <p:nvCxnSpPr>
            <p:cNvPr id="7" name="直接连接符 6"/>
            <p:cNvCxnSpPr/>
            <p:nvPr/>
          </p:nvCxnSpPr>
          <p:spPr>
            <a:xfrm flipH="1">
              <a:off x="1187624"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1835696"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5652813" y="5487948"/>
            <a:ext cx="324000" cy="576005"/>
            <a:chOff x="1187624" y="1700808"/>
            <a:chExt cx="648072" cy="2160240"/>
          </a:xfrm>
        </p:grpSpPr>
        <p:cxnSp>
          <p:nvCxnSpPr>
            <p:cNvPr id="11" name="直接连接符 10"/>
            <p:cNvCxnSpPr/>
            <p:nvPr/>
          </p:nvCxnSpPr>
          <p:spPr>
            <a:xfrm flipH="1">
              <a:off x="1187624"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1835696"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6372893" y="5523948"/>
            <a:ext cx="324000" cy="540004"/>
            <a:chOff x="1187624" y="1700808"/>
            <a:chExt cx="648072" cy="2160240"/>
          </a:xfrm>
        </p:grpSpPr>
        <p:cxnSp>
          <p:nvCxnSpPr>
            <p:cNvPr id="15" name="直接连接符 14"/>
            <p:cNvCxnSpPr/>
            <p:nvPr/>
          </p:nvCxnSpPr>
          <p:spPr>
            <a:xfrm flipH="1">
              <a:off x="1187624"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835696"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7489053" y="5487884"/>
            <a:ext cx="324000" cy="576005"/>
            <a:chOff x="1187624" y="1700808"/>
            <a:chExt cx="648072" cy="2160240"/>
          </a:xfrm>
        </p:grpSpPr>
        <p:cxnSp>
          <p:nvCxnSpPr>
            <p:cNvPr id="19" name="直接连接符 18"/>
            <p:cNvCxnSpPr/>
            <p:nvPr/>
          </p:nvCxnSpPr>
          <p:spPr>
            <a:xfrm flipH="1">
              <a:off x="1187624"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1835696"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8245101" y="5559892"/>
            <a:ext cx="324000" cy="504004"/>
            <a:chOff x="1187624" y="1700808"/>
            <a:chExt cx="648072" cy="2160240"/>
          </a:xfrm>
        </p:grpSpPr>
        <p:cxnSp>
          <p:nvCxnSpPr>
            <p:cNvPr id="23" name="直接连接符 22"/>
            <p:cNvCxnSpPr/>
            <p:nvPr/>
          </p:nvCxnSpPr>
          <p:spPr>
            <a:xfrm flipH="1">
              <a:off x="1187624"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1835696"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5076732" y="4767804"/>
            <a:ext cx="756000" cy="1044011"/>
            <a:chOff x="1187624" y="1700808"/>
            <a:chExt cx="648159" cy="955133"/>
          </a:xfrm>
        </p:grpSpPr>
        <p:cxnSp>
          <p:nvCxnSpPr>
            <p:cNvPr id="27" name="直接连接符 26"/>
            <p:cNvCxnSpPr/>
            <p:nvPr/>
          </p:nvCxnSpPr>
          <p:spPr>
            <a:xfrm flipH="1">
              <a:off x="1187624" y="1700808"/>
              <a:ext cx="0" cy="9551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835783" y="1700808"/>
              <a:ext cx="0" cy="658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a:xfrm>
            <a:off x="6516893" y="5127946"/>
            <a:ext cx="576080" cy="936007"/>
            <a:chOff x="1187624" y="1700808"/>
            <a:chExt cx="648072" cy="2994878"/>
          </a:xfrm>
        </p:grpSpPr>
        <p:cxnSp>
          <p:nvCxnSpPr>
            <p:cNvPr id="31" name="直接连接符 30"/>
            <p:cNvCxnSpPr/>
            <p:nvPr/>
          </p:nvCxnSpPr>
          <p:spPr>
            <a:xfrm flipH="1">
              <a:off x="1187624" y="1700808"/>
              <a:ext cx="0" cy="12670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835696" y="1700808"/>
              <a:ext cx="0" cy="2994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8389101" y="4983944"/>
            <a:ext cx="540000" cy="1080009"/>
            <a:chOff x="1187624" y="1700808"/>
            <a:chExt cx="648072" cy="2994878"/>
          </a:xfrm>
        </p:grpSpPr>
        <p:cxnSp>
          <p:nvCxnSpPr>
            <p:cNvPr id="35" name="直接连接符 34"/>
            <p:cNvCxnSpPr/>
            <p:nvPr/>
          </p:nvCxnSpPr>
          <p:spPr>
            <a:xfrm flipH="1">
              <a:off x="1187624" y="1700808"/>
              <a:ext cx="0" cy="159726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5696" y="1700808"/>
              <a:ext cx="0" cy="2994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aphicFrame>
        <p:nvGraphicFramePr>
          <p:cNvPr id="50" name="标注C12"/>
          <p:cNvGraphicFramePr>
            <a:graphicFrameLocks noGrp="1"/>
          </p:cNvGraphicFramePr>
          <p:nvPr/>
        </p:nvGraphicFramePr>
        <p:xfrm>
          <a:off x="5004741" y="5559897"/>
          <a:ext cx="444500" cy="222885"/>
        </p:xfrm>
        <a:graphic>
          <a:graphicData uri="http://schemas.openxmlformats.org/drawingml/2006/table">
            <a:tbl>
              <a:tblPr>
                <a:tableStyleId>{5C22544A-7EE6-4342-B048-85BDC9FD1C3A}</a:tableStyleId>
              </a:tblPr>
              <a:tblGrid>
                <a:gridCol w="444500">
                  <a:extLst>
                    <a:ext uri="{9D8B030D-6E8A-4147-A177-3AD203B41FA5}">
                      <a16:colId xmlns:a16="http://schemas.microsoft.com/office/drawing/2014/main" val="20000"/>
                    </a:ext>
                  </a:extLst>
                </a:gridCol>
              </a:tblGrid>
              <a:tr h="190500">
                <a:tc>
                  <a:txBody>
                    <a:bodyPr/>
                    <a:lstStyle/>
                    <a:p>
                      <a:pPr algn="ctr" fontAlgn="b"/>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1,2</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1" name="标注C36"/>
          <p:cNvGraphicFramePr>
            <a:graphicFrameLocks noGrp="1"/>
          </p:cNvGraphicFramePr>
          <p:nvPr/>
        </p:nvGraphicFramePr>
        <p:xfrm>
          <a:off x="5784377" y="5199857"/>
          <a:ext cx="444500" cy="222885"/>
        </p:xfrm>
        <a:graphic>
          <a:graphicData uri="http://schemas.openxmlformats.org/drawingml/2006/table">
            <a:tbl>
              <a:tblPr>
                <a:tableStyleId>{5C22544A-7EE6-4342-B048-85BDC9FD1C3A}</a:tableStyleId>
              </a:tblPr>
              <a:tblGrid>
                <a:gridCol w="444500">
                  <a:extLst>
                    <a:ext uri="{9D8B030D-6E8A-4147-A177-3AD203B41FA5}">
                      <a16:colId xmlns:a16="http://schemas.microsoft.com/office/drawing/2014/main" val="20000"/>
                    </a:ext>
                  </a:extLst>
                </a:gridCol>
              </a:tblGrid>
              <a:tr h="190500">
                <a:tc>
                  <a:txBody>
                    <a:bodyPr/>
                    <a:lstStyle/>
                    <a:p>
                      <a:pPr algn="ctr" fontAlgn="b"/>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3,6</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2" name="标注C47"/>
          <p:cNvGraphicFramePr>
            <a:graphicFrameLocks noGrp="1"/>
          </p:cNvGraphicFramePr>
          <p:nvPr/>
        </p:nvGraphicFramePr>
        <p:xfrm>
          <a:off x="6444901" y="5271865"/>
          <a:ext cx="444500" cy="222885"/>
        </p:xfrm>
        <a:graphic>
          <a:graphicData uri="http://schemas.openxmlformats.org/drawingml/2006/table">
            <a:tbl>
              <a:tblPr>
                <a:tableStyleId>{5C22544A-7EE6-4342-B048-85BDC9FD1C3A}</a:tableStyleId>
              </a:tblPr>
              <a:tblGrid>
                <a:gridCol w="444500">
                  <a:extLst>
                    <a:ext uri="{9D8B030D-6E8A-4147-A177-3AD203B41FA5}">
                      <a16:colId xmlns:a16="http://schemas.microsoft.com/office/drawing/2014/main" val="20000"/>
                    </a:ext>
                  </a:extLst>
                </a:gridCol>
              </a:tblGrid>
              <a:tr h="19050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4,7</a:t>
                      </a:r>
                      <a:endParaRPr lang="en-US" altLang="zh-C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3" name="标注C89"/>
          <p:cNvGraphicFramePr>
            <a:graphicFrameLocks noGrp="1"/>
          </p:cNvGraphicFramePr>
          <p:nvPr/>
        </p:nvGraphicFramePr>
        <p:xfrm>
          <a:off x="7597029" y="5199857"/>
          <a:ext cx="444500" cy="222885"/>
        </p:xfrm>
        <a:graphic>
          <a:graphicData uri="http://schemas.openxmlformats.org/drawingml/2006/table">
            <a:tbl>
              <a:tblPr>
                <a:tableStyleId>{5C22544A-7EE6-4342-B048-85BDC9FD1C3A}</a:tableStyleId>
              </a:tblPr>
              <a:tblGrid>
                <a:gridCol w="444500">
                  <a:extLst>
                    <a:ext uri="{9D8B030D-6E8A-4147-A177-3AD203B41FA5}">
                      <a16:colId xmlns:a16="http://schemas.microsoft.com/office/drawing/2014/main" val="20000"/>
                    </a:ext>
                  </a:extLst>
                </a:gridCol>
              </a:tblGrid>
              <a:tr h="19050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8,9</a:t>
                      </a:r>
                      <a:endParaRPr lang="en-US" altLang="zh-C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4" name="标注C10,12"/>
          <p:cNvGraphicFramePr>
            <a:graphicFrameLocks noGrp="1"/>
          </p:cNvGraphicFramePr>
          <p:nvPr/>
        </p:nvGraphicFramePr>
        <p:xfrm>
          <a:off x="8376665" y="5343873"/>
          <a:ext cx="552436" cy="222885"/>
        </p:xfrm>
        <a:graphic>
          <a:graphicData uri="http://schemas.openxmlformats.org/drawingml/2006/table">
            <a:tbl>
              <a:tblPr>
                <a:tableStyleId>{5C22544A-7EE6-4342-B048-85BDC9FD1C3A}</a:tableStyleId>
              </a:tblPr>
              <a:tblGrid>
                <a:gridCol w="552436">
                  <a:extLst>
                    <a:ext uri="{9D8B030D-6E8A-4147-A177-3AD203B41FA5}">
                      <a16:colId xmlns:a16="http://schemas.microsoft.com/office/drawing/2014/main" val="20000"/>
                    </a:ext>
                  </a:extLst>
                </a:gridCol>
              </a:tblGrid>
              <a:tr h="19050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10,12</a:t>
                      </a:r>
                      <a:endParaRPr lang="en-US" altLang="zh-C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5" name="标注C1,2,3,6"/>
          <p:cNvGraphicFramePr>
            <a:graphicFrameLocks noGrp="1"/>
          </p:cNvGraphicFramePr>
          <p:nvPr/>
        </p:nvGraphicFramePr>
        <p:xfrm>
          <a:off x="5339753" y="4479777"/>
          <a:ext cx="673100" cy="222885"/>
        </p:xfrm>
        <a:graphic>
          <a:graphicData uri="http://schemas.openxmlformats.org/drawingml/2006/table">
            <a:tbl>
              <a:tblPr>
                <a:tableStyleId>{5C22544A-7EE6-4342-B048-85BDC9FD1C3A}</a:tableStyleId>
              </a:tblPr>
              <a:tblGrid>
                <a:gridCol w="673100">
                  <a:extLst>
                    <a:ext uri="{9D8B030D-6E8A-4147-A177-3AD203B41FA5}">
                      <a16:colId xmlns:a16="http://schemas.microsoft.com/office/drawing/2014/main" val="20000"/>
                    </a:ext>
                  </a:extLst>
                </a:gridCol>
              </a:tblGrid>
              <a:tr h="190500">
                <a:tc>
                  <a:txBody>
                    <a:bodyPr/>
                    <a:lstStyle/>
                    <a:p>
                      <a:pPr algn="ctr" fontAlgn="b"/>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1,2,3,6</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6" name="标注C4,7,5"/>
          <p:cNvGraphicFramePr>
            <a:graphicFrameLocks noGrp="1"/>
          </p:cNvGraphicFramePr>
          <p:nvPr/>
        </p:nvGraphicFramePr>
        <p:xfrm>
          <a:off x="6805005" y="4839817"/>
          <a:ext cx="432000" cy="222885"/>
        </p:xfrm>
        <a:graphic>
          <a:graphicData uri="http://schemas.openxmlformats.org/drawingml/2006/table">
            <a:tbl>
              <a:tblPr>
                <a:tableStyleId>{5C22544A-7EE6-4342-B048-85BDC9FD1C3A}</a:tableStyleId>
              </a:tblPr>
              <a:tblGrid>
                <a:gridCol w="432000">
                  <a:extLst>
                    <a:ext uri="{9D8B030D-6E8A-4147-A177-3AD203B41FA5}">
                      <a16:colId xmlns:a16="http://schemas.microsoft.com/office/drawing/2014/main" val="20000"/>
                    </a:ext>
                  </a:extLst>
                </a:gridCol>
              </a:tblGrid>
              <a:tr h="190500">
                <a:tc>
                  <a:txBody>
                    <a:bodyPr/>
                    <a:lstStyle/>
                    <a:p>
                      <a:pPr algn="ctr" fontAlgn="b"/>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4,7,5</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7" name="标注C10,12,11"/>
          <p:cNvGraphicFramePr>
            <a:graphicFrameLocks noGrp="1"/>
          </p:cNvGraphicFramePr>
          <p:nvPr/>
        </p:nvGraphicFramePr>
        <p:xfrm>
          <a:off x="8322551" y="4695801"/>
          <a:ext cx="673100" cy="222885"/>
        </p:xfrm>
        <a:graphic>
          <a:graphicData uri="http://schemas.openxmlformats.org/drawingml/2006/table">
            <a:tbl>
              <a:tblPr>
                <a:tableStyleId>{5C22544A-7EE6-4342-B048-85BDC9FD1C3A}</a:tableStyleId>
              </a:tblPr>
              <a:tblGrid>
                <a:gridCol w="673100">
                  <a:extLst>
                    <a:ext uri="{9D8B030D-6E8A-4147-A177-3AD203B41FA5}">
                      <a16:colId xmlns:a16="http://schemas.microsoft.com/office/drawing/2014/main" val="20000"/>
                    </a:ext>
                  </a:extLst>
                </a:gridCol>
              </a:tblGrid>
              <a:tr h="19050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10,12,11</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pic>
        <p:nvPicPr>
          <p:cNvPr id="62"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 name="Picture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 name="Picture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 name="Picture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 name="Picture 1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8" name="Picture 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0" y="3163500"/>
            <a:ext cx="318352" cy="295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4" name="椭圆 73"/>
          <p:cNvSpPr/>
          <p:nvPr/>
        </p:nvSpPr>
        <p:spPr>
          <a:xfrm rot="20038867">
            <a:off x="783628" y="2228628"/>
            <a:ext cx="481748" cy="209909"/>
          </a:xfrm>
          <a:prstGeom prst="ellipse">
            <a:avLst/>
          </a:prstGeom>
          <a:noFill/>
          <a:ln w="9525">
            <a:solidFill>
              <a:schemeClr val="accent5">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75" name="椭圆 74"/>
          <p:cNvSpPr/>
          <p:nvPr/>
        </p:nvSpPr>
        <p:spPr>
          <a:xfrm rot="19771779">
            <a:off x="4405862" y="1132912"/>
            <a:ext cx="605828" cy="209908"/>
          </a:xfrm>
          <a:prstGeom prst="ellipse">
            <a:avLst/>
          </a:prstGeom>
          <a:noFill/>
          <a:ln w="9525">
            <a:solidFill>
              <a:schemeClr val="accent6">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76" name="椭圆 75"/>
          <p:cNvSpPr/>
          <p:nvPr/>
        </p:nvSpPr>
        <p:spPr>
          <a:xfrm>
            <a:off x="1710709" y="1021866"/>
            <a:ext cx="720000" cy="216000"/>
          </a:xfrm>
          <a:prstGeom prst="ellipse">
            <a:avLst/>
          </a:prstGeom>
          <a:noFill/>
          <a:ln w="9525">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77" name="椭圆 76"/>
          <p:cNvSpPr/>
          <p:nvPr/>
        </p:nvSpPr>
        <p:spPr>
          <a:xfrm rot="3668448">
            <a:off x="3668655" y="2783945"/>
            <a:ext cx="569031" cy="202197"/>
          </a:xfrm>
          <a:prstGeom prst="ellipse">
            <a:avLst/>
          </a:prstGeom>
          <a:noFill/>
          <a:ln w="9525">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78" name="椭圆 77"/>
          <p:cNvSpPr/>
          <p:nvPr/>
        </p:nvSpPr>
        <p:spPr>
          <a:xfrm rot="678411">
            <a:off x="1365775" y="2875047"/>
            <a:ext cx="720000" cy="225353"/>
          </a:xfrm>
          <a:prstGeom prst="ellipse">
            <a:avLst/>
          </a:prstGeom>
          <a:noFill/>
          <a:ln w="9525">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79" name="椭圆 43"/>
          <p:cNvSpPr/>
          <p:nvPr/>
        </p:nvSpPr>
        <p:spPr>
          <a:xfrm rot="678411">
            <a:off x="1611018" y="896891"/>
            <a:ext cx="838461" cy="885866"/>
          </a:xfrm>
          <a:custGeom>
            <a:avLst/>
            <a:gdLst>
              <a:gd name="connsiteX0" fmla="*/ 0 w 900000"/>
              <a:gd name="connsiteY0" fmla="*/ 480020 h 960040"/>
              <a:gd name="connsiteX1" fmla="*/ 450000 w 900000"/>
              <a:gd name="connsiteY1" fmla="*/ 0 h 960040"/>
              <a:gd name="connsiteX2" fmla="*/ 900000 w 900000"/>
              <a:gd name="connsiteY2" fmla="*/ 480020 h 960040"/>
              <a:gd name="connsiteX3" fmla="*/ 450000 w 900000"/>
              <a:gd name="connsiteY3" fmla="*/ 960040 h 960040"/>
              <a:gd name="connsiteX4" fmla="*/ 0 w 900000"/>
              <a:gd name="connsiteY4" fmla="*/ 480020 h 960040"/>
              <a:gd name="connsiteX0" fmla="*/ 0 w 993752"/>
              <a:gd name="connsiteY0" fmla="*/ 509271 h 989291"/>
              <a:gd name="connsiteX1" fmla="*/ 450000 w 993752"/>
              <a:gd name="connsiteY1" fmla="*/ 29251 h 989291"/>
              <a:gd name="connsiteX2" fmla="*/ 962291 w 993752"/>
              <a:gd name="connsiteY2" fmla="*/ 102316 h 989291"/>
              <a:gd name="connsiteX3" fmla="*/ 900000 w 993752"/>
              <a:gd name="connsiteY3" fmla="*/ 509271 h 989291"/>
              <a:gd name="connsiteX4" fmla="*/ 450000 w 993752"/>
              <a:gd name="connsiteY4" fmla="*/ 989291 h 989291"/>
              <a:gd name="connsiteX5" fmla="*/ 0 w 993752"/>
              <a:gd name="connsiteY5" fmla="*/ 509271 h 989291"/>
              <a:gd name="connsiteX0" fmla="*/ 1021 w 994773"/>
              <a:gd name="connsiteY0" fmla="*/ 479186 h 959206"/>
              <a:gd name="connsiteX1" fmla="*/ 347811 w 994773"/>
              <a:gd name="connsiteY1" fmla="*/ 41657 h 959206"/>
              <a:gd name="connsiteX2" fmla="*/ 963312 w 994773"/>
              <a:gd name="connsiteY2" fmla="*/ 72231 h 959206"/>
              <a:gd name="connsiteX3" fmla="*/ 901021 w 994773"/>
              <a:gd name="connsiteY3" fmla="*/ 479186 h 959206"/>
              <a:gd name="connsiteX4" fmla="*/ 451021 w 994773"/>
              <a:gd name="connsiteY4" fmla="*/ 959206 h 959206"/>
              <a:gd name="connsiteX5" fmla="*/ 1021 w 994773"/>
              <a:gd name="connsiteY5" fmla="*/ 479186 h 959206"/>
              <a:gd name="connsiteX0" fmla="*/ 24763 w 1018515"/>
              <a:gd name="connsiteY0" fmla="*/ 463218 h 943238"/>
              <a:gd name="connsiteX1" fmla="*/ 91803 w 1018515"/>
              <a:gd name="connsiteY1" fmla="*/ 230406 h 943238"/>
              <a:gd name="connsiteX2" fmla="*/ 371553 w 1018515"/>
              <a:gd name="connsiteY2" fmla="*/ 25689 h 943238"/>
              <a:gd name="connsiteX3" fmla="*/ 987054 w 1018515"/>
              <a:gd name="connsiteY3" fmla="*/ 56263 h 943238"/>
              <a:gd name="connsiteX4" fmla="*/ 924763 w 1018515"/>
              <a:gd name="connsiteY4" fmla="*/ 463218 h 943238"/>
              <a:gd name="connsiteX5" fmla="*/ 474763 w 1018515"/>
              <a:gd name="connsiteY5" fmla="*/ 943238 h 943238"/>
              <a:gd name="connsiteX6" fmla="*/ 24763 w 1018515"/>
              <a:gd name="connsiteY6" fmla="*/ 463218 h 943238"/>
              <a:gd name="connsiteX0" fmla="*/ 191130 w 938324"/>
              <a:gd name="connsiteY0" fmla="*/ 809746 h 963482"/>
              <a:gd name="connsiteX1" fmla="*/ 11612 w 938324"/>
              <a:gd name="connsiteY1" fmla="*/ 230406 h 963482"/>
              <a:gd name="connsiteX2" fmla="*/ 291362 w 938324"/>
              <a:gd name="connsiteY2" fmla="*/ 25689 h 963482"/>
              <a:gd name="connsiteX3" fmla="*/ 906863 w 938324"/>
              <a:gd name="connsiteY3" fmla="*/ 56263 h 963482"/>
              <a:gd name="connsiteX4" fmla="*/ 844572 w 938324"/>
              <a:gd name="connsiteY4" fmla="*/ 463218 h 963482"/>
              <a:gd name="connsiteX5" fmla="*/ 394572 w 938324"/>
              <a:gd name="connsiteY5" fmla="*/ 943238 h 963482"/>
              <a:gd name="connsiteX6" fmla="*/ 191130 w 938324"/>
              <a:gd name="connsiteY6" fmla="*/ 809746 h 963482"/>
              <a:gd name="connsiteX0" fmla="*/ 191130 w 904392"/>
              <a:gd name="connsiteY0" fmla="*/ 830895 h 984631"/>
              <a:gd name="connsiteX1" fmla="*/ 11612 w 904392"/>
              <a:gd name="connsiteY1" fmla="*/ 251555 h 984631"/>
              <a:gd name="connsiteX2" fmla="*/ 291362 w 904392"/>
              <a:gd name="connsiteY2" fmla="*/ 46838 h 984631"/>
              <a:gd name="connsiteX3" fmla="*/ 858764 w 904392"/>
              <a:gd name="connsiteY3" fmla="*/ 43317 h 984631"/>
              <a:gd name="connsiteX4" fmla="*/ 844572 w 904392"/>
              <a:gd name="connsiteY4" fmla="*/ 484367 h 984631"/>
              <a:gd name="connsiteX5" fmla="*/ 394572 w 904392"/>
              <a:gd name="connsiteY5" fmla="*/ 964387 h 984631"/>
              <a:gd name="connsiteX6" fmla="*/ 191130 w 904392"/>
              <a:gd name="connsiteY6" fmla="*/ 830895 h 984631"/>
              <a:gd name="connsiteX0" fmla="*/ 191130 w 904392"/>
              <a:gd name="connsiteY0" fmla="*/ 827256 h 980992"/>
              <a:gd name="connsiteX1" fmla="*/ 11612 w 904392"/>
              <a:gd name="connsiteY1" fmla="*/ 247916 h 980992"/>
              <a:gd name="connsiteX2" fmla="*/ 296032 w 904392"/>
              <a:gd name="connsiteY2" fmla="*/ 54407 h 980992"/>
              <a:gd name="connsiteX3" fmla="*/ 858764 w 904392"/>
              <a:gd name="connsiteY3" fmla="*/ 39678 h 980992"/>
              <a:gd name="connsiteX4" fmla="*/ 844572 w 904392"/>
              <a:gd name="connsiteY4" fmla="*/ 480728 h 980992"/>
              <a:gd name="connsiteX5" fmla="*/ 394572 w 904392"/>
              <a:gd name="connsiteY5" fmla="*/ 960748 h 980992"/>
              <a:gd name="connsiteX6" fmla="*/ 191130 w 904392"/>
              <a:gd name="connsiteY6" fmla="*/ 827256 h 980992"/>
              <a:gd name="connsiteX0" fmla="*/ 166707 w 879969"/>
              <a:gd name="connsiteY0" fmla="*/ 825556 h 980236"/>
              <a:gd name="connsiteX1" fmla="*/ 12876 w 879969"/>
              <a:gd name="connsiteY1" fmla="*/ 204654 h 980236"/>
              <a:gd name="connsiteX2" fmla="*/ 271609 w 879969"/>
              <a:gd name="connsiteY2" fmla="*/ 52707 h 980236"/>
              <a:gd name="connsiteX3" fmla="*/ 834341 w 879969"/>
              <a:gd name="connsiteY3" fmla="*/ 37978 h 980236"/>
              <a:gd name="connsiteX4" fmla="*/ 820149 w 879969"/>
              <a:gd name="connsiteY4" fmla="*/ 479028 h 980236"/>
              <a:gd name="connsiteX5" fmla="*/ 370149 w 879969"/>
              <a:gd name="connsiteY5" fmla="*/ 959048 h 980236"/>
              <a:gd name="connsiteX6" fmla="*/ 166707 w 879969"/>
              <a:gd name="connsiteY6" fmla="*/ 825556 h 980236"/>
              <a:gd name="connsiteX0" fmla="*/ 166707 w 871077"/>
              <a:gd name="connsiteY0" fmla="*/ 832903 h 987583"/>
              <a:gd name="connsiteX1" fmla="*/ 12876 w 871077"/>
              <a:gd name="connsiteY1" fmla="*/ 212001 h 987583"/>
              <a:gd name="connsiteX2" fmla="*/ 271609 w 871077"/>
              <a:gd name="connsiteY2" fmla="*/ 60054 h 987583"/>
              <a:gd name="connsiteX3" fmla="*/ 512580 w 871077"/>
              <a:gd name="connsiteY3" fmla="*/ 14952 h 987583"/>
              <a:gd name="connsiteX4" fmla="*/ 834341 w 871077"/>
              <a:gd name="connsiteY4" fmla="*/ 45325 h 987583"/>
              <a:gd name="connsiteX5" fmla="*/ 820149 w 871077"/>
              <a:gd name="connsiteY5" fmla="*/ 486375 h 987583"/>
              <a:gd name="connsiteX6" fmla="*/ 370149 w 871077"/>
              <a:gd name="connsiteY6" fmla="*/ 966395 h 987583"/>
              <a:gd name="connsiteX7" fmla="*/ 166707 w 871077"/>
              <a:gd name="connsiteY7" fmla="*/ 832903 h 987583"/>
              <a:gd name="connsiteX0" fmla="*/ 166707 w 871077"/>
              <a:gd name="connsiteY0" fmla="*/ 836893 h 991573"/>
              <a:gd name="connsiteX1" fmla="*/ 12876 w 871077"/>
              <a:gd name="connsiteY1" fmla="*/ 215991 h 991573"/>
              <a:gd name="connsiteX2" fmla="*/ 271609 w 871077"/>
              <a:gd name="connsiteY2" fmla="*/ 64044 h 991573"/>
              <a:gd name="connsiteX3" fmla="*/ 512580 w 871077"/>
              <a:gd name="connsiteY3" fmla="*/ 18942 h 991573"/>
              <a:gd name="connsiteX4" fmla="*/ 834341 w 871077"/>
              <a:gd name="connsiteY4" fmla="*/ 49315 h 991573"/>
              <a:gd name="connsiteX5" fmla="*/ 820149 w 871077"/>
              <a:gd name="connsiteY5" fmla="*/ 490365 h 991573"/>
              <a:gd name="connsiteX6" fmla="*/ 370149 w 871077"/>
              <a:gd name="connsiteY6" fmla="*/ 970385 h 991573"/>
              <a:gd name="connsiteX7" fmla="*/ 166707 w 871077"/>
              <a:gd name="connsiteY7" fmla="*/ 836893 h 991573"/>
              <a:gd name="connsiteX0" fmla="*/ 166707 w 871077"/>
              <a:gd name="connsiteY0" fmla="*/ 846032 h 1000712"/>
              <a:gd name="connsiteX1" fmla="*/ 12876 w 871077"/>
              <a:gd name="connsiteY1" fmla="*/ 225130 h 1000712"/>
              <a:gd name="connsiteX2" fmla="*/ 271609 w 871077"/>
              <a:gd name="connsiteY2" fmla="*/ 73183 h 1000712"/>
              <a:gd name="connsiteX3" fmla="*/ 509312 w 871077"/>
              <a:gd name="connsiteY3" fmla="*/ 11737 h 1000712"/>
              <a:gd name="connsiteX4" fmla="*/ 834341 w 871077"/>
              <a:gd name="connsiteY4" fmla="*/ 58454 h 1000712"/>
              <a:gd name="connsiteX5" fmla="*/ 820149 w 871077"/>
              <a:gd name="connsiteY5" fmla="*/ 499504 h 1000712"/>
              <a:gd name="connsiteX6" fmla="*/ 370149 w 871077"/>
              <a:gd name="connsiteY6" fmla="*/ 979524 h 1000712"/>
              <a:gd name="connsiteX7" fmla="*/ 166707 w 871077"/>
              <a:gd name="connsiteY7" fmla="*/ 846032 h 1000712"/>
              <a:gd name="connsiteX0" fmla="*/ 166707 w 871077"/>
              <a:gd name="connsiteY0" fmla="*/ 846032 h 1000712"/>
              <a:gd name="connsiteX1" fmla="*/ 12876 w 871077"/>
              <a:gd name="connsiteY1" fmla="*/ 225130 h 1000712"/>
              <a:gd name="connsiteX2" fmla="*/ 271609 w 871077"/>
              <a:gd name="connsiteY2" fmla="*/ 73183 h 1000712"/>
              <a:gd name="connsiteX3" fmla="*/ 509312 w 871077"/>
              <a:gd name="connsiteY3" fmla="*/ 11737 h 1000712"/>
              <a:gd name="connsiteX4" fmla="*/ 834341 w 871077"/>
              <a:gd name="connsiteY4" fmla="*/ 58454 h 1000712"/>
              <a:gd name="connsiteX5" fmla="*/ 820149 w 871077"/>
              <a:gd name="connsiteY5" fmla="*/ 499504 h 1000712"/>
              <a:gd name="connsiteX6" fmla="*/ 370149 w 871077"/>
              <a:gd name="connsiteY6" fmla="*/ 979524 h 1000712"/>
              <a:gd name="connsiteX7" fmla="*/ 166707 w 871077"/>
              <a:gd name="connsiteY7" fmla="*/ 846032 h 1000712"/>
              <a:gd name="connsiteX0" fmla="*/ 166707 w 871077"/>
              <a:gd name="connsiteY0" fmla="*/ 842267 h 996947"/>
              <a:gd name="connsiteX1" fmla="*/ 12876 w 871077"/>
              <a:gd name="connsiteY1" fmla="*/ 221365 h 996947"/>
              <a:gd name="connsiteX2" fmla="*/ 271609 w 871077"/>
              <a:gd name="connsiteY2" fmla="*/ 69418 h 996947"/>
              <a:gd name="connsiteX3" fmla="*/ 509312 w 871077"/>
              <a:gd name="connsiteY3" fmla="*/ 7972 h 996947"/>
              <a:gd name="connsiteX4" fmla="*/ 834341 w 871077"/>
              <a:gd name="connsiteY4" fmla="*/ 54689 h 996947"/>
              <a:gd name="connsiteX5" fmla="*/ 820149 w 871077"/>
              <a:gd name="connsiteY5" fmla="*/ 495739 h 996947"/>
              <a:gd name="connsiteX6" fmla="*/ 370149 w 871077"/>
              <a:gd name="connsiteY6" fmla="*/ 975759 h 996947"/>
              <a:gd name="connsiteX7" fmla="*/ 166707 w 871077"/>
              <a:gd name="connsiteY7" fmla="*/ 842267 h 996947"/>
              <a:gd name="connsiteX0" fmla="*/ 166707 w 849493"/>
              <a:gd name="connsiteY0" fmla="*/ 842267 h 991220"/>
              <a:gd name="connsiteX1" fmla="*/ 12876 w 849493"/>
              <a:gd name="connsiteY1" fmla="*/ 221365 h 991220"/>
              <a:gd name="connsiteX2" fmla="*/ 271609 w 849493"/>
              <a:gd name="connsiteY2" fmla="*/ 69418 h 991220"/>
              <a:gd name="connsiteX3" fmla="*/ 509312 w 849493"/>
              <a:gd name="connsiteY3" fmla="*/ 7972 h 991220"/>
              <a:gd name="connsiteX4" fmla="*/ 834341 w 849493"/>
              <a:gd name="connsiteY4" fmla="*/ 54689 h 991220"/>
              <a:gd name="connsiteX5" fmla="*/ 724876 w 849493"/>
              <a:gd name="connsiteY5" fmla="*/ 577927 h 991220"/>
              <a:gd name="connsiteX6" fmla="*/ 370149 w 849493"/>
              <a:gd name="connsiteY6" fmla="*/ 975759 h 991220"/>
              <a:gd name="connsiteX7" fmla="*/ 166707 w 849493"/>
              <a:gd name="connsiteY7" fmla="*/ 842267 h 991220"/>
              <a:gd name="connsiteX0" fmla="*/ 166405 w 849191"/>
              <a:gd name="connsiteY0" fmla="*/ 842267 h 996591"/>
              <a:gd name="connsiteX1" fmla="*/ 12574 w 849191"/>
              <a:gd name="connsiteY1" fmla="*/ 221365 h 996591"/>
              <a:gd name="connsiteX2" fmla="*/ 271307 w 849191"/>
              <a:gd name="connsiteY2" fmla="*/ 69418 h 996591"/>
              <a:gd name="connsiteX3" fmla="*/ 509010 w 849191"/>
              <a:gd name="connsiteY3" fmla="*/ 7972 h 996591"/>
              <a:gd name="connsiteX4" fmla="*/ 834039 w 849191"/>
              <a:gd name="connsiteY4" fmla="*/ 54689 h 996591"/>
              <a:gd name="connsiteX5" fmla="*/ 724574 w 849191"/>
              <a:gd name="connsiteY5" fmla="*/ 577927 h 996591"/>
              <a:gd name="connsiteX6" fmla="*/ 339492 w 849191"/>
              <a:gd name="connsiteY6" fmla="*/ 981828 h 996591"/>
              <a:gd name="connsiteX7" fmla="*/ 166405 w 849191"/>
              <a:gd name="connsiteY7" fmla="*/ 842267 h 996591"/>
              <a:gd name="connsiteX0" fmla="*/ 166405 w 1082383"/>
              <a:gd name="connsiteY0" fmla="*/ 834658 h 988982"/>
              <a:gd name="connsiteX1" fmla="*/ 12574 w 1082383"/>
              <a:gd name="connsiteY1" fmla="*/ 213756 h 988982"/>
              <a:gd name="connsiteX2" fmla="*/ 271307 w 1082383"/>
              <a:gd name="connsiteY2" fmla="*/ 61809 h 988982"/>
              <a:gd name="connsiteX3" fmla="*/ 509010 w 1082383"/>
              <a:gd name="connsiteY3" fmla="*/ 363 h 988982"/>
              <a:gd name="connsiteX4" fmla="*/ 1076753 w 1082383"/>
              <a:gd name="connsiteY4" fmla="*/ 115800 h 988982"/>
              <a:gd name="connsiteX5" fmla="*/ 724574 w 1082383"/>
              <a:gd name="connsiteY5" fmla="*/ 570318 h 988982"/>
              <a:gd name="connsiteX6" fmla="*/ 339492 w 1082383"/>
              <a:gd name="connsiteY6" fmla="*/ 974219 h 988982"/>
              <a:gd name="connsiteX7" fmla="*/ 166405 w 1082383"/>
              <a:gd name="connsiteY7" fmla="*/ 834658 h 988982"/>
              <a:gd name="connsiteX0" fmla="*/ 166405 w 1077899"/>
              <a:gd name="connsiteY0" fmla="*/ 842692 h 1029198"/>
              <a:gd name="connsiteX1" fmla="*/ 12574 w 1077899"/>
              <a:gd name="connsiteY1" fmla="*/ 221790 h 1029198"/>
              <a:gd name="connsiteX2" fmla="*/ 271307 w 1077899"/>
              <a:gd name="connsiteY2" fmla="*/ 69843 h 1029198"/>
              <a:gd name="connsiteX3" fmla="*/ 509010 w 1077899"/>
              <a:gd name="connsiteY3" fmla="*/ 8397 h 1029198"/>
              <a:gd name="connsiteX4" fmla="*/ 1076753 w 1077899"/>
              <a:gd name="connsiteY4" fmla="*/ 123834 h 1029198"/>
              <a:gd name="connsiteX5" fmla="*/ 339492 w 1077899"/>
              <a:gd name="connsiteY5" fmla="*/ 982253 h 1029198"/>
              <a:gd name="connsiteX6" fmla="*/ 166405 w 1077899"/>
              <a:gd name="connsiteY6" fmla="*/ 842692 h 1029198"/>
              <a:gd name="connsiteX0" fmla="*/ 179872 w 1091364"/>
              <a:gd name="connsiteY0" fmla="*/ 842692 h 1019527"/>
              <a:gd name="connsiteX1" fmla="*/ 26351 w 1091364"/>
              <a:gd name="connsiteY1" fmla="*/ 640227 h 1019527"/>
              <a:gd name="connsiteX2" fmla="*/ 26041 w 1091364"/>
              <a:gd name="connsiteY2" fmla="*/ 221790 h 1019527"/>
              <a:gd name="connsiteX3" fmla="*/ 284774 w 1091364"/>
              <a:gd name="connsiteY3" fmla="*/ 69843 h 1019527"/>
              <a:gd name="connsiteX4" fmla="*/ 522477 w 1091364"/>
              <a:gd name="connsiteY4" fmla="*/ 8397 h 1019527"/>
              <a:gd name="connsiteX5" fmla="*/ 1090220 w 1091364"/>
              <a:gd name="connsiteY5" fmla="*/ 123834 h 1019527"/>
              <a:gd name="connsiteX6" fmla="*/ 352959 w 1091364"/>
              <a:gd name="connsiteY6" fmla="*/ 982253 h 1019527"/>
              <a:gd name="connsiteX7" fmla="*/ 179872 w 1091364"/>
              <a:gd name="connsiteY7" fmla="*/ 842692 h 1019527"/>
              <a:gd name="connsiteX0" fmla="*/ 363456 w 1101863"/>
              <a:gd name="connsiteY0" fmla="*/ 982253 h 997474"/>
              <a:gd name="connsiteX1" fmla="*/ 36848 w 1101863"/>
              <a:gd name="connsiteY1" fmla="*/ 640227 h 997474"/>
              <a:gd name="connsiteX2" fmla="*/ 36538 w 1101863"/>
              <a:gd name="connsiteY2" fmla="*/ 221790 h 997474"/>
              <a:gd name="connsiteX3" fmla="*/ 295271 w 1101863"/>
              <a:gd name="connsiteY3" fmla="*/ 69843 h 997474"/>
              <a:gd name="connsiteX4" fmla="*/ 532974 w 1101863"/>
              <a:gd name="connsiteY4" fmla="*/ 8397 h 997474"/>
              <a:gd name="connsiteX5" fmla="*/ 1100717 w 1101863"/>
              <a:gd name="connsiteY5" fmla="*/ 123834 h 997474"/>
              <a:gd name="connsiteX6" fmla="*/ 363456 w 1101863"/>
              <a:gd name="connsiteY6" fmla="*/ 982253 h 997474"/>
              <a:gd name="connsiteX0" fmla="*/ 378759 w 1117382"/>
              <a:gd name="connsiteY0" fmla="*/ 987356 h 1002577"/>
              <a:gd name="connsiteX1" fmla="*/ 52151 w 1117382"/>
              <a:gd name="connsiteY1" fmla="*/ 645330 h 1002577"/>
              <a:gd name="connsiteX2" fmla="*/ 51841 w 1117382"/>
              <a:gd name="connsiteY2" fmla="*/ 226893 h 1002577"/>
              <a:gd name="connsiteX3" fmla="*/ 548277 w 1117382"/>
              <a:gd name="connsiteY3" fmla="*/ 13500 h 1002577"/>
              <a:gd name="connsiteX4" fmla="*/ 1116020 w 1117382"/>
              <a:gd name="connsiteY4" fmla="*/ 128937 h 1002577"/>
              <a:gd name="connsiteX5" fmla="*/ 378759 w 1117382"/>
              <a:gd name="connsiteY5" fmla="*/ 987356 h 100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17382" h="1002577">
                <a:moveTo>
                  <a:pt x="378759" y="987356"/>
                </a:moveTo>
                <a:cubicBezTo>
                  <a:pt x="201448" y="1073422"/>
                  <a:pt x="106637" y="772074"/>
                  <a:pt x="52151" y="645330"/>
                </a:cubicBezTo>
                <a:cubicBezTo>
                  <a:pt x="-2335" y="518586"/>
                  <a:pt x="-30847" y="332198"/>
                  <a:pt x="51841" y="226893"/>
                </a:cubicBezTo>
                <a:cubicBezTo>
                  <a:pt x="134529" y="121588"/>
                  <a:pt x="370914" y="29826"/>
                  <a:pt x="548277" y="13500"/>
                </a:cubicBezTo>
                <a:cubicBezTo>
                  <a:pt x="725640" y="-2826"/>
                  <a:pt x="1144273" y="-33372"/>
                  <a:pt x="1116020" y="128937"/>
                </a:cubicBezTo>
                <a:cubicBezTo>
                  <a:pt x="1087767" y="291246"/>
                  <a:pt x="556071" y="901291"/>
                  <a:pt x="378759" y="987356"/>
                </a:cubicBezTo>
                <a:close/>
              </a:path>
            </a:pathLst>
          </a:custGeom>
          <a:noFill/>
          <a:ln w="9525">
            <a:solidFill>
              <a:schemeClr val="tx2">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80" name="椭圆 43"/>
          <p:cNvSpPr/>
          <p:nvPr/>
        </p:nvSpPr>
        <p:spPr>
          <a:xfrm rot="21416694">
            <a:off x="4421016" y="991836"/>
            <a:ext cx="601876" cy="989340"/>
          </a:xfrm>
          <a:custGeom>
            <a:avLst/>
            <a:gdLst>
              <a:gd name="connsiteX0" fmla="*/ 0 w 900000"/>
              <a:gd name="connsiteY0" fmla="*/ 480020 h 960040"/>
              <a:gd name="connsiteX1" fmla="*/ 450000 w 900000"/>
              <a:gd name="connsiteY1" fmla="*/ 0 h 960040"/>
              <a:gd name="connsiteX2" fmla="*/ 900000 w 900000"/>
              <a:gd name="connsiteY2" fmla="*/ 480020 h 960040"/>
              <a:gd name="connsiteX3" fmla="*/ 450000 w 900000"/>
              <a:gd name="connsiteY3" fmla="*/ 960040 h 960040"/>
              <a:gd name="connsiteX4" fmla="*/ 0 w 900000"/>
              <a:gd name="connsiteY4" fmla="*/ 480020 h 960040"/>
              <a:gd name="connsiteX0" fmla="*/ 0 w 993752"/>
              <a:gd name="connsiteY0" fmla="*/ 509271 h 989291"/>
              <a:gd name="connsiteX1" fmla="*/ 450000 w 993752"/>
              <a:gd name="connsiteY1" fmla="*/ 29251 h 989291"/>
              <a:gd name="connsiteX2" fmla="*/ 962291 w 993752"/>
              <a:gd name="connsiteY2" fmla="*/ 102316 h 989291"/>
              <a:gd name="connsiteX3" fmla="*/ 900000 w 993752"/>
              <a:gd name="connsiteY3" fmla="*/ 509271 h 989291"/>
              <a:gd name="connsiteX4" fmla="*/ 450000 w 993752"/>
              <a:gd name="connsiteY4" fmla="*/ 989291 h 989291"/>
              <a:gd name="connsiteX5" fmla="*/ 0 w 993752"/>
              <a:gd name="connsiteY5" fmla="*/ 509271 h 989291"/>
              <a:gd name="connsiteX0" fmla="*/ 1021 w 994773"/>
              <a:gd name="connsiteY0" fmla="*/ 479186 h 959206"/>
              <a:gd name="connsiteX1" fmla="*/ 347811 w 994773"/>
              <a:gd name="connsiteY1" fmla="*/ 41657 h 959206"/>
              <a:gd name="connsiteX2" fmla="*/ 963312 w 994773"/>
              <a:gd name="connsiteY2" fmla="*/ 72231 h 959206"/>
              <a:gd name="connsiteX3" fmla="*/ 901021 w 994773"/>
              <a:gd name="connsiteY3" fmla="*/ 479186 h 959206"/>
              <a:gd name="connsiteX4" fmla="*/ 451021 w 994773"/>
              <a:gd name="connsiteY4" fmla="*/ 959206 h 959206"/>
              <a:gd name="connsiteX5" fmla="*/ 1021 w 994773"/>
              <a:gd name="connsiteY5" fmla="*/ 479186 h 959206"/>
              <a:gd name="connsiteX0" fmla="*/ 24763 w 1018515"/>
              <a:gd name="connsiteY0" fmla="*/ 463218 h 943238"/>
              <a:gd name="connsiteX1" fmla="*/ 91803 w 1018515"/>
              <a:gd name="connsiteY1" fmla="*/ 230406 h 943238"/>
              <a:gd name="connsiteX2" fmla="*/ 371553 w 1018515"/>
              <a:gd name="connsiteY2" fmla="*/ 25689 h 943238"/>
              <a:gd name="connsiteX3" fmla="*/ 987054 w 1018515"/>
              <a:gd name="connsiteY3" fmla="*/ 56263 h 943238"/>
              <a:gd name="connsiteX4" fmla="*/ 924763 w 1018515"/>
              <a:gd name="connsiteY4" fmla="*/ 463218 h 943238"/>
              <a:gd name="connsiteX5" fmla="*/ 474763 w 1018515"/>
              <a:gd name="connsiteY5" fmla="*/ 943238 h 943238"/>
              <a:gd name="connsiteX6" fmla="*/ 24763 w 1018515"/>
              <a:gd name="connsiteY6" fmla="*/ 463218 h 943238"/>
              <a:gd name="connsiteX0" fmla="*/ 191130 w 938324"/>
              <a:gd name="connsiteY0" fmla="*/ 809746 h 963482"/>
              <a:gd name="connsiteX1" fmla="*/ 11612 w 938324"/>
              <a:gd name="connsiteY1" fmla="*/ 230406 h 963482"/>
              <a:gd name="connsiteX2" fmla="*/ 291362 w 938324"/>
              <a:gd name="connsiteY2" fmla="*/ 25689 h 963482"/>
              <a:gd name="connsiteX3" fmla="*/ 906863 w 938324"/>
              <a:gd name="connsiteY3" fmla="*/ 56263 h 963482"/>
              <a:gd name="connsiteX4" fmla="*/ 844572 w 938324"/>
              <a:gd name="connsiteY4" fmla="*/ 463218 h 963482"/>
              <a:gd name="connsiteX5" fmla="*/ 394572 w 938324"/>
              <a:gd name="connsiteY5" fmla="*/ 943238 h 963482"/>
              <a:gd name="connsiteX6" fmla="*/ 191130 w 938324"/>
              <a:gd name="connsiteY6" fmla="*/ 809746 h 963482"/>
              <a:gd name="connsiteX0" fmla="*/ 191130 w 904392"/>
              <a:gd name="connsiteY0" fmla="*/ 830895 h 984631"/>
              <a:gd name="connsiteX1" fmla="*/ 11612 w 904392"/>
              <a:gd name="connsiteY1" fmla="*/ 251555 h 984631"/>
              <a:gd name="connsiteX2" fmla="*/ 291362 w 904392"/>
              <a:gd name="connsiteY2" fmla="*/ 46838 h 984631"/>
              <a:gd name="connsiteX3" fmla="*/ 858764 w 904392"/>
              <a:gd name="connsiteY3" fmla="*/ 43317 h 984631"/>
              <a:gd name="connsiteX4" fmla="*/ 844572 w 904392"/>
              <a:gd name="connsiteY4" fmla="*/ 484367 h 984631"/>
              <a:gd name="connsiteX5" fmla="*/ 394572 w 904392"/>
              <a:gd name="connsiteY5" fmla="*/ 964387 h 984631"/>
              <a:gd name="connsiteX6" fmla="*/ 191130 w 904392"/>
              <a:gd name="connsiteY6" fmla="*/ 830895 h 984631"/>
              <a:gd name="connsiteX0" fmla="*/ 191130 w 904392"/>
              <a:gd name="connsiteY0" fmla="*/ 827256 h 980992"/>
              <a:gd name="connsiteX1" fmla="*/ 11612 w 904392"/>
              <a:gd name="connsiteY1" fmla="*/ 247916 h 980992"/>
              <a:gd name="connsiteX2" fmla="*/ 296032 w 904392"/>
              <a:gd name="connsiteY2" fmla="*/ 54407 h 980992"/>
              <a:gd name="connsiteX3" fmla="*/ 858764 w 904392"/>
              <a:gd name="connsiteY3" fmla="*/ 39678 h 980992"/>
              <a:gd name="connsiteX4" fmla="*/ 844572 w 904392"/>
              <a:gd name="connsiteY4" fmla="*/ 480728 h 980992"/>
              <a:gd name="connsiteX5" fmla="*/ 394572 w 904392"/>
              <a:gd name="connsiteY5" fmla="*/ 960748 h 980992"/>
              <a:gd name="connsiteX6" fmla="*/ 191130 w 904392"/>
              <a:gd name="connsiteY6" fmla="*/ 827256 h 980992"/>
              <a:gd name="connsiteX0" fmla="*/ 166707 w 879969"/>
              <a:gd name="connsiteY0" fmla="*/ 825556 h 980236"/>
              <a:gd name="connsiteX1" fmla="*/ 12876 w 879969"/>
              <a:gd name="connsiteY1" fmla="*/ 204654 h 980236"/>
              <a:gd name="connsiteX2" fmla="*/ 271609 w 879969"/>
              <a:gd name="connsiteY2" fmla="*/ 52707 h 980236"/>
              <a:gd name="connsiteX3" fmla="*/ 834341 w 879969"/>
              <a:gd name="connsiteY3" fmla="*/ 37978 h 980236"/>
              <a:gd name="connsiteX4" fmla="*/ 820149 w 879969"/>
              <a:gd name="connsiteY4" fmla="*/ 479028 h 980236"/>
              <a:gd name="connsiteX5" fmla="*/ 370149 w 879969"/>
              <a:gd name="connsiteY5" fmla="*/ 959048 h 980236"/>
              <a:gd name="connsiteX6" fmla="*/ 166707 w 879969"/>
              <a:gd name="connsiteY6" fmla="*/ 825556 h 980236"/>
              <a:gd name="connsiteX0" fmla="*/ 166707 w 871077"/>
              <a:gd name="connsiteY0" fmla="*/ 832903 h 987583"/>
              <a:gd name="connsiteX1" fmla="*/ 12876 w 871077"/>
              <a:gd name="connsiteY1" fmla="*/ 212001 h 987583"/>
              <a:gd name="connsiteX2" fmla="*/ 271609 w 871077"/>
              <a:gd name="connsiteY2" fmla="*/ 60054 h 987583"/>
              <a:gd name="connsiteX3" fmla="*/ 512580 w 871077"/>
              <a:gd name="connsiteY3" fmla="*/ 14952 h 987583"/>
              <a:gd name="connsiteX4" fmla="*/ 834341 w 871077"/>
              <a:gd name="connsiteY4" fmla="*/ 45325 h 987583"/>
              <a:gd name="connsiteX5" fmla="*/ 820149 w 871077"/>
              <a:gd name="connsiteY5" fmla="*/ 486375 h 987583"/>
              <a:gd name="connsiteX6" fmla="*/ 370149 w 871077"/>
              <a:gd name="connsiteY6" fmla="*/ 966395 h 987583"/>
              <a:gd name="connsiteX7" fmla="*/ 166707 w 871077"/>
              <a:gd name="connsiteY7" fmla="*/ 832903 h 987583"/>
              <a:gd name="connsiteX0" fmla="*/ 166707 w 871077"/>
              <a:gd name="connsiteY0" fmla="*/ 836893 h 991573"/>
              <a:gd name="connsiteX1" fmla="*/ 12876 w 871077"/>
              <a:gd name="connsiteY1" fmla="*/ 215991 h 991573"/>
              <a:gd name="connsiteX2" fmla="*/ 271609 w 871077"/>
              <a:gd name="connsiteY2" fmla="*/ 64044 h 991573"/>
              <a:gd name="connsiteX3" fmla="*/ 512580 w 871077"/>
              <a:gd name="connsiteY3" fmla="*/ 18942 h 991573"/>
              <a:gd name="connsiteX4" fmla="*/ 834341 w 871077"/>
              <a:gd name="connsiteY4" fmla="*/ 49315 h 991573"/>
              <a:gd name="connsiteX5" fmla="*/ 820149 w 871077"/>
              <a:gd name="connsiteY5" fmla="*/ 490365 h 991573"/>
              <a:gd name="connsiteX6" fmla="*/ 370149 w 871077"/>
              <a:gd name="connsiteY6" fmla="*/ 970385 h 991573"/>
              <a:gd name="connsiteX7" fmla="*/ 166707 w 871077"/>
              <a:gd name="connsiteY7" fmla="*/ 836893 h 991573"/>
              <a:gd name="connsiteX0" fmla="*/ 166707 w 871077"/>
              <a:gd name="connsiteY0" fmla="*/ 846032 h 1000712"/>
              <a:gd name="connsiteX1" fmla="*/ 12876 w 871077"/>
              <a:gd name="connsiteY1" fmla="*/ 225130 h 1000712"/>
              <a:gd name="connsiteX2" fmla="*/ 271609 w 871077"/>
              <a:gd name="connsiteY2" fmla="*/ 73183 h 1000712"/>
              <a:gd name="connsiteX3" fmla="*/ 509312 w 871077"/>
              <a:gd name="connsiteY3" fmla="*/ 11737 h 1000712"/>
              <a:gd name="connsiteX4" fmla="*/ 834341 w 871077"/>
              <a:gd name="connsiteY4" fmla="*/ 58454 h 1000712"/>
              <a:gd name="connsiteX5" fmla="*/ 820149 w 871077"/>
              <a:gd name="connsiteY5" fmla="*/ 499504 h 1000712"/>
              <a:gd name="connsiteX6" fmla="*/ 370149 w 871077"/>
              <a:gd name="connsiteY6" fmla="*/ 979524 h 1000712"/>
              <a:gd name="connsiteX7" fmla="*/ 166707 w 871077"/>
              <a:gd name="connsiteY7" fmla="*/ 846032 h 1000712"/>
              <a:gd name="connsiteX0" fmla="*/ 166707 w 871077"/>
              <a:gd name="connsiteY0" fmla="*/ 846032 h 1000712"/>
              <a:gd name="connsiteX1" fmla="*/ 12876 w 871077"/>
              <a:gd name="connsiteY1" fmla="*/ 225130 h 1000712"/>
              <a:gd name="connsiteX2" fmla="*/ 271609 w 871077"/>
              <a:gd name="connsiteY2" fmla="*/ 73183 h 1000712"/>
              <a:gd name="connsiteX3" fmla="*/ 509312 w 871077"/>
              <a:gd name="connsiteY3" fmla="*/ 11737 h 1000712"/>
              <a:gd name="connsiteX4" fmla="*/ 834341 w 871077"/>
              <a:gd name="connsiteY4" fmla="*/ 58454 h 1000712"/>
              <a:gd name="connsiteX5" fmla="*/ 820149 w 871077"/>
              <a:gd name="connsiteY5" fmla="*/ 499504 h 1000712"/>
              <a:gd name="connsiteX6" fmla="*/ 370149 w 871077"/>
              <a:gd name="connsiteY6" fmla="*/ 979524 h 1000712"/>
              <a:gd name="connsiteX7" fmla="*/ 166707 w 871077"/>
              <a:gd name="connsiteY7" fmla="*/ 846032 h 1000712"/>
              <a:gd name="connsiteX0" fmla="*/ 166707 w 871077"/>
              <a:gd name="connsiteY0" fmla="*/ 842267 h 996947"/>
              <a:gd name="connsiteX1" fmla="*/ 12876 w 871077"/>
              <a:gd name="connsiteY1" fmla="*/ 221365 h 996947"/>
              <a:gd name="connsiteX2" fmla="*/ 271609 w 871077"/>
              <a:gd name="connsiteY2" fmla="*/ 69418 h 996947"/>
              <a:gd name="connsiteX3" fmla="*/ 509312 w 871077"/>
              <a:gd name="connsiteY3" fmla="*/ 7972 h 996947"/>
              <a:gd name="connsiteX4" fmla="*/ 834341 w 871077"/>
              <a:gd name="connsiteY4" fmla="*/ 54689 h 996947"/>
              <a:gd name="connsiteX5" fmla="*/ 820149 w 871077"/>
              <a:gd name="connsiteY5" fmla="*/ 495739 h 996947"/>
              <a:gd name="connsiteX6" fmla="*/ 370149 w 871077"/>
              <a:gd name="connsiteY6" fmla="*/ 975759 h 996947"/>
              <a:gd name="connsiteX7" fmla="*/ 166707 w 871077"/>
              <a:gd name="connsiteY7" fmla="*/ 842267 h 996947"/>
              <a:gd name="connsiteX0" fmla="*/ 166707 w 849493"/>
              <a:gd name="connsiteY0" fmla="*/ 842267 h 991220"/>
              <a:gd name="connsiteX1" fmla="*/ 12876 w 849493"/>
              <a:gd name="connsiteY1" fmla="*/ 221365 h 991220"/>
              <a:gd name="connsiteX2" fmla="*/ 271609 w 849493"/>
              <a:gd name="connsiteY2" fmla="*/ 69418 h 991220"/>
              <a:gd name="connsiteX3" fmla="*/ 509312 w 849493"/>
              <a:gd name="connsiteY3" fmla="*/ 7972 h 991220"/>
              <a:gd name="connsiteX4" fmla="*/ 834341 w 849493"/>
              <a:gd name="connsiteY4" fmla="*/ 54689 h 991220"/>
              <a:gd name="connsiteX5" fmla="*/ 724876 w 849493"/>
              <a:gd name="connsiteY5" fmla="*/ 577927 h 991220"/>
              <a:gd name="connsiteX6" fmla="*/ 370149 w 849493"/>
              <a:gd name="connsiteY6" fmla="*/ 975759 h 991220"/>
              <a:gd name="connsiteX7" fmla="*/ 166707 w 849493"/>
              <a:gd name="connsiteY7" fmla="*/ 842267 h 991220"/>
              <a:gd name="connsiteX0" fmla="*/ 166405 w 849191"/>
              <a:gd name="connsiteY0" fmla="*/ 842267 h 996591"/>
              <a:gd name="connsiteX1" fmla="*/ 12574 w 849191"/>
              <a:gd name="connsiteY1" fmla="*/ 221365 h 996591"/>
              <a:gd name="connsiteX2" fmla="*/ 271307 w 849191"/>
              <a:gd name="connsiteY2" fmla="*/ 69418 h 996591"/>
              <a:gd name="connsiteX3" fmla="*/ 509010 w 849191"/>
              <a:gd name="connsiteY3" fmla="*/ 7972 h 996591"/>
              <a:gd name="connsiteX4" fmla="*/ 834039 w 849191"/>
              <a:gd name="connsiteY4" fmla="*/ 54689 h 996591"/>
              <a:gd name="connsiteX5" fmla="*/ 724574 w 849191"/>
              <a:gd name="connsiteY5" fmla="*/ 577927 h 996591"/>
              <a:gd name="connsiteX6" fmla="*/ 339492 w 849191"/>
              <a:gd name="connsiteY6" fmla="*/ 981828 h 996591"/>
              <a:gd name="connsiteX7" fmla="*/ 166405 w 849191"/>
              <a:gd name="connsiteY7" fmla="*/ 842267 h 996591"/>
              <a:gd name="connsiteX0" fmla="*/ 178474 w 861260"/>
              <a:gd name="connsiteY0" fmla="*/ 842267 h 995357"/>
              <a:gd name="connsiteX1" fmla="*/ 11944 w 861260"/>
              <a:gd name="connsiteY1" fmla="*/ 288029 h 995357"/>
              <a:gd name="connsiteX2" fmla="*/ 283376 w 861260"/>
              <a:gd name="connsiteY2" fmla="*/ 69418 h 995357"/>
              <a:gd name="connsiteX3" fmla="*/ 521079 w 861260"/>
              <a:gd name="connsiteY3" fmla="*/ 7972 h 995357"/>
              <a:gd name="connsiteX4" fmla="*/ 846108 w 861260"/>
              <a:gd name="connsiteY4" fmla="*/ 54689 h 995357"/>
              <a:gd name="connsiteX5" fmla="*/ 736643 w 861260"/>
              <a:gd name="connsiteY5" fmla="*/ 577927 h 995357"/>
              <a:gd name="connsiteX6" fmla="*/ 351561 w 861260"/>
              <a:gd name="connsiteY6" fmla="*/ 981828 h 995357"/>
              <a:gd name="connsiteX7" fmla="*/ 178474 w 861260"/>
              <a:gd name="connsiteY7" fmla="*/ 842267 h 995357"/>
              <a:gd name="connsiteX0" fmla="*/ 178474 w 852297"/>
              <a:gd name="connsiteY0" fmla="*/ 842267 h 987272"/>
              <a:gd name="connsiteX1" fmla="*/ 11944 w 852297"/>
              <a:gd name="connsiteY1" fmla="*/ 288029 h 987272"/>
              <a:gd name="connsiteX2" fmla="*/ 283376 w 852297"/>
              <a:gd name="connsiteY2" fmla="*/ 69418 h 987272"/>
              <a:gd name="connsiteX3" fmla="*/ 521079 w 852297"/>
              <a:gd name="connsiteY3" fmla="*/ 7972 h 987272"/>
              <a:gd name="connsiteX4" fmla="*/ 846108 w 852297"/>
              <a:gd name="connsiteY4" fmla="*/ 54689 h 987272"/>
              <a:gd name="connsiteX5" fmla="*/ 528434 w 852297"/>
              <a:gd name="connsiteY5" fmla="*/ 708367 h 987272"/>
              <a:gd name="connsiteX6" fmla="*/ 351561 w 852297"/>
              <a:gd name="connsiteY6" fmla="*/ 981828 h 987272"/>
              <a:gd name="connsiteX7" fmla="*/ 178474 w 852297"/>
              <a:gd name="connsiteY7" fmla="*/ 842267 h 987272"/>
              <a:gd name="connsiteX0" fmla="*/ 178474 w 690156"/>
              <a:gd name="connsiteY0" fmla="*/ 839374 h 984379"/>
              <a:gd name="connsiteX1" fmla="*/ 11944 w 690156"/>
              <a:gd name="connsiteY1" fmla="*/ 285136 h 984379"/>
              <a:gd name="connsiteX2" fmla="*/ 283376 w 690156"/>
              <a:gd name="connsiteY2" fmla="*/ 66525 h 984379"/>
              <a:gd name="connsiteX3" fmla="*/ 521079 w 690156"/>
              <a:gd name="connsiteY3" fmla="*/ 5079 h 984379"/>
              <a:gd name="connsiteX4" fmla="*/ 678281 w 690156"/>
              <a:gd name="connsiteY4" fmla="*/ 60179 h 984379"/>
              <a:gd name="connsiteX5" fmla="*/ 528434 w 690156"/>
              <a:gd name="connsiteY5" fmla="*/ 705474 h 984379"/>
              <a:gd name="connsiteX6" fmla="*/ 351561 w 690156"/>
              <a:gd name="connsiteY6" fmla="*/ 978935 h 984379"/>
              <a:gd name="connsiteX7" fmla="*/ 178474 w 690156"/>
              <a:gd name="connsiteY7" fmla="*/ 839374 h 984379"/>
              <a:gd name="connsiteX0" fmla="*/ 178474 w 690156"/>
              <a:gd name="connsiteY0" fmla="*/ 836333 h 981338"/>
              <a:gd name="connsiteX1" fmla="*/ 11944 w 690156"/>
              <a:gd name="connsiteY1" fmla="*/ 282095 h 981338"/>
              <a:gd name="connsiteX2" fmla="*/ 283376 w 690156"/>
              <a:gd name="connsiteY2" fmla="*/ 63484 h 981338"/>
              <a:gd name="connsiteX3" fmla="*/ 521079 w 690156"/>
              <a:gd name="connsiteY3" fmla="*/ 2038 h 981338"/>
              <a:gd name="connsiteX4" fmla="*/ 678281 w 690156"/>
              <a:gd name="connsiteY4" fmla="*/ 57138 h 981338"/>
              <a:gd name="connsiteX5" fmla="*/ 528434 w 690156"/>
              <a:gd name="connsiteY5" fmla="*/ 702433 h 981338"/>
              <a:gd name="connsiteX6" fmla="*/ 351561 w 690156"/>
              <a:gd name="connsiteY6" fmla="*/ 975894 h 981338"/>
              <a:gd name="connsiteX7" fmla="*/ 178474 w 690156"/>
              <a:gd name="connsiteY7" fmla="*/ 836333 h 981338"/>
              <a:gd name="connsiteX0" fmla="*/ 178474 w 690156"/>
              <a:gd name="connsiteY0" fmla="*/ 834360 h 979365"/>
              <a:gd name="connsiteX1" fmla="*/ 11944 w 690156"/>
              <a:gd name="connsiteY1" fmla="*/ 280122 h 979365"/>
              <a:gd name="connsiteX2" fmla="*/ 283376 w 690156"/>
              <a:gd name="connsiteY2" fmla="*/ 61511 h 979365"/>
              <a:gd name="connsiteX3" fmla="*/ 525410 w 690156"/>
              <a:gd name="connsiteY3" fmla="*/ 2386 h 979365"/>
              <a:gd name="connsiteX4" fmla="*/ 678281 w 690156"/>
              <a:gd name="connsiteY4" fmla="*/ 55165 h 979365"/>
              <a:gd name="connsiteX5" fmla="*/ 528434 w 690156"/>
              <a:gd name="connsiteY5" fmla="*/ 700460 h 979365"/>
              <a:gd name="connsiteX6" fmla="*/ 351561 w 690156"/>
              <a:gd name="connsiteY6" fmla="*/ 973921 h 979365"/>
              <a:gd name="connsiteX7" fmla="*/ 178474 w 690156"/>
              <a:gd name="connsiteY7" fmla="*/ 834360 h 979365"/>
              <a:gd name="connsiteX0" fmla="*/ 178474 w 690156"/>
              <a:gd name="connsiteY0" fmla="*/ 831974 h 976979"/>
              <a:gd name="connsiteX1" fmla="*/ 11944 w 690156"/>
              <a:gd name="connsiteY1" fmla="*/ 277736 h 976979"/>
              <a:gd name="connsiteX2" fmla="*/ 283376 w 690156"/>
              <a:gd name="connsiteY2" fmla="*/ 59125 h 976979"/>
              <a:gd name="connsiteX3" fmla="*/ 525410 w 690156"/>
              <a:gd name="connsiteY3" fmla="*/ 0 h 976979"/>
              <a:gd name="connsiteX4" fmla="*/ 678281 w 690156"/>
              <a:gd name="connsiteY4" fmla="*/ 52779 h 976979"/>
              <a:gd name="connsiteX5" fmla="*/ 528434 w 690156"/>
              <a:gd name="connsiteY5" fmla="*/ 698074 h 976979"/>
              <a:gd name="connsiteX6" fmla="*/ 351561 w 690156"/>
              <a:gd name="connsiteY6" fmla="*/ 971535 h 976979"/>
              <a:gd name="connsiteX7" fmla="*/ 178474 w 690156"/>
              <a:gd name="connsiteY7" fmla="*/ 831974 h 976979"/>
              <a:gd name="connsiteX0" fmla="*/ 178474 w 690156"/>
              <a:gd name="connsiteY0" fmla="*/ 831974 h 976979"/>
              <a:gd name="connsiteX1" fmla="*/ 11944 w 690156"/>
              <a:gd name="connsiteY1" fmla="*/ 277736 h 976979"/>
              <a:gd name="connsiteX2" fmla="*/ 285126 w 690156"/>
              <a:gd name="connsiteY2" fmla="*/ 67626 h 976979"/>
              <a:gd name="connsiteX3" fmla="*/ 525410 w 690156"/>
              <a:gd name="connsiteY3" fmla="*/ 0 h 976979"/>
              <a:gd name="connsiteX4" fmla="*/ 678281 w 690156"/>
              <a:gd name="connsiteY4" fmla="*/ 52779 h 976979"/>
              <a:gd name="connsiteX5" fmla="*/ 528434 w 690156"/>
              <a:gd name="connsiteY5" fmla="*/ 698074 h 976979"/>
              <a:gd name="connsiteX6" fmla="*/ 351561 w 690156"/>
              <a:gd name="connsiteY6" fmla="*/ 971535 h 976979"/>
              <a:gd name="connsiteX7" fmla="*/ 178474 w 690156"/>
              <a:gd name="connsiteY7" fmla="*/ 831974 h 976979"/>
              <a:gd name="connsiteX0" fmla="*/ 178474 w 690156"/>
              <a:gd name="connsiteY0" fmla="*/ 831974 h 976979"/>
              <a:gd name="connsiteX1" fmla="*/ 11944 w 690156"/>
              <a:gd name="connsiteY1" fmla="*/ 277736 h 976979"/>
              <a:gd name="connsiteX2" fmla="*/ 285126 w 690156"/>
              <a:gd name="connsiteY2" fmla="*/ 67626 h 976979"/>
              <a:gd name="connsiteX3" fmla="*/ 525410 w 690156"/>
              <a:gd name="connsiteY3" fmla="*/ 0 h 976979"/>
              <a:gd name="connsiteX4" fmla="*/ 678281 w 690156"/>
              <a:gd name="connsiteY4" fmla="*/ 52779 h 976979"/>
              <a:gd name="connsiteX5" fmla="*/ 528434 w 690156"/>
              <a:gd name="connsiteY5" fmla="*/ 698074 h 976979"/>
              <a:gd name="connsiteX6" fmla="*/ 351561 w 690156"/>
              <a:gd name="connsiteY6" fmla="*/ 971535 h 976979"/>
              <a:gd name="connsiteX7" fmla="*/ 178474 w 690156"/>
              <a:gd name="connsiteY7" fmla="*/ 831974 h 97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0156" h="976979">
                <a:moveTo>
                  <a:pt x="178474" y="831974"/>
                </a:moveTo>
                <a:cubicBezTo>
                  <a:pt x="121871" y="716341"/>
                  <a:pt x="-45854" y="350657"/>
                  <a:pt x="11944" y="277736"/>
                </a:cubicBezTo>
                <a:cubicBezTo>
                  <a:pt x="69742" y="204815"/>
                  <a:pt x="193467" y="103095"/>
                  <a:pt x="285126" y="67626"/>
                </a:cubicBezTo>
                <a:cubicBezTo>
                  <a:pt x="376785" y="32157"/>
                  <a:pt x="436757" y="15999"/>
                  <a:pt x="525410" y="0"/>
                </a:cubicBezTo>
                <a:cubicBezTo>
                  <a:pt x="622353" y="10115"/>
                  <a:pt x="610540" y="-8440"/>
                  <a:pt x="678281" y="52779"/>
                </a:cubicBezTo>
                <a:cubicBezTo>
                  <a:pt x="731722" y="130104"/>
                  <a:pt x="591087" y="574216"/>
                  <a:pt x="528434" y="698074"/>
                </a:cubicBezTo>
                <a:cubicBezTo>
                  <a:pt x="465781" y="821932"/>
                  <a:pt x="409888" y="949218"/>
                  <a:pt x="351561" y="971535"/>
                </a:cubicBezTo>
                <a:cubicBezTo>
                  <a:pt x="293234" y="993852"/>
                  <a:pt x="235077" y="947607"/>
                  <a:pt x="178474" y="831974"/>
                </a:cubicBezTo>
                <a:close/>
              </a:path>
            </a:pathLst>
          </a:custGeom>
          <a:noFill/>
          <a:ln w="9525">
            <a:solidFill>
              <a:schemeClr val="tx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81" name="椭圆 45"/>
          <p:cNvSpPr/>
          <p:nvPr/>
        </p:nvSpPr>
        <p:spPr>
          <a:xfrm rot="2214496">
            <a:off x="685790" y="2409926"/>
            <a:ext cx="1521058" cy="674891"/>
          </a:xfrm>
          <a:custGeom>
            <a:avLst/>
            <a:gdLst>
              <a:gd name="connsiteX0" fmla="*/ 0 w 2137002"/>
              <a:gd name="connsiteY0" fmla="*/ 288000 h 576000"/>
              <a:gd name="connsiteX1" fmla="*/ 1068501 w 2137002"/>
              <a:gd name="connsiteY1" fmla="*/ 0 h 576000"/>
              <a:gd name="connsiteX2" fmla="*/ 2137002 w 2137002"/>
              <a:gd name="connsiteY2" fmla="*/ 288000 h 576000"/>
              <a:gd name="connsiteX3" fmla="*/ 1068501 w 2137002"/>
              <a:gd name="connsiteY3" fmla="*/ 576000 h 576000"/>
              <a:gd name="connsiteX4" fmla="*/ 0 w 2137002"/>
              <a:gd name="connsiteY4" fmla="*/ 288000 h 576000"/>
              <a:gd name="connsiteX0" fmla="*/ 0 w 1973009"/>
              <a:gd name="connsiteY0" fmla="*/ 297635 h 576029"/>
              <a:gd name="connsiteX1" fmla="*/ 904508 w 1973009"/>
              <a:gd name="connsiteY1" fmla="*/ 14 h 576029"/>
              <a:gd name="connsiteX2" fmla="*/ 1973009 w 1973009"/>
              <a:gd name="connsiteY2" fmla="*/ 288014 h 576029"/>
              <a:gd name="connsiteX3" fmla="*/ 904508 w 1973009"/>
              <a:gd name="connsiteY3" fmla="*/ 576014 h 576029"/>
              <a:gd name="connsiteX4" fmla="*/ 0 w 1973009"/>
              <a:gd name="connsiteY4" fmla="*/ 297635 h 576029"/>
              <a:gd name="connsiteX0" fmla="*/ 13955 w 1986964"/>
              <a:gd name="connsiteY0" fmla="*/ 364869 h 643258"/>
              <a:gd name="connsiteX1" fmla="*/ 406764 w 1986964"/>
              <a:gd name="connsiteY1" fmla="*/ 22868 h 643258"/>
              <a:gd name="connsiteX2" fmla="*/ 918463 w 1986964"/>
              <a:gd name="connsiteY2" fmla="*/ 67248 h 643258"/>
              <a:gd name="connsiteX3" fmla="*/ 1986964 w 1986964"/>
              <a:gd name="connsiteY3" fmla="*/ 355248 h 643258"/>
              <a:gd name="connsiteX4" fmla="*/ 918463 w 1986964"/>
              <a:gd name="connsiteY4" fmla="*/ 643248 h 643258"/>
              <a:gd name="connsiteX5" fmla="*/ 13955 w 1986964"/>
              <a:gd name="connsiteY5" fmla="*/ 364869 h 643258"/>
              <a:gd name="connsiteX0" fmla="*/ 18309 w 1991318"/>
              <a:gd name="connsiteY0" fmla="*/ 364869 h 712255"/>
              <a:gd name="connsiteX1" fmla="*/ 411118 w 1991318"/>
              <a:gd name="connsiteY1" fmla="*/ 22868 h 712255"/>
              <a:gd name="connsiteX2" fmla="*/ 922817 w 1991318"/>
              <a:gd name="connsiteY2" fmla="*/ 67248 h 712255"/>
              <a:gd name="connsiteX3" fmla="*/ 1991318 w 1991318"/>
              <a:gd name="connsiteY3" fmla="*/ 355248 h 712255"/>
              <a:gd name="connsiteX4" fmla="*/ 922817 w 1991318"/>
              <a:gd name="connsiteY4" fmla="*/ 643248 h 712255"/>
              <a:gd name="connsiteX5" fmla="*/ 153723 w 1991318"/>
              <a:gd name="connsiteY5" fmla="*/ 691625 h 712255"/>
              <a:gd name="connsiteX6" fmla="*/ 18309 w 1991318"/>
              <a:gd name="connsiteY6" fmla="*/ 364869 h 712255"/>
              <a:gd name="connsiteX0" fmla="*/ 44862 w 1937982"/>
              <a:gd name="connsiteY0" fmla="*/ 270958 h 712255"/>
              <a:gd name="connsiteX1" fmla="*/ 357782 w 1937982"/>
              <a:gd name="connsiteY1" fmla="*/ 22868 h 712255"/>
              <a:gd name="connsiteX2" fmla="*/ 869481 w 1937982"/>
              <a:gd name="connsiteY2" fmla="*/ 67248 h 712255"/>
              <a:gd name="connsiteX3" fmla="*/ 1937982 w 1937982"/>
              <a:gd name="connsiteY3" fmla="*/ 355248 h 712255"/>
              <a:gd name="connsiteX4" fmla="*/ 869481 w 1937982"/>
              <a:gd name="connsiteY4" fmla="*/ 643248 h 712255"/>
              <a:gd name="connsiteX5" fmla="*/ 100387 w 1937982"/>
              <a:gd name="connsiteY5" fmla="*/ 691625 h 712255"/>
              <a:gd name="connsiteX6" fmla="*/ 44862 w 1937982"/>
              <a:gd name="connsiteY6" fmla="*/ 270958 h 712255"/>
              <a:gd name="connsiteX0" fmla="*/ 74827 w 1967947"/>
              <a:gd name="connsiteY0" fmla="*/ 270958 h 700492"/>
              <a:gd name="connsiteX1" fmla="*/ 387747 w 1967947"/>
              <a:gd name="connsiteY1" fmla="*/ 22868 h 700492"/>
              <a:gd name="connsiteX2" fmla="*/ 899446 w 1967947"/>
              <a:gd name="connsiteY2" fmla="*/ 67248 h 700492"/>
              <a:gd name="connsiteX3" fmla="*/ 1967947 w 1967947"/>
              <a:gd name="connsiteY3" fmla="*/ 355248 h 700492"/>
              <a:gd name="connsiteX4" fmla="*/ 899446 w 1967947"/>
              <a:gd name="connsiteY4" fmla="*/ 643248 h 700492"/>
              <a:gd name="connsiteX5" fmla="*/ 82496 w 1967947"/>
              <a:gd name="connsiteY5" fmla="*/ 676461 h 700492"/>
              <a:gd name="connsiteX6" fmla="*/ 74827 w 1967947"/>
              <a:gd name="connsiteY6" fmla="*/ 270958 h 700492"/>
              <a:gd name="connsiteX0" fmla="*/ 74827 w 1967947"/>
              <a:gd name="connsiteY0" fmla="*/ 270958 h 765746"/>
              <a:gd name="connsiteX1" fmla="*/ 387747 w 1967947"/>
              <a:gd name="connsiteY1" fmla="*/ 22868 h 765746"/>
              <a:gd name="connsiteX2" fmla="*/ 899446 w 1967947"/>
              <a:gd name="connsiteY2" fmla="*/ 67248 h 765746"/>
              <a:gd name="connsiteX3" fmla="*/ 1967947 w 1967947"/>
              <a:gd name="connsiteY3" fmla="*/ 355248 h 765746"/>
              <a:gd name="connsiteX4" fmla="*/ 1345554 w 1967947"/>
              <a:gd name="connsiteY4" fmla="*/ 747734 h 765746"/>
              <a:gd name="connsiteX5" fmla="*/ 82496 w 1967947"/>
              <a:gd name="connsiteY5" fmla="*/ 676461 h 765746"/>
              <a:gd name="connsiteX6" fmla="*/ 74827 w 1967947"/>
              <a:gd name="connsiteY6" fmla="*/ 270958 h 765746"/>
              <a:gd name="connsiteX0" fmla="*/ 74827 w 1858067"/>
              <a:gd name="connsiteY0" fmla="*/ 269486 h 767295"/>
              <a:gd name="connsiteX1" fmla="*/ 387747 w 1858067"/>
              <a:gd name="connsiteY1" fmla="*/ 21396 h 767295"/>
              <a:gd name="connsiteX2" fmla="*/ 899446 w 1858067"/>
              <a:gd name="connsiteY2" fmla="*/ 65776 h 767295"/>
              <a:gd name="connsiteX3" fmla="*/ 1858067 w 1858067"/>
              <a:gd name="connsiteY3" fmla="*/ 310325 h 767295"/>
              <a:gd name="connsiteX4" fmla="*/ 1345554 w 1858067"/>
              <a:gd name="connsiteY4" fmla="*/ 746262 h 767295"/>
              <a:gd name="connsiteX5" fmla="*/ 82496 w 1858067"/>
              <a:gd name="connsiteY5" fmla="*/ 674989 h 767295"/>
              <a:gd name="connsiteX6" fmla="*/ 74827 w 1858067"/>
              <a:gd name="connsiteY6" fmla="*/ 269486 h 767295"/>
              <a:gd name="connsiteX0" fmla="*/ 74827 w 1858067"/>
              <a:gd name="connsiteY0" fmla="*/ 269486 h 789155"/>
              <a:gd name="connsiteX1" fmla="*/ 387747 w 1858067"/>
              <a:gd name="connsiteY1" fmla="*/ 21396 h 789155"/>
              <a:gd name="connsiteX2" fmla="*/ 899446 w 1858067"/>
              <a:gd name="connsiteY2" fmla="*/ 65776 h 789155"/>
              <a:gd name="connsiteX3" fmla="*/ 1858067 w 1858067"/>
              <a:gd name="connsiteY3" fmla="*/ 310325 h 789155"/>
              <a:gd name="connsiteX4" fmla="*/ 1152233 w 1858067"/>
              <a:gd name="connsiteY4" fmla="*/ 771372 h 789155"/>
              <a:gd name="connsiteX5" fmla="*/ 82496 w 1858067"/>
              <a:gd name="connsiteY5" fmla="*/ 674989 h 789155"/>
              <a:gd name="connsiteX6" fmla="*/ 74827 w 1858067"/>
              <a:gd name="connsiteY6" fmla="*/ 269486 h 789155"/>
              <a:gd name="connsiteX0" fmla="*/ 74827 w 1858067"/>
              <a:gd name="connsiteY0" fmla="*/ 273256 h 792925"/>
              <a:gd name="connsiteX1" fmla="*/ 387747 w 1858067"/>
              <a:gd name="connsiteY1" fmla="*/ 25166 h 792925"/>
              <a:gd name="connsiteX2" fmla="*/ 908117 w 1858067"/>
              <a:gd name="connsiteY2" fmla="*/ 54810 h 792925"/>
              <a:gd name="connsiteX3" fmla="*/ 1858067 w 1858067"/>
              <a:gd name="connsiteY3" fmla="*/ 314095 h 792925"/>
              <a:gd name="connsiteX4" fmla="*/ 1152233 w 1858067"/>
              <a:gd name="connsiteY4" fmla="*/ 775142 h 792925"/>
              <a:gd name="connsiteX5" fmla="*/ 82496 w 1858067"/>
              <a:gd name="connsiteY5" fmla="*/ 678759 h 792925"/>
              <a:gd name="connsiteX6" fmla="*/ 74827 w 1858067"/>
              <a:gd name="connsiteY6" fmla="*/ 273256 h 792925"/>
              <a:gd name="connsiteX0" fmla="*/ 71822 w 1855062"/>
              <a:gd name="connsiteY0" fmla="*/ 254124 h 773793"/>
              <a:gd name="connsiteX1" fmla="*/ 322291 w 1855062"/>
              <a:gd name="connsiteY1" fmla="*/ 34273 h 773793"/>
              <a:gd name="connsiteX2" fmla="*/ 905112 w 1855062"/>
              <a:gd name="connsiteY2" fmla="*/ 35678 h 773793"/>
              <a:gd name="connsiteX3" fmla="*/ 1855062 w 1855062"/>
              <a:gd name="connsiteY3" fmla="*/ 294963 h 773793"/>
              <a:gd name="connsiteX4" fmla="*/ 1149228 w 1855062"/>
              <a:gd name="connsiteY4" fmla="*/ 756010 h 773793"/>
              <a:gd name="connsiteX5" fmla="*/ 79491 w 1855062"/>
              <a:gd name="connsiteY5" fmla="*/ 659627 h 773793"/>
              <a:gd name="connsiteX6" fmla="*/ 71822 w 1855062"/>
              <a:gd name="connsiteY6" fmla="*/ 254124 h 773793"/>
              <a:gd name="connsiteX0" fmla="*/ 71822 w 1855062"/>
              <a:gd name="connsiteY0" fmla="*/ 237833 h 757502"/>
              <a:gd name="connsiteX1" fmla="*/ 322291 w 1855062"/>
              <a:gd name="connsiteY1" fmla="*/ 17982 h 757502"/>
              <a:gd name="connsiteX2" fmla="*/ 728136 w 1855062"/>
              <a:gd name="connsiteY2" fmla="*/ 76007 h 757502"/>
              <a:gd name="connsiteX3" fmla="*/ 1855062 w 1855062"/>
              <a:gd name="connsiteY3" fmla="*/ 278672 h 757502"/>
              <a:gd name="connsiteX4" fmla="*/ 1149228 w 1855062"/>
              <a:gd name="connsiteY4" fmla="*/ 739719 h 757502"/>
              <a:gd name="connsiteX5" fmla="*/ 79491 w 1855062"/>
              <a:gd name="connsiteY5" fmla="*/ 643336 h 757502"/>
              <a:gd name="connsiteX6" fmla="*/ 71822 w 1855062"/>
              <a:gd name="connsiteY6" fmla="*/ 237833 h 757502"/>
              <a:gd name="connsiteX0" fmla="*/ 71822 w 1855062"/>
              <a:gd name="connsiteY0" fmla="*/ 242788 h 762457"/>
              <a:gd name="connsiteX1" fmla="*/ 322291 w 1855062"/>
              <a:gd name="connsiteY1" fmla="*/ 22937 h 762457"/>
              <a:gd name="connsiteX2" fmla="*/ 733491 w 1855062"/>
              <a:gd name="connsiteY2" fmla="*/ 56751 h 762457"/>
              <a:gd name="connsiteX3" fmla="*/ 1855062 w 1855062"/>
              <a:gd name="connsiteY3" fmla="*/ 283627 h 762457"/>
              <a:gd name="connsiteX4" fmla="*/ 1149228 w 1855062"/>
              <a:gd name="connsiteY4" fmla="*/ 744674 h 762457"/>
              <a:gd name="connsiteX5" fmla="*/ 79491 w 1855062"/>
              <a:gd name="connsiteY5" fmla="*/ 648291 h 762457"/>
              <a:gd name="connsiteX6" fmla="*/ 71822 w 1855062"/>
              <a:gd name="connsiteY6" fmla="*/ 242788 h 762457"/>
              <a:gd name="connsiteX0" fmla="*/ 71822 w 1855062"/>
              <a:gd name="connsiteY0" fmla="*/ 233676 h 753345"/>
              <a:gd name="connsiteX1" fmla="*/ 322291 w 1855062"/>
              <a:gd name="connsiteY1" fmla="*/ 13825 h 753345"/>
              <a:gd name="connsiteX2" fmla="*/ 733491 w 1855062"/>
              <a:gd name="connsiteY2" fmla="*/ 47639 h 753345"/>
              <a:gd name="connsiteX3" fmla="*/ 1855062 w 1855062"/>
              <a:gd name="connsiteY3" fmla="*/ 274515 h 753345"/>
              <a:gd name="connsiteX4" fmla="*/ 1149228 w 1855062"/>
              <a:gd name="connsiteY4" fmla="*/ 735562 h 753345"/>
              <a:gd name="connsiteX5" fmla="*/ 79491 w 1855062"/>
              <a:gd name="connsiteY5" fmla="*/ 639179 h 753345"/>
              <a:gd name="connsiteX6" fmla="*/ 71822 w 1855062"/>
              <a:gd name="connsiteY6" fmla="*/ 233676 h 753345"/>
              <a:gd name="connsiteX0" fmla="*/ 71822 w 1855062"/>
              <a:gd name="connsiteY0" fmla="*/ 238915 h 758584"/>
              <a:gd name="connsiteX1" fmla="*/ 322291 w 1855062"/>
              <a:gd name="connsiteY1" fmla="*/ 19064 h 758584"/>
              <a:gd name="connsiteX2" fmla="*/ 733491 w 1855062"/>
              <a:gd name="connsiteY2" fmla="*/ 52878 h 758584"/>
              <a:gd name="connsiteX3" fmla="*/ 1855062 w 1855062"/>
              <a:gd name="connsiteY3" fmla="*/ 279754 h 758584"/>
              <a:gd name="connsiteX4" fmla="*/ 1149228 w 1855062"/>
              <a:gd name="connsiteY4" fmla="*/ 740801 h 758584"/>
              <a:gd name="connsiteX5" fmla="*/ 79491 w 1855062"/>
              <a:gd name="connsiteY5" fmla="*/ 644418 h 758584"/>
              <a:gd name="connsiteX6" fmla="*/ 71822 w 1855062"/>
              <a:gd name="connsiteY6" fmla="*/ 238915 h 758584"/>
              <a:gd name="connsiteX0" fmla="*/ 58637 w 1841877"/>
              <a:gd name="connsiteY0" fmla="*/ 238915 h 764792"/>
              <a:gd name="connsiteX1" fmla="*/ 309106 w 1841877"/>
              <a:gd name="connsiteY1" fmla="*/ 19064 h 764792"/>
              <a:gd name="connsiteX2" fmla="*/ 720306 w 1841877"/>
              <a:gd name="connsiteY2" fmla="*/ 52878 h 764792"/>
              <a:gd name="connsiteX3" fmla="*/ 1841877 w 1841877"/>
              <a:gd name="connsiteY3" fmla="*/ 279754 h 764792"/>
              <a:gd name="connsiteX4" fmla="*/ 1136043 w 1841877"/>
              <a:gd name="connsiteY4" fmla="*/ 740801 h 764792"/>
              <a:gd name="connsiteX5" fmla="*/ 66306 w 1841877"/>
              <a:gd name="connsiteY5" fmla="*/ 644418 h 764792"/>
              <a:gd name="connsiteX6" fmla="*/ 58637 w 1841877"/>
              <a:gd name="connsiteY6" fmla="*/ 238915 h 764792"/>
              <a:gd name="connsiteX0" fmla="*/ 58637 w 1841877"/>
              <a:gd name="connsiteY0" fmla="*/ 238915 h 764792"/>
              <a:gd name="connsiteX1" fmla="*/ 309106 w 1841877"/>
              <a:gd name="connsiteY1" fmla="*/ 19064 h 764792"/>
              <a:gd name="connsiteX2" fmla="*/ 720306 w 1841877"/>
              <a:gd name="connsiteY2" fmla="*/ 52878 h 764792"/>
              <a:gd name="connsiteX3" fmla="*/ 1841877 w 1841877"/>
              <a:gd name="connsiteY3" fmla="*/ 279754 h 764792"/>
              <a:gd name="connsiteX4" fmla="*/ 1136043 w 1841877"/>
              <a:gd name="connsiteY4" fmla="*/ 740801 h 764792"/>
              <a:gd name="connsiteX5" fmla="*/ 66306 w 1841877"/>
              <a:gd name="connsiteY5" fmla="*/ 644418 h 764792"/>
              <a:gd name="connsiteX6" fmla="*/ 58637 w 1841877"/>
              <a:gd name="connsiteY6" fmla="*/ 238915 h 764792"/>
              <a:gd name="connsiteX0" fmla="*/ 68426 w 1851666"/>
              <a:gd name="connsiteY0" fmla="*/ 238915 h 764792"/>
              <a:gd name="connsiteX1" fmla="*/ 318895 w 1851666"/>
              <a:gd name="connsiteY1" fmla="*/ 19064 h 764792"/>
              <a:gd name="connsiteX2" fmla="*/ 730095 w 1851666"/>
              <a:gd name="connsiteY2" fmla="*/ 52878 h 764792"/>
              <a:gd name="connsiteX3" fmla="*/ 1851666 w 1851666"/>
              <a:gd name="connsiteY3" fmla="*/ 279754 h 764792"/>
              <a:gd name="connsiteX4" fmla="*/ 1145832 w 1851666"/>
              <a:gd name="connsiteY4" fmla="*/ 740801 h 764792"/>
              <a:gd name="connsiteX5" fmla="*/ 76095 w 1851666"/>
              <a:gd name="connsiteY5" fmla="*/ 644418 h 764792"/>
              <a:gd name="connsiteX6" fmla="*/ 68426 w 1851666"/>
              <a:gd name="connsiteY6" fmla="*/ 238915 h 764792"/>
              <a:gd name="connsiteX0" fmla="*/ 68426 w 1851666"/>
              <a:gd name="connsiteY0" fmla="*/ 238915 h 764792"/>
              <a:gd name="connsiteX1" fmla="*/ 318895 w 1851666"/>
              <a:gd name="connsiteY1" fmla="*/ 19064 h 764792"/>
              <a:gd name="connsiteX2" fmla="*/ 730095 w 1851666"/>
              <a:gd name="connsiteY2" fmla="*/ 52878 h 764792"/>
              <a:gd name="connsiteX3" fmla="*/ 1851666 w 1851666"/>
              <a:gd name="connsiteY3" fmla="*/ 279754 h 764792"/>
              <a:gd name="connsiteX4" fmla="*/ 1145832 w 1851666"/>
              <a:gd name="connsiteY4" fmla="*/ 740801 h 764792"/>
              <a:gd name="connsiteX5" fmla="*/ 76095 w 1851666"/>
              <a:gd name="connsiteY5" fmla="*/ 644418 h 764792"/>
              <a:gd name="connsiteX6" fmla="*/ 68426 w 1851666"/>
              <a:gd name="connsiteY6" fmla="*/ 238915 h 764792"/>
              <a:gd name="connsiteX0" fmla="*/ 68426 w 1851666"/>
              <a:gd name="connsiteY0" fmla="*/ 229766 h 755643"/>
              <a:gd name="connsiteX1" fmla="*/ 318895 w 1851666"/>
              <a:gd name="connsiteY1" fmla="*/ 9915 h 755643"/>
              <a:gd name="connsiteX2" fmla="*/ 730095 w 1851666"/>
              <a:gd name="connsiteY2" fmla="*/ 43729 h 755643"/>
              <a:gd name="connsiteX3" fmla="*/ 1851666 w 1851666"/>
              <a:gd name="connsiteY3" fmla="*/ 270605 h 755643"/>
              <a:gd name="connsiteX4" fmla="*/ 1145832 w 1851666"/>
              <a:gd name="connsiteY4" fmla="*/ 731652 h 755643"/>
              <a:gd name="connsiteX5" fmla="*/ 76095 w 1851666"/>
              <a:gd name="connsiteY5" fmla="*/ 635269 h 755643"/>
              <a:gd name="connsiteX6" fmla="*/ 68426 w 1851666"/>
              <a:gd name="connsiteY6" fmla="*/ 229766 h 755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1666" h="755643">
                <a:moveTo>
                  <a:pt x="68426" y="229766"/>
                </a:moveTo>
                <a:cubicBezTo>
                  <a:pt x="139485" y="99073"/>
                  <a:pt x="144938" y="38202"/>
                  <a:pt x="318895" y="9915"/>
                </a:cubicBezTo>
                <a:cubicBezTo>
                  <a:pt x="492852" y="-18372"/>
                  <a:pt x="438100" y="20514"/>
                  <a:pt x="730095" y="43729"/>
                </a:cubicBezTo>
                <a:cubicBezTo>
                  <a:pt x="1022090" y="66944"/>
                  <a:pt x="1851666" y="111547"/>
                  <a:pt x="1851666" y="270605"/>
                </a:cubicBezTo>
                <a:cubicBezTo>
                  <a:pt x="1851666" y="429663"/>
                  <a:pt x="1441760" y="670875"/>
                  <a:pt x="1145832" y="731652"/>
                </a:cubicBezTo>
                <a:cubicBezTo>
                  <a:pt x="849904" y="792429"/>
                  <a:pt x="196270" y="729462"/>
                  <a:pt x="76095" y="635269"/>
                </a:cubicBezTo>
                <a:cubicBezTo>
                  <a:pt x="-44080" y="541076"/>
                  <a:pt x="-2633" y="360459"/>
                  <a:pt x="68426" y="229766"/>
                </a:cubicBezTo>
                <a:close/>
              </a:path>
            </a:pathLst>
          </a:custGeom>
          <a:no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grpSp>
        <p:nvGrpSpPr>
          <p:cNvPr id="85" name="组合 84"/>
          <p:cNvGrpSpPr/>
          <p:nvPr/>
        </p:nvGrpSpPr>
        <p:grpSpPr>
          <a:xfrm>
            <a:off x="811101" y="883915"/>
            <a:ext cx="4355992" cy="2109604"/>
            <a:chOff x="1885895" y="1960022"/>
            <a:chExt cx="5256792" cy="2738492"/>
          </a:xfrm>
        </p:grpSpPr>
        <p:sp>
          <p:nvSpPr>
            <p:cNvPr id="86" name="TextBox 55"/>
            <p:cNvSpPr txBox="1"/>
            <p:nvPr/>
          </p:nvSpPr>
          <p:spPr>
            <a:xfrm>
              <a:off x="6444208" y="2276872"/>
              <a:ext cx="353330"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p10</a:t>
              </a:r>
              <a:endParaRPr lang="zh-CN" altLang="en-US" sz="1400" b="1" dirty="0">
                <a:latin typeface="Times New Roman" pitchFamily="18" charset="0"/>
              </a:endParaRPr>
            </a:p>
          </p:txBody>
        </p:sp>
        <p:sp>
          <p:nvSpPr>
            <p:cNvPr id="87" name="TextBox 61"/>
            <p:cNvSpPr txBox="1"/>
            <p:nvPr/>
          </p:nvSpPr>
          <p:spPr>
            <a:xfrm>
              <a:off x="2533967" y="4293096"/>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p3</a:t>
              </a:r>
              <a:endParaRPr lang="zh-CN" altLang="en-US" sz="1400" b="1" dirty="0">
                <a:latin typeface="Times New Roman" pitchFamily="18" charset="0"/>
              </a:endParaRPr>
            </a:p>
          </p:txBody>
        </p:sp>
        <p:sp>
          <p:nvSpPr>
            <p:cNvPr id="88" name="TextBox 63"/>
            <p:cNvSpPr txBox="1"/>
            <p:nvPr/>
          </p:nvSpPr>
          <p:spPr>
            <a:xfrm>
              <a:off x="3614087" y="1988840"/>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p7</a:t>
              </a:r>
              <a:endParaRPr lang="zh-CN" altLang="en-US" sz="1400" b="1" dirty="0">
                <a:latin typeface="Times New Roman" pitchFamily="18" charset="0"/>
              </a:endParaRPr>
            </a:p>
          </p:txBody>
        </p:sp>
        <p:sp>
          <p:nvSpPr>
            <p:cNvPr id="89" name="TextBox 64"/>
            <p:cNvSpPr txBox="1"/>
            <p:nvPr/>
          </p:nvSpPr>
          <p:spPr>
            <a:xfrm>
              <a:off x="2994402" y="2614341"/>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p5</a:t>
              </a:r>
              <a:endParaRPr lang="zh-CN" altLang="en-US" sz="1400" b="1" dirty="0">
                <a:latin typeface="Times New Roman" pitchFamily="18" charset="0"/>
              </a:endParaRPr>
            </a:p>
          </p:txBody>
        </p:sp>
        <p:sp>
          <p:nvSpPr>
            <p:cNvPr id="90" name="TextBox 65"/>
            <p:cNvSpPr txBox="1"/>
            <p:nvPr/>
          </p:nvSpPr>
          <p:spPr>
            <a:xfrm>
              <a:off x="2966014" y="1960022"/>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p4</a:t>
              </a:r>
              <a:endParaRPr lang="zh-CN" altLang="en-US" sz="1400" b="1" dirty="0">
                <a:latin typeface="Times New Roman" pitchFamily="18" charset="0"/>
              </a:endParaRPr>
            </a:p>
          </p:txBody>
        </p:sp>
        <p:sp>
          <p:nvSpPr>
            <p:cNvPr id="91" name="TextBox 66"/>
            <p:cNvSpPr txBox="1"/>
            <p:nvPr/>
          </p:nvSpPr>
          <p:spPr>
            <a:xfrm>
              <a:off x="5796136" y="4418845"/>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p9</a:t>
              </a:r>
              <a:endParaRPr lang="zh-CN" altLang="en-US" sz="1400" b="1" dirty="0">
                <a:latin typeface="Times New Roman" pitchFamily="18" charset="0"/>
              </a:endParaRPr>
            </a:p>
          </p:txBody>
        </p:sp>
        <p:sp>
          <p:nvSpPr>
            <p:cNvPr id="92" name="TextBox 67"/>
            <p:cNvSpPr txBox="1"/>
            <p:nvPr/>
          </p:nvSpPr>
          <p:spPr>
            <a:xfrm>
              <a:off x="5580112" y="4005064"/>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p8</a:t>
              </a:r>
              <a:endParaRPr lang="zh-CN" altLang="en-US" sz="1400" b="1" dirty="0">
                <a:latin typeface="Times New Roman" pitchFamily="18" charset="0"/>
              </a:endParaRPr>
            </a:p>
          </p:txBody>
        </p:sp>
        <p:sp>
          <p:nvSpPr>
            <p:cNvPr id="93" name="TextBox 68"/>
            <p:cNvSpPr txBox="1"/>
            <p:nvPr/>
          </p:nvSpPr>
          <p:spPr>
            <a:xfrm>
              <a:off x="3182039" y="4390349"/>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p6</a:t>
              </a:r>
              <a:endParaRPr lang="zh-CN" altLang="en-US" sz="1400" b="1" dirty="0">
                <a:latin typeface="Times New Roman" pitchFamily="18" charset="0"/>
              </a:endParaRPr>
            </a:p>
          </p:txBody>
        </p:sp>
        <p:sp>
          <p:nvSpPr>
            <p:cNvPr id="94" name="TextBox 69"/>
            <p:cNvSpPr txBox="1"/>
            <p:nvPr/>
          </p:nvSpPr>
          <p:spPr>
            <a:xfrm>
              <a:off x="6447495" y="2894763"/>
              <a:ext cx="353330"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p11</a:t>
              </a:r>
              <a:endParaRPr lang="zh-CN" altLang="en-US" sz="1400" b="1" dirty="0">
                <a:latin typeface="Times New Roman" pitchFamily="18" charset="0"/>
              </a:endParaRPr>
            </a:p>
          </p:txBody>
        </p:sp>
        <p:sp>
          <p:nvSpPr>
            <p:cNvPr id="95" name="TextBox 70"/>
            <p:cNvSpPr txBox="1"/>
            <p:nvPr/>
          </p:nvSpPr>
          <p:spPr>
            <a:xfrm>
              <a:off x="6789357" y="1960022"/>
              <a:ext cx="353330"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p12</a:t>
              </a:r>
              <a:endParaRPr lang="zh-CN" altLang="en-US" sz="1400" b="1" dirty="0">
                <a:latin typeface="Times New Roman" pitchFamily="18" charset="0"/>
              </a:endParaRPr>
            </a:p>
          </p:txBody>
        </p:sp>
        <p:sp>
          <p:nvSpPr>
            <p:cNvPr id="96" name="TextBox 60"/>
            <p:cNvSpPr txBox="1"/>
            <p:nvPr/>
          </p:nvSpPr>
          <p:spPr>
            <a:xfrm>
              <a:off x="1885895" y="3577578"/>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p1</a:t>
              </a:r>
              <a:endParaRPr lang="zh-CN" altLang="en-US" sz="1400" b="1" dirty="0">
                <a:latin typeface="Times New Roman" pitchFamily="18" charset="0"/>
              </a:endParaRPr>
            </a:p>
          </p:txBody>
        </p:sp>
        <p:sp>
          <p:nvSpPr>
            <p:cNvPr id="97" name="TextBox 62"/>
            <p:cNvSpPr txBox="1"/>
            <p:nvPr/>
          </p:nvSpPr>
          <p:spPr>
            <a:xfrm>
              <a:off x="2212311" y="3390630"/>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p2</a:t>
              </a:r>
              <a:endParaRPr lang="zh-CN" altLang="en-US" sz="1400" b="1" dirty="0">
                <a:latin typeface="Times New Roman" pitchFamily="18" charset="0"/>
              </a:endParaRPr>
            </a:p>
          </p:txBody>
        </p:sp>
      </p:grpSp>
      <p:pic>
        <p:nvPicPr>
          <p:cNvPr id="82" name="表格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000" y="4607100"/>
            <a:ext cx="3085828" cy="14897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 name="表格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000" y="4739364"/>
            <a:ext cx="2736000" cy="1356636"/>
          </a:xfrm>
          <a:prstGeom prst="rect">
            <a:avLst/>
          </a:prstGeom>
          <a:noFill/>
          <a:ln w="9525">
            <a:solidFill>
              <a:srgbClr val="00206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 name="表格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4000" y="4900482"/>
            <a:ext cx="2376000" cy="1195519"/>
          </a:xfrm>
          <a:prstGeom prst="rect">
            <a:avLst/>
          </a:prstGeom>
          <a:noFill/>
          <a:ln w="9525">
            <a:solidFill>
              <a:srgbClr val="00206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 name="表格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4000" y="5043498"/>
            <a:ext cx="2052000" cy="1052502"/>
          </a:xfrm>
          <a:prstGeom prst="rect">
            <a:avLst/>
          </a:prstGeom>
          <a:noFill/>
          <a:ln w="9525">
            <a:solidFill>
              <a:srgbClr val="00206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5800022"/>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82"/>
                                        </p:tgtEl>
                                      </p:cBhvr>
                                    </p:animEffect>
                                    <p:set>
                                      <p:cBhvr>
                                        <p:cTn id="7" dur="1" fill="hold">
                                          <p:stCondLst>
                                            <p:cond delay="499"/>
                                          </p:stCondLst>
                                        </p:cTn>
                                        <p:tgtEl>
                                          <p:spTgt spid="82"/>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3"/>
                                        </p:tgtEl>
                                        <p:attrNameLst>
                                          <p:attrName>style.visibility</p:attrName>
                                        </p:attrNameLst>
                                      </p:cBhvr>
                                      <p:to>
                                        <p:strVal val="visible"/>
                                      </p:to>
                                    </p:set>
                                    <p:animEffect transition="in" filter="fade">
                                      <p:cBhvr>
                                        <p:cTn id="11" dur="500"/>
                                        <p:tgtEl>
                                          <p:spTgt spid="10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8"/>
                                        </p:tgtEl>
                                        <p:attrNameLst>
                                          <p:attrName>style.visibility</p:attrName>
                                        </p:attrNameLst>
                                      </p:cBhvr>
                                      <p:to>
                                        <p:strVal val="visible"/>
                                      </p:to>
                                    </p:set>
                                    <p:animEffect transition="in" filter="fade">
                                      <p:cBhvr>
                                        <p:cTn id="16" dur="500"/>
                                        <p:tgtEl>
                                          <p:spTgt spid="68"/>
                                        </p:tgtEl>
                                      </p:cBhvr>
                                    </p:animEffect>
                                  </p:childTnLst>
                                </p:cTn>
                              </p:par>
                            </p:childTnLst>
                          </p:cTn>
                        </p:par>
                        <p:par>
                          <p:cTn id="17" fill="hold">
                            <p:stCondLst>
                              <p:cond delay="500"/>
                            </p:stCondLst>
                            <p:childTnLst>
                              <p:par>
                                <p:cTn id="18" presetID="21" presetClass="entr" presetSubtype="1" fill="hold" grpId="0" nodeType="afterEffect">
                                  <p:stCondLst>
                                    <p:cond delay="0"/>
                                  </p:stCondLst>
                                  <p:childTnLst>
                                    <p:set>
                                      <p:cBhvr>
                                        <p:cTn id="19" dur="1" fill="hold">
                                          <p:stCondLst>
                                            <p:cond delay="0"/>
                                          </p:stCondLst>
                                        </p:cTn>
                                        <p:tgtEl>
                                          <p:spTgt spid="79"/>
                                        </p:tgtEl>
                                        <p:attrNameLst>
                                          <p:attrName>style.visibility</p:attrName>
                                        </p:attrNameLst>
                                      </p:cBhvr>
                                      <p:to>
                                        <p:strVal val="visible"/>
                                      </p:to>
                                    </p:set>
                                    <p:animEffect transition="in" filter="wheel(1)">
                                      <p:cBhvr>
                                        <p:cTn id="20" dur="500"/>
                                        <p:tgtEl>
                                          <p:spTgt spid="7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wipe(down)">
                                      <p:cBhvr>
                                        <p:cTn id="25" dur="500"/>
                                        <p:tgtEl>
                                          <p:spTgt spid="30"/>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fade">
                                      <p:cBhvr>
                                        <p:cTn id="29" dur="500"/>
                                        <p:tgtEl>
                                          <p:spTgt spid="5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103"/>
                                        </p:tgtEl>
                                      </p:cBhvr>
                                    </p:animEffect>
                                    <p:set>
                                      <p:cBhvr>
                                        <p:cTn id="34" dur="1" fill="hold">
                                          <p:stCondLst>
                                            <p:cond delay="499"/>
                                          </p:stCondLst>
                                        </p:cTn>
                                        <p:tgtEl>
                                          <p:spTgt spid="103"/>
                                        </p:tgtEl>
                                        <p:attrNameLst>
                                          <p:attrName>style.visibility</p:attrName>
                                        </p:attrNameLst>
                                      </p:cBhvr>
                                      <p:to>
                                        <p:strVal val="hidden"/>
                                      </p:to>
                                    </p:se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104"/>
                                        </p:tgtEl>
                                        <p:attrNameLst>
                                          <p:attrName>style.visibility</p:attrName>
                                        </p:attrNameLst>
                                      </p:cBhvr>
                                      <p:to>
                                        <p:strVal val="visible"/>
                                      </p:to>
                                    </p:set>
                                    <p:animEffect transition="in" filter="fade">
                                      <p:cBhvr>
                                        <p:cTn id="38" dur="500"/>
                                        <p:tgtEl>
                                          <p:spTgt spid="104"/>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grpId="0" nodeType="clickEffect">
                                  <p:stCondLst>
                                    <p:cond delay="0"/>
                                  </p:stCondLst>
                                  <p:childTnLst>
                                    <p:set>
                                      <p:cBhvr>
                                        <p:cTn id="42" dur="1" fill="hold">
                                          <p:stCondLst>
                                            <p:cond delay="0"/>
                                          </p:stCondLst>
                                        </p:cTn>
                                        <p:tgtEl>
                                          <p:spTgt spid="80"/>
                                        </p:tgtEl>
                                        <p:attrNameLst>
                                          <p:attrName>style.visibility</p:attrName>
                                        </p:attrNameLst>
                                      </p:cBhvr>
                                      <p:to>
                                        <p:strVal val="visible"/>
                                      </p:to>
                                    </p:set>
                                    <p:animEffect transition="in" filter="wheel(1)">
                                      <p:cBhvr>
                                        <p:cTn id="43" dur="500"/>
                                        <p:tgtEl>
                                          <p:spTgt spid="8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wipe(down)">
                                      <p:cBhvr>
                                        <p:cTn id="48" dur="500"/>
                                        <p:tgtEl>
                                          <p:spTgt spid="34"/>
                                        </p:tgtEl>
                                      </p:cBhvr>
                                    </p:animEffect>
                                  </p:childTnLst>
                                </p:cTn>
                              </p:par>
                            </p:childTnLst>
                          </p:cTn>
                        </p:par>
                        <p:par>
                          <p:cTn id="49" fill="hold">
                            <p:stCondLst>
                              <p:cond delay="500"/>
                            </p:stCondLst>
                            <p:childTnLst>
                              <p:par>
                                <p:cTn id="50" presetID="10" presetClass="entr" presetSubtype="0" fill="hold" nodeType="afterEffect">
                                  <p:stCondLst>
                                    <p:cond delay="0"/>
                                  </p:stCondLst>
                                  <p:childTnLst>
                                    <p:set>
                                      <p:cBhvr>
                                        <p:cTn id="51" dur="1" fill="hold">
                                          <p:stCondLst>
                                            <p:cond delay="0"/>
                                          </p:stCondLst>
                                        </p:cTn>
                                        <p:tgtEl>
                                          <p:spTgt spid="57"/>
                                        </p:tgtEl>
                                        <p:attrNameLst>
                                          <p:attrName>style.visibility</p:attrName>
                                        </p:attrNameLst>
                                      </p:cBhvr>
                                      <p:to>
                                        <p:strVal val="visible"/>
                                      </p:to>
                                    </p:set>
                                    <p:animEffect transition="in" filter="fade">
                                      <p:cBhvr>
                                        <p:cTn id="52" dur="500"/>
                                        <p:tgtEl>
                                          <p:spTgt spid="5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nodeType="clickEffect">
                                  <p:stCondLst>
                                    <p:cond delay="0"/>
                                  </p:stCondLst>
                                  <p:childTnLst>
                                    <p:animEffect transition="out" filter="fade">
                                      <p:cBhvr>
                                        <p:cTn id="56" dur="500"/>
                                        <p:tgtEl>
                                          <p:spTgt spid="104"/>
                                        </p:tgtEl>
                                      </p:cBhvr>
                                    </p:animEffect>
                                    <p:set>
                                      <p:cBhvr>
                                        <p:cTn id="57" dur="1" fill="hold">
                                          <p:stCondLst>
                                            <p:cond delay="499"/>
                                          </p:stCondLst>
                                        </p:cTn>
                                        <p:tgtEl>
                                          <p:spTgt spid="104"/>
                                        </p:tgtEl>
                                        <p:attrNameLst>
                                          <p:attrName>style.visibility</p:attrName>
                                        </p:attrNameLst>
                                      </p:cBhvr>
                                      <p:to>
                                        <p:strVal val="hidden"/>
                                      </p:to>
                                    </p:set>
                                  </p:childTnLst>
                                </p:cTn>
                              </p:par>
                            </p:childTnLst>
                          </p:cTn>
                        </p:par>
                        <p:par>
                          <p:cTn id="58" fill="hold">
                            <p:stCondLst>
                              <p:cond delay="500"/>
                            </p:stCondLst>
                            <p:childTnLst>
                              <p:par>
                                <p:cTn id="59" presetID="10" presetClass="entr" presetSubtype="0" fill="hold" nodeType="afterEffect">
                                  <p:stCondLst>
                                    <p:cond delay="0"/>
                                  </p:stCondLst>
                                  <p:childTnLst>
                                    <p:set>
                                      <p:cBhvr>
                                        <p:cTn id="60" dur="1" fill="hold">
                                          <p:stCondLst>
                                            <p:cond delay="0"/>
                                          </p:stCondLst>
                                        </p:cTn>
                                        <p:tgtEl>
                                          <p:spTgt spid="105"/>
                                        </p:tgtEl>
                                        <p:attrNameLst>
                                          <p:attrName>style.visibility</p:attrName>
                                        </p:attrNameLst>
                                      </p:cBhvr>
                                      <p:to>
                                        <p:strVal val="visible"/>
                                      </p:to>
                                    </p:set>
                                    <p:animEffect transition="in" filter="fade">
                                      <p:cBhvr>
                                        <p:cTn id="61" dur="500"/>
                                        <p:tgtEl>
                                          <p:spTgt spid="105"/>
                                        </p:tgtEl>
                                      </p:cBhvr>
                                    </p:animEffect>
                                  </p:childTnLst>
                                </p:cTn>
                              </p:par>
                            </p:childTnLst>
                          </p:cTn>
                        </p:par>
                      </p:childTnLst>
                    </p:cTn>
                  </p:par>
                  <p:par>
                    <p:cTn id="62" fill="hold">
                      <p:stCondLst>
                        <p:cond delay="indefinite"/>
                      </p:stCondLst>
                      <p:childTnLst>
                        <p:par>
                          <p:cTn id="63" fill="hold">
                            <p:stCondLst>
                              <p:cond delay="0"/>
                            </p:stCondLst>
                            <p:childTnLst>
                              <p:par>
                                <p:cTn id="64" presetID="21" presetClass="entr" presetSubtype="1" fill="hold" grpId="0" nodeType="clickEffect">
                                  <p:stCondLst>
                                    <p:cond delay="0"/>
                                  </p:stCondLst>
                                  <p:childTnLst>
                                    <p:set>
                                      <p:cBhvr>
                                        <p:cTn id="65" dur="1" fill="hold">
                                          <p:stCondLst>
                                            <p:cond delay="0"/>
                                          </p:stCondLst>
                                        </p:cTn>
                                        <p:tgtEl>
                                          <p:spTgt spid="81"/>
                                        </p:tgtEl>
                                        <p:attrNameLst>
                                          <p:attrName>style.visibility</p:attrName>
                                        </p:attrNameLst>
                                      </p:cBhvr>
                                      <p:to>
                                        <p:strVal val="visible"/>
                                      </p:to>
                                    </p:set>
                                    <p:animEffect transition="in" filter="wheel(1)">
                                      <p:cBhvr>
                                        <p:cTn id="66" dur="500"/>
                                        <p:tgtEl>
                                          <p:spTgt spid="81"/>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nodeType="click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wipe(down)">
                                      <p:cBhvr>
                                        <p:cTn id="71" dur="500"/>
                                        <p:tgtEl>
                                          <p:spTgt spid="26"/>
                                        </p:tgtEl>
                                      </p:cBhvr>
                                    </p:animEffect>
                                  </p:childTnLst>
                                </p:cTn>
                              </p:par>
                            </p:childTnLst>
                          </p:cTn>
                        </p:par>
                        <p:par>
                          <p:cTn id="72" fill="hold">
                            <p:stCondLst>
                              <p:cond delay="500"/>
                            </p:stCondLst>
                            <p:childTnLst>
                              <p:par>
                                <p:cTn id="73" presetID="10" presetClass="entr" presetSubtype="0" fill="hold" nodeType="afterEffect">
                                  <p:stCondLst>
                                    <p:cond delay="0"/>
                                  </p:stCondLst>
                                  <p:childTnLst>
                                    <p:set>
                                      <p:cBhvr>
                                        <p:cTn id="74" dur="1" fill="hold">
                                          <p:stCondLst>
                                            <p:cond delay="0"/>
                                          </p:stCondLst>
                                        </p:cTn>
                                        <p:tgtEl>
                                          <p:spTgt spid="55"/>
                                        </p:tgtEl>
                                        <p:attrNameLst>
                                          <p:attrName>style.visibility</p:attrName>
                                        </p:attrNameLst>
                                      </p:cBhvr>
                                      <p:to>
                                        <p:strVal val="visible"/>
                                      </p:to>
                                    </p:set>
                                    <p:animEffect transition="in" filter="fade">
                                      <p:cBhvr>
                                        <p:cTn id="75"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80" grpId="0" animBg="1"/>
      <p:bldP spid="8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nvGraphicFramePr>
        <p:xfrm>
          <a:off x="4716709" y="6063953"/>
          <a:ext cx="4419600" cy="192405"/>
        </p:xfrm>
        <a:graphic>
          <a:graphicData uri="http://schemas.openxmlformats.org/drawingml/2006/table">
            <a:tbl>
              <a:tblPr>
                <a:tableStyleId>{5C22544A-7EE6-4342-B048-85BDC9FD1C3A}</a:tableStyleId>
              </a:tblPr>
              <a:tblGrid>
                <a:gridCol w="368300">
                  <a:extLst>
                    <a:ext uri="{9D8B030D-6E8A-4147-A177-3AD203B41FA5}">
                      <a16:colId xmlns:a16="http://schemas.microsoft.com/office/drawing/2014/main" val="20000"/>
                    </a:ext>
                  </a:extLst>
                </a:gridCol>
                <a:gridCol w="368300">
                  <a:extLst>
                    <a:ext uri="{9D8B030D-6E8A-4147-A177-3AD203B41FA5}">
                      <a16:colId xmlns:a16="http://schemas.microsoft.com/office/drawing/2014/main" val="20001"/>
                    </a:ext>
                  </a:extLst>
                </a:gridCol>
                <a:gridCol w="368300">
                  <a:extLst>
                    <a:ext uri="{9D8B030D-6E8A-4147-A177-3AD203B41FA5}">
                      <a16:colId xmlns:a16="http://schemas.microsoft.com/office/drawing/2014/main" val="20002"/>
                    </a:ext>
                  </a:extLst>
                </a:gridCol>
                <a:gridCol w="368300">
                  <a:extLst>
                    <a:ext uri="{9D8B030D-6E8A-4147-A177-3AD203B41FA5}">
                      <a16:colId xmlns:a16="http://schemas.microsoft.com/office/drawing/2014/main" val="20003"/>
                    </a:ext>
                  </a:extLst>
                </a:gridCol>
                <a:gridCol w="368300">
                  <a:extLst>
                    <a:ext uri="{9D8B030D-6E8A-4147-A177-3AD203B41FA5}">
                      <a16:colId xmlns:a16="http://schemas.microsoft.com/office/drawing/2014/main" val="20004"/>
                    </a:ext>
                  </a:extLst>
                </a:gridCol>
                <a:gridCol w="368300">
                  <a:extLst>
                    <a:ext uri="{9D8B030D-6E8A-4147-A177-3AD203B41FA5}">
                      <a16:colId xmlns:a16="http://schemas.microsoft.com/office/drawing/2014/main" val="20005"/>
                    </a:ext>
                  </a:extLst>
                </a:gridCol>
                <a:gridCol w="368300">
                  <a:extLst>
                    <a:ext uri="{9D8B030D-6E8A-4147-A177-3AD203B41FA5}">
                      <a16:colId xmlns:a16="http://schemas.microsoft.com/office/drawing/2014/main" val="20006"/>
                    </a:ext>
                  </a:extLst>
                </a:gridCol>
                <a:gridCol w="368300">
                  <a:extLst>
                    <a:ext uri="{9D8B030D-6E8A-4147-A177-3AD203B41FA5}">
                      <a16:colId xmlns:a16="http://schemas.microsoft.com/office/drawing/2014/main" val="20007"/>
                    </a:ext>
                  </a:extLst>
                </a:gridCol>
                <a:gridCol w="368300">
                  <a:extLst>
                    <a:ext uri="{9D8B030D-6E8A-4147-A177-3AD203B41FA5}">
                      <a16:colId xmlns:a16="http://schemas.microsoft.com/office/drawing/2014/main" val="20008"/>
                    </a:ext>
                  </a:extLst>
                </a:gridCol>
                <a:gridCol w="368300">
                  <a:extLst>
                    <a:ext uri="{9D8B030D-6E8A-4147-A177-3AD203B41FA5}">
                      <a16:colId xmlns:a16="http://schemas.microsoft.com/office/drawing/2014/main" val="20009"/>
                    </a:ext>
                  </a:extLst>
                </a:gridCol>
                <a:gridCol w="368300">
                  <a:extLst>
                    <a:ext uri="{9D8B030D-6E8A-4147-A177-3AD203B41FA5}">
                      <a16:colId xmlns:a16="http://schemas.microsoft.com/office/drawing/2014/main" val="20010"/>
                    </a:ext>
                  </a:extLst>
                </a:gridCol>
                <a:gridCol w="368300">
                  <a:extLst>
                    <a:ext uri="{9D8B030D-6E8A-4147-A177-3AD203B41FA5}">
                      <a16:colId xmlns:a16="http://schemas.microsoft.com/office/drawing/2014/main" val="20011"/>
                    </a:ext>
                  </a:extLst>
                </a:gridCol>
              </a:tblGrid>
              <a:tr h="190500">
                <a:tc>
                  <a:txBody>
                    <a:bodyPr/>
                    <a:lstStyle/>
                    <a:p>
                      <a:pPr algn="ctr" fontAlgn="b"/>
                      <a:r>
                        <a:rPr lang="en-US" sz="1200" u="none" strike="noStrike" dirty="0">
                          <a:effectLst/>
                          <a:latin typeface="Times New Roman" pitchFamily="18" charset="0"/>
                        </a:rPr>
                        <a:t>p1</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p2</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p3</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p6</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p4</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p7</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p5</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p8</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p9</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p10</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p12</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200" u="none" strike="noStrike" dirty="0">
                          <a:effectLst/>
                          <a:latin typeface="Times New Roman" pitchFamily="18" charset="0"/>
                        </a:rPr>
                        <a:t>p11</a:t>
                      </a:r>
                      <a:endParaRPr lang="en-US" sz="1200" b="0" i="0" u="none" strike="noStrike" dirty="0">
                        <a:solidFill>
                          <a:srgbClr val="000000"/>
                        </a:solidFill>
                        <a:effectLst/>
                        <a:latin typeface="Times New Roman"/>
                      </a:endParaRP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bl>
          </a:graphicData>
        </a:graphic>
      </p:graphicFrame>
      <p:grpSp>
        <p:nvGrpSpPr>
          <p:cNvPr id="6" name="组合 5"/>
          <p:cNvGrpSpPr/>
          <p:nvPr/>
        </p:nvGrpSpPr>
        <p:grpSpPr>
          <a:xfrm>
            <a:off x="4932733" y="5811922"/>
            <a:ext cx="324000" cy="252002"/>
            <a:chOff x="1187624" y="1700808"/>
            <a:chExt cx="648072" cy="2160240"/>
          </a:xfrm>
        </p:grpSpPr>
        <p:cxnSp>
          <p:nvCxnSpPr>
            <p:cNvPr id="7" name="直接连接符 6"/>
            <p:cNvCxnSpPr/>
            <p:nvPr/>
          </p:nvCxnSpPr>
          <p:spPr>
            <a:xfrm flipH="1">
              <a:off x="1187624"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1835696"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5652813" y="5487948"/>
            <a:ext cx="324000" cy="576005"/>
            <a:chOff x="1187624" y="1700808"/>
            <a:chExt cx="648072" cy="2160240"/>
          </a:xfrm>
        </p:grpSpPr>
        <p:cxnSp>
          <p:nvCxnSpPr>
            <p:cNvPr id="11" name="直接连接符 10"/>
            <p:cNvCxnSpPr/>
            <p:nvPr/>
          </p:nvCxnSpPr>
          <p:spPr>
            <a:xfrm flipH="1">
              <a:off x="1187624"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1835696"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6372893" y="5523948"/>
            <a:ext cx="324000" cy="540004"/>
            <a:chOff x="1187624" y="1700808"/>
            <a:chExt cx="648072" cy="2160240"/>
          </a:xfrm>
        </p:grpSpPr>
        <p:cxnSp>
          <p:nvCxnSpPr>
            <p:cNvPr id="15" name="直接连接符 14"/>
            <p:cNvCxnSpPr/>
            <p:nvPr/>
          </p:nvCxnSpPr>
          <p:spPr>
            <a:xfrm flipH="1">
              <a:off x="1187624"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835696"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7489053" y="5487884"/>
            <a:ext cx="324000" cy="576005"/>
            <a:chOff x="1187624" y="1700808"/>
            <a:chExt cx="648072" cy="2160240"/>
          </a:xfrm>
        </p:grpSpPr>
        <p:cxnSp>
          <p:nvCxnSpPr>
            <p:cNvPr id="19" name="直接连接符 18"/>
            <p:cNvCxnSpPr/>
            <p:nvPr/>
          </p:nvCxnSpPr>
          <p:spPr>
            <a:xfrm flipH="1">
              <a:off x="1187624"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1835696"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8245101" y="5559892"/>
            <a:ext cx="324000" cy="504004"/>
            <a:chOff x="1187624" y="1700808"/>
            <a:chExt cx="648072" cy="2160240"/>
          </a:xfrm>
        </p:grpSpPr>
        <p:cxnSp>
          <p:nvCxnSpPr>
            <p:cNvPr id="23" name="直接连接符 22"/>
            <p:cNvCxnSpPr/>
            <p:nvPr/>
          </p:nvCxnSpPr>
          <p:spPr>
            <a:xfrm flipH="1">
              <a:off x="1187624"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1835696" y="1700808"/>
              <a:ext cx="0" cy="21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5076732" y="4767804"/>
            <a:ext cx="756000" cy="1044011"/>
            <a:chOff x="1187624" y="1700808"/>
            <a:chExt cx="648159" cy="955133"/>
          </a:xfrm>
        </p:grpSpPr>
        <p:cxnSp>
          <p:nvCxnSpPr>
            <p:cNvPr id="27" name="直接连接符 26"/>
            <p:cNvCxnSpPr/>
            <p:nvPr/>
          </p:nvCxnSpPr>
          <p:spPr>
            <a:xfrm flipH="1">
              <a:off x="1187624" y="1700808"/>
              <a:ext cx="0" cy="9551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835783" y="1700808"/>
              <a:ext cx="0" cy="658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a:xfrm>
            <a:off x="6516893" y="5127946"/>
            <a:ext cx="576080" cy="936007"/>
            <a:chOff x="1187624" y="1700808"/>
            <a:chExt cx="648072" cy="2994878"/>
          </a:xfrm>
        </p:grpSpPr>
        <p:cxnSp>
          <p:nvCxnSpPr>
            <p:cNvPr id="31" name="直接连接符 30"/>
            <p:cNvCxnSpPr/>
            <p:nvPr/>
          </p:nvCxnSpPr>
          <p:spPr>
            <a:xfrm flipH="1">
              <a:off x="1187624" y="1700808"/>
              <a:ext cx="0" cy="12670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835696" y="1700808"/>
              <a:ext cx="0" cy="2994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8389101" y="4983944"/>
            <a:ext cx="540000" cy="1080009"/>
            <a:chOff x="1187624" y="1700808"/>
            <a:chExt cx="648072" cy="2994878"/>
          </a:xfrm>
        </p:grpSpPr>
        <p:cxnSp>
          <p:nvCxnSpPr>
            <p:cNvPr id="35" name="直接连接符 34"/>
            <p:cNvCxnSpPr/>
            <p:nvPr/>
          </p:nvCxnSpPr>
          <p:spPr>
            <a:xfrm flipH="1">
              <a:off x="1187624" y="1700808"/>
              <a:ext cx="0" cy="159726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5696" y="1700808"/>
              <a:ext cx="0" cy="2994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2" name="组合 41"/>
          <p:cNvGrpSpPr/>
          <p:nvPr/>
        </p:nvGrpSpPr>
        <p:grpSpPr>
          <a:xfrm>
            <a:off x="7669053" y="3507953"/>
            <a:ext cx="1008096" cy="1979999"/>
            <a:chOff x="1187624" y="1700807"/>
            <a:chExt cx="648535" cy="1098651"/>
          </a:xfrm>
        </p:grpSpPr>
        <p:cxnSp>
          <p:nvCxnSpPr>
            <p:cNvPr id="43" name="直接连接符 42"/>
            <p:cNvCxnSpPr/>
            <p:nvPr/>
          </p:nvCxnSpPr>
          <p:spPr>
            <a:xfrm flipH="1">
              <a:off x="1187624" y="1700807"/>
              <a:ext cx="0" cy="10986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1836159" y="1700808"/>
              <a:ext cx="0" cy="8189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6" name="组合 45"/>
          <p:cNvGrpSpPr/>
          <p:nvPr/>
        </p:nvGrpSpPr>
        <p:grpSpPr>
          <a:xfrm>
            <a:off x="6156868" y="3148113"/>
            <a:ext cx="2016000" cy="518399"/>
            <a:chOff x="1187624" y="1700807"/>
            <a:chExt cx="648535" cy="197869"/>
          </a:xfrm>
        </p:grpSpPr>
        <p:cxnSp>
          <p:nvCxnSpPr>
            <p:cNvPr id="47" name="直接连接符 46"/>
            <p:cNvCxnSpPr/>
            <p:nvPr/>
          </p:nvCxnSpPr>
          <p:spPr>
            <a:xfrm flipH="1">
              <a:off x="1187624" y="1700807"/>
              <a:ext cx="0" cy="19786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1836159" y="1700808"/>
              <a:ext cx="0" cy="13740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aphicFrame>
        <p:nvGraphicFramePr>
          <p:cNvPr id="50" name="标注C12"/>
          <p:cNvGraphicFramePr>
            <a:graphicFrameLocks noGrp="1"/>
          </p:cNvGraphicFramePr>
          <p:nvPr/>
        </p:nvGraphicFramePr>
        <p:xfrm>
          <a:off x="5004741" y="5559897"/>
          <a:ext cx="444500" cy="222885"/>
        </p:xfrm>
        <a:graphic>
          <a:graphicData uri="http://schemas.openxmlformats.org/drawingml/2006/table">
            <a:tbl>
              <a:tblPr>
                <a:tableStyleId>{5C22544A-7EE6-4342-B048-85BDC9FD1C3A}</a:tableStyleId>
              </a:tblPr>
              <a:tblGrid>
                <a:gridCol w="444500">
                  <a:extLst>
                    <a:ext uri="{9D8B030D-6E8A-4147-A177-3AD203B41FA5}">
                      <a16:colId xmlns:a16="http://schemas.microsoft.com/office/drawing/2014/main" val="20000"/>
                    </a:ext>
                  </a:extLst>
                </a:gridCol>
              </a:tblGrid>
              <a:tr h="190500">
                <a:tc>
                  <a:txBody>
                    <a:bodyPr/>
                    <a:lstStyle/>
                    <a:p>
                      <a:pPr algn="ctr" fontAlgn="b"/>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1,2</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1" name="标注C36"/>
          <p:cNvGraphicFramePr>
            <a:graphicFrameLocks noGrp="1"/>
          </p:cNvGraphicFramePr>
          <p:nvPr/>
        </p:nvGraphicFramePr>
        <p:xfrm>
          <a:off x="5784377" y="5199857"/>
          <a:ext cx="444500" cy="222885"/>
        </p:xfrm>
        <a:graphic>
          <a:graphicData uri="http://schemas.openxmlformats.org/drawingml/2006/table">
            <a:tbl>
              <a:tblPr>
                <a:tableStyleId>{5C22544A-7EE6-4342-B048-85BDC9FD1C3A}</a:tableStyleId>
              </a:tblPr>
              <a:tblGrid>
                <a:gridCol w="444500">
                  <a:extLst>
                    <a:ext uri="{9D8B030D-6E8A-4147-A177-3AD203B41FA5}">
                      <a16:colId xmlns:a16="http://schemas.microsoft.com/office/drawing/2014/main" val="20000"/>
                    </a:ext>
                  </a:extLst>
                </a:gridCol>
              </a:tblGrid>
              <a:tr h="190500">
                <a:tc>
                  <a:txBody>
                    <a:bodyPr/>
                    <a:lstStyle/>
                    <a:p>
                      <a:pPr algn="ctr" fontAlgn="b"/>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3,6</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2" name="标注C47"/>
          <p:cNvGraphicFramePr>
            <a:graphicFrameLocks noGrp="1"/>
          </p:cNvGraphicFramePr>
          <p:nvPr/>
        </p:nvGraphicFramePr>
        <p:xfrm>
          <a:off x="6444901" y="5271865"/>
          <a:ext cx="444500" cy="222885"/>
        </p:xfrm>
        <a:graphic>
          <a:graphicData uri="http://schemas.openxmlformats.org/drawingml/2006/table">
            <a:tbl>
              <a:tblPr>
                <a:tableStyleId>{5C22544A-7EE6-4342-B048-85BDC9FD1C3A}</a:tableStyleId>
              </a:tblPr>
              <a:tblGrid>
                <a:gridCol w="444500">
                  <a:extLst>
                    <a:ext uri="{9D8B030D-6E8A-4147-A177-3AD203B41FA5}">
                      <a16:colId xmlns:a16="http://schemas.microsoft.com/office/drawing/2014/main" val="20000"/>
                    </a:ext>
                  </a:extLst>
                </a:gridCol>
              </a:tblGrid>
              <a:tr h="19050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4,7</a:t>
                      </a:r>
                      <a:endParaRPr lang="en-US" altLang="zh-C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3" name="标注C89"/>
          <p:cNvGraphicFramePr>
            <a:graphicFrameLocks noGrp="1"/>
          </p:cNvGraphicFramePr>
          <p:nvPr/>
        </p:nvGraphicFramePr>
        <p:xfrm>
          <a:off x="7597029" y="5199857"/>
          <a:ext cx="444500" cy="222885"/>
        </p:xfrm>
        <a:graphic>
          <a:graphicData uri="http://schemas.openxmlformats.org/drawingml/2006/table">
            <a:tbl>
              <a:tblPr>
                <a:tableStyleId>{5C22544A-7EE6-4342-B048-85BDC9FD1C3A}</a:tableStyleId>
              </a:tblPr>
              <a:tblGrid>
                <a:gridCol w="444500">
                  <a:extLst>
                    <a:ext uri="{9D8B030D-6E8A-4147-A177-3AD203B41FA5}">
                      <a16:colId xmlns:a16="http://schemas.microsoft.com/office/drawing/2014/main" val="20000"/>
                    </a:ext>
                  </a:extLst>
                </a:gridCol>
              </a:tblGrid>
              <a:tr h="19050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8,9</a:t>
                      </a:r>
                      <a:endParaRPr lang="en-US" altLang="zh-C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4" name="标注C10,12"/>
          <p:cNvGraphicFramePr>
            <a:graphicFrameLocks noGrp="1"/>
          </p:cNvGraphicFramePr>
          <p:nvPr/>
        </p:nvGraphicFramePr>
        <p:xfrm>
          <a:off x="8376665" y="5343873"/>
          <a:ext cx="552436" cy="222885"/>
        </p:xfrm>
        <a:graphic>
          <a:graphicData uri="http://schemas.openxmlformats.org/drawingml/2006/table">
            <a:tbl>
              <a:tblPr>
                <a:tableStyleId>{5C22544A-7EE6-4342-B048-85BDC9FD1C3A}</a:tableStyleId>
              </a:tblPr>
              <a:tblGrid>
                <a:gridCol w="552436">
                  <a:extLst>
                    <a:ext uri="{9D8B030D-6E8A-4147-A177-3AD203B41FA5}">
                      <a16:colId xmlns:a16="http://schemas.microsoft.com/office/drawing/2014/main" val="20000"/>
                    </a:ext>
                  </a:extLst>
                </a:gridCol>
              </a:tblGrid>
              <a:tr h="19050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10,12</a:t>
                      </a:r>
                      <a:endParaRPr lang="en-US" altLang="zh-C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5" name="标注C1,2,3,6"/>
          <p:cNvGraphicFramePr>
            <a:graphicFrameLocks noGrp="1"/>
          </p:cNvGraphicFramePr>
          <p:nvPr/>
        </p:nvGraphicFramePr>
        <p:xfrm>
          <a:off x="5339753" y="4479777"/>
          <a:ext cx="673100" cy="222885"/>
        </p:xfrm>
        <a:graphic>
          <a:graphicData uri="http://schemas.openxmlformats.org/drawingml/2006/table">
            <a:tbl>
              <a:tblPr>
                <a:tableStyleId>{5C22544A-7EE6-4342-B048-85BDC9FD1C3A}</a:tableStyleId>
              </a:tblPr>
              <a:tblGrid>
                <a:gridCol w="673100">
                  <a:extLst>
                    <a:ext uri="{9D8B030D-6E8A-4147-A177-3AD203B41FA5}">
                      <a16:colId xmlns:a16="http://schemas.microsoft.com/office/drawing/2014/main" val="20000"/>
                    </a:ext>
                  </a:extLst>
                </a:gridCol>
              </a:tblGrid>
              <a:tr h="190500">
                <a:tc>
                  <a:txBody>
                    <a:bodyPr/>
                    <a:lstStyle/>
                    <a:p>
                      <a:pPr algn="ctr" fontAlgn="b"/>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1,2,3,6</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6" name="标注C4,7,5"/>
          <p:cNvGraphicFramePr>
            <a:graphicFrameLocks noGrp="1"/>
          </p:cNvGraphicFramePr>
          <p:nvPr/>
        </p:nvGraphicFramePr>
        <p:xfrm>
          <a:off x="6805005" y="4839817"/>
          <a:ext cx="432000" cy="222885"/>
        </p:xfrm>
        <a:graphic>
          <a:graphicData uri="http://schemas.openxmlformats.org/drawingml/2006/table">
            <a:tbl>
              <a:tblPr>
                <a:tableStyleId>{5C22544A-7EE6-4342-B048-85BDC9FD1C3A}</a:tableStyleId>
              </a:tblPr>
              <a:tblGrid>
                <a:gridCol w="432000">
                  <a:extLst>
                    <a:ext uri="{9D8B030D-6E8A-4147-A177-3AD203B41FA5}">
                      <a16:colId xmlns:a16="http://schemas.microsoft.com/office/drawing/2014/main" val="20000"/>
                    </a:ext>
                  </a:extLst>
                </a:gridCol>
              </a:tblGrid>
              <a:tr h="190500">
                <a:tc>
                  <a:txBody>
                    <a:bodyPr/>
                    <a:lstStyle/>
                    <a:p>
                      <a:pPr algn="ctr" fontAlgn="b"/>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4,7,5</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7" name="标注C10,12,11"/>
          <p:cNvGraphicFramePr>
            <a:graphicFrameLocks noGrp="1"/>
          </p:cNvGraphicFramePr>
          <p:nvPr/>
        </p:nvGraphicFramePr>
        <p:xfrm>
          <a:off x="8322551" y="4695801"/>
          <a:ext cx="673100" cy="222885"/>
        </p:xfrm>
        <a:graphic>
          <a:graphicData uri="http://schemas.openxmlformats.org/drawingml/2006/table">
            <a:tbl>
              <a:tblPr>
                <a:tableStyleId>{5C22544A-7EE6-4342-B048-85BDC9FD1C3A}</a:tableStyleId>
              </a:tblPr>
              <a:tblGrid>
                <a:gridCol w="673100">
                  <a:extLst>
                    <a:ext uri="{9D8B030D-6E8A-4147-A177-3AD203B41FA5}">
                      <a16:colId xmlns:a16="http://schemas.microsoft.com/office/drawing/2014/main" val="20000"/>
                    </a:ext>
                  </a:extLst>
                </a:gridCol>
              </a:tblGrid>
              <a:tr h="19050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10,12,11</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8" name="标注C1,2,3,6,4,7,5"/>
          <p:cNvGraphicFramePr>
            <a:graphicFrameLocks noGrp="1"/>
          </p:cNvGraphicFramePr>
          <p:nvPr/>
        </p:nvGraphicFramePr>
        <p:xfrm>
          <a:off x="6084861" y="3399657"/>
          <a:ext cx="901700" cy="222885"/>
        </p:xfrm>
        <a:graphic>
          <a:graphicData uri="http://schemas.openxmlformats.org/drawingml/2006/table">
            <a:tbl>
              <a:tblPr>
                <a:tableStyleId>{5C22544A-7EE6-4342-B048-85BDC9FD1C3A}</a:tableStyleId>
              </a:tblPr>
              <a:tblGrid>
                <a:gridCol w="901700">
                  <a:extLst>
                    <a:ext uri="{9D8B030D-6E8A-4147-A177-3AD203B41FA5}">
                      <a16:colId xmlns:a16="http://schemas.microsoft.com/office/drawing/2014/main" val="20000"/>
                    </a:ext>
                  </a:extLst>
                </a:gridCol>
              </a:tblGrid>
              <a:tr h="19050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1,2,3,6,4,7,5</a:t>
                      </a:r>
                      <a:endParaRPr lang="en-US" altLang="zh-CN" sz="1400" b="1" i="0" u="none" strike="noStrike" baseline="-25000"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9" name="标注C8,9,10,12,11"/>
          <p:cNvGraphicFramePr>
            <a:graphicFrameLocks noGrp="1"/>
          </p:cNvGraphicFramePr>
          <p:nvPr/>
        </p:nvGraphicFramePr>
        <p:xfrm>
          <a:off x="8118251" y="3255641"/>
          <a:ext cx="901700" cy="222885"/>
        </p:xfrm>
        <a:graphic>
          <a:graphicData uri="http://schemas.openxmlformats.org/drawingml/2006/table">
            <a:tbl>
              <a:tblPr>
                <a:tableStyleId>{5C22544A-7EE6-4342-B048-85BDC9FD1C3A}</a:tableStyleId>
              </a:tblPr>
              <a:tblGrid>
                <a:gridCol w="901700">
                  <a:extLst>
                    <a:ext uri="{9D8B030D-6E8A-4147-A177-3AD203B41FA5}">
                      <a16:colId xmlns:a16="http://schemas.microsoft.com/office/drawing/2014/main" val="20000"/>
                    </a:ext>
                  </a:extLst>
                </a:gridCol>
              </a:tblGrid>
              <a:tr h="19050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altLang="zh-CN" sz="1400" b="1" i="1" u="none" strike="noStrike" dirty="0">
                          <a:effectLst/>
                          <a:latin typeface="Times New Roman" panose="02020603050405020304" pitchFamily="18" charset="0"/>
                          <a:cs typeface="Times New Roman" panose="02020603050405020304" pitchFamily="18" charset="0"/>
                        </a:rPr>
                        <a:t>C</a:t>
                      </a:r>
                      <a:r>
                        <a:rPr lang="en-US" altLang="zh-CN" sz="1400" b="1" u="none" strike="noStrike" baseline="-25000" dirty="0">
                          <a:effectLst/>
                          <a:latin typeface="Times New Roman" panose="02020603050405020304" pitchFamily="18" charset="0"/>
                          <a:cs typeface="Times New Roman" panose="02020603050405020304" pitchFamily="18" charset="0"/>
                        </a:rPr>
                        <a:t>8,9,10,12,11</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60" name="标注Call"/>
          <p:cNvGraphicFramePr>
            <a:graphicFrameLocks noGrp="1"/>
          </p:cNvGraphicFramePr>
          <p:nvPr/>
        </p:nvGraphicFramePr>
        <p:xfrm>
          <a:off x="6318148" y="2895601"/>
          <a:ext cx="1692000" cy="222885"/>
        </p:xfrm>
        <a:graphic>
          <a:graphicData uri="http://schemas.openxmlformats.org/drawingml/2006/table">
            <a:tbl>
              <a:tblPr>
                <a:tableStyleId>{5C22544A-7EE6-4342-B048-85BDC9FD1C3A}</a:tableStyleId>
              </a:tblPr>
              <a:tblGrid>
                <a:gridCol w="1692000">
                  <a:extLst>
                    <a:ext uri="{9D8B030D-6E8A-4147-A177-3AD203B41FA5}">
                      <a16:colId xmlns:a16="http://schemas.microsoft.com/office/drawing/2014/main" val="20000"/>
                    </a:ext>
                  </a:extLst>
                </a:gridCol>
              </a:tblGrid>
              <a:tr h="190500">
                <a:tc>
                  <a:txBody>
                    <a:bodyPr/>
                    <a:lstStyle/>
                    <a:p>
                      <a:pPr algn="ctr" fontAlgn="b"/>
                      <a:r>
                        <a:rPr lang="en-US" sz="1400" b="1" i="1" u="none" strike="noStrike" dirty="0">
                          <a:effectLst/>
                          <a:latin typeface="Times New Roman" panose="02020603050405020304" pitchFamily="18" charset="0"/>
                          <a:cs typeface="Times New Roman" panose="02020603050405020304" pitchFamily="18" charset="0"/>
                        </a:rPr>
                        <a:t>C</a:t>
                      </a:r>
                      <a:r>
                        <a:rPr lang="en-US" sz="1400" b="1" u="none" strike="noStrike" baseline="-25000" dirty="0">
                          <a:effectLst/>
                          <a:latin typeface="Times New Roman" panose="02020603050405020304" pitchFamily="18" charset="0"/>
                          <a:cs typeface="Times New Roman" panose="02020603050405020304" pitchFamily="18" charset="0"/>
                        </a:rPr>
                        <a:t>1,2,3,6,4,7,5,</a:t>
                      </a:r>
                      <a:r>
                        <a:rPr lang="en-US" altLang="zh-CN" sz="1400" b="1" u="none" strike="noStrike" baseline="-25000" dirty="0">
                          <a:effectLst/>
                          <a:latin typeface="Times New Roman" panose="02020603050405020304" pitchFamily="18" charset="0"/>
                          <a:cs typeface="Times New Roman" panose="02020603050405020304" pitchFamily="18" charset="0"/>
                        </a:rPr>
                        <a:t>8,9,10,12,11</a:t>
                      </a:r>
                      <a:endParaRPr lang="en-US" sz="1400" b="1" i="0" u="none" strike="noStrike" baseline="-25000"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pic>
        <p:nvPicPr>
          <p:cNvPr id="62"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 name="Picture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 name="Picture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 name="Picture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 name="Picture 1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8" name="Picture 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 name="Picture 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0" name="Picture 10"/>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 name="Picture 11"/>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 name="Picture 12"/>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3" name="Picture 13"/>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8357" y="632579"/>
            <a:ext cx="5644800" cy="30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8" name="组合 37"/>
          <p:cNvGrpSpPr/>
          <p:nvPr/>
        </p:nvGrpSpPr>
        <p:grpSpPr>
          <a:xfrm>
            <a:off x="5425713" y="3669960"/>
            <a:ext cx="1379229" cy="1458001"/>
            <a:chOff x="1187624" y="1700806"/>
            <a:chExt cx="648072" cy="942880"/>
          </a:xfrm>
        </p:grpSpPr>
        <p:cxnSp>
          <p:nvCxnSpPr>
            <p:cNvPr id="39" name="直接连接符 38"/>
            <p:cNvCxnSpPr/>
            <p:nvPr/>
          </p:nvCxnSpPr>
          <p:spPr>
            <a:xfrm flipH="1">
              <a:off x="1187624" y="1700806"/>
              <a:ext cx="0" cy="71007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1835696" y="1700807"/>
              <a:ext cx="0" cy="94287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1187624" y="1700808"/>
              <a:ext cx="6480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61" name="Picture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72000" y="3163500"/>
            <a:ext cx="318352" cy="295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4" name="椭圆 73"/>
          <p:cNvSpPr/>
          <p:nvPr/>
        </p:nvSpPr>
        <p:spPr>
          <a:xfrm rot="20038867">
            <a:off x="783628" y="2228628"/>
            <a:ext cx="481748" cy="209909"/>
          </a:xfrm>
          <a:prstGeom prst="ellipse">
            <a:avLst/>
          </a:prstGeom>
          <a:noFill/>
          <a:ln w="9525">
            <a:solidFill>
              <a:schemeClr val="accent5">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75" name="椭圆 74"/>
          <p:cNvSpPr/>
          <p:nvPr/>
        </p:nvSpPr>
        <p:spPr>
          <a:xfrm rot="19771779">
            <a:off x="4405862" y="1132912"/>
            <a:ext cx="605828" cy="209908"/>
          </a:xfrm>
          <a:prstGeom prst="ellipse">
            <a:avLst/>
          </a:prstGeom>
          <a:noFill/>
          <a:ln w="9525">
            <a:solidFill>
              <a:schemeClr val="accent6">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76" name="椭圆 75"/>
          <p:cNvSpPr/>
          <p:nvPr/>
        </p:nvSpPr>
        <p:spPr>
          <a:xfrm>
            <a:off x="1710709" y="1021866"/>
            <a:ext cx="720000" cy="216000"/>
          </a:xfrm>
          <a:prstGeom prst="ellipse">
            <a:avLst/>
          </a:prstGeom>
          <a:noFill/>
          <a:ln w="9525">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77" name="椭圆 76"/>
          <p:cNvSpPr/>
          <p:nvPr/>
        </p:nvSpPr>
        <p:spPr>
          <a:xfrm rot="3668448">
            <a:off x="3668655" y="2783945"/>
            <a:ext cx="569031" cy="202197"/>
          </a:xfrm>
          <a:prstGeom prst="ellipse">
            <a:avLst/>
          </a:prstGeom>
          <a:noFill/>
          <a:ln w="9525">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78" name="椭圆 77"/>
          <p:cNvSpPr/>
          <p:nvPr/>
        </p:nvSpPr>
        <p:spPr>
          <a:xfrm rot="678411">
            <a:off x="1365775" y="2875047"/>
            <a:ext cx="720000" cy="225353"/>
          </a:xfrm>
          <a:prstGeom prst="ellipse">
            <a:avLst/>
          </a:prstGeom>
          <a:noFill/>
          <a:ln w="9525">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79" name="椭圆 43"/>
          <p:cNvSpPr/>
          <p:nvPr/>
        </p:nvSpPr>
        <p:spPr>
          <a:xfrm rot="678411">
            <a:off x="1611018" y="896891"/>
            <a:ext cx="838461" cy="885866"/>
          </a:xfrm>
          <a:custGeom>
            <a:avLst/>
            <a:gdLst>
              <a:gd name="connsiteX0" fmla="*/ 0 w 900000"/>
              <a:gd name="connsiteY0" fmla="*/ 480020 h 960040"/>
              <a:gd name="connsiteX1" fmla="*/ 450000 w 900000"/>
              <a:gd name="connsiteY1" fmla="*/ 0 h 960040"/>
              <a:gd name="connsiteX2" fmla="*/ 900000 w 900000"/>
              <a:gd name="connsiteY2" fmla="*/ 480020 h 960040"/>
              <a:gd name="connsiteX3" fmla="*/ 450000 w 900000"/>
              <a:gd name="connsiteY3" fmla="*/ 960040 h 960040"/>
              <a:gd name="connsiteX4" fmla="*/ 0 w 900000"/>
              <a:gd name="connsiteY4" fmla="*/ 480020 h 960040"/>
              <a:gd name="connsiteX0" fmla="*/ 0 w 993752"/>
              <a:gd name="connsiteY0" fmla="*/ 509271 h 989291"/>
              <a:gd name="connsiteX1" fmla="*/ 450000 w 993752"/>
              <a:gd name="connsiteY1" fmla="*/ 29251 h 989291"/>
              <a:gd name="connsiteX2" fmla="*/ 962291 w 993752"/>
              <a:gd name="connsiteY2" fmla="*/ 102316 h 989291"/>
              <a:gd name="connsiteX3" fmla="*/ 900000 w 993752"/>
              <a:gd name="connsiteY3" fmla="*/ 509271 h 989291"/>
              <a:gd name="connsiteX4" fmla="*/ 450000 w 993752"/>
              <a:gd name="connsiteY4" fmla="*/ 989291 h 989291"/>
              <a:gd name="connsiteX5" fmla="*/ 0 w 993752"/>
              <a:gd name="connsiteY5" fmla="*/ 509271 h 989291"/>
              <a:gd name="connsiteX0" fmla="*/ 1021 w 994773"/>
              <a:gd name="connsiteY0" fmla="*/ 479186 h 959206"/>
              <a:gd name="connsiteX1" fmla="*/ 347811 w 994773"/>
              <a:gd name="connsiteY1" fmla="*/ 41657 h 959206"/>
              <a:gd name="connsiteX2" fmla="*/ 963312 w 994773"/>
              <a:gd name="connsiteY2" fmla="*/ 72231 h 959206"/>
              <a:gd name="connsiteX3" fmla="*/ 901021 w 994773"/>
              <a:gd name="connsiteY3" fmla="*/ 479186 h 959206"/>
              <a:gd name="connsiteX4" fmla="*/ 451021 w 994773"/>
              <a:gd name="connsiteY4" fmla="*/ 959206 h 959206"/>
              <a:gd name="connsiteX5" fmla="*/ 1021 w 994773"/>
              <a:gd name="connsiteY5" fmla="*/ 479186 h 959206"/>
              <a:gd name="connsiteX0" fmla="*/ 24763 w 1018515"/>
              <a:gd name="connsiteY0" fmla="*/ 463218 h 943238"/>
              <a:gd name="connsiteX1" fmla="*/ 91803 w 1018515"/>
              <a:gd name="connsiteY1" fmla="*/ 230406 h 943238"/>
              <a:gd name="connsiteX2" fmla="*/ 371553 w 1018515"/>
              <a:gd name="connsiteY2" fmla="*/ 25689 h 943238"/>
              <a:gd name="connsiteX3" fmla="*/ 987054 w 1018515"/>
              <a:gd name="connsiteY3" fmla="*/ 56263 h 943238"/>
              <a:gd name="connsiteX4" fmla="*/ 924763 w 1018515"/>
              <a:gd name="connsiteY4" fmla="*/ 463218 h 943238"/>
              <a:gd name="connsiteX5" fmla="*/ 474763 w 1018515"/>
              <a:gd name="connsiteY5" fmla="*/ 943238 h 943238"/>
              <a:gd name="connsiteX6" fmla="*/ 24763 w 1018515"/>
              <a:gd name="connsiteY6" fmla="*/ 463218 h 943238"/>
              <a:gd name="connsiteX0" fmla="*/ 191130 w 938324"/>
              <a:gd name="connsiteY0" fmla="*/ 809746 h 963482"/>
              <a:gd name="connsiteX1" fmla="*/ 11612 w 938324"/>
              <a:gd name="connsiteY1" fmla="*/ 230406 h 963482"/>
              <a:gd name="connsiteX2" fmla="*/ 291362 w 938324"/>
              <a:gd name="connsiteY2" fmla="*/ 25689 h 963482"/>
              <a:gd name="connsiteX3" fmla="*/ 906863 w 938324"/>
              <a:gd name="connsiteY3" fmla="*/ 56263 h 963482"/>
              <a:gd name="connsiteX4" fmla="*/ 844572 w 938324"/>
              <a:gd name="connsiteY4" fmla="*/ 463218 h 963482"/>
              <a:gd name="connsiteX5" fmla="*/ 394572 w 938324"/>
              <a:gd name="connsiteY5" fmla="*/ 943238 h 963482"/>
              <a:gd name="connsiteX6" fmla="*/ 191130 w 938324"/>
              <a:gd name="connsiteY6" fmla="*/ 809746 h 963482"/>
              <a:gd name="connsiteX0" fmla="*/ 191130 w 904392"/>
              <a:gd name="connsiteY0" fmla="*/ 830895 h 984631"/>
              <a:gd name="connsiteX1" fmla="*/ 11612 w 904392"/>
              <a:gd name="connsiteY1" fmla="*/ 251555 h 984631"/>
              <a:gd name="connsiteX2" fmla="*/ 291362 w 904392"/>
              <a:gd name="connsiteY2" fmla="*/ 46838 h 984631"/>
              <a:gd name="connsiteX3" fmla="*/ 858764 w 904392"/>
              <a:gd name="connsiteY3" fmla="*/ 43317 h 984631"/>
              <a:gd name="connsiteX4" fmla="*/ 844572 w 904392"/>
              <a:gd name="connsiteY4" fmla="*/ 484367 h 984631"/>
              <a:gd name="connsiteX5" fmla="*/ 394572 w 904392"/>
              <a:gd name="connsiteY5" fmla="*/ 964387 h 984631"/>
              <a:gd name="connsiteX6" fmla="*/ 191130 w 904392"/>
              <a:gd name="connsiteY6" fmla="*/ 830895 h 984631"/>
              <a:gd name="connsiteX0" fmla="*/ 191130 w 904392"/>
              <a:gd name="connsiteY0" fmla="*/ 827256 h 980992"/>
              <a:gd name="connsiteX1" fmla="*/ 11612 w 904392"/>
              <a:gd name="connsiteY1" fmla="*/ 247916 h 980992"/>
              <a:gd name="connsiteX2" fmla="*/ 296032 w 904392"/>
              <a:gd name="connsiteY2" fmla="*/ 54407 h 980992"/>
              <a:gd name="connsiteX3" fmla="*/ 858764 w 904392"/>
              <a:gd name="connsiteY3" fmla="*/ 39678 h 980992"/>
              <a:gd name="connsiteX4" fmla="*/ 844572 w 904392"/>
              <a:gd name="connsiteY4" fmla="*/ 480728 h 980992"/>
              <a:gd name="connsiteX5" fmla="*/ 394572 w 904392"/>
              <a:gd name="connsiteY5" fmla="*/ 960748 h 980992"/>
              <a:gd name="connsiteX6" fmla="*/ 191130 w 904392"/>
              <a:gd name="connsiteY6" fmla="*/ 827256 h 980992"/>
              <a:gd name="connsiteX0" fmla="*/ 166707 w 879969"/>
              <a:gd name="connsiteY0" fmla="*/ 825556 h 980236"/>
              <a:gd name="connsiteX1" fmla="*/ 12876 w 879969"/>
              <a:gd name="connsiteY1" fmla="*/ 204654 h 980236"/>
              <a:gd name="connsiteX2" fmla="*/ 271609 w 879969"/>
              <a:gd name="connsiteY2" fmla="*/ 52707 h 980236"/>
              <a:gd name="connsiteX3" fmla="*/ 834341 w 879969"/>
              <a:gd name="connsiteY3" fmla="*/ 37978 h 980236"/>
              <a:gd name="connsiteX4" fmla="*/ 820149 w 879969"/>
              <a:gd name="connsiteY4" fmla="*/ 479028 h 980236"/>
              <a:gd name="connsiteX5" fmla="*/ 370149 w 879969"/>
              <a:gd name="connsiteY5" fmla="*/ 959048 h 980236"/>
              <a:gd name="connsiteX6" fmla="*/ 166707 w 879969"/>
              <a:gd name="connsiteY6" fmla="*/ 825556 h 980236"/>
              <a:gd name="connsiteX0" fmla="*/ 166707 w 871077"/>
              <a:gd name="connsiteY0" fmla="*/ 832903 h 987583"/>
              <a:gd name="connsiteX1" fmla="*/ 12876 w 871077"/>
              <a:gd name="connsiteY1" fmla="*/ 212001 h 987583"/>
              <a:gd name="connsiteX2" fmla="*/ 271609 w 871077"/>
              <a:gd name="connsiteY2" fmla="*/ 60054 h 987583"/>
              <a:gd name="connsiteX3" fmla="*/ 512580 w 871077"/>
              <a:gd name="connsiteY3" fmla="*/ 14952 h 987583"/>
              <a:gd name="connsiteX4" fmla="*/ 834341 w 871077"/>
              <a:gd name="connsiteY4" fmla="*/ 45325 h 987583"/>
              <a:gd name="connsiteX5" fmla="*/ 820149 w 871077"/>
              <a:gd name="connsiteY5" fmla="*/ 486375 h 987583"/>
              <a:gd name="connsiteX6" fmla="*/ 370149 w 871077"/>
              <a:gd name="connsiteY6" fmla="*/ 966395 h 987583"/>
              <a:gd name="connsiteX7" fmla="*/ 166707 w 871077"/>
              <a:gd name="connsiteY7" fmla="*/ 832903 h 987583"/>
              <a:gd name="connsiteX0" fmla="*/ 166707 w 871077"/>
              <a:gd name="connsiteY0" fmla="*/ 836893 h 991573"/>
              <a:gd name="connsiteX1" fmla="*/ 12876 w 871077"/>
              <a:gd name="connsiteY1" fmla="*/ 215991 h 991573"/>
              <a:gd name="connsiteX2" fmla="*/ 271609 w 871077"/>
              <a:gd name="connsiteY2" fmla="*/ 64044 h 991573"/>
              <a:gd name="connsiteX3" fmla="*/ 512580 w 871077"/>
              <a:gd name="connsiteY3" fmla="*/ 18942 h 991573"/>
              <a:gd name="connsiteX4" fmla="*/ 834341 w 871077"/>
              <a:gd name="connsiteY4" fmla="*/ 49315 h 991573"/>
              <a:gd name="connsiteX5" fmla="*/ 820149 w 871077"/>
              <a:gd name="connsiteY5" fmla="*/ 490365 h 991573"/>
              <a:gd name="connsiteX6" fmla="*/ 370149 w 871077"/>
              <a:gd name="connsiteY6" fmla="*/ 970385 h 991573"/>
              <a:gd name="connsiteX7" fmla="*/ 166707 w 871077"/>
              <a:gd name="connsiteY7" fmla="*/ 836893 h 991573"/>
              <a:gd name="connsiteX0" fmla="*/ 166707 w 871077"/>
              <a:gd name="connsiteY0" fmla="*/ 846032 h 1000712"/>
              <a:gd name="connsiteX1" fmla="*/ 12876 w 871077"/>
              <a:gd name="connsiteY1" fmla="*/ 225130 h 1000712"/>
              <a:gd name="connsiteX2" fmla="*/ 271609 w 871077"/>
              <a:gd name="connsiteY2" fmla="*/ 73183 h 1000712"/>
              <a:gd name="connsiteX3" fmla="*/ 509312 w 871077"/>
              <a:gd name="connsiteY3" fmla="*/ 11737 h 1000712"/>
              <a:gd name="connsiteX4" fmla="*/ 834341 w 871077"/>
              <a:gd name="connsiteY4" fmla="*/ 58454 h 1000712"/>
              <a:gd name="connsiteX5" fmla="*/ 820149 w 871077"/>
              <a:gd name="connsiteY5" fmla="*/ 499504 h 1000712"/>
              <a:gd name="connsiteX6" fmla="*/ 370149 w 871077"/>
              <a:gd name="connsiteY6" fmla="*/ 979524 h 1000712"/>
              <a:gd name="connsiteX7" fmla="*/ 166707 w 871077"/>
              <a:gd name="connsiteY7" fmla="*/ 846032 h 1000712"/>
              <a:gd name="connsiteX0" fmla="*/ 166707 w 871077"/>
              <a:gd name="connsiteY0" fmla="*/ 846032 h 1000712"/>
              <a:gd name="connsiteX1" fmla="*/ 12876 w 871077"/>
              <a:gd name="connsiteY1" fmla="*/ 225130 h 1000712"/>
              <a:gd name="connsiteX2" fmla="*/ 271609 w 871077"/>
              <a:gd name="connsiteY2" fmla="*/ 73183 h 1000712"/>
              <a:gd name="connsiteX3" fmla="*/ 509312 w 871077"/>
              <a:gd name="connsiteY3" fmla="*/ 11737 h 1000712"/>
              <a:gd name="connsiteX4" fmla="*/ 834341 w 871077"/>
              <a:gd name="connsiteY4" fmla="*/ 58454 h 1000712"/>
              <a:gd name="connsiteX5" fmla="*/ 820149 w 871077"/>
              <a:gd name="connsiteY5" fmla="*/ 499504 h 1000712"/>
              <a:gd name="connsiteX6" fmla="*/ 370149 w 871077"/>
              <a:gd name="connsiteY6" fmla="*/ 979524 h 1000712"/>
              <a:gd name="connsiteX7" fmla="*/ 166707 w 871077"/>
              <a:gd name="connsiteY7" fmla="*/ 846032 h 1000712"/>
              <a:gd name="connsiteX0" fmla="*/ 166707 w 871077"/>
              <a:gd name="connsiteY0" fmla="*/ 842267 h 996947"/>
              <a:gd name="connsiteX1" fmla="*/ 12876 w 871077"/>
              <a:gd name="connsiteY1" fmla="*/ 221365 h 996947"/>
              <a:gd name="connsiteX2" fmla="*/ 271609 w 871077"/>
              <a:gd name="connsiteY2" fmla="*/ 69418 h 996947"/>
              <a:gd name="connsiteX3" fmla="*/ 509312 w 871077"/>
              <a:gd name="connsiteY3" fmla="*/ 7972 h 996947"/>
              <a:gd name="connsiteX4" fmla="*/ 834341 w 871077"/>
              <a:gd name="connsiteY4" fmla="*/ 54689 h 996947"/>
              <a:gd name="connsiteX5" fmla="*/ 820149 w 871077"/>
              <a:gd name="connsiteY5" fmla="*/ 495739 h 996947"/>
              <a:gd name="connsiteX6" fmla="*/ 370149 w 871077"/>
              <a:gd name="connsiteY6" fmla="*/ 975759 h 996947"/>
              <a:gd name="connsiteX7" fmla="*/ 166707 w 871077"/>
              <a:gd name="connsiteY7" fmla="*/ 842267 h 996947"/>
              <a:gd name="connsiteX0" fmla="*/ 166707 w 849493"/>
              <a:gd name="connsiteY0" fmla="*/ 842267 h 991220"/>
              <a:gd name="connsiteX1" fmla="*/ 12876 w 849493"/>
              <a:gd name="connsiteY1" fmla="*/ 221365 h 991220"/>
              <a:gd name="connsiteX2" fmla="*/ 271609 w 849493"/>
              <a:gd name="connsiteY2" fmla="*/ 69418 h 991220"/>
              <a:gd name="connsiteX3" fmla="*/ 509312 w 849493"/>
              <a:gd name="connsiteY3" fmla="*/ 7972 h 991220"/>
              <a:gd name="connsiteX4" fmla="*/ 834341 w 849493"/>
              <a:gd name="connsiteY4" fmla="*/ 54689 h 991220"/>
              <a:gd name="connsiteX5" fmla="*/ 724876 w 849493"/>
              <a:gd name="connsiteY5" fmla="*/ 577927 h 991220"/>
              <a:gd name="connsiteX6" fmla="*/ 370149 w 849493"/>
              <a:gd name="connsiteY6" fmla="*/ 975759 h 991220"/>
              <a:gd name="connsiteX7" fmla="*/ 166707 w 849493"/>
              <a:gd name="connsiteY7" fmla="*/ 842267 h 991220"/>
              <a:gd name="connsiteX0" fmla="*/ 166405 w 849191"/>
              <a:gd name="connsiteY0" fmla="*/ 842267 h 996591"/>
              <a:gd name="connsiteX1" fmla="*/ 12574 w 849191"/>
              <a:gd name="connsiteY1" fmla="*/ 221365 h 996591"/>
              <a:gd name="connsiteX2" fmla="*/ 271307 w 849191"/>
              <a:gd name="connsiteY2" fmla="*/ 69418 h 996591"/>
              <a:gd name="connsiteX3" fmla="*/ 509010 w 849191"/>
              <a:gd name="connsiteY3" fmla="*/ 7972 h 996591"/>
              <a:gd name="connsiteX4" fmla="*/ 834039 w 849191"/>
              <a:gd name="connsiteY4" fmla="*/ 54689 h 996591"/>
              <a:gd name="connsiteX5" fmla="*/ 724574 w 849191"/>
              <a:gd name="connsiteY5" fmla="*/ 577927 h 996591"/>
              <a:gd name="connsiteX6" fmla="*/ 339492 w 849191"/>
              <a:gd name="connsiteY6" fmla="*/ 981828 h 996591"/>
              <a:gd name="connsiteX7" fmla="*/ 166405 w 849191"/>
              <a:gd name="connsiteY7" fmla="*/ 842267 h 996591"/>
              <a:gd name="connsiteX0" fmla="*/ 166405 w 1082383"/>
              <a:gd name="connsiteY0" fmla="*/ 834658 h 988982"/>
              <a:gd name="connsiteX1" fmla="*/ 12574 w 1082383"/>
              <a:gd name="connsiteY1" fmla="*/ 213756 h 988982"/>
              <a:gd name="connsiteX2" fmla="*/ 271307 w 1082383"/>
              <a:gd name="connsiteY2" fmla="*/ 61809 h 988982"/>
              <a:gd name="connsiteX3" fmla="*/ 509010 w 1082383"/>
              <a:gd name="connsiteY3" fmla="*/ 363 h 988982"/>
              <a:gd name="connsiteX4" fmla="*/ 1076753 w 1082383"/>
              <a:gd name="connsiteY4" fmla="*/ 115800 h 988982"/>
              <a:gd name="connsiteX5" fmla="*/ 724574 w 1082383"/>
              <a:gd name="connsiteY5" fmla="*/ 570318 h 988982"/>
              <a:gd name="connsiteX6" fmla="*/ 339492 w 1082383"/>
              <a:gd name="connsiteY6" fmla="*/ 974219 h 988982"/>
              <a:gd name="connsiteX7" fmla="*/ 166405 w 1082383"/>
              <a:gd name="connsiteY7" fmla="*/ 834658 h 988982"/>
              <a:gd name="connsiteX0" fmla="*/ 166405 w 1077899"/>
              <a:gd name="connsiteY0" fmla="*/ 842692 h 1029198"/>
              <a:gd name="connsiteX1" fmla="*/ 12574 w 1077899"/>
              <a:gd name="connsiteY1" fmla="*/ 221790 h 1029198"/>
              <a:gd name="connsiteX2" fmla="*/ 271307 w 1077899"/>
              <a:gd name="connsiteY2" fmla="*/ 69843 h 1029198"/>
              <a:gd name="connsiteX3" fmla="*/ 509010 w 1077899"/>
              <a:gd name="connsiteY3" fmla="*/ 8397 h 1029198"/>
              <a:gd name="connsiteX4" fmla="*/ 1076753 w 1077899"/>
              <a:gd name="connsiteY4" fmla="*/ 123834 h 1029198"/>
              <a:gd name="connsiteX5" fmla="*/ 339492 w 1077899"/>
              <a:gd name="connsiteY5" fmla="*/ 982253 h 1029198"/>
              <a:gd name="connsiteX6" fmla="*/ 166405 w 1077899"/>
              <a:gd name="connsiteY6" fmla="*/ 842692 h 1029198"/>
              <a:gd name="connsiteX0" fmla="*/ 179872 w 1091364"/>
              <a:gd name="connsiteY0" fmla="*/ 842692 h 1019527"/>
              <a:gd name="connsiteX1" fmla="*/ 26351 w 1091364"/>
              <a:gd name="connsiteY1" fmla="*/ 640227 h 1019527"/>
              <a:gd name="connsiteX2" fmla="*/ 26041 w 1091364"/>
              <a:gd name="connsiteY2" fmla="*/ 221790 h 1019527"/>
              <a:gd name="connsiteX3" fmla="*/ 284774 w 1091364"/>
              <a:gd name="connsiteY3" fmla="*/ 69843 h 1019527"/>
              <a:gd name="connsiteX4" fmla="*/ 522477 w 1091364"/>
              <a:gd name="connsiteY4" fmla="*/ 8397 h 1019527"/>
              <a:gd name="connsiteX5" fmla="*/ 1090220 w 1091364"/>
              <a:gd name="connsiteY5" fmla="*/ 123834 h 1019527"/>
              <a:gd name="connsiteX6" fmla="*/ 352959 w 1091364"/>
              <a:gd name="connsiteY6" fmla="*/ 982253 h 1019527"/>
              <a:gd name="connsiteX7" fmla="*/ 179872 w 1091364"/>
              <a:gd name="connsiteY7" fmla="*/ 842692 h 1019527"/>
              <a:gd name="connsiteX0" fmla="*/ 363456 w 1101863"/>
              <a:gd name="connsiteY0" fmla="*/ 982253 h 997474"/>
              <a:gd name="connsiteX1" fmla="*/ 36848 w 1101863"/>
              <a:gd name="connsiteY1" fmla="*/ 640227 h 997474"/>
              <a:gd name="connsiteX2" fmla="*/ 36538 w 1101863"/>
              <a:gd name="connsiteY2" fmla="*/ 221790 h 997474"/>
              <a:gd name="connsiteX3" fmla="*/ 295271 w 1101863"/>
              <a:gd name="connsiteY3" fmla="*/ 69843 h 997474"/>
              <a:gd name="connsiteX4" fmla="*/ 532974 w 1101863"/>
              <a:gd name="connsiteY4" fmla="*/ 8397 h 997474"/>
              <a:gd name="connsiteX5" fmla="*/ 1100717 w 1101863"/>
              <a:gd name="connsiteY5" fmla="*/ 123834 h 997474"/>
              <a:gd name="connsiteX6" fmla="*/ 363456 w 1101863"/>
              <a:gd name="connsiteY6" fmla="*/ 982253 h 997474"/>
              <a:gd name="connsiteX0" fmla="*/ 378759 w 1117382"/>
              <a:gd name="connsiteY0" fmla="*/ 987356 h 1002577"/>
              <a:gd name="connsiteX1" fmla="*/ 52151 w 1117382"/>
              <a:gd name="connsiteY1" fmla="*/ 645330 h 1002577"/>
              <a:gd name="connsiteX2" fmla="*/ 51841 w 1117382"/>
              <a:gd name="connsiteY2" fmla="*/ 226893 h 1002577"/>
              <a:gd name="connsiteX3" fmla="*/ 548277 w 1117382"/>
              <a:gd name="connsiteY3" fmla="*/ 13500 h 1002577"/>
              <a:gd name="connsiteX4" fmla="*/ 1116020 w 1117382"/>
              <a:gd name="connsiteY4" fmla="*/ 128937 h 1002577"/>
              <a:gd name="connsiteX5" fmla="*/ 378759 w 1117382"/>
              <a:gd name="connsiteY5" fmla="*/ 987356 h 100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17382" h="1002577">
                <a:moveTo>
                  <a:pt x="378759" y="987356"/>
                </a:moveTo>
                <a:cubicBezTo>
                  <a:pt x="201448" y="1073422"/>
                  <a:pt x="106637" y="772074"/>
                  <a:pt x="52151" y="645330"/>
                </a:cubicBezTo>
                <a:cubicBezTo>
                  <a:pt x="-2335" y="518586"/>
                  <a:pt x="-30847" y="332198"/>
                  <a:pt x="51841" y="226893"/>
                </a:cubicBezTo>
                <a:cubicBezTo>
                  <a:pt x="134529" y="121588"/>
                  <a:pt x="370914" y="29826"/>
                  <a:pt x="548277" y="13500"/>
                </a:cubicBezTo>
                <a:cubicBezTo>
                  <a:pt x="725640" y="-2826"/>
                  <a:pt x="1144273" y="-33372"/>
                  <a:pt x="1116020" y="128937"/>
                </a:cubicBezTo>
                <a:cubicBezTo>
                  <a:pt x="1087767" y="291246"/>
                  <a:pt x="556071" y="901291"/>
                  <a:pt x="378759" y="987356"/>
                </a:cubicBezTo>
                <a:close/>
              </a:path>
            </a:pathLst>
          </a:custGeom>
          <a:noFill/>
          <a:ln w="9525">
            <a:solidFill>
              <a:schemeClr val="tx2">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80" name="椭圆 43"/>
          <p:cNvSpPr/>
          <p:nvPr/>
        </p:nvSpPr>
        <p:spPr>
          <a:xfrm rot="21416694">
            <a:off x="4421016" y="991836"/>
            <a:ext cx="601876" cy="989340"/>
          </a:xfrm>
          <a:custGeom>
            <a:avLst/>
            <a:gdLst>
              <a:gd name="connsiteX0" fmla="*/ 0 w 900000"/>
              <a:gd name="connsiteY0" fmla="*/ 480020 h 960040"/>
              <a:gd name="connsiteX1" fmla="*/ 450000 w 900000"/>
              <a:gd name="connsiteY1" fmla="*/ 0 h 960040"/>
              <a:gd name="connsiteX2" fmla="*/ 900000 w 900000"/>
              <a:gd name="connsiteY2" fmla="*/ 480020 h 960040"/>
              <a:gd name="connsiteX3" fmla="*/ 450000 w 900000"/>
              <a:gd name="connsiteY3" fmla="*/ 960040 h 960040"/>
              <a:gd name="connsiteX4" fmla="*/ 0 w 900000"/>
              <a:gd name="connsiteY4" fmla="*/ 480020 h 960040"/>
              <a:gd name="connsiteX0" fmla="*/ 0 w 993752"/>
              <a:gd name="connsiteY0" fmla="*/ 509271 h 989291"/>
              <a:gd name="connsiteX1" fmla="*/ 450000 w 993752"/>
              <a:gd name="connsiteY1" fmla="*/ 29251 h 989291"/>
              <a:gd name="connsiteX2" fmla="*/ 962291 w 993752"/>
              <a:gd name="connsiteY2" fmla="*/ 102316 h 989291"/>
              <a:gd name="connsiteX3" fmla="*/ 900000 w 993752"/>
              <a:gd name="connsiteY3" fmla="*/ 509271 h 989291"/>
              <a:gd name="connsiteX4" fmla="*/ 450000 w 993752"/>
              <a:gd name="connsiteY4" fmla="*/ 989291 h 989291"/>
              <a:gd name="connsiteX5" fmla="*/ 0 w 993752"/>
              <a:gd name="connsiteY5" fmla="*/ 509271 h 989291"/>
              <a:gd name="connsiteX0" fmla="*/ 1021 w 994773"/>
              <a:gd name="connsiteY0" fmla="*/ 479186 h 959206"/>
              <a:gd name="connsiteX1" fmla="*/ 347811 w 994773"/>
              <a:gd name="connsiteY1" fmla="*/ 41657 h 959206"/>
              <a:gd name="connsiteX2" fmla="*/ 963312 w 994773"/>
              <a:gd name="connsiteY2" fmla="*/ 72231 h 959206"/>
              <a:gd name="connsiteX3" fmla="*/ 901021 w 994773"/>
              <a:gd name="connsiteY3" fmla="*/ 479186 h 959206"/>
              <a:gd name="connsiteX4" fmla="*/ 451021 w 994773"/>
              <a:gd name="connsiteY4" fmla="*/ 959206 h 959206"/>
              <a:gd name="connsiteX5" fmla="*/ 1021 w 994773"/>
              <a:gd name="connsiteY5" fmla="*/ 479186 h 959206"/>
              <a:gd name="connsiteX0" fmla="*/ 24763 w 1018515"/>
              <a:gd name="connsiteY0" fmla="*/ 463218 h 943238"/>
              <a:gd name="connsiteX1" fmla="*/ 91803 w 1018515"/>
              <a:gd name="connsiteY1" fmla="*/ 230406 h 943238"/>
              <a:gd name="connsiteX2" fmla="*/ 371553 w 1018515"/>
              <a:gd name="connsiteY2" fmla="*/ 25689 h 943238"/>
              <a:gd name="connsiteX3" fmla="*/ 987054 w 1018515"/>
              <a:gd name="connsiteY3" fmla="*/ 56263 h 943238"/>
              <a:gd name="connsiteX4" fmla="*/ 924763 w 1018515"/>
              <a:gd name="connsiteY4" fmla="*/ 463218 h 943238"/>
              <a:gd name="connsiteX5" fmla="*/ 474763 w 1018515"/>
              <a:gd name="connsiteY5" fmla="*/ 943238 h 943238"/>
              <a:gd name="connsiteX6" fmla="*/ 24763 w 1018515"/>
              <a:gd name="connsiteY6" fmla="*/ 463218 h 943238"/>
              <a:gd name="connsiteX0" fmla="*/ 191130 w 938324"/>
              <a:gd name="connsiteY0" fmla="*/ 809746 h 963482"/>
              <a:gd name="connsiteX1" fmla="*/ 11612 w 938324"/>
              <a:gd name="connsiteY1" fmla="*/ 230406 h 963482"/>
              <a:gd name="connsiteX2" fmla="*/ 291362 w 938324"/>
              <a:gd name="connsiteY2" fmla="*/ 25689 h 963482"/>
              <a:gd name="connsiteX3" fmla="*/ 906863 w 938324"/>
              <a:gd name="connsiteY3" fmla="*/ 56263 h 963482"/>
              <a:gd name="connsiteX4" fmla="*/ 844572 w 938324"/>
              <a:gd name="connsiteY4" fmla="*/ 463218 h 963482"/>
              <a:gd name="connsiteX5" fmla="*/ 394572 w 938324"/>
              <a:gd name="connsiteY5" fmla="*/ 943238 h 963482"/>
              <a:gd name="connsiteX6" fmla="*/ 191130 w 938324"/>
              <a:gd name="connsiteY6" fmla="*/ 809746 h 963482"/>
              <a:gd name="connsiteX0" fmla="*/ 191130 w 904392"/>
              <a:gd name="connsiteY0" fmla="*/ 830895 h 984631"/>
              <a:gd name="connsiteX1" fmla="*/ 11612 w 904392"/>
              <a:gd name="connsiteY1" fmla="*/ 251555 h 984631"/>
              <a:gd name="connsiteX2" fmla="*/ 291362 w 904392"/>
              <a:gd name="connsiteY2" fmla="*/ 46838 h 984631"/>
              <a:gd name="connsiteX3" fmla="*/ 858764 w 904392"/>
              <a:gd name="connsiteY3" fmla="*/ 43317 h 984631"/>
              <a:gd name="connsiteX4" fmla="*/ 844572 w 904392"/>
              <a:gd name="connsiteY4" fmla="*/ 484367 h 984631"/>
              <a:gd name="connsiteX5" fmla="*/ 394572 w 904392"/>
              <a:gd name="connsiteY5" fmla="*/ 964387 h 984631"/>
              <a:gd name="connsiteX6" fmla="*/ 191130 w 904392"/>
              <a:gd name="connsiteY6" fmla="*/ 830895 h 984631"/>
              <a:gd name="connsiteX0" fmla="*/ 191130 w 904392"/>
              <a:gd name="connsiteY0" fmla="*/ 827256 h 980992"/>
              <a:gd name="connsiteX1" fmla="*/ 11612 w 904392"/>
              <a:gd name="connsiteY1" fmla="*/ 247916 h 980992"/>
              <a:gd name="connsiteX2" fmla="*/ 296032 w 904392"/>
              <a:gd name="connsiteY2" fmla="*/ 54407 h 980992"/>
              <a:gd name="connsiteX3" fmla="*/ 858764 w 904392"/>
              <a:gd name="connsiteY3" fmla="*/ 39678 h 980992"/>
              <a:gd name="connsiteX4" fmla="*/ 844572 w 904392"/>
              <a:gd name="connsiteY4" fmla="*/ 480728 h 980992"/>
              <a:gd name="connsiteX5" fmla="*/ 394572 w 904392"/>
              <a:gd name="connsiteY5" fmla="*/ 960748 h 980992"/>
              <a:gd name="connsiteX6" fmla="*/ 191130 w 904392"/>
              <a:gd name="connsiteY6" fmla="*/ 827256 h 980992"/>
              <a:gd name="connsiteX0" fmla="*/ 166707 w 879969"/>
              <a:gd name="connsiteY0" fmla="*/ 825556 h 980236"/>
              <a:gd name="connsiteX1" fmla="*/ 12876 w 879969"/>
              <a:gd name="connsiteY1" fmla="*/ 204654 h 980236"/>
              <a:gd name="connsiteX2" fmla="*/ 271609 w 879969"/>
              <a:gd name="connsiteY2" fmla="*/ 52707 h 980236"/>
              <a:gd name="connsiteX3" fmla="*/ 834341 w 879969"/>
              <a:gd name="connsiteY3" fmla="*/ 37978 h 980236"/>
              <a:gd name="connsiteX4" fmla="*/ 820149 w 879969"/>
              <a:gd name="connsiteY4" fmla="*/ 479028 h 980236"/>
              <a:gd name="connsiteX5" fmla="*/ 370149 w 879969"/>
              <a:gd name="connsiteY5" fmla="*/ 959048 h 980236"/>
              <a:gd name="connsiteX6" fmla="*/ 166707 w 879969"/>
              <a:gd name="connsiteY6" fmla="*/ 825556 h 980236"/>
              <a:gd name="connsiteX0" fmla="*/ 166707 w 871077"/>
              <a:gd name="connsiteY0" fmla="*/ 832903 h 987583"/>
              <a:gd name="connsiteX1" fmla="*/ 12876 w 871077"/>
              <a:gd name="connsiteY1" fmla="*/ 212001 h 987583"/>
              <a:gd name="connsiteX2" fmla="*/ 271609 w 871077"/>
              <a:gd name="connsiteY2" fmla="*/ 60054 h 987583"/>
              <a:gd name="connsiteX3" fmla="*/ 512580 w 871077"/>
              <a:gd name="connsiteY3" fmla="*/ 14952 h 987583"/>
              <a:gd name="connsiteX4" fmla="*/ 834341 w 871077"/>
              <a:gd name="connsiteY4" fmla="*/ 45325 h 987583"/>
              <a:gd name="connsiteX5" fmla="*/ 820149 w 871077"/>
              <a:gd name="connsiteY5" fmla="*/ 486375 h 987583"/>
              <a:gd name="connsiteX6" fmla="*/ 370149 w 871077"/>
              <a:gd name="connsiteY6" fmla="*/ 966395 h 987583"/>
              <a:gd name="connsiteX7" fmla="*/ 166707 w 871077"/>
              <a:gd name="connsiteY7" fmla="*/ 832903 h 987583"/>
              <a:gd name="connsiteX0" fmla="*/ 166707 w 871077"/>
              <a:gd name="connsiteY0" fmla="*/ 836893 h 991573"/>
              <a:gd name="connsiteX1" fmla="*/ 12876 w 871077"/>
              <a:gd name="connsiteY1" fmla="*/ 215991 h 991573"/>
              <a:gd name="connsiteX2" fmla="*/ 271609 w 871077"/>
              <a:gd name="connsiteY2" fmla="*/ 64044 h 991573"/>
              <a:gd name="connsiteX3" fmla="*/ 512580 w 871077"/>
              <a:gd name="connsiteY3" fmla="*/ 18942 h 991573"/>
              <a:gd name="connsiteX4" fmla="*/ 834341 w 871077"/>
              <a:gd name="connsiteY4" fmla="*/ 49315 h 991573"/>
              <a:gd name="connsiteX5" fmla="*/ 820149 w 871077"/>
              <a:gd name="connsiteY5" fmla="*/ 490365 h 991573"/>
              <a:gd name="connsiteX6" fmla="*/ 370149 w 871077"/>
              <a:gd name="connsiteY6" fmla="*/ 970385 h 991573"/>
              <a:gd name="connsiteX7" fmla="*/ 166707 w 871077"/>
              <a:gd name="connsiteY7" fmla="*/ 836893 h 991573"/>
              <a:gd name="connsiteX0" fmla="*/ 166707 w 871077"/>
              <a:gd name="connsiteY0" fmla="*/ 846032 h 1000712"/>
              <a:gd name="connsiteX1" fmla="*/ 12876 w 871077"/>
              <a:gd name="connsiteY1" fmla="*/ 225130 h 1000712"/>
              <a:gd name="connsiteX2" fmla="*/ 271609 w 871077"/>
              <a:gd name="connsiteY2" fmla="*/ 73183 h 1000712"/>
              <a:gd name="connsiteX3" fmla="*/ 509312 w 871077"/>
              <a:gd name="connsiteY3" fmla="*/ 11737 h 1000712"/>
              <a:gd name="connsiteX4" fmla="*/ 834341 w 871077"/>
              <a:gd name="connsiteY4" fmla="*/ 58454 h 1000712"/>
              <a:gd name="connsiteX5" fmla="*/ 820149 w 871077"/>
              <a:gd name="connsiteY5" fmla="*/ 499504 h 1000712"/>
              <a:gd name="connsiteX6" fmla="*/ 370149 w 871077"/>
              <a:gd name="connsiteY6" fmla="*/ 979524 h 1000712"/>
              <a:gd name="connsiteX7" fmla="*/ 166707 w 871077"/>
              <a:gd name="connsiteY7" fmla="*/ 846032 h 1000712"/>
              <a:gd name="connsiteX0" fmla="*/ 166707 w 871077"/>
              <a:gd name="connsiteY0" fmla="*/ 846032 h 1000712"/>
              <a:gd name="connsiteX1" fmla="*/ 12876 w 871077"/>
              <a:gd name="connsiteY1" fmla="*/ 225130 h 1000712"/>
              <a:gd name="connsiteX2" fmla="*/ 271609 w 871077"/>
              <a:gd name="connsiteY2" fmla="*/ 73183 h 1000712"/>
              <a:gd name="connsiteX3" fmla="*/ 509312 w 871077"/>
              <a:gd name="connsiteY3" fmla="*/ 11737 h 1000712"/>
              <a:gd name="connsiteX4" fmla="*/ 834341 w 871077"/>
              <a:gd name="connsiteY4" fmla="*/ 58454 h 1000712"/>
              <a:gd name="connsiteX5" fmla="*/ 820149 w 871077"/>
              <a:gd name="connsiteY5" fmla="*/ 499504 h 1000712"/>
              <a:gd name="connsiteX6" fmla="*/ 370149 w 871077"/>
              <a:gd name="connsiteY6" fmla="*/ 979524 h 1000712"/>
              <a:gd name="connsiteX7" fmla="*/ 166707 w 871077"/>
              <a:gd name="connsiteY7" fmla="*/ 846032 h 1000712"/>
              <a:gd name="connsiteX0" fmla="*/ 166707 w 871077"/>
              <a:gd name="connsiteY0" fmla="*/ 842267 h 996947"/>
              <a:gd name="connsiteX1" fmla="*/ 12876 w 871077"/>
              <a:gd name="connsiteY1" fmla="*/ 221365 h 996947"/>
              <a:gd name="connsiteX2" fmla="*/ 271609 w 871077"/>
              <a:gd name="connsiteY2" fmla="*/ 69418 h 996947"/>
              <a:gd name="connsiteX3" fmla="*/ 509312 w 871077"/>
              <a:gd name="connsiteY3" fmla="*/ 7972 h 996947"/>
              <a:gd name="connsiteX4" fmla="*/ 834341 w 871077"/>
              <a:gd name="connsiteY4" fmla="*/ 54689 h 996947"/>
              <a:gd name="connsiteX5" fmla="*/ 820149 w 871077"/>
              <a:gd name="connsiteY5" fmla="*/ 495739 h 996947"/>
              <a:gd name="connsiteX6" fmla="*/ 370149 w 871077"/>
              <a:gd name="connsiteY6" fmla="*/ 975759 h 996947"/>
              <a:gd name="connsiteX7" fmla="*/ 166707 w 871077"/>
              <a:gd name="connsiteY7" fmla="*/ 842267 h 996947"/>
              <a:gd name="connsiteX0" fmla="*/ 166707 w 849493"/>
              <a:gd name="connsiteY0" fmla="*/ 842267 h 991220"/>
              <a:gd name="connsiteX1" fmla="*/ 12876 w 849493"/>
              <a:gd name="connsiteY1" fmla="*/ 221365 h 991220"/>
              <a:gd name="connsiteX2" fmla="*/ 271609 w 849493"/>
              <a:gd name="connsiteY2" fmla="*/ 69418 h 991220"/>
              <a:gd name="connsiteX3" fmla="*/ 509312 w 849493"/>
              <a:gd name="connsiteY3" fmla="*/ 7972 h 991220"/>
              <a:gd name="connsiteX4" fmla="*/ 834341 w 849493"/>
              <a:gd name="connsiteY4" fmla="*/ 54689 h 991220"/>
              <a:gd name="connsiteX5" fmla="*/ 724876 w 849493"/>
              <a:gd name="connsiteY5" fmla="*/ 577927 h 991220"/>
              <a:gd name="connsiteX6" fmla="*/ 370149 w 849493"/>
              <a:gd name="connsiteY6" fmla="*/ 975759 h 991220"/>
              <a:gd name="connsiteX7" fmla="*/ 166707 w 849493"/>
              <a:gd name="connsiteY7" fmla="*/ 842267 h 991220"/>
              <a:gd name="connsiteX0" fmla="*/ 166405 w 849191"/>
              <a:gd name="connsiteY0" fmla="*/ 842267 h 996591"/>
              <a:gd name="connsiteX1" fmla="*/ 12574 w 849191"/>
              <a:gd name="connsiteY1" fmla="*/ 221365 h 996591"/>
              <a:gd name="connsiteX2" fmla="*/ 271307 w 849191"/>
              <a:gd name="connsiteY2" fmla="*/ 69418 h 996591"/>
              <a:gd name="connsiteX3" fmla="*/ 509010 w 849191"/>
              <a:gd name="connsiteY3" fmla="*/ 7972 h 996591"/>
              <a:gd name="connsiteX4" fmla="*/ 834039 w 849191"/>
              <a:gd name="connsiteY4" fmla="*/ 54689 h 996591"/>
              <a:gd name="connsiteX5" fmla="*/ 724574 w 849191"/>
              <a:gd name="connsiteY5" fmla="*/ 577927 h 996591"/>
              <a:gd name="connsiteX6" fmla="*/ 339492 w 849191"/>
              <a:gd name="connsiteY6" fmla="*/ 981828 h 996591"/>
              <a:gd name="connsiteX7" fmla="*/ 166405 w 849191"/>
              <a:gd name="connsiteY7" fmla="*/ 842267 h 996591"/>
              <a:gd name="connsiteX0" fmla="*/ 178474 w 861260"/>
              <a:gd name="connsiteY0" fmla="*/ 842267 h 995357"/>
              <a:gd name="connsiteX1" fmla="*/ 11944 w 861260"/>
              <a:gd name="connsiteY1" fmla="*/ 288029 h 995357"/>
              <a:gd name="connsiteX2" fmla="*/ 283376 w 861260"/>
              <a:gd name="connsiteY2" fmla="*/ 69418 h 995357"/>
              <a:gd name="connsiteX3" fmla="*/ 521079 w 861260"/>
              <a:gd name="connsiteY3" fmla="*/ 7972 h 995357"/>
              <a:gd name="connsiteX4" fmla="*/ 846108 w 861260"/>
              <a:gd name="connsiteY4" fmla="*/ 54689 h 995357"/>
              <a:gd name="connsiteX5" fmla="*/ 736643 w 861260"/>
              <a:gd name="connsiteY5" fmla="*/ 577927 h 995357"/>
              <a:gd name="connsiteX6" fmla="*/ 351561 w 861260"/>
              <a:gd name="connsiteY6" fmla="*/ 981828 h 995357"/>
              <a:gd name="connsiteX7" fmla="*/ 178474 w 861260"/>
              <a:gd name="connsiteY7" fmla="*/ 842267 h 995357"/>
              <a:gd name="connsiteX0" fmla="*/ 178474 w 852297"/>
              <a:gd name="connsiteY0" fmla="*/ 842267 h 987272"/>
              <a:gd name="connsiteX1" fmla="*/ 11944 w 852297"/>
              <a:gd name="connsiteY1" fmla="*/ 288029 h 987272"/>
              <a:gd name="connsiteX2" fmla="*/ 283376 w 852297"/>
              <a:gd name="connsiteY2" fmla="*/ 69418 h 987272"/>
              <a:gd name="connsiteX3" fmla="*/ 521079 w 852297"/>
              <a:gd name="connsiteY3" fmla="*/ 7972 h 987272"/>
              <a:gd name="connsiteX4" fmla="*/ 846108 w 852297"/>
              <a:gd name="connsiteY4" fmla="*/ 54689 h 987272"/>
              <a:gd name="connsiteX5" fmla="*/ 528434 w 852297"/>
              <a:gd name="connsiteY5" fmla="*/ 708367 h 987272"/>
              <a:gd name="connsiteX6" fmla="*/ 351561 w 852297"/>
              <a:gd name="connsiteY6" fmla="*/ 981828 h 987272"/>
              <a:gd name="connsiteX7" fmla="*/ 178474 w 852297"/>
              <a:gd name="connsiteY7" fmla="*/ 842267 h 987272"/>
              <a:gd name="connsiteX0" fmla="*/ 178474 w 690156"/>
              <a:gd name="connsiteY0" fmla="*/ 839374 h 984379"/>
              <a:gd name="connsiteX1" fmla="*/ 11944 w 690156"/>
              <a:gd name="connsiteY1" fmla="*/ 285136 h 984379"/>
              <a:gd name="connsiteX2" fmla="*/ 283376 w 690156"/>
              <a:gd name="connsiteY2" fmla="*/ 66525 h 984379"/>
              <a:gd name="connsiteX3" fmla="*/ 521079 w 690156"/>
              <a:gd name="connsiteY3" fmla="*/ 5079 h 984379"/>
              <a:gd name="connsiteX4" fmla="*/ 678281 w 690156"/>
              <a:gd name="connsiteY4" fmla="*/ 60179 h 984379"/>
              <a:gd name="connsiteX5" fmla="*/ 528434 w 690156"/>
              <a:gd name="connsiteY5" fmla="*/ 705474 h 984379"/>
              <a:gd name="connsiteX6" fmla="*/ 351561 w 690156"/>
              <a:gd name="connsiteY6" fmla="*/ 978935 h 984379"/>
              <a:gd name="connsiteX7" fmla="*/ 178474 w 690156"/>
              <a:gd name="connsiteY7" fmla="*/ 839374 h 984379"/>
              <a:gd name="connsiteX0" fmla="*/ 178474 w 690156"/>
              <a:gd name="connsiteY0" fmla="*/ 836333 h 981338"/>
              <a:gd name="connsiteX1" fmla="*/ 11944 w 690156"/>
              <a:gd name="connsiteY1" fmla="*/ 282095 h 981338"/>
              <a:gd name="connsiteX2" fmla="*/ 283376 w 690156"/>
              <a:gd name="connsiteY2" fmla="*/ 63484 h 981338"/>
              <a:gd name="connsiteX3" fmla="*/ 521079 w 690156"/>
              <a:gd name="connsiteY3" fmla="*/ 2038 h 981338"/>
              <a:gd name="connsiteX4" fmla="*/ 678281 w 690156"/>
              <a:gd name="connsiteY4" fmla="*/ 57138 h 981338"/>
              <a:gd name="connsiteX5" fmla="*/ 528434 w 690156"/>
              <a:gd name="connsiteY5" fmla="*/ 702433 h 981338"/>
              <a:gd name="connsiteX6" fmla="*/ 351561 w 690156"/>
              <a:gd name="connsiteY6" fmla="*/ 975894 h 981338"/>
              <a:gd name="connsiteX7" fmla="*/ 178474 w 690156"/>
              <a:gd name="connsiteY7" fmla="*/ 836333 h 981338"/>
              <a:gd name="connsiteX0" fmla="*/ 178474 w 690156"/>
              <a:gd name="connsiteY0" fmla="*/ 834360 h 979365"/>
              <a:gd name="connsiteX1" fmla="*/ 11944 w 690156"/>
              <a:gd name="connsiteY1" fmla="*/ 280122 h 979365"/>
              <a:gd name="connsiteX2" fmla="*/ 283376 w 690156"/>
              <a:gd name="connsiteY2" fmla="*/ 61511 h 979365"/>
              <a:gd name="connsiteX3" fmla="*/ 525410 w 690156"/>
              <a:gd name="connsiteY3" fmla="*/ 2386 h 979365"/>
              <a:gd name="connsiteX4" fmla="*/ 678281 w 690156"/>
              <a:gd name="connsiteY4" fmla="*/ 55165 h 979365"/>
              <a:gd name="connsiteX5" fmla="*/ 528434 w 690156"/>
              <a:gd name="connsiteY5" fmla="*/ 700460 h 979365"/>
              <a:gd name="connsiteX6" fmla="*/ 351561 w 690156"/>
              <a:gd name="connsiteY6" fmla="*/ 973921 h 979365"/>
              <a:gd name="connsiteX7" fmla="*/ 178474 w 690156"/>
              <a:gd name="connsiteY7" fmla="*/ 834360 h 979365"/>
              <a:gd name="connsiteX0" fmla="*/ 178474 w 690156"/>
              <a:gd name="connsiteY0" fmla="*/ 831974 h 976979"/>
              <a:gd name="connsiteX1" fmla="*/ 11944 w 690156"/>
              <a:gd name="connsiteY1" fmla="*/ 277736 h 976979"/>
              <a:gd name="connsiteX2" fmla="*/ 283376 w 690156"/>
              <a:gd name="connsiteY2" fmla="*/ 59125 h 976979"/>
              <a:gd name="connsiteX3" fmla="*/ 525410 w 690156"/>
              <a:gd name="connsiteY3" fmla="*/ 0 h 976979"/>
              <a:gd name="connsiteX4" fmla="*/ 678281 w 690156"/>
              <a:gd name="connsiteY4" fmla="*/ 52779 h 976979"/>
              <a:gd name="connsiteX5" fmla="*/ 528434 w 690156"/>
              <a:gd name="connsiteY5" fmla="*/ 698074 h 976979"/>
              <a:gd name="connsiteX6" fmla="*/ 351561 w 690156"/>
              <a:gd name="connsiteY6" fmla="*/ 971535 h 976979"/>
              <a:gd name="connsiteX7" fmla="*/ 178474 w 690156"/>
              <a:gd name="connsiteY7" fmla="*/ 831974 h 976979"/>
              <a:gd name="connsiteX0" fmla="*/ 178474 w 690156"/>
              <a:gd name="connsiteY0" fmla="*/ 831974 h 976979"/>
              <a:gd name="connsiteX1" fmla="*/ 11944 w 690156"/>
              <a:gd name="connsiteY1" fmla="*/ 277736 h 976979"/>
              <a:gd name="connsiteX2" fmla="*/ 285126 w 690156"/>
              <a:gd name="connsiteY2" fmla="*/ 67626 h 976979"/>
              <a:gd name="connsiteX3" fmla="*/ 525410 w 690156"/>
              <a:gd name="connsiteY3" fmla="*/ 0 h 976979"/>
              <a:gd name="connsiteX4" fmla="*/ 678281 w 690156"/>
              <a:gd name="connsiteY4" fmla="*/ 52779 h 976979"/>
              <a:gd name="connsiteX5" fmla="*/ 528434 w 690156"/>
              <a:gd name="connsiteY5" fmla="*/ 698074 h 976979"/>
              <a:gd name="connsiteX6" fmla="*/ 351561 w 690156"/>
              <a:gd name="connsiteY6" fmla="*/ 971535 h 976979"/>
              <a:gd name="connsiteX7" fmla="*/ 178474 w 690156"/>
              <a:gd name="connsiteY7" fmla="*/ 831974 h 976979"/>
              <a:gd name="connsiteX0" fmla="*/ 178474 w 690156"/>
              <a:gd name="connsiteY0" fmla="*/ 831974 h 976979"/>
              <a:gd name="connsiteX1" fmla="*/ 11944 w 690156"/>
              <a:gd name="connsiteY1" fmla="*/ 277736 h 976979"/>
              <a:gd name="connsiteX2" fmla="*/ 285126 w 690156"/>
              <a:gd name="connsiteY2" fmla="*/ 67626 h 976979"/>
              <a:gd name="connsiteX3" fmla="*/ 525410 w 690156"/>
              <a:gd name="connsiteY3" fmla="*/ 0 h 976979"/>
              <a:gd name="connsiteX4" fmla="*/ 678281 w 690156"/>
              <a:gd name="connsiteY4" fmla="*/ 52779 h 976979"/>
              <a:gd name="connsiteX5" fmla="*/ 528434 w 690156"/>
              <a:gd name="connsiteY5" fmla="*/ 698074 h 976979"/>
              <a:gd name="connsiteX6" fmla="*/ 351561 w 690156"/>
              <a:gd name="connsiteY6" fmla="*/ 971535 h 976979"/>
              <a:gd name="connsiteX7" fmla="*/ 178474 w 690156"/>
              <a:gd name="connsiteY7" fmla="*/ 831974 h 97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0156" h="976979">
                <a:moveTo>
                  <a:pt x="178474" y="831974"/>
                </a:moveTo>
                <a:cubicBezTo>
                  <a:pt x="121871" y="716341"/>
                  <a:pt x="-45854" y="350657"/>
                  <a:pt x="11944" y="277736"/>
                </a:cubicBezTo>
                <a:cubicBezTo>
                  <a:pt x="69742" y="204815"/>
                  <a:pt x="193467" y="103095"/>
                  <a:pt x="285126" y="67626"/>
                </a:cubicBezTo>
                <a:cubicBezTo>
                  <a:pt x="376785" y="32157"/>
                  <a:pt x="436757" y="15999"/>
                  <a:pt x="525410" y="0"/>
                </a:cubicBezTo>
                <a:cubicBezTo>
                  <a:pt x="622353" y="10115"/>
                  <a:pt x="610540" y="-8440"/>
                  <a:pt x="678281" y="52779"/>
                </a:cubicBezTo>
                <a:cubicBezTo>
                  <a:pt x="731722" y="130104"/>
                  <a:pt x="591087" y="574216"/>
                  <a:pt x="528434" y="698074"/>
                </a:cubicBezTo>
                <a:cubicBezTo>
                  <a:pt x="465781" y="821932"/>
                  <a:pt x="409888" y="949218"/>
                  <a:pt x="351561" y="971535"/>
                </a:cubicBezTo>
                <a:cubicBezTo>
                  <a:pt x="293234" y="993852"/>
                  <a:pt x="235077" y="947607"/>
                  <a:pt x="178474" y="831974"/>
                </a:cubicBezTo>
                <a:close/>
              </a:path>
            </a:pathLst>
          </a:custGeom>
          <a:noFill/>
          <a:ln w="9525">
            <a:solidFill>
              <a:schemeClr val="tx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81" name="椭圆 45"/>
          <p:cNvSpPr/>
          <p:nvPr/>
        </p:nvSpPr>
        <p:spPr>
          <a:xfrm rot="2214496">
            <a:off x="685790" y="2409926"/>
            <a:ext cx="1521058" cy="674891"/>
          </a:xfrm>
          <a:custGeom>
            <a:avLst/>
            <a:gdLst>
              <a:gd name="connsiteX0" fmla="*/ 0 w 2137002"/>
              <a:gd name="connsiteY0" fmla="*/ 288000 h 576000"/>
              <a:gd name="connsiteX1" fmla="*/ 1068501 w 2137002"/>
              <a:gd name="connsiteY1" fmla="*/ 0 h 576000"/>
              <a:gd name="connsiteX2" fmla="*/ 2137002 w 2137002"/>
              <a:gd name="connsiteY2" fmla="*/ 288000 h 576000"/>
              <a:gd name="connsiteX3" fmla="*/ 1068501 w 2137002"/>
              <a:gd name="connsiteY3" fmla="*/ 576000 h 576000"/>
              <a:gd name="connsiteX4" fmla="*/ 0 w 2137002"/>
              <a:gd name="connsiteY4" fmla="*/ 288000 h 576000"/>
              <a:gd name="connsiteX0" fmla="*/ 0 w 1973009"/>
              <a:gd name="connsiteY0" fmla="*/ 297635 h 576029"/>
              <a:gd name="connsiteX1" fmla="*/ 904508 w 1973009"/>
              <a:gd name="connsiteY1" fmla="*/ 14 h 576029"/>
              <a:gd name="connsiteX2" fmla="*/ 1973009 w 1973009"/>
              <a:gd name="connsiteY2" fmla="*/ 288014 h 576029"/>
              <a:gd name="connsiteX3" fmla="*/ 904508 w 1973009"/>
              <a:gd name="connsiteY3" fmla="*/ 576014 h 576029"/>
              <a:gd name="connsiteX4" fmla="*/ 0 w 1973009"/>
              <a:gd name="connsiteY4" fmla="*/ 297635 h 576029"/>
              <a:gd name="connsiteX0" fmla="*/ 13955 w 1986964"/>
              <a:gd name="connsiteY0" fmla="*/ 364869 h 643258"/>
              <a:gd name="connsiteX1" fmla="*/ 406764 w 1986964"/>
              <a:gd name="connsiteY1" fmla="*/ 22868 h 643258"/>
              <a:gd name="connsiteX2" fmla="*/ 918463 w 1986964"/>
              <a:gd name="connsiteY2" fmla="*/ 67248 h 643258"/>
              <a:gd name="connsiteX3" fmla="*/ 1986964 w 1986964"/>
              <a:gd name="connsiteY3" fmla="*/ 355248 h 643258"/>
              <a:gd name="connsiteX4" fmla="*/ 918463 w 1986964"/>
              <a:gd name="connsiteY4" fmla="*/ 643248 h 643258"/>
              <a:gd name="connsiteX5" fmla="*/ 13955 w 1986964"/>
              <a:gd name="connsiteY5" fmla="*/ 364869 h 643258"/>
              <a:gd name="connsiteX0" fmla="*/ 18309 w 1991318"/>
              <a:gd name="connsiteY0" fmla="*/ 364869 h 712255"/>
              <a:gd name="connsiteX1" fmla="*/ 411118 w 1991318"/>
              <a:gd name="connsiteY1" fmla="*/ 22868 h 712255"/>
              <a:gd name="connsiteX2" fmla="*/ 922817 w 1991318"/>
              <a:gd name="connsiteY2" fmla="*/ 67248 h 712255"/>
              <a:gd name="connsiteX3" fmla="*/ 1991318 w 1991318"/>
              <a:gd name="connsiteY3" fmla="*/ 355248 h 712255"/>
              <a:gd name="connsiteX4" fmla="*/ 922817 w 1991318"/>
              <a:gd name="connsiteY4" fmla="*/ 643248 h 712255"/>
              <a:gd name="connsiteX5" fmla="*/ 153723 w 1991318"/>
              <a:gd name="connsiteY5" fmla="*/ 691625 h 712255"/>
              <a:gd name="connsiteX6" fmla="*/ 18309 w 1991318"/>
              <a:gd name="connsiteY6" fmla="*/ 364869 h 712255"/>
              <a:gd name="connsiteX0" fmla="*/ 44862 w 1937982"/>
              <a:gd name="connsiteY0" fmla="*/ 270958 h 712255"/>
              <a:gd name="connsiteX1" fmla="*/ 357782 w 1937982"/>
              <a:gd name="connsiteY1" fmla="*/ 22868 h 712255"/>
              <a:gd name="connsiteX2" fmla="*/ 869481 w 1937982"/>
              <a:gd name="connsiteY2" fmla="*/ 67248 h 712255"/>
              <a:gd name="connsiteX3" fmla="*/ 1937982 w 1937982"/>
              <a:gd name="connsiteY3" fmla="*/ 355248 h 712255"/>
              <a:gd name="connsiteX4" fmla="*/ 869481 w 1937982"/>
              <a:gd name="connsiteY4" fmla="*/ 643248 h 712255"/>
              <a:gd name="connsiteX5" fmla="*/ 100387 w 1937982"/>
              <a:gd name="connsiteY5" fmla="*/ 691625 h 712255"/>
              <a:gd name="connsiteX6" fmla="*/ 44862 w 1937982"/>
              <a:gd name="connsiteY6" fmla="*/ 270958 h 712255"/>
              <a:gd name="connsiteX0" fmla="*/ 74827 w 1967947"/>
              <a:gd name="connsiteY0" fmla="*/ 270958 h 700492"/>
              <a:gd name="connsiteX1" fmla="*/ 387747 w 1967947"/>
              <a:gd name="connsiteY1" fmla="*/ 22868 h 700492"/>
              <a:gd name="connsiteX2" fmla="*/ 899446 w 1967947"/>
              <a:gd name="connsiteY2" fmla="*/ 67248 h 700492"/>
              <a:gd name="connsiteX3" fmla="*/ 1967947 w 1967947"/>
              <a:gd name="connsiteY3" fmla="*/ 355248 h 700492"/>
              <a:gd name="connsiteX4" fmla="*/ 899446 w 1967947"/>
              <a:gd name="connsiteY4" fmla="*/ 643248 h 700492"/>
              <a:gd name="connsiteX5" fmla="*/ 82496 w 1967947"/>
              <a:gd name="connsiteY5" fmla="*/ 676461 h 700492"/>
              <a:gd name="connsiteX6" fmla="*/ 74827 w 1967947"/>
              <a:gd name="connsiteY6" fmla="*/ 270958 h 700492"/>
              <a:gd name="connsiteX0" fmla="*/ 74827 w 1967947"/>
              <a:gd name="connsiteY0" fmla="*/ 270958 h 765746"/>
              <a:gd name="connsiteX1" fmla="*/ 387747 w 1967947"/>
              <a:gd name="connsiteY1" fmla="*/ 22868 h 765746"/>
              <a:gd name="connsiteX2" fmla="*/ 899446 w 1967947"/>
              <a:gd name="connsiteY2" fmla="*/ 67248 h 765746"/>
              <a:gd name="connsiteX3" fmla="*/ 1967947 w 1967947"/>
              <a:gd name="connsiteY3" fmla="*/ 355248 h 765746"/>
              <a:gd name="connsiteX4" fmla="*/ 1345554 w 1967947"/>
              <a:gd name="connsiteY4" fmla="*/ 747734 h 765746"/>
              <a:gd name="connsiteX5" fmla="*/ 82496 w 1967947"/>
              <a:gd name="connsiteY5" fmla="*/ 676461 h 765746"/>
              <a:gd name="connsiteX6" fmla="*/ 74827 w 1967947"/>
              <a:gd name="connsiteY6" fmla="*/ 270958 h 765746"/>
              <a:gd name="connsiteX0" fmla="*/ 74827 w 1858067"/>
              <a:gd name="connsiteY0" fmla="*/ 269486 h 767295"/>
              <a:gd name="connsiteX1" fmla="*/ 387747 w 1858067"/>
              <a:gd name="connsiteY1" fmla="*/ 21396 h 767295"/>
              <a:gd name="connsiteX2" fmla="*/ 899446 w 1858067"/>
              <a:gd name="connsiteY2" fmla="*/ 65776 h 767295"/>
              <a:gd name="connsiteX3" fmla="*/ 1858067 w 1858067"/>
              <a:gd name="connsiteY3" fmla="*/ 310325 h 767295"/>
              <a:gd name="connsiteX4" fmla="*/ 1345554 w 1858067"/>
              <a:gd name="connsiteY4" fmla="*/ 746262 h 767295"/>
              <a:gd name="connsiteX5" fmla="*/ 82496 w 1858067"/>
              <a:gd name="connsiteY5" fmla="*/ 674989 h 767295"/>
              <a:gd name="connsiteX6" fmla="*/ 74827 w 1858067"/>
              <a:gd name="connsiteY6" fmla="*/ 269486 h 767295"/>
              <a:gd name="connsiteX0" fmla="*/ 74827 w 1858067"/>
              <a:gd name="connsiteY0" fmla="*/ 269486 h 789155"/>
              <a:gd name="connsiteX1" fmla="*/ 387747 w 1858067"/>
              <a:gd name="connsiteY1" fmla="*/ 21396 h 789155"/>
              <a:gd name="connsiteX2" fmla="*/ 899446 w 1858067"/>
              <a:gd name="connsiteY2" fmla="*/ 65776 h 789155"/>
              <a:gd name="connsiteX3" fmla="*/ 1858067 w 1858067"/>
              <a:gd name="connsiteY3" fmla="*/ 310325 h 789155"/>
              <a:gd name="connsiteX4" fmla="*/ 1152233 w 1858067"/>
              <a:gd name="connsiteY4" fmla="*/ 771372 h 789155"/>
              <a:gd name="connsiteX5" fmla="*/ 82496 w 1858067"/>
              <a:gd name="connsiteY5" fmla="*/ 674989 h 789155"/>
              <a:gd name="connsiteX6" fmla="*/ 74827 w 1858067"/>
              <a:gd name="connsiteY6" fmla="*/ 269486 h 789155"/>
              <a:gd name="connsiteX0" fmla="*/ 74827 w 1858067"/>
              <a:gd name="connsiteY0" fmla="*/ 273256 h 792925"/>
              <a:gd name="connsiteX1" fmla="*/ 387747 w 1858067"/>
              <a:gd name="connsiteY1" fmla="*/ 25166 h 792925"/>
              <a:gd name="connsiteX2" fmla="*/ 908117 w 1858067"/>
              <a:gd name="connsiteY2" fmla="*/ 54810 h 792925"/>
              <a:gd name="connsiteX3" fmla="*/ 1858067 w 1858067"/>
              <a:gd name="connsiteY3" fmla="*/ 314095 h 792925"/>
              <a:gd name="connsiteX4" fmla="*/ 1152233 w 1858067"/>
              <a:gd name="connsiteY4" fmla="*/ 775142 h 792925"/>
              <a:gd name="connsiteX5" fmla="*/ 82496 w 1858067"/>
              <a:gd name="connsiteY5" fmla="*/ 678759 h 792925"/>
              <a:gd name="connsiteX6" fmla="*/ 74827 w 1858067"/>
              <a:gd name="connsiteY6" fmla="*/ 273256 h 792925"/>
              <a:gd name="connsiteX0" fmla="*/ 71822 w 1855062"/>
              <a:gd name="connsiteY0" fmla="*/ 254124 h 773793"/>
              <a:gd name="connsiteX1" fmla="*/ 322291 w 1855062"/>
              <a:gd name="connsiteY1" fmla="*/ 34273 h 773793"/>
              <a:gd name="connsiteX2" fmla="*/ 905112 w 1855062"/>
              <a:gd name="connsiteY2" fmla="*/ 35678 h 773793"/>
              <a:gd name="connsiteX3" fmla="*/ 1855062 w 1855062"/>
              <a:gd name="connsiteY3" fmla="*/ 294963 h 773793"/>
              <a:gd name="connsiteX4" fmla="*/ 1149228 w 1855062"/>
              <a:gd name="connsiteY4" fmla="*/ 756010 h 773793"/>
              <a:gd name="connsiteX5" fmla="*/ 79491 w 1855062"/>
              <a:gd name="connsiteY5" fmla="*/ 659627 h 773793"/>
              <a:gd name="connsiteX6" fmla="*/ 71822 w 1855062"/>
              <a:gd name="connsiteY6" fmla="*/ 254124 h 773793"/>
              <a:gd name="connsiteX0" fmla="*/ 71822 w 1855062"/>
              <a:gd name="connsiteY0" fmla="*/ 237833 h 757502"/>
              <a:gd name="connsiteX1" fmla="*/ 322291 w 1855062"/>
              <a:gd name="connsiteY1" fmla="*/ 17982 h 757502"/>
              <a:gd name="connsiteX2" fmla="*/ 728136 w 1855062"/>
              <a:gd name="connsiteY2" fmla="*/ 76007 h 757502"/>
              <a:gd name="connsiteX3" fmla="*/ 1855062 w 1855062"/>
              <a:gd name="connsiteY3" fmla="*/ 278672 h 757502"/>
              <a:gd name="connsiteX4" fmla="*/ 1149228 w 1855062"/>
              <a:gd name="connsiteY4" fmla="*/ 739719 h 757502"/>
              <a:gd name="connsiteX5" fmla="*/ 79491 w 1855062"/>
              <a:gd name="connsiteY5" fmla="*/ 643336 h 757502"/>
              <a:gd name="connsiteX6" fmla="*/ 71822 w 1855062"/>
              <a:gd name="connsiteY6" fmla="*/ 237833 h 757502"/>
              <a:gd name="connsiteX0" fmla="*/ 71822 w 1855062"/>
              <a:gd name="connsiteY0" fmla="*/ 242788 h 762457"/>
              <a:gd name="connsiteX1" fmla="*/ 322291 w 1855062"/>
              <a:gd name="connsiteY1" fmla="*/ 22937 h 762457"/>
              <a:gd name="connsiteX2" fmla="*/ 733491 w 1855062"/>
              <a:gd name="connsiteY2" fmla="*/ 56751 h 762457"/>
              <a:gd name="connsiteX3" fmla="*/ 1855062 w 1855062"/>
              <a:gd name="connsiteY3" fmla="*/ 283627 h 762457"/>
              <a:gd name="connsiteX4" fmla="*/ 1149228 w 1855062"/>
              <a:gd name="connsiteY4" fmla="*/ 744674 h 762457"/>
              <a:gd name="connsiteX5" fmla="*/ 79491 w 1855062"/>
              <a:gd name="connsiteY5" fmla="*/ 648291 h 762457"/>
              <a:gd name="connsiteX6" fmla="*/ 71822 w 1855062"/>
              <a:gd name="connsiteY6" fmla="*/ 242788 h 762457"/>
              <a:gd name="connsiteX0" fmla="*/ 71822 w 1855062"/>
              <a:gd name="connsiteY0" fmla="*/ 233676 h 753345"/>
              <a:gd name="connsiteX1" fmla="*/ 322291 w 1855062"/>
              <a:gd name="connsiteY1" fmla="*/ 13825 h 753345"/>
              <a:gd name="connsiteX2" fmla="*/ 733491 w 1855062"/>
              <a:gd name="connsiteY2" fmla="*/ 47639 h 753345"/>
              <a:gd name="connsiteX3" fmla="*/ 1855062 w 1855062"/>
              <a:gd name="connsiteY3" fmla="*/ 274515 h 753345"/>
              <a:gd name="connsiteX4" fmla="*/ 1149228 w 1855062"/>
              <a:gd name="connsiteY4" fmla="*/ 735562 h 753345"/>
              <a:gd name="connsiteX5" fmla="*/ 79491 w 1855062"/>
              <a:gd name="connsiteY5" fmla="*/ 639179 h 753345"/>
              <a:gd name="connsiteX6" fmla="*/ 71822 w 1855062"/>
              <a:gd name="connsiteY6" fmla="*/ 233676 h 753345"/>
              <a:gd name="connsiteX0" fmla="*/ 71822 w 1855062"/>
              <a:gd name="connsiteY0" fmla="*/ 238915 h 758584"/>
              <a:gd name="connsiteX1" fmla="*/ 322291 w 1855062"/>
              <a:gd name="connsiteY1" fmla="*/ 19064 h 758584"/>
              <a:gd name="connsiteX2" fmla="*/ 733491 w 1855062"/>
              <a:gd name="connsiteY2" fmla="*/ 52878 h 758584"/>
              <a:gd name="connsiteX3" fmla="*/ 1855062 w 1855062"/>
              <a:gd name="connsiteY3" fmla="*/ 279754 h 758584"/>
              <a:gd name="connsiteX4" fmla="*/ 1149228 w 1855062"/>
              <a:gd name="connsiteY4" fmla="*/ 740801 h 758584"/>
              <a:gd name="connsiteX5" fmla="*/ 79491 w 1855062"/>
              <a:gd name="connsiteY5" fmla="*/ 644418 h 758584"/>
              <a:gd name="connsiteX6" fmla="*/ 71822 w 1855062"/>
              <a:gd name="connsiteY6" fmla="*/ 238915 h 758584"/>
              <a:gd name="connsiteX0" fmla="*/ 58637 w 1841877"/>
              <a:gd name="connsiteY0" fmla="*/ 238915 h 764792"/>
              <a:gd name="connsiteX1" fmla="*/ 309106 w 1841877"/>
              <a:gd name="connsiteY1" fmla="*/ 19064 h 764792"/>
              <a:gd name="connsiteX2" fmla="*/ 720306 w 1841877"/>
              <a:gd name="connsiteY2" fmla="*/ 52878 h 764792"/>
              <a:gd name="connsiteX3" fmla="*/ 1841877 w 1841877"/>
              <a:gd name="connsiteY3" fmla="*/ 279754 h 764792"/>
              <a:gd name="connsiteX4" fmla="*/ 1136043 w 1841877"/>
              <a:gd name="connsiteY4" fmla="*/ 740801 h 764792"/>
              <a:gd name="connsiteX5" fmla="*/ 66306 w 1841877"/>
              <a:gd name="connsiteY5" fmla="*/ 644418 h 764792"/>
              <a:gd name="connsiteX6" fmla="*/ 58637 w 1841877"/>
              <a:gd name="connsiteY6" fmla="*/ 238915 h 764792"/>
              <a:gd name="connsiteX0" fmla="*/ 58637 w 1841877"/>
              <a:gd name="connsiteY0" fmla="*/ 238915 h 764792"/>
              <a:gd name="connsiteX1" fmla="*/ 309106 w 1841877"/>
              <a:gd name="connsiteY1" fmla="*/ 19064 h 764792"/>
              <a:gd name="connsiteX2" fmla="*/ 720306 w 1841877"/>
              <a:gd name="connsiteY2" fmla="*/ 52878 h 764792"/>
              <a:gd name="connsiteX3" fmla="*/ 1841877 w 1841877"/>
              <a:gd name="connsiteY3" fmla="*/ 279754 h 764792"/>
              <a:gd name="connsiteX4" fmla="*/ 1136043 w 1841877"/>
              <a:gd name="connsiteY4" fmla="*/ 740801 h 764792"/>
              <a:gd name="connsiteX5" fmla="*/ 66306 w 1841877"/>
              <a:gd name="connsiteY5" fmla="*/ 644418 h 764792"/>
              <a:gd name="connsiteX6" fmla="*/ 58637 w 1841877"/>
              <a:gd name="connsiteY6" fmla="*/ 238915 h 764792"/>
              <a:gd name="connsiteX0" fmla="*/ 68426 w 1851666"/>
              <a:gd name="connsiteY0" fmla="*/ 238915 h 764792"/>
              <a:gd name="connsiteX1" fmla="*/ 318895 w 1851666"/>
              <a:gd name="connsiteY1" fmla="*/ 19064 h 764792"/>
              <a:gd name="connsiteX2" fmla="*/ 730095 w 1851666"/>
              <a:gd name="connsiteY2" fmla="*/ 52878 h 764792"/>
              <a:gd name="connsiteX3" fmla="*/ 1851666 w 1851666"/>
              <a:gd name="connsiteY3" fmla="*/ 279754 h 764792"/>
              <a:gd name="connsiteX4" fmla="*/ 1145832 w 1851666"/>
              <a:gd name="connsiteY4" fmla="*/ 740801 h 764792"/>
              <a:gd name="connsiteX5" fmla="*/ 76095 w 1851666"/>
              <a:gd name="connsiteY5" fmla="*/ 644418 h 764792"/>
              <a:gd name="connsiteX6" fmla="*/ 68426 w 1851666"/>
              <a:gd name="connsiteY6" fmla="*/ 238915 h 764792"/>
              <a:gd name="connsiteX0" fmla="*/ 68426 w 1851666"/>
              <a:gd name="connsiteY0" fmla="*/ 238915 h 764792"/>
              <a:gd name="connsiteX1" fmla="*/ 318895 w 1851666"/>
              <a:gd name="connsiteY1" fmla="*/ 19064 h 764792"/>
              <a:gd name="connsiteX2" fmla="*/ 730095 w 1851666"/>
              <a:gd name="connsiteY2" fmla="*/ 52878 h 764792"/>
              <a:gd name="connsiteX3" fmla="*/ 1851666 w 1851666"/>
              <a:gd name="connsiteY3" fmla="*/ 279754 h 764792"/>
              <a:gd name="connsiteX4" fmla="*/ 1145832 w 1851666"/>
              <a:gd name="connsiteY4" fmla="*/ 740801 h 764792"/>
              <a:gd name="connsiteX5" fmla="*/ 76095 w 1851666"/>
              <a:gd name="connsiteY5" fmla="*/ 644418 h 764792"/>
              <a:gd name="connsiteX6" fmla="*/ 68426 w 1851666"/>
              <a:gd name="connsiteY6" fmla="*/ 238915 h 764792"/>
              <a:gd name="connsiteX0" fmla="*/ 68426 w 1851666"/>
              <a:gd name="connsiteY0" fmla="*/ 229766 h 755643"/>
              <a:gd name="connsiteX1" fmla="*/ 318895 w 1851666"/>
              <a:gd name="connsiteY1" fmla="*/ 9915 h 755643"/>
              <a:gd name="connsiteX2" fmla="*/ 730095 w 1851666"/>
              <a:gd name="connsiteY2" fmla="*/ 43729 h 755643"/>
              <a:gd name="connsiteX3" fmla="*/ 1851666 w 1851666"/>
              <a:gd name="connsiteY3" fmla="*/ 270605 h 755643"/>
              <a:gd name="connsiteX4" fmla="*/ 1145832 w 1851666"/>
              <a:gd name="connsiteY4" fmla="*/ 731652 h 755643"/>
              <a:gd name="connsiteX5" fmla="*/ 76095 w 1851666"/>
              <a:gd name="connsiteY5" fmla="*/ 635269 h 755643"/>
              <a:gd name="connsiteX6" fmla="*/ 68426 w 1851666"/>
              <a:gd name="connsiteY6" fmla="*/ 229766 h 755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1666" h="755643">
                <a:moveTo>
                  <a:pt x="68426" y="229766"/>
                </a:moveTo>
                <a:cubicBezTo>
                  <a:pt x="139485" y="99073"/>
                  <a:pt x="144938" y="38202"/>
                  <a:pt x="318895" y="9915"/>
                </a:cubicBezTo>
                <a:cubicBezTo>
                  <a:pt x="492852" y="-18372"/>
                  <a:pt x="438100" y="20514"/>
                  <a:pt x="730095" y="43729"/>
                </a:cubicBezTo>
                <a:cubicBezTo>
                  <a:pt x="1022090" y="66944"/>
                  <a:pt x="1851666" y="111547"/>
                  <a:pt x="1851666" y="270605"/>
                </a:cubicBezTo>
                <a:cubicBezTo>
                  <a:pt x="1851666" y="429663"/>
                  <a:pt x="1441760" y="670875"/>
                  <a:pt x="1145832" y="731652"/>
                </a:cubicBezTo>
                <a:cubicBezTo>
                  <a:pt x="849904" y="792429"/>
                  <a:pt x="196270" y="729462"/>
                  <a:pt x="76095" y="635269"/>
                </a:cubicBezTo>
                <a:cubicBezTo>
                  <a:pt x="-44080" y="541076"/>
                  <a:pt x="-2633" y="360459"/>
                  <a:pt x="68426" y="229766"/>
                </a:cubicBezTo>
                <a:close/>
              </a:path>
            </a:pathLst>
          </a:custGeom>
          <a:no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82" name="椭圆 46"/>
          <p:cNvSpPr/>
          <p:nvPr/>
        </p:nvSpPr>
        <p:spPr>
          <a:xfrm rot="6857022">
            <a:off x="484651" y="1087817"/>
            <a:ext cx="2709990" cy="1647540"/>
          </a:xfrm>
          <a:custGeom>
            <a:avLst/>
            <a:gdLst>
              <a:gd name="connsiteX0" fmla="*/ 0 w 3425809"/>
              <a:gd name="connsiteY0" fmla="*/ 1197530 h 2395059"/>
              <a:gd name="connsiteX1" fmla="*/ 1712905 w 3425809"/>
              <a:gd name="connsiteY1" fmla="*/ 0 h 2395059"/>
              <a:gd name="connsiteX2" fmla="*/ 3425810 w 3425809"/>
              <a:gd name="connsiteY2" fmla="*/ 1197530 h 2395059"/>
              <a:gd name="connsiteX3" fmla="*/ 1712905 w 3425809"/>
              <a:gd name="connsiteY3" fmla="*/ 2395060 h 2395059"/>
              <a:gd name="connsiteX4" fmla="*/ 0 w 3425809"/>
              <a:gd name="connsiteY4" fmla="*/ 1197530 h 2395059"/>
              <a:gd name="connsiteX0" fmla="*/ 0 w 3312643"/>
              <a:gd name="connsiteY0" fmla="*/ 1096769 h 2395892"/>
              <a:gd name="connsiteX1" fmla="*/ 1599738 w 3312643"/>
              <a:gd name="connsiteY1" fmla="*/ 456 h 2395892"/>
              <a:gd name="connsiteX2" fmla="*/ 3312643 w 3312643"/>
              <a:gd name="connsiteY2" fmla="*/ 1197986 h 2395892"/>
              <a:gd name="connsiteX3" fmla="*/ 1599738 w 3312643"/>
              <a:gd name="connsiteY3" fmla="*/ 2395516 h 2395892"/>
              <a:gd name="connsiteX4" fmla="*/ 0 w 3312643"/>
              <a:gd name="connsiteY4" fmla="*/ 1096769 h 2395892"/>
              <a:gd name="connsiteX0" fmla="*/ 10466 w 3323109"/>
              <a:gd name="connsiteY0" fmla="*/ 1096600 h 2494653"/>
              <a:gd name="connsiteX1" fmla="*/ 1610204 w 3323109"/>
              <a:gd name="connsiteY1" fmla="*/ 287 h 2494653"/>
              <a:gd name="connsiteX2" fmla="*/ 3323109 w 3323109"/>
              <a:gd name="connsiteY2" fmla="*/ 1197817 h 2494653"/>
              <a:gd name="connsiteX3" fmla="*/ 1610204 w 3323109"/>
              <a:gd name="connsiteY3" fmla="*/ 2395347 h 2494653"/>
              <a:gd name="connsiteX4" fmla="*/ 951448 w 3323109"/>
              <a:gd name="connsiteY4" fmla="*/ 2278589 h 2494653"/>
              <a:gd name="connsiteX5" fmla="*/ 10466 w 3323109"/>
              <a:gd name="connsiteY5" fmla="*/ 1096600 h 2494653"/>
              <a:gd name="connsiteX0" fmla="*/ 10466 w 3323109"/>
              <a:gd name="connsiteY0" fmla="*/ 1096600 h 2385449"/>
              <a:gd name="connsiteX1" fmla="*/ 1610204 w 3323109"/>
              <a:gd name="connsiteY1" fmla="*/ 287 h 2385449"/>
              <a:gd name="connsiteX2" fmla="*/ 3323109 w 3323109"/>
              <a:gd name="connsiteY2" fmla="*/ 1197817 h 2385449"/>
              <a:gd name="connsiteX3" fmla="*/ 2659602 w 3323109"/>
              <a:gd name="connsiteY3" fmla="*/ 2164315 h 2385449"/>
              <a:gd name="connsiteX4" fmla="*/ 951448 w 3323109"/>
              <a:gd name="connsiteY4" fmla="*/ 2278589 h 2385449"/>
              <a:gd name="connsiteX5" fmla="*/ 10466 w 3323109"/>
              <a:gd name="connsiteY5" fmla="*/ 1096600 h 2385449"/>
              <a:gd name="connsiteX0" fmla="*/ 54564 w 3367207"/>
              <a:gd name="connsiteY0" fmla="*/ 1096574 h 2191044"/>
              <a:gd name="connsiteX1" fmla="*/ 1654302 w 3367207"/>
              <a:gd name="connsiteY1" fmla="*/ 261 h 2191044"/>
              <a:gd name="connsiteX2" fmla="*/ 3367207 w 3367207"/>
              <a:gd name="connsiteY2" fmla="*/ 1197791 h 2191044"/>
              <a:gd name="connsiteX3" fmla="*/ 2703700 w 3367207"/>
              <a:gd name="connsiteY3" fmla="*/ 2164289 h 2191044"/>
              <a:gd name="connsiteX4" fmla="*/ 491663 w 3367207"/>
              <a:gd name="connsiteY4" fmla="*/ 1828770 h 2191044"/>
              <a:gd name="connsiteX5" fmla="*/ 54564 w 3367207"/>
              <a:gd name="connsiteY5" fmla="*/ 1096574 h 2191044"/>
              <a:gd name="connsiteX0" fmla="*/ 54564 w 3099976"/>
              <a:gd name="connsiteY0" fmla="*/ 1138523 h 2273701"/>
              <a:gd name="connsiteX1" fmla="*/ 1654302 w 3099976"/>
              <a:gd name="connsiteY1" fmla="*/ 42210 h 2273701"/>
              <a:gd name="connsiteX2" fmla="*/ 3099060 w 3099976"/>
              <a:gd name="connsiteY2" fmla="*/ 608352 h 2273701"/>
              <a:gd name="connsiteX3" fmla="*/ 2703700 w 3099976"/>
              <a:gd name="connsiteY3" fmla="*/ 2206238 h 2273701"/>
              <a:gd name="connsiteX4" fmla="*/ 491663 w 3099976"/>
              <a:gd name="connsiteY4" fmla="*/ 1870719 h 2273701"/>
              <a:gd name="connsiteX5" fmla="*/ 54564 w 3099976"/>
              <a:gd name="connsiteY5" fmla="*/ 1138523 h 2273701"/>
              <a:gd name="connsiteX0" fmla="*/ 20930 w 3066342"/>
              <a:gd name="connsiteY0" fmla="*/ 929711 h 2064889"/>
              <a:gd name="connsiteX1" fmla="*/ 1051534 w 3066342"/>
              <a:gd name="connsiteY1" fmla="*/ 165413 h 2064889"/>
              <a:gd name="connsiteX2" fmla="*/ 3065426 w 3066342"/>
              <a:gd name="connsiteY2" fmla="*/ 399540 h 2064889"/>
              <a:gd name="connsiteX3" fmla="*/ 2670066 w 3066342"/>
              <a:gd name="connsiteY3" fmla="*/ 1997426 h 2064889"/>
              <a:gd name="connsiteX4" fmla="*/ 458029 w 3066342"/>
              <a:gd name="connsiteY4" fmla="*/ 1661907 h 2064889"/>
              <a:gd name="connsiteX5" fmla="*/ 20930 w 3066342"/>
              <a:gd name="connsiteY5" fmla="*/ 929711 h 2064889"/>
              <a:gd name="connsiteX0" fmla="*/ 22016 w 3049209"/>
              <a:gd name="connsiteY0" fmla="*/ 717729 h 2053399"/>
              <a:gd name="connsiteX1" fmla="*/ 1034401 w 3049209"/>
              <a:gd name="connsiteY1" fmla="*/ 153923 h 2053399"/>
              <a:gd name="connsiteX2" fmla="*/ 3048293 w 3049209"/>
              <a:gd name="connsiteY2" fmla="*/ 388050 h 2053399"/>
              <a:gd name="connsiteX3" fmla="*/ 2652933 w 3049209"/>
              <a:gd name="connsiteY3" fmla="*/ 1985936 h 2053399"/>
              <a:gd name="connsiteX4" fmla="*/ 440896 w 3049209"/>
              <a:gd name="connsiteY4" fmla="*/ 1650417 h 2053399"/>
              <a:gd name="connsiteX5" fmla="*/ 22016 w 3049209"/>
              <a:gd name="connsiteY5" fmla="*/ 717729 h 2053399"/>
              <a:gd name="connsiteX0" fmla="*/ 6056 w 3033249"/>
              <a:gd name="connsiteY0" fmla="*/ 700887 h 2036557"/>
              <a:gd name="connsiteX1" fmla="*/ 685699 w 3033249"/>
              <a:gd name="connsiteY1" fmla="*/ 395732 h 2036557"/>
              <a:gd name="connsiteX2" fmla="*/ 1018441 w 3033249"/>
              <a:gd name="connsiteY2" fmla="*/ 137081 h 2036557"/>
              <a:gd name="connsiteX3" fmla="*/ 3032333 w 3033249"/>
              <a:gd name="connsiteY3" fmla="*/ 371208 h 2036557"/>
              <a:gd name="connsiteX4" fmla="*/ 2636973 w 3033249"/>
              <a:gd name="connsiteY4" fmla="*/ 1969094 h 2036557"/>
              <a:gd name="connsiteX5" fmla="*/ 424936 w 3033249"/>
              <a:gd name="connsiteY5" fmla="*/ 1633575 h 2036557"/>
              <a:gd name="connsiteX6" fmla="*/ 6056 w 3033249"/>
              <a:gd name="connsiteY6" fmla="*/ 700887 h 2036557"/>
              <a:gd name="connsiteX0" fmla="*/ 6056 w 3033249"/>
              <a:gd name="connsiteY0" fmla="*/ 734897 h 2070567"/>
              <a:gd name="connsiteX1" fmla="*/ 685699 w 3033249"/>
              <a:gd name="connsiteY1" fmla="*/ 429742 h 2070567"/>
              <a:gd name="connsiteX2" fmla="*/ 2170832 w 3033249"/>
              <a:gd name="connsiteY2" fmla="*/ 94224 h 2070567"/>
              <a:gd name="connsiteX3" fmla="*/ 3032333 w 3033249"/>
              <a:gd name="connsiteY3" fmla="*/ 405218 h 2070567"/>
              <a:gd name="connsiteX4" fmla="*/ 2636973 w 3033249"/>
              <a:gd name="connsiteY4" fmla="*/ 2003104 h 2070567"/>
              <a:gd name="connsiteX5" fmla="*/ 424936 w 3033249"/>
              <a:gd name="connsiteY5" fmla="*/ 1667585 h 2070567"/>
              <a:gd name="connsiteX6" fmla="*/ 6056 w 3033249"/>
              <a:gd name="connsiteY6" fmla="*/ 734897 h 2070567"/>
              <a:gd name="connsiteX0" fmla="*/ 16257 w 3043450"/>
              <a:gd name="connsiteY0" fmla="*/ 731306 h 2066976"/>
              <a:gd name="connsiteX1" fmla="*/ 919943 w 3043450"/>
              <a:gd name="connsiteY1" fmla="*/ 366867 h 2066976"/>
              <a:gd name="connsiteX2" fmla="*/ 2181033 w 3043450"/>
              <a:gd name="connsiteY2" fmla="*/ 90633 h 2066976"/>
              <a:gd name="connsiteX3" fmla="*/ 3042534 w 3043450"/>
              <a:gd name="connsiteY3" fmla="*/ 401627 h 2066976"/>
              <a:gd name="connsiteX4" fmla="*/ 2647174 w 3043450"/>
              <a:gd name="connsiteY4" fmla="*/ 1999513 h 2066976"/>
              <a:gd name="connsiteX5" fmla="*/ 435137 w 3043450"/>
              <a:gd name="connsiteY5" fmla="*/ 1663994 h 2066976"/>
              <a:gd name="connsiteX6" fmla="*/ 16257 w 3043450"/>
              <a:gd name="connsiteY6" fmla="*/ 731306 h 2066976"/>
              <a:gd name="connsiteX0" fmla="*/ 16257 w 3043450"/>
              <a:gd name="connsiteY0" fmla="*/ 731306 h 2066976"/>
              <a:gd name="connsiteX1" fmla="*/ 919943 w 3043450"/>
              <a:gd name="connsiteY1" fmla="*/ 366867 h 2066976"/>
              <a:gd name="connsiteX2" fmla="*/ 2181033 w 3043450"/>
              <a:gd name="connsiteY2" fmla="*/ 90633 h 2066976"/>
              <a:gd name="connsiteX3" fmla="*/ 3042534 w 3043450"/>
              <a:gd name="connsiteY3" fmla="*/ 401627 h 2066976"/>
              <a:gd name="connsiteX4" fmla="*/ 2647174 w 3043450"/>
              <a:gd name="connsiteY4" fmla="*/ 1999513 h 2066976"/>
              <a:gd name="connsiteX5" fmla="*/ 435137 w 3043450"/>
              <a:gd name="connsiteY5" fmla="*/ 1663994 h 2066976"/>
              <a:gd name="connsiteX6" fmla="*/ 16257 w 3043450"/>
              <a:gd name="connsiteY6" fmla="*/ 731306 h 2066976"/>
              <a:gd name="connsiteX0" fmla="*/ 16257 w 3043450"/>
              <a:gd name="connsiteY0" fmla="*/ 731306 h 2066976"/>
              <a:gd name="connsiteX1" fmla="*/ 919943 w 3043450"/>
              <a:gd name="connsiteY1" fmla="*/ 366867 h 2066976"/>
              <a:gd name="connsiteX2" fmla="*/ 2181033 w 3043450"/>
              <a:gd name="connsiteY2" fmla="*/ 90633 h 2066976"/>
              <a:gd name="connsiteX3" fmla="*/ 3042534 w 3043450"/>
              <a:gd name="connsiteY3" fmla="*/ 401627 h 2066976"/>
              <a:gd name="connsiteX4" fmla="*/ 2647174 w 3043450"/>
              <a:gd name="connsiteY4" fmla="*/ 1999513 h 2066976"/>
              <a:gd name="connsiteX5" fmla="*/ 435137 w 3043450"/>
              <a:gd name="connsiteY5" fmla="*/ 1663994 h 2066976"/>
              <a:gd name="connsiteX6" fmla="*/ 16257 w 3043450"/>
              <a:gd name="connsiteY6" fmla="*/ 731306 h 2066976"/>
              <a:gd name="connsiteX0" fmla="*/ 16257 w 3043450"/>
              <a:gd name="connsiteY0" fmla="*/ 731306 h 2066976"/>
              <a:gd name="connsiteX1" fmla="*/ 919943 w 3043450"/>
              <a:gd name="connsiteY1" fmla="*/ 366867 h 2066976"/>
              <a:gd name="connsiteX2" fmla="*/ 2181033 w 3043450"/>
              <a:gd name="connsiteY2" fmla="*/ 90633 h 2066976"/>
              <a:gd name="connsiteX3" fmla="*/ 3042534 w 3043450"/>
              <a:gd name="connsiteY3" fmla="*/ 401627 h 2066976"/>
              <a:gd name="connsiteX4" fmla="*/ 2647174 w 3043450"/>
              <a:gd name="connsiteY4" fmla="*/ 1999513 h 2066976"/>
              <a:gd name="connsiteX5" fmla="*/ 435137 w 3043450"/>
              <a:gd name="connsiteY5" fmla="*/ 1663994 h 2066976"/>
              <a:gd name="connsiteX6" fmla="*/ 16257 w 3043450"/>
              <a:gd name="connsiteY6" fmla="*/ 731306 h 2066976"/>
              <a:gd name="connsiteX0" fmla="*/ 15710 w 3053918"/>
              <a:gd name="connsiteY0" fmla="*/ 836592 h 2066976"/>
              <a:gd name="connsiteX1" fmla="*/ 930411 w 3053918"/>
              <a:gd name="connsiteY1" fmla="*/ 366867 h 2066976"/>
              <a:gd name="connsiteX2" fmla="*/ 2191501 w 3053918"/>
              <a:gd name="connsiteY2" fmla="*/ 90633 h 2066976"/>
              <a:gd name="connsiteX3" fmla="*/ 3053002 w 3053918"/>
              <a:gd name="connsiteY3" fmla="*/ 401627 h 2066976"/>
              <a:gd name="connsiteX4" fmla="*/ 2657642 w 3053918"/>
              <a:gd name="connsiteY4" fmla="*/ 1999513 h 2066976"/>
              <a:gd name="connsiteX5" fmla="*/ 445605 w 3053918"/>
              <a:gd name="connsiteY5" fmla="*/ 1663994 h 2066976"/>
              <a:gd name="connsiteX6" fmla="*/ 15710 w 3053918"/>
              <a:gd name="connsiteY6" fmla="*/ 836592 h 2066976"/>
              <a:gd name="connsiteX0" fmla="*/ 15710 w 3104853"/>
              <a:gd name="connsiteY0" fmla="*/ 939400 h 2169784"/>
              <a:gd name="connsiteX1" fmla="*/ 930411 w 3104853"/>
              <a:gd name="connsiteY1" fmla="*/ 469675 h 2169784"/>
              <a:gd name="connsiteX2" fmla="*/ 2191501 w 3104853"/>
              <a:gd name="connsiteY2" fmla="*/ 193441 h 2169784"/>
              <a:gd name="connsiteX3" fmla="*/ 3053002 w 3104853"/>
              <a:gd name="connsiteY3" fmla="*/ 504435 h 2169784"/>
              <a:gd name="connsiteX4" fmla="*/ 2657642 w 3104853"/>
              <a:gd name="connsiteY4" fmla="*/ 2102321 h 2169784"/>
              <a:gd name="connsiteX5" fmla="*/ 445605 w 3104853"/>
              <a:gd name="connsiteY5" fmla="*/ 1766802 h 2169784"/>
              <a:gd name="connsiteX6" fmla="*/ 15710 w 3104853"/>
              <a:gd name="connsiteY6" fmla="*/ 939400 h 2169784"/>
              <a:gd name="connsiteX0" fmla="*/ 15710 w 3053918"/>
              <a:gd name="connsiteY0" fmla="*/ 854796 h 2085180"/>
              <a:gd name="connsiteX1" fmla="*/ 930411 w 3053918"/>
              <a:gd name="connsiteY1" fmla="*/ 385071 h 2085180"/>
              <a:gd name="connsiteX2" fmla="*/ 2191501 w 3053918"/>
              <a:gd name="connsiteY2" fmla="*/ 108837 h 2085180"/>
              <a:gd name="connsiteX3" fmla="*/ 3053002 w 3053918"/>
              <a:gd name="connsiteY3" fmla="*/ 419831 h 2085180"/>
              <a:gd name="connsiteX4" fmla="*/ 2657642 w 3053918"/>
              <a:gd name="connsiteY4" fmla="*/ 2017717 h 2085180"/>
              <a:gd name="connsiteX5" fmla="*/ 445605 w 3053918"/>
              <a:gd name="connsiteY5" fmla="*/ 1682198 h 2085180"/>
              <a:gd name="connsiteX6" fmla="*/ 15710 w 3053918"/>
              <a:gd name="connsiteY6" fmla="*/ 854796 h 2085180"/>
              <a:gd name="connsiteX0" fmla="*/ 15710 w 3010641"/>
              <a:gd name="connsiteY0" fmla="*/ 784537 h 2008393"/>
              <a:gd name="connsiteX1" fmla="*/ 930411 w 3010641"/>
              <a:gd name="connsiteY1" fmla="*/ 314812 h 2008393"/>
              <a:gd name="connsiteX2" fmla="*/ 2191501 w 3010641"/>
              <a:gd name="connsiteY2" fmla="*/ 38578 h 2008393"/>
              <a:gd name="connsiteX3" fmla="*/ 3004802 w 3010641"/>
              <a:gd name="connsiteY3" fmla="*/ 446555 h 2008393"/>
              <a:gd name="connsiteX4" fmla="*/ 2657642 w 3010641"/>
              <a:gd name="connsiteY4" fmla="*/ 1947458 h 2008393"/>
              <a:gd name="connsiteX5" fmla="*/ 445605 w 3010641"/>
              <a:gd name="connsiteY5" fmla="*/ 1611939 h 2008393"/>
              <a:gd name="connsiteX6" fmla="*/ 15710 w 3010641"/>
              <a:gd name="connsiteY6" fmla="*/ 784537 h 2008393"/>
              <a:gd name="connsiteX0" fmla="*/ 15710 w 3010641"/>
              <a:gd name="connsiteY0" fmla="*/ 775244 h 1999100"/>
              <a:gd name="connsiteX1" fmla="*/ 930411 w 3010641"/>
              <a:gd name="connsiteY1" fmla="*/ 305519 h 1999100"/>
              <a:gd name="connsiteX2" fmla="*/ 1546294 w 3010641"/>
              <a:gd name="connsiteY2" fmla="*/ 169762 h 1999100"/>
              <a:gd name="connsiteX3" fmla="*/ 2191501 w 3010641"/>
              <a:gd name="connsiteY3" fmla="*/ 29285 h 1999100"/>
              <a:gd name="connsiteX4" fmla="*/ 3004802 w 3010641"/>
              <a:gd name="connsiteY4" fmla="*/ 437262 h 1999100"/>
              <a:gd name="connsiteX5" fmla="*/ 2657642 w 3010641"/>
              <a:gd name="connsiteY5" fmla="*/ 1938165 h 1999100"/>
              <a:gd name="connsiteX6" fmla="*/ 445605 w 3010641"/>
              <a:gd name="connsiteY6" fmla="*/ 1602646 h 1999100"/>
              <a:gd name="connsiteX7" fmla="*/ 15710 w 3010641"/>
              <a:gd name="connsiteY7" fmla="*/ 775244 h 1999100"/>
              <a:gd name="connsiteX0" fmla="*/ 15710 w 3010641"/>
              <a:gd name="connsiteY0" fmla="*/ 775244 h 1999100"/>
              <a:gd name="connsiteX1" fmla="*/ 930411 w 3010641"/>
              <a:gd name="connsiteY1" fmla="*/ 305519 h 1999100"/>
              <a:gd name="connsiteX2" fmla="*/ 1546294 w 3010641"/>
              <a:gd name="connsiteY2" fmla="*/ 169762 h 1999100"/>
              <a:gd name="connsiteX3" fmla="*/ 2191501 w 3010641"/>
              <a:gd name="connsiteY3" fmla="*/ 29285 h 1999100"/>
              <a:gd name="connsiteX4" fmla="*/ 3004802 w 3010641"/>
              <a:gd name="connsiteY4" fmla="*/ 437262 h 1999100"/>
              <a:gd name="connsiteX5" fmla="*/ 2657642 w 3010641"/>
              <a:gd name="connsiteY5" fmla="*/ 1938165 h 1999100"/>
              <a:gd name="connsiteX6" fmla="*/ 445605 w 3010641"/>
              <a:gd name="connsiteY6" fmla="*/ 1602646 h 1999100"/>
              <a:gd name="connsiteX7" fmla="*/ 15710 w 3010641"/>
              <a:gd name="connsiteY7" fmla="*/ 775244 h 1999100"/>
              <a:gd name="connsiteX0" fmla="*/ 15710 w 3010641"/>
              <a:gd name="connsiteY0" fmla="*/ 775244 h 1999100"/>
              <a:gd name="connsiteX1" fmla="*/ 930411 w 3010641"/>
              <a:gd name="connsiteY1" fmla="*/ 305519 h 1999100"/>
              <a:gd name="connsiteX2" fmla="*/ 1546294 w 3010641"/>
              <a:gd name="connsiteY2" fmla="*/ 169762 h 1999100"/>
              <a:gd name="connsiteX3" fmla="*/ 2191501 w 3010641"/>
              <a:gd name="connsiteY3" fmla="*/ 29285 h 1999100"/>
              <a:gd name="connsiteX4" fmla="*/ 3004802 w 3010641"/>
              <a:gd name="connsiteY4" fmla="*/ 437262 h 1999100"/>
              <a:gd name="connsiteX5" fmla="*/ 2657642 w 3010641"/>
              <a:gd name="connsiteY5" fmla="*/ 1938165 h 1999100"/>
              <a:gd name="connsiteX6" fmla="*/ 445605 w 3010641"/>
              <a:gd name="connsiteY6" fmla="*/ 1602646 h 1999100"/>
              <a:gd name="connsiteX7" fmla="*/ 15710 w 3010641"/>
              <a:gd name="connsiteY7" fmla="*/ 775244 h 1999100"/>
              <a:gd name="connsiteX0" fmla="*/ 15710 w 3010641"/>
              <a:gd name="connsiteY0" fmla="*/ 807937 h 2031793"/>
              <a:gd name="connsiteX1" fmla="*/ 930411 w 3010641"/>
              <a:gd name="connsiteY1" fmla="*/ 338212 h 2031793"/>
              <a:gd name="connsiteX2" fmla="*/ 1546294 w 3010641"/>
              <a:gd name="connsiteY2" fmla="*/ 202455 h 2031793"/>
              <a:gd name="connsiteX3" fmla="*/ 2191501 w 3010641"/>
              <a:gd name="connsiteY3" fmla="*/ 61978 h 2031793"/>
              <a:gd name="connsiteX4" fmla="*/ 3004802 w 3010641"/>
              <a:gd name="connsiteY4" fmla="*/ 469955 h 2031793"/>
              <a:gd name="connsiteX5" fmla="*/ 2657642 w 3010641"/>
              <a:gd name="connsiteY5" fmla="*/ 1970858 h 2031793"/>
              <a:gd name="connsiteX6" fmla="*/ 445605 w 3010641"/>
              <a:gd name="connsiteY6" fmla="*/ 1635339 h 2031793"/>
              <a:gd name="connsiteX7" fmla="*/ 15710 w 3010641"/>
              <a:gd name="connsiteY7" fmla="*/ 807937 h 2031793"/>
              <a:gd name="connsiteX0" fmla="*/ 15710 w 3115928"/>
              <a:gd name="connsiteY0" fmla="*/ 748472 h 1940590"/>
              <a:gd name="connsiteX1" fmla="*/ 930411 w 3115928"/>
              <a:gd name="connsiteY1" fmla="*/ 278747 h 1940590"/>
              <a:gd name="connsiteX2" fmla="*/ 1546294 w 3115928"/>
              <a:gd name="connsiteY2" fmla="*/ 142990 h 1940590"/>
              <a:gd name="connsiteX3" fmla="*/ 2191501 w 3115928"/>
              <a:gd name="connsiteY3" fmla="*/ 2513 h 1940590"/>
              <a:gd name="connsiteX4" fmla="*/ 3004802 w 3115928"/>
              <a:gd name="connsiteY4" fmla="*/ 410490 h 1940590"/>
              <a:gd name="connsiteX5" fmla="*/ 3076825 w 3115928"/>
              <a:gd name="connsiteY5" fmla="*/ 904247 h 1940590"/>
              <a:gd name="connsiteX6" fmla="*/ 2657642 w 3115928"/>
              <a:gd name="connsiteY6" fmla="*/ 1911393 h 1940590"/>
              <a:gd name="connsiteX7" fmla="*/ 445605 w 3115928"/>
              <a:gd name="connsiteY7" fmla="*/ 1575874 h 1940590"/>
              <a:gd name="connsiteX8" fmla="*/ 15710 w 3115928"/>
              <a:gd name="connsiteY8" fmla="*/ 748472 h 1940590"/>
              <a:gd name="connsiteX0" fmla="*/ 15710 w 3115928"/>
              <a:gd name="connsiteY0" fmla="*/ 748472 h 1940590"/>
              <a:gd name="connsiteX1" fmla="*/ 930411 w 3115928"/>
              <a:gd name="connsiteY1" fmla="*/ 278747 h 1940590"/>
              <a:gd name="connsiteX2" fmla="*/ 1546294 w 3115928"/>
              <a:gd name="connsiteY2" fmla="*/ 142990 h 1940590"/>
              <a:gd name="connsiteX3" fmla="*/ 2191501 w 3115928"/>
              <a:gd name="connsiteY3" fmla="*/ 2513 h 1940590"/>
              <a:gd name="connsiteX4" fmla="*/ 3004802 w 3115928"/>
              <a:gd name="connsiteY4" fmla="*/ 410490 h 1940590"/>
              <a:gd name="connsiteX5" fmla="*/ 3076825 w 3115928"/>
              <a:gd name="connsiteY5" fmla="*/ 904247 h 1940590"/>
              <a:gd name="connsiteX6" fmla="*/ 2657642 w 3115928"/>
              <a:gd name="connsiteY6" fmla="*/ 1911393 h 1940590"/>
              <a:gd name="connsiteX7" fmla="*/ 445605 w 3115928"/>
              <a:gd name="connsiteY7" fmla="*/ 1575874 h 1940590"/>
              <a:gd name="connsiteX8" fmla="*/ 15710 w 3115928"/>
              <a:gd name="connsiteY8" fmla="*/ 748472 h 1940590"/>
              <a:gd name="connsiteX0" fmla="*/ 15710 w 3078569"/>
              <a:gd name="connsiteY0" fmla="*/ 748472 h 1940590"/>
              <a:gd name="connsiteX1" fmla="*/ 930411 w 3078569"/>
              <a:gd name="connsiteY1" fmla="*/ 278747 h 1940590"/>
              <a:gd name="connsiteX2" fmla="*/ 1546294 w 3078569"/>
              <a:gd name="connsiteY2" fmla="*/ 142990 h 1940590"/>
              <a:gd name="connsiteX3" fmla="*/ 2191501 w 3078569"/>
              <a:gd name="connsiteY3" fmla="*/ 2513 h 1940590"/>
              <a:gd name="connsiteX4" fmla="*/ 3004802 w 3078569"/>
              <a:gd name="connsiteY4" fmla="*/ 410490 h 1940590"/>
              <a:gd name="connsiteX5" fmla="*/ 3076825 w 3078569"/>
              <a:gd name="connsiteY5" fmla="*/ 904247 h 1940590"/>
              <a:gd name="connsiteX6" fmla="*/ 2657642 w 3078569"/>
              <a:gd name="connsiteY6" fmla="*/ 1911393 h 1940590"/>
              <a:gd name="connsiteX7" fmla="*/ 445605 w 3078569"/>
              <a:gd name="connsiteY7" fmla="*/ 1575874 h 1940590"/>
              <a:gd name="connsiteX8" fmla="*/ 15710 w 3078569"/>
              <a:gd name="connsiteY8" fmla="*/ 748472 h 1940590"/>
              <a:gd name="connsiteX0" fmla="*/ 15710 w 3076825"/>
              <a:gd name="connsiteY0" fmla="*/ 748472 h 1940590"/>
              <a:gd name="connsiteX1" fmla="*/ 930411 w 3076825"/>
              <a:gd name="connsiteY1" fmla="*/ 278747 h 1940590"/>
              <a:gd name="connsiteX2" fmla="*/ 1546294 w 3076825"/>
              <a:gd name="connsiteY2" fmla="*/ 142990 h 1940590"/>
              <a:gd name="connsiteX3" fmla="*/ 2191501 w 3076825"/>
              <a:gd name="connsiteY3" fmla="*/ 2513 h 1940590"/>
              <a:gd name="connsiteX4" fmla="*/ 3004802 w 3076825"/>
              <a:gd name="connsiteY4" fmla="*/ 410490 h 1940590"/>
              <a:gd name="connsiteX5" fmla="*/ 3076825 w 3076825"/>
              <a:gd name="connsiteY5" fmla="*/ 904247 h 1940590"/>
              <a:gd name="connsiteX6" fmla="*/ 2657642 w 3076825"/>
              <a:gd name="connsiteY6" fmla="*/ 1911393 h 1940590"/>
              <a:gd name="connsiteX7" fmla="*/ 445605 w 3076825"/>
              <a:gd name="connsiteY7" fmla="*/ 1575874 h 1940590"/>
              <a:gd name="connsiteX8" fmla="*/ 15710 w 3076825"/>
              <a:gd name="connsiteY8" fmla="*/ 748472 h 1940590"/>
              <a:gd name="connsiteX0" fmla="*/ 15710 w 3076825"/>
              <a:gd name="connsiteY0" fmla="*/ 805306 h 1997424"/>
              <a:gd name="connsiteX1" fmla="*/ 930411 w 3076825"/>
              <a:gd name="connsiteY1" fmla="*/ 335581 h 1997424"/>
              <a:gd name="connsiteX2" fmla="*/ 1546294 w 3076825"/>
              <a:gd name="connsiteY2" fmla="*/ 199824 h 1997424"/>
              <a:gd name="connsiteX3" fmla="*/ 2191501 w 3076825"/>
              <a:gd name="connsiteY3" fmla="*/ 59347 h 1997424"/>
              <a:gd name="connsiteX4" fmla="*/ 3004802 w 3076825"/>
              <a:gd name="connsiteY4" fmla="*/ 467324 h 1997424"/>
              <a:gd name="connsiteX5" fmla="*/ 3076825 w 3076825"/>
              <a:gd name="connsiteY5" fmla="*/ 961081 h 1997424"/>
              <a:gd name="connsiteX6" fmla="*/ 2657642 w 3076825"/>
              <a:gd name="connsiteY6" fmla="*/ 1968227 h 1997424"/>
              <a:gd name="connsiteX7" fmla="*/ 445605 w 3076825"/>
              <a:gd name="connsiteY7" fmla="*/ 1632708 h 1997424"/>
              <a:gd name="connsiteX8" fmla="*/ 15710 w 3076825"/>
              <a:gd name="connsiteY8" fmla="*/ 805306 h 1997424"/>
              <a:gd name="connsiteX0" fmla="*/ 15710 w 3076825"/>
              <a:gd name="connsiteY0" fmla="*/ 805306 h 1997424"/>
              <a:gd name="connsiteX1" fmla="*/ 930411 w 3076825"/>
              <a:gd name="connsiteY1" fmla="*/ 335581 h 1997424"/>
              <a:gd name="connsiteX2" fmla="*/ 1546294 w 3076825"/>
              <a:gd name="connsiteY2" fmla="*/ 199824 h 1997424"/>
              <a:gd name="connsiteX3" fmla="*/ 2191501 w 3076825"/>
              <a:gd name="connsiteY3" fmla="*/ 59347 h 1997424"/>
              <a:gd name="connsiteX4" fmla="*/ 3004802 w 3076825"/>
              <a:gd name="connsiteY4" fmla="*/ 467324 h 1997424"/>
              <a:gd name="connsiteX5" fmla="*/ 3076825 w 3076825"/>
              <a:gd name="connsiteY5" fmla="*/ 961081 h 1997424"/>
              <a:gd name="connsiteX6" fmla="*/ 2657642 w 3076825"/>
              <a:gd name="connsiteY6" fmla="*/ 1968227 h 1997424"/>
              <a:gd name="connsiteX7" fmla="*/ 445605 w 3076825"/>
              <a:gd name="connsiteY7" fmla="*/ 1632708 h 1997424"/>
              <a:gd name="connsiteX8" fmla="*/ 15710 w 3076825"/>
              <a:gd name="connsiteY8" fmla="*/ 805306 h 1997424"/>
              <a:gd name="connsiteX0" fmla="*/ 27626 w 3088741"/>
              <a:gd name="connsiteY0" fmla="*/ 805306 h 2184357"/>
              <a:gd name="connsiteX1" fmla="*/ 942327 w 3088741"/>
              <a:gd name="connsiteY1" fmla="*/ 335581 h 2184357"/>
              <a:gd name="connsiteX2" fmla="*/ 1558210 w 3088741"/>
              <a:gd name="connsiteY2" fmla="*/ 199824 h 2184357"/>
              <a:gd name="connsiteX3" fmla="*/ 2203417 w 3088741"/>
              <a:gd name="connsiteY3" fmla="*/ 59347 h 2184357"/>
              <a:gd name="connsiteX4" fmla="*/ 3016718 w 3088741"/>
              <a:gd name="connsiteY4" fmla="*/ 467324 h 2184357"/>
              <a:gd name="connsiteX5" fmla="*/ 3088741 w 3088741"/>
              <a:gd name="connsiteY5" fmla="*/ 961081 h 2184357"/>
              <a:gd name="connsiteX6" fmla="*/ 2594250 w 3088741"/>
              <a:gd name="connsiteY6" fmla="*/ 2165673 h 2184357"/>
              <a:gd name="connsiteX7" fmla="*/ 457521 w 3088741"/>
              <a:gd name="connsiteY7" fmla="*/ 1632708 h 2184357"/>
              <a:gd name="connsiteX8" fmla="*/ 27626 w 3088741"/>
              <a:gd name="connsiteY8" fmla="*/ 805306 h 2184357"/>
              <a:gd name="connsiteX0" fmla="*/ 27627 w 3088742"/>
              <a:gd name="connsiteY0" fmla="*/ 814916 h 2193967"/>
              <a:gd name="connsiteX1" fmla="*/ 942328 w 3088742"/>
              <a:gd name="connsiteY1" fmla="*/ 345191 h 2193967"/>
              <a:gd name="connsiteX2" fmla="*/ 1558211 w 3088742"/>
              <a:gd name="connsiteY2" fmla="*/ 209434 h 2193967"/>
              <a:gd name="connsiteX3" fmla="*/ 2203418 w 3088742"/>
              <a:gd name="connsiteY3" fmla="*/ 68957 h 2193967"/>
              <a:gd name="connsiteX4" fmla="*/ 2977363 w 3088742"/>
              <a:gd name="connsiteY4" fmla="*/ 397385 h 2193967"/>
              <a:gd name="connsiteX5" fmla="*/ 3088742 w 3088742"/>
              <a:gd name="connsiteY5" fmla="*/ 970691 h 2193967"/>
              <a:gd name="connsiteX6" fmla="*/ 2594251 w 3088742"/>
              <a:gd name="connsiteY6" fmla="*/ 2175283 h 2193967"/>
              <a:gd name="connsiteX7" fmla="*/ 457522 w 3088742"/>
              <a:gd name="connsiteY7" fmla="*/ 1642318 h 2193967"/>
              <a:gd name="connsiteX8" fmla="*/ 27627 w 3088742"/>
              <a:gd name="connsiteY8" fmla="*/ 814916 h 2193967"/>
              <a:gd name="connsiteX0" fmla="*/ 27627 w 3088742"/>
              <a:gd name="connsiteY0" fmla="*/ 848013 h 2227064"/>
              <a:gd name="connsiteX1" fmla="*/ 942328 w 3088742"/>
              <a:gd name="connsiteY1" fmla="*/ 378288 h 2227064"/>
              <a:gd name="connsiteX2" fmla="*/ 1558211 w 3088742"/>
              <a:gd name="connsiteY2" fmla="*/ 242531 h 2227064"/>
              <a:gd name="connsiteX3" fmla="*/ 2203418 w 3088742"/>
              <a:gd name="connsiteY3" fmla="*/ 102054 h 2227064"/>
              <a:gd name="connsiteX4" fmla="*/ 2977363 w 3088742"/>
              <a:gd name="connsiteY4" fmla="*/ 430482 h 2227064"/>
              <a:gd name="connsiteX5" fmla="*/ 3088742 w 3088742"/>
              <a:gd name="connsiteY5" fmla="*/ 1003788 h 2227064"/>
              <a:gd name="connsiteX6" fmla="*/ 2594251 w 3088742"/>
              <a:gd name="connsiteY6" fmla="*/ 2208380 h 2227064"/>
              <a:gd name="connsiteX7" fmla="*/ 457522 w 3088742"/>
              <a:gd name="connsiteY7" fmla="*/ 1675415 h 2227064"/>
              <a:gd name="connsiteX8" fmla="*/ 27627 w 3088742"/>
              <a:gd name="connsiteY8" fmla="*/ 848013 h 2227064"/>
              <a:gd name="connsiteX0" fmla="*/ 27627 w 3088742"/>
              <a:gd name="connsiteY0" fmla="*/ 825014 h 2204065"/>
              <a:gd name="connsiteX1" fmla="*/ 942328 w 3088742"/>
              <a:gd name="connsiteY1" fmla="*/ 355289 h 2204065"/>
              <a:gd name="connsiteX2" fmla="*/ 1558211 w 3088742"/>
              <a:gd name="connsiteY2" fmla="*/ 219532 h 2204065"/>
              <a:gd name="connsiteX3" fmla="*/ 2203418 w 3088742"/>
              <a:gd name="connsiteY3" fmla="*/ 79055 h 2204065"/>
              <a:gd name="connsiteX4" fmla="*/ 2977363 w 3088742"/>
              <a:gd name="connsiteY4" fmla="*/ 407483 h 2204065"/>
              <a:gd name="connsiteX5" fmla="*/ 3088742 w 3088742"/>
              <a:gd name="connsiteY5" fmla="*/ 980789 h 2204065"/>
              <a:gd name="connsiteX6" fmla="*/ 2594251 w 3088742"/>
              <a:gd name="connsiteY6" fmla="*/ 2185381 h 2204065"/>
              <a:gd name="connsiteX7" fmla="*/ 457522 w 3088742"/>
              <a:gd name="connsiteY7" fmla="*/ 1652416 h 2204065"/>
              <a:gd name="connsiteX8" fmla="*/ 27627 w 3088742"/>
              <a:gd name="connsiteY8" fmla="*/ 825014 h 2204065"/>
              <a:gd name="connsiteX0" fmla="*/ 27627 w 3088742"/>
              <a:gd name="connsiteY0" fmla="*/ 825014 h 2204065"/>
              <a:gd name="connsiteX1" fmla="*/ 942328 w 3088742"/>
              <a:gd name="connsiteY1" fmla="*/ 355289 h 2204065"/>
              <a:gd name="connsiteX2" fmla="*/ 1558211 w 3088742"/>
              <a:gd name="connsiteY2" fmla="*/ 219532 h 2204065"/>
              <a:gd name="connsiteX3" fmla="*/ 2203418 w 3088742"/>
              <a:gd name="connsiteY3" fmla="*/ 79055 h 2204065"/>
              <a:gd name="connsiteX4" fmla="*/ 2977363 w 3088742"/>
              <a:gd name="connsiteY4" fmla="*/ 407483 h 2204065"/>
              <a:gd name="connsiteX5" fmla="*/ 3088742 w 3088742"/>
              <a:gd name="connsiteY5" fmla="*/ 980789 h 2204065"/>
              <a:gd name="connsiteX6" fmla="*/ 2594251 w 3088742"/>
              <a:gd name="connsiteY6" fmla="*/ 2185381 h 2204065"/>
              <a:gd name="connsiteX7" fmla="*/ 457522 w 3088742"/>
              <a:gd name="connsiteY7" fmla="*/ 1652416 h 2204065"/>
              <a:gd name="connsiteX8" fmla="*/ 27627 w 3088742"/>
              <a:gd name="connsiteY8" fmla="*/ 825014 h 2204065"/>
              <a:gd name="connsiteX0" fmla="*/ 27627 w 3088742"/>
              <a:gd name="connsiteY0" fmla="*/ 825014 h 2204065"/>
              <a:gd name="connsiteX1" fmla="*/ 942328 w 3088742"/>
              <a:gd name="connsiteY1" fmla="*/ 355289 h 2204065"/>
              <a:gd name="connsiteX2" fmla="*/ 1558211 w 3088742"/>
              <a:gd name="connsiteY2" fmla="*/ 219532 h 2204065"/>
              <a:gd name="connsiteX3" fmla="*/ 2203418 w 3088742"/>
              <a:gd name="connsiteY3" fmla="*/ 79055 h 2204065"/>
              <a:gd name="connsiteX4" fmla="*/ 2977363 w 3088742"/>
              <a:gd name="connsiteY4" fmla="*/ 407483 h 2204065"/>
              <a:gd name="connsiteX5" fmla="*/ 3088742 w 3088742"/>
              <a:gd name="connsiteY5" fmla="*/ 980789 h 2204065"/>
              <a:gd name="connsiteX6" fmla="*/ 2594251 w 3088742"/>
              <a:gd name="connsiteY6" fmla="*/ 2185381 h 2204065"/>
              <a:gd name="connsiteX7" fmla="*/ 457522 w 3088742"/>
              <a:gd name="connsiteY7" fmla="*/ 1652416 h 2204065"/>
              <a:gd name="connsiteX8" fmla="*/ 27627 w 3088742"/>
              <a:gd name="connsiteY8" fmla="*/ 825014 h 2204065"/>
              <a:gd name="connsiteX0" fmla="*/ 27627 w 3088742"/>
              <a:gd name="connsiteY0" fmla="*/ 812933 h 2191984"/>
              <a:gd name="connsiteX1" fmla="*/ 942328 w 3088742"/>
              <a:gd name="connsiteY1" fmla="*/ 343208 h 2191984"/>
              <a:gd name="connsiteX2" fmla="*/ 1558211 w 3088742"/>
              <a:gd name="connsiteY2" fmla="*/ 207451 h 2191984"/>
              <a:gd name="connsiteX3" fmla="*/ 2203418 w 3088742"/>
              <a:gd name="connsiteY3" fmla="*/ 66974 h 2191984"/>
              <a:gd name="connsiteX4" fmla="*/ 2962013 w 3088742"/>
              <a:gd name="connsiteY4" fmla="*/ 354690 h 2191984"/>
              <a:gd name="connsiteX5" fmla="*/ 3088742 w 3088742"/>
              <a:gd name="connsiteY5" fmla="*/ 968708 h 2191984"/>
              <a:gd name="connsiteX6" fmla="*/ 2594251 w 3088742"/>
              <a:gd name="connsiteY6" fmla="*/ 2173300 h 2191984"/>
              <a:gd name="connsiteX7" fmla="*/ 457522 w 3088742"/>
              <a:gd name="connsiteY7" fmla="*/ 1640335 h 2191984"/>
              <a:gd name="connsiteX8" fmla="*/ 27627 w 3088742"/>
              <a:gd name="connsiteY8" fmla="*/ 812933 h 2191984"/>
              <a:gd name="connsiteX0" fmla="*/ 27627 w 3088742"/>
              <a:gd name="connsiteY0" fmla="*/ 793534 h 2172585"/>
              <a:gd name="connsiteX1" fmla="*/ 942328 w 3088742"/>
              <a:gd name="connsiteY1" fmla="*/ 323809 h 2172585"/>
              <a:gd name="connsiteX2" fmla="*/ 1558211 w 3088742"/>
              <a:gd name="connsiteY2" fmla="*/ 188052 h 2172585"/>
              <a:gd name="connsiteX3" fmla="*/ 2203418 w 3088742"/>
              <a:gd name="connsiteY3" fmla="*/ 47575 h 2172585"/>
              <a:gd name="connsiteX4" fmla="*/ 3088742 w 3088742"/>
              <a:gd name="connsiteY4" fmla="*/ 949309 h 2172585"/>
              <a:gd name="connsiteX5" fmla="*/ 2594251 w 3088742"/>
              <a:gd name="connsiteY5" fmla="*/ 2153901 h 2172585"/>
              <a:gd name="connsiteX6" fmla="*/ 457522 w 3088742"/>
              <a:gd name="connsiteY6" fmla="*/ 1620936 h 2172585"/>
              <a:gd name="connsiteX7" fmla="*/ 27627 w 3088742"/>
              <a:gd name="connsiteY7" fmla="*/ 793534 h 2172585"/>
              <a:gd name="connsiteX0" fmla="*/ 27627 w 3088742"/>
              <a:gd name="connsiteY0" fmla="*/ 832819 h 2211870"/>
              <a:gd name="connsiteX1" fmla="*/ 942328 w 3088742"/>
              <a:gd name="connsiteY1" fmla="*/ 363094 h 2211870"/>
              <a:gd name="connsiteX2" fmla="*/ 1558211 w 3088742"/>
              <a:gd name="connsiteY2" fmla="*/ 227337 h 2211870"/>
              <a:gd name="connsiteX3" fmla="*/ 2651471 w 3088742"/>
              <a:gd name="connsiteY3" fmla="*/ 33972 h 2211870"/>
              <a:gd name="connsiteX4" fmla="*/ 3088742 w 3088742"/>
              <a:gd name="connsiteY4" fmla="*/ 988594 h 2211870"/>
              <a:gd name="connsiteX5" fmla="*/ 2594251 w 3088742"/>
              <a:gd name="connsiteY5" fmla="*/ 2193186 h 2211870"/>
              <a:gd name="connsiteX6" fmla="*/ 457522 w 3088742"/>
              <a:gd name="connsiteY6" fmla="*/ 1660221 h 2211870"/>
              <a:gd name="connsiteX7" fmla="*/ 27627 w 3088742"/>
              <a:gd name="connsiteY7" fmla="*/ 832819 h 2211870"/>
              <a:gd name="connsiteX0" fmla="*/ 27627 w 3040137"/>
              <a:gd name="connsiteY0" fmla="*/ 834457 h 2213508"/>
              <a:gd name="connsiteX1" fmla="*/ 942328 w 3040137"/>
              <a:gd name="connsiteY1" fmla="*/ 364732 h 2213508"/>
              <a:gd name="connsiteX2" fmla="*/ 1558211 w 3040137"/>
              <a:gd name="connsiteY2" fmla="*/ 228975 h 2213508"/>
              <a:gd name="connsiteX3" fmla="*/ 2651471 w 3040137"/>
              <a:gd name="connsiteY3" fmla="*/ 35610 h 2213508"/>
              <a:gd name="connsiteX4" fmla="*/ 3040137 w 3040137"/>
              <a:gd name="connsiteY4" fmla="*/ 1016472 h 2213508"/>
              <a:gd name="connsiteX5" fmla="*/ 2594251 w 3040137"/>
              <a:gd name="connsiteY5" fmla="*/ 2194824 h 2213508"/>
              <a:gd name="connsiteX6" fmla="*/ 457522 w 3040137"/>
              <a:gd name="connsiteY6" fmla="*/ 1661859 h 2213508"/>
              <a:gd name="connsiteX7" fmla="*/ 27627 w 3040137"/>
              <a:gd name="connsiteY7" fmla="*/ 834457 h 2213508"/>
              <a:gd name="connsiteX0" fmla="*/ 24698 w 3037208"/>
              <a:gd name="connsiteY0" fmla="*/ 834457 h 2308587"/>
              <a:gd name="connsiteX1" fmla="*/ 939399 w 3037208"/>
              <a:gd name="connsiteY1" fmla="*/ 364732 h 2308587"/>
              <a:gd name="connsiteX2" fmla="*/ 1555282 w 3037208"/>
              <a:gd name="connsiteY2" fmla="*/ 228975 h 2308587"/>
              <a:gd name="connsiteX3" fmla="*/ 2648542 w 3037208"/>
              <a:gd name="connsiteY3" fmla="*/ 35610 h 2308587"/>
              <a:gd name="connsiteX4" fmla="*/ 3037208 w 3037208"/>
              <a:gd name="connsiteY4" fmla="*/ 1016472 h 2308587"/>
              <a:gd name="connsiteX5" fmla="*/ 2423397 w 3037208"/>
              <a:gd name="connsiteY5" fmla="*/ 2292478 h 2308587"/>
              <a:gd name="connsiteX6" fmla="*/ 454593 w 3037208"/>
              <a:gd name="connsiteY6" fmla="*/ 1661859 h 2308587"/>
              <a:gd name="connsiteX7" fmla="*/ 24698 w 3037208"/>
              <a:gd name="connsiteY7" fmla="*/ 834457 h 2308587"/>
              <a:gd name="connsiteX0" fmla="*/ 17021 w 3029531"/>
              <a:gd name="connsiteY0" fmla="*/ 834457 h 2375673"/>
              <a:gd name="connsiteX1" fmla="*/ 931722 w 3029531"/>
              <a:gd name="connsiteY1" fmla="*/ 364732 h 2375673"/>
              <a:gd name="connsiteX2" fmla="*/ 1547605 w 3029531"/>
              <a:gd name="connsiteY2" fmla="*/ 228975 h 2375673"/>
              <a:gd name="connsiteX3" fmla="*/ 2640865 w 3029531"/>
              <a:gd name="connsiteY3" fmla="*/ 35610 h 2375673"/>
              <a:gd name="connsiteX4" fmla="*/ 3029531 w 3029531"/>
              <a:gd name="connsiteY4" fmla="*/ 1016472 h 2375673"/>
              <a:gd name="connsiteX5" fmla="*/ 2415720 w 3029531"/>
              <a:gd name="connsiteY5" fmla="*/ 2292478 h 2375673"/>
              <a:gd name="connsiteX6" fmla="*/ 1776704 w 3029531"/>
              <a:gd name="connsiteY6" fmla="*/ 2150921 h 2375673"/>
              <a:gd name="connsiteX7" fmla="*/ 446916 w 3029531"/>
              <a:gd name="connsiteY7" fmla="*/ 1661859 h 2375673"/>
              <a:gd name="connsiteX8" fmla="*/ 17021 w 3029531"/>
              <a:gd name="connsiteY8" fmla="*/ 834457 h 2375673"/>
              <a:gd name="connsiteX0" fmla="*/ 17020 w 3029530"/>
              <a:gd name="connsiteY0" fmla="*/ 834457 h 2274112"/>
              <a:gd name="connsiteX1" fmla="*/ 931721 w 3029530"/>
              <a:gd name="connsiteY1" fmla="*/ 364732 h 2274112"/>
              <a:gd name="connsiteX2" fmla="*/ 1547604 w 3029530"/>
              <a:gd name="connsiteY2" fmla="*/ 228975 h 2274112"/>
              <a:gd name="connsiteX3" fmla="*/ 2640864 w 3029530"/>
              <a:gd name="connsiteY3" fmla="*/ 35610 h 2274112"/>
              <a:gd name="connsiteX4" fmla="*/ 3029530 w 3029530"/>
              <a:gd name="connsiteY4" fmla="*/ 1016472 h 2274112"/>
              <a:gd name="connsiteX5" fmla="*/ 2532552 w 3029530"/>
              <a:gd name="connsiteY5" fmla="*/ 2152411 h 2274112"/>
              <a:gd name="connsiteX6" fmla="*/ 1776703 w 3029530"/>
              <a:gd name="connsiteY6" fmla="*/ 2150921 h 2274112"/>
              <a:gd name="connsiteX7" fmla="*/ 446915 w 3029530"/>
              <a:gd name="connsiteY7" fmla="*/ 1661859 h 2274112"/>
              <a:gd name="connsiteX8" fmla="*/ 17020 w 3029530"/>
              <a:gd name="connsiteY8" fmla="*/ 834457 h 2274112"/>
              <a:gd name="connsiteX0" fmla="*/ 17020 w 3029530"/>
              <a:gd name="connsiteY0" fmla="*/ 834457 h 2212042"/>
              <a:gd name="connsiteX1" fmla="*/ 931721 w 3029530"/>
              <a:gd name="connsiteY1" fmla="*/ 364732 h 2212042"/>
              <a:gd name="connsiteX2" fmla="*/ 1547604 w 3029530"/>
              <a:gd name="connsiteY2" fmla="*/ 228975 h 2212042"/>
              <a:gd name="connsiteX3" fmla="*/ 2640864 w 3029530"/>
              <a:gd name="connsiteY3" fmla="*/ 35610 h 2212042"/>
              <a:gd name="connsiteX4" fmla="*/ 3029530 w 3029530"/>
              <a:gd name="connsiteY4" fmla="*/ 1016472 h 2212042"/>
              <a:gd name="connsiteX5" fmla="*/ 2532552 w 3029530"/>
              <a:gd name="connsiteY5" fmla="*/ 2152411 h 2212042"/>
              <a:gd name="connsiteX6" fmla="*/ 1776703 w 3029530"/>
              <a:gd name="connsiteY6" fmla="*/ 2150921 h 2212042"/>
              <a:gd name="connsiteX7" fmla="*/ 446915 w 3029530"/>
              <a:gd name="connsiteY7" fmla="*/ 1661859 h 2212042"/>
              <a:gd name="connsiteX8" fmla="*/ 17020 w 3029530"/>
              <a:gd name="connsiteY8" fmla="*/ 834457 h 2212042"/>
              <a:gd name="connsiteX0" fmla="*/ 17020 w 3029530"/>
              <a:gd name="connsiteY0" fmla="*/ 834457 h 2212042"/>
              <a:gd name="connsiteX1" fmla="*/ 931721 w 3029530"/>
              <a:gd name="connsiteY1" fmla="*/ 364732 h 2212042"/>
              <a:gd name="connsiteX2" fmla="*/ 1547604 w 3029530"/>
              <a:gd name="connsiteY2" fmla="*/ 228975 h 2212042"/>
              <a:gd name="connsiteX3" fmla="*/ 2640864 w 3029530"/>
              <a:gd name="connsiteY3" fmla="*/ 35610 h 2212042"/>
              <a:gd name="connsiteX4" fmla="*/ 3029530 w 3029530"/>
              <a:gd name="connsiteY4" fmla="*/ 1016472 h 2212042"/>
              <a:gd name="connsiteX5" fmla="*/ 2532552 w 3029530"/>
              <a:gd name="connsiteY5" fmla="*/ 2152411 h 2212042"/>
              <a:gd name="connsiteX6" fmla="*/ 1776703 w 3029530"/>
              <a:gd name="connsiteY6" fmla="*/ 2150921 h 2212042"/>
              <a:gd name="connsiteX7" fmla="*/ 446915 w 3029530"/>
              <a:gd name="connsiteY7" fmla="*/ 1661859 h 2212042"/>
              <a:gd name="connsiteX8" fmla="*/ 17020 w 3029530"/>
              <a:gd name="connsiteY8" fmla="*/ 834457 h 2212042"/>
              <a:gd name="connsiteX0" fmla="*/ 17020 w 3029530"/>
              <a:gd name="connsiteY0" fmla="*/ 834457 h 2193766"/>
              <a:gd name="connsiteX1" fmla="*/ 931721 w 3029530"/>
              <a:gd name="connsiteY1" fmla="*/ 364732 h 2193766"/>
              <a:gd name="connsiteX2" fmla="*/ 1547604 w 3029530"/>
              <a:gd name="connsiteY2" fmla="*/ 228975 h 2193766"/>
              <a:gd name="connsiteX3" fmla="*/ 2640864 w 3029530"/>
              <a:gd name="connsiteY3" fmla="*/ 35610 h 2193766"/>
              <a:gd name="connsiteX4" fmla="*/ 3029530 w 3029530"/>
              <a:gd name="connsiteY4" fmla="*/ 1016472 h 2193766"/>
              <a:gd name="connsiteX5" fmla="*/ 2532552 w 3029530"/>
              <a:gd name="connsiteY5" fmla="*/ 2152411 h 2193766"/>
              <a:gd name="connsiteX6" fmla="*/ 1776703 w 3029530"/>
              <a:gd name="connsiteY6" fmla="*/ 2150921 h 2193766"/>
              <a:gd name="connsiteX7" fmla="*/ 446915 w 3029530"/>
              <a:gd name="connsiteY7" fmla="*/ 1661859 h 2193766"/>
              <a:gd name="connsiteX8" fmla="*/ 17020 w 3029530"/>
              <a:gd name="connsiteY8" fmla="*/ 834457 h 2193766"/>
              <a:gd name="connsiteX0" fmla="*/ 17020 w 3029530"/>
              <a:gd name="connsiteY0" fmla="*/ 834457 h 2154069"/>
              <a:gd name="connsiteX1" fmla="*/ 931721 w 3029530"/>
              <a:gd name="connsiteY1" fmla="*/ 364732 h 2154069"/>
              <a:gd name="connsiteX2" fmla="*/ 1547604 w 3029530"/>
              <a:gd name="connsiteY2" fmla="*/ 228975 h 2154069"/>
              <a:gd name="connsiteX3" fmla="*/ 2640864 w 3029530"/>
              <a:gd name="connsiteY3" fmla="*/ 35610 h 2154069"/>
              <a:gd name="connsiteX4" fmla="*/ 3029530 w 3029530"/>
              <a:gd name="connsiteY4" fmla="*/ 1016472 h 2154069"/>
              <a:gd name="connsiteX5" fmla="*/ 2532552 w 3029530"/>
              <a:gd name="connsiteY5" fmla="*/ 2152411 h 2154069"/>
              <a:gd name="connsiteX6" fmla="*/ 1776703 w 3029530"/>
              <a:gd name="connsiteY6" fmla="*/ 2150921 h 2154069"/>
              <a:gd name="connsiteX7" fmla="*/ 446915 w 3029530"/>
              <a:gd name="connsiteY7" fmla="*/ 1661859 h 2154069"/>
              <a:gd name="connsiteX8" fmla="*/ 17020 w 3029530"/>
              <a:gd name="connsiteY8" fmla="*/ 834457 h 2154069"/>
              <a:gd name="connsiteX0" fmla="*/ 17020 w 3029530"/>
              <a:gd name="connsiteY0" fmla="*/ 834457 h 2153797"/>
              <a:gd name="connsiteX1" fmla="*/ 931721 w 3029530"/>
              <a:gd name="connsiteY1" fmla="*/ 364732 h 2153797"/>
              <a:gd name="connsiteX2" fmla="*/ 1547604 w 3029530"/>
              <a:gd name="connsiteY2" fmla="*/ 228975 h 2153797"/>
              <a:gd name="connsiteX3" fmla="*/ 2640864 w 3029530"/>
              <a:gd name="connsiteY3" fmla="*/ 35610 h 2153797"/>
              <a:gd name="connsiteX4" fmla="*/ 3029530 w 3029530"/>
              <a:gd name="connsiteY4" fmla="*/ 1016472 h 2153797"/>
              <a:gd name="connsiteX5" fmla="*/ 2578016 w 3029530"/>
              <a:gd name="connsiteY5" fmla="*/ 2148866 h 2153797"/>
              <a:gd name="connsiteX6" fmla="*/ 1776703 w 3029530"/>
              <a:gd name="connsiteY6" fmla="*/ 2150921 h 2153797"/>
              <a:gd name="connsiteX7" fmla="*/ 446915 w 3029530"/>
              <a:gd name="connsiteY7" fmla="*/ 1661859 h 2153797"/>
              <a:gd name="connsiteX8" fmla="*/ 17020 w 3029530"/>
              <a:gd name="connsiteY8" fmla="*/ 834457 h 2153797"/>
              <a:gd name="connsiteX0" fmla="*/ 14888 w 3027398"/>
              <a:gd name="connsiteY0" fmla="*/ 834457 h 2148866"/>
              <a:gd name="connsiteX1" fmla="*/ 929589 w 3027398"/>
              <a:gd name="connsiteY1" fmla="*/ 364732 h 2148866"/>
              <a:gd name="connsiteX2" fmla="*/ 1545472 w 3027398"/>
              <a:gd name="connsiteY2" fmla="*/ 228975 h 2148866"/>
              <a:gd name="connsiteX3" fmla="*/ 2638732 w 3027398"/>
              <a:gd name="connsiteY3" fmla="*/ 35610 h 2148866"/>
              <a:gd name="connsiteX4" fmla="*/ 3027398 w 3027398"/>
              <a:gd name="connsiteY4" fmla="*/ 1016472 h 2148866"/>
              <a:gd name="connsiteX5" fmla="*/ 2575884 w 3027398"/>
              <a:gd name="connsiteY5" fmla="*/ 2148866 h 2148866"/>
              <a:gd name="connsiteX6" fmla="*/ 1501205 w 3027398"/>
              <a:gd name="connsiteY6" fmla="*/ 2046510 h 2148866"/>
              <a:gd name="connsiteX7" fmla="*/ 444783 w 3027398"/>
              <a:gd name="connsiteY7" fmla="*/ 1661859 h 2148866"/>
              <a:gd name="connsiteX8" fmla="*/ 14888 w 3027398"/>
              <a:gd name="connsiteY8" fmla="*/ 834457 h 2148866"/>
              <a:gd name="connsiteX0" fmla="*/ 14888 w 3027398"/>
              <a:gd name="connsiteY0" fmla="*/ 834457 h 2148866"/>
              <a:gd name="connsiteX1" fmla="*/ 929589 w 3027398"/>
              <a:gd name="connsiteY1" fmla="*/ 364732 h 2148866"/>
              <a:gd name="connsiteX2" fmla="*/ 1545472 w 3027398"/>
              <a:gd name="connsiteY2" fmla="*/ 228975 h 2148866"/>
              <a:gd name="connsiteX3" fmla="*/ 2638732 w 3027398"/>
              <a:gd name="connsiteY3" fmla="*/ 35610 h 2148866"/>
              <a:gd name="connsiteX4" fmla="*/ 3027398 w 3027398"/>
              <a:gd name="connsiteY4" fmla="*/ 1016472 h 2148866"/>
              <a:gd name="connsiteX5" fmla="*/ 2575884 w 3027398"/>
              <a:gd name="connsiteY5" fmla="*/ 2148866 h 2148866"/>
              <a:gd name="connsiteX6" fmla="*/ 1501205 w 3027398"/>
              <a:gd name="connsiteY6" fmla="*/ 2046510 h 2148866"/>
              <a:gd name="connsiteX7" fmla="*/ 444783 w 3027398"/>
              <a:gd name="connsiteY7" fmla="*/ 1661859 h 2148866"/>
              <a:gd name="connsiteX8" fmla="*/ 14888 w 3027398"/>
              <a:gd name="connsiteY8" fmla="*/ 834457 h 2148866"/>
              <a:gd name="connsiteX0" fmla="*/ 14888 w 3027398"/>
              <a:gd name="connsiteY0" fmla="*/ 834457 h 2148866"/>
              <a:gd name="connsiteX1" fmla="*/ 929589 w 3027398"/>
              <a:gd name="connsiteY1" fmla="*/ 364732 h 2148866"/>
              <a:gd name="connsiteX2" fmla="*/ 1545472 w 3027398"/>
              <a:gd name="connsiteY2" fmla="*/ 228975 h 2148866"/>
              <a:gd name="connsiteX3" fmla="*/ 2638732 w 3027398"/>
              <a:gd name="connsiteY3" fmla="*/ 35610 h 2148866"/>
              <a:gd name="connsiteX4" fmla="*/ 3027398 w 3027398"/>
              <a:gd name="connsiteY4" fmla="*/ 1016472 h 2148866"/>
              <a:gd name="connsiteX5" fmla="*/ 2575884 w 3027398"/>
              <a:gd name="connsiteY5" fmla="*/ 2148866 h 2148866"/>
              <a:gd name="connsiteX6" fmla="*/ 1501205 w 3027398"/>
              <a:gd name="connsiteY6" fmla="*/ 2046510 h 2148866"/>
              <a:gd name="connsiteX7" fmla="*/ 444783 w 3027398"/>
              <a:gd name="connsiteY7" fmla="*/ 1661859 h 2148866"/>
              <a:gd name="connsiteX8" fmla="*/ 14888 w 3027398"/>
              <a:gd name="connsiteY8" fmla="*/ 834457 h 2148866"/>
              <a:gd name="connsiteX0" fmla="*/ 14888 w 3027398"/>
              <a:gd name="connsiteY0" fmla="*/ 834457 h 2189831"/>
              <a:gd name="connsiteX1" fmla="*/ 929589 w 3027398"/>
              <a:gd name="connsiteY1" fmla="*/ 364732 h 2189831"/>
              <a:gd name="connsiteX2" fmla="*/ 1545472 w 3027398"/>
              <a:gd name="connsiteY2" fmla="*/ 228975 h 2189831"/>
              <a:gd name="connsiteX3" fmla="*/ 2638732 w 3027398"/>
              <a:gd name="connsiteY3" fmla="*/ 35610 h 2189831"/>
              <a:gd name="connsiteX4" fmla="*/ 3027398 w 3027398"/>
              <a:gd name="connsiteY4" fmla="*/ 1016472 h 2189831"/>
              <a:gd name="connsiteX5" fmla="*/ 2572611 w 3027398"/>
              <a:gd name="connsiteY5" fmla="*/ 2189832 h 2189831"/>
              <a:gd name="connsiteX6" fmla="*/ 1501205 w 3027398"/>
              <a:gd name="connsiteY6" fmla="*/ 2046510 h 2189831"/>
              <a:gd name="connsiteX7" fmla="*/ 444783 w 3027398"/>
              <a:gd name="connsiteY7" fmla="*/ 1661859 h 2189831"/>
              <a:gd name="connsiteX8" fmla="*/ 14888 w 3027398"/>
              <a:gd name="connsiteY8" fmla="*/ 834457 h 2189831"/>
              <a:gd name="connsiteX0" fmla="*/ 14888 w 3027398"/>
              <a:gd name="connsiteY0" fmla="*/ 834457 h 2189832"/>
              <a:gd name="connsiteX1" fmla="*/ 929589 w 3027398"/>
              <a:gd name="connsiteY1" fmla="*/ 364732 h 2189832"/>
              <a:gd name="connsiteX2" fmla="*/ 1545472 w 3027398"/>
              <a:gd name="connsiteY2" fmla="*/ 228975 h 2189832"/>
              <a:gd name="connsiteX3" fmla="*/ 2638732 w 3027398"/>
              <a:gd name="connsiteY3" fmla="*/ 35610 h 2189832"/>
              <a:gd name="connsiteX4" fmla="*/ 3027398 w 3027398"/>
              <a:gd name="connsiteY4" fmla="*/ 1016472 h 2189832"/>
              <a:gd name="connsiteX5" fmla="*/ 2572611 w 3027398"/>
              <a:gd name="connsiteY5" fmla="*/ 2189832 h 2189832"/>
              <a:gd name="connsiteX6" fmla="*/ 1501205 w 3027398"/>
              <a:gd name="connsiteY6" fmla="*/ 2046510 h 2189832"/>
              <a:gd name="connsiteX7" fmla="*/ 444783 w 3027398"/>
              <a:gd name="connsiteY7" fmla="*/ 1661859 h 2189832"/>
              <a:gd name="connsiteX8" fmla="*/ 14888 w 3027398"/>
              <a:gd name="connsiteY8" fmla="*/ 834457 h 2189832"/>
              <a:gd name="connsiteX0" fmla="*/ 14888 w 3075448"/>
              <a:gd name="connsiteY0" fmla="*/ 834457 h 2194007"/>
              <a:gd name="connsiteX1" fmla="*/ 929589 w 3075448"/>
              <a:gd name="connsiteY1" fmla="*/ 364732 h 2194007"/>
              <a:gd name="connsiteX2" fmla="*/ 1545472 w 3075448"/>
              <a:gd name="connsiteY2" fmla="*/ 228975 h 2194007"/>
              <a:gd name="connsiteX3" fmla="*/ 2638732 w 3075448"/>
              <a:gd name="connsiteY3" fmla="*/ 35610 h 2194007"/>
              <a:gd name="connsiteX4" fmla="*/ 3027398 w 3075448"/>
              <a:gd name="connsiteY4" fmla="*/ 1016472 h 2194007"/>
              <a:gd name="connsiteX5" fmla="*/ 2572611 w 3075448"/>
              <a:gd name="connsiteY5" fmla="*/ 2189832 h 2194007"/>
              <a:gd name="connsiteX6" fmla="*/ 1501205 w 3075448"/>
              <a:gd name="connsiteY6" fmla="*/ 2046510 h 2194007"/>
              <a:gd name="connsiteX7" fmla="*/ 444783 w 3075448"/>
              <a:gd name="connsiteY7" fmla="*/ 1661859 h 2194007"/>
              <a:gd name="connsiteX8" fmla="*/ 14888 w 3075448"/>
              <a:gd name="connsiteY8" fmla="*/ 834457 h 2194007"/>
              <a:gd name="connsiteX0" fmla="*/ 14888 w 3080317"/>
              <a:gd name="connsiteY0" fmla="*/ 834457 h 2217633"/>
              <a:gd name="connsiteX1" fmla="*/ 929589 w 3080317"/>
              <a:gd name="connsiteY1" fmla="*/ 364732 h 2217633"/>
              <a:gd name="connsiteX2" fmla="*/ 1545472 w 3080317"/>
              <a:gd name="connsiteY2" fmla="*/ 228975 h 2217633"/>
              <a:gd name="connsiteX3" fmla="*/ 2638732 w 3080317"/>
              <a:gd name="connsiteY3" fmla="*/ 35610 h 2217633"/>
              <a:gd name="connsiteX4" fmla="*/ 3027398 w 3080317"/>
              <a:gd name="connsiteY4" fmla="*/ 1016472 h 2217633"/>
              <a:gd name="connsiteX5" fmla="*/ 2572611 w 3080317"/>
              <a:gd name="connsiteY5" fmla="*/ 2189832 h 2217633"/>
              <a:gd name="connsiteX6" fmla="*/ 1501205 w 3080317"/>
              <a:gd name="connsiteY6" fmla="*/ 2046510 h 2217633"/>
              <a:gd name="connsiteX7" fmla="*/ 444783 w 3080317"/>
              <a:gd name="connsiteY7" fmla="*/ 1661859 h 2217633"/>
              <a:gd name="connsiteX8" fmla="*/ 14888 w 3080317"/>
              <a:gd name="connsiteY8" fmla="*/ 834457 h 2217633"/>
              <a:gd name="connsiteX0" fmla="*/ 14888 w 3027398"/>
              <a:gd name="connsiteY0" fmla="*/ 834457 h 2229815"/>
              <a:gd name="connsiteX1" fmla="*/ 929589 w 3027398"/>
              <a:gd name="connsiteY1" fmla="*/ 364732 h 2229815"/>
              <a:gd name="connsiteX2" fmla="*/ 1545472 w 3027398"/>
              <a:gd name="connsiteY2" fmla="*/ 228975 h 2229815"/>
              <a:gd name="connsiteX3" fmla="*/ 2638732 w 3027398"/>
              <a:gd name="connsiteY3" fmla="*/ 35610 h 2229815"/>
              <a:gd name="connsiteX4" fmla="*/ 3027398 w 3027398"/>
              <a:gd name="connsiteY4" fmla="*/ 1016472 h 2229815"/>
              <a:gd name="connsiteX5" fmla="*/ 2572611 w 3027398"/>
              <a:gd name="connsiteY5" fmla="*/ 2189832 h 2229815"/>
              <a:gd name="connsiteX6" fmla="*/ 1501205 w 3027398"/>
              <a:gd name="connsiteY6" fmla="*/ 2046510 h 2229815"/>
              <a:gd name="connsiteX7" fmla="*/ 444783 w 3027398"/>
              <a:gd name="connsiteY7" fmla="*/ 1661859 h 2229815"/>
              <a:gd name="connsiteX8" fmla="*/ 14888 w 3027398"/>
              <a:gd name="connsiteY8" fmla="*/ 834457 h 2229815"/>
              <a:gd name="connsiteX0" fmla="*/ 14888 w 3027398"/>
              <a:gd name="connsiteY0" fmla="*/ 834457 h 2295932"/>
              <a:gd name="connsiteX1" fmla="*/ 929589 w 3027398"/>
              <a:gd name="connsiteY1" fmla="*/ 364732 h 2295932"/>
              <a:gd name="connsiteX2" fmla="*/ 1545472 w 3027398"/>
              <a:gd name="connsiteY2" fmla="*/ 228975 h 2295932"/>
              <a:gd name="connsiteX3" fmla="*/ 2638732 w 3027398"/>
              <a:gd name="connsiteY3" fmla="*/ 35610 h 2295932"/>
              <a:gd name="connsiteX4" fmla="*/ 3027398 w 3027398"/>
              <a:gd name="connsiteY4" fmla="*/ 1016472 h 2295932"/>
              <a:gd name="connsiteX5" fmla="*/ 2572611 w 3027398"/>
              <a:gd name="connsiteY5" fmla="*/ 2189832 h 2295932"/>
              <a:gd name="connsiteX6" fmla="*/ 1501205 w 3027398"/>
              <a:gd name="connsiteY6" fmla="*/ 2046510 h 2295932"/>
              <a:gd name="connsiteX7" fmla="*/ 444783 w 3027398"/>
              <a:gd name="connsiteY7" fmla="*/ 1661859 h 2295932"/>
              <a:gd name="connsiteX8" fmla="*/ 14888 w 3027398"/>
              <a:gd name="connsiteY8" fmla="*/ 834457 h 2295932"/>
              <a:gd name="connsiteX0" fmla="*/ 14888 w 3027398"/>
              <a:gd name="connsiteY0" fmla="*/ 834457 h 2239460"/>
              <a:gd name="connsiteX1" fmla="*/ 929589 w 3027398"/>
              <a:gd name="connsiteY1" fmla="*/ 364732 h 2239460"/>
              <a:gd name="connsiteX2" fmla="*/ 1545472 w 3027398"/>
              <a:gd name="connsiteY2" fmla="*/ 228975 h 2239460"/>
              <a:gd name="connsiteX3" fmla="*/ 2638732 w 3027398"/>
              <a:gd name="connsiteY3" fmla="*/ 35610 h 2239460"/>
              <a:gd name="connsiteX4" fmla="*/ 3027398 w 3027398"/>
              <a:gd name="connsiteY4" fmla="*/ 1016472 h 2239460"/>
              <a:gd name="connsiteX5" fmla="*/ 2572611 w 3027398"/>
              <a:gd name="connsiteY5" fmla="*/ 2189832 h 2239460"/>
              <a:gd name="connsiteX6" fmla="*/ 1501205 w 3027398"/>
              <a:gd name="connsiteY6" fmla="*/ 2046510 h 2239460"/>
              <a:gd name="connsiteX7" fmla="*/ 444783 w 3027398"/>
              <a:gd name="connsiteY7" fmla="*/ 1661859 h 2239460"/>
              <a:gd name="connsiteX8" fmla="*/ 14888 w 3027398"/>
              <a:gd name="connsiteY8" fmla="*/ 834457 h 2239460"/>
              <a:gd name="connsiteX0" fmla="*/ 14888 w 3027398"/>
              <a:gd name="connsiteY0" fmla="*/ 834457 h 2222887"/>
              <a:gd name="connsiteX1" fmla="*/ 929589 w 3027398"/>
              <a:gd name="connsiteY1" fmla="*/ 364732 h 2222887"/>
              <a:gd name="connsiteX2" fmla="*/ 1545472 w 3027398"/>
              <a:gd name="connsiteY2" fmla="*/ 228975 h 2222887"/>
              <a:gd name="connsiteX3" fmla="*/ 2638732 w 3027398"/>
              <a:gd name="connsiteY3" fmla="*/ 35610 h 2222887"/>
              <a:gd name="connsiteX4" fmla="*/ 3027398 w 3027398"/>
              <a:gd name="connsiteY4" fmla="*/ 1016472 h 2222887"/>
              <a:gd name="connsiteX5" fmla="*/ 2572611 w 3027398"/>
              <a:gd name="connsiteY5" fmla="*/ 2189832 h 2222887"/>
              <a:gd name="connsiteX6" fmla="*/ 1501205 w 3027398"/>
              <a:gd name="connsiteY6" fmla="*/ 2046510 h 2222887"/>
              <a:gd name="connsiteX7" fmla="*/ 444783 w 3027398"/>
              <a:gd name="connsiteY7" fmla="*/ 1661859 h 2222887"/>
              <a:gd name="connsiteX8" fmla="*/ 14888 w 3027398"/>
              <a:gd name="connsiteY8" fmla="*/ 834457 h 2222887"/>
              <a:gd name="connsiteX0" fmla="*/ 14888 w 3027398"/>
              <a:gd name="connsiteY0" fmla="*/ 834457 h 2207212"/>
              <a:gd name="connsiteX1" fmla="*/ 929589 w 3027398"/>
              <a:gd name="connsiteY1" fmla="*/ 364732 h 2207212"/>
              <a:gd name="connsiteX2" fmla="*/ 1545472 w 3027398"/>
              <a:gd name="connsiteY2" fmla="*/ 228975 h 2207212"/>
              <a:gd name="connsiteX3" fmla="*/ 2638732 w 3027398"/>
              <a:gd name="connsiteY3" fmla="*/ 35610 h 2207212"/>
              <a:gd name="connsiteX4" fmla="*/ 3027398 w 3027398"/>
              <a:gd name="connsiteY4" fmla="*/ 1016472 h 2207212"/>
              <a:gd name="connsiteX5" fmla="*/ 2572611 w 3027398"/>
              <a:gd name="connsiteY5" fmla="*/ 2189832 h 2207212"/>
              <a:gd name="connsiteX6" fmla="*/ 1501205 w 3027398"/>
              <a:gd name="connsiteY6" fmla="*/ 2046510 h 2207212"/>
              <a:gd name="connsiteX7" fmla="*/ 444783 w 3027398"/>
              <a:gd name="connsiteY7" fmla="*/ 1661859 h 2207212"/>
              <a:gd name="connsiteX8" fmla="*/ 14888 w 3027398"/>
              <a:gd name="connsiteY8" fmla="*/ 834457 h 2207212"/>
              <a:gd name="connsiteX0" fmla="*/ 14888 w 3028248"/>
              <a:gd name="connsiteY0" fmla="*/ 834457 h 2207213"/>
              <a:gd name="connsiteX1" fmla="*/ 929589 w 3028248"/>
              <a:gd name="connsiteY1" fmla="*/ 364732 h 2207213"/>
              <a:gd name="connsiteX2" fmla="*/ 1545472 w 3028248"/>
              <a:gd name="connsiteY2" fmla="*/ 228975 h 2207213"/>
              <a:gd name="connsiteX3" fmla="*/ 2638732 w 3028248"/>
              <a:gd name="connsiteY3" fmla="*/ 35610 h 2207213"/>
              <a:gd name="connsiteX4" fmla="*/ 3027398 w 3028248"/>
              <a:gd name="connsiteY4" fmla="*/ 1016472 h 2207213"/>
              <a:gd name="connsiteX5" fmla="*/ 2572611 w 3028248"/>
              <a:gd name="connsiteY5" fmla="*/ 2189832 h 2207213"/>
              <a:gd name="connsiteX6" fmla="*/ 1501205 w 3028248"/>
              <a:gd name="connsiteY6" fmla="*/ 2046510 h 2207213"/>
              <a:gd name="connsiteX7" fmla="*/ 444783 w 3028248"/>
              <a:gd name="connsiteY7" fmla="*/ 1661859 h 2207213"/>
              <a:gd name="connsiteX8" fmla="*/ 14888 w 3028248"/>
              <a:gd name="connsiteY8" fmla="*/ 834457 h 2207213"/>
              <a:gd name="connsiteX0" fmla="*/ 14888 w 3034245"/>
              <a:gd name="connsiteY0" fmla="*/ 834457 h 2207213"/>
              <a:gd name="connsiteX1" fmla="*/ 929589 w 3034245"/>
              <a:gd name="connsiteY1" fmla="*/ 364732 h 2207213"/>
              <a:gd name="connsiteX2" fmla="*/ 1545472 w 3034245"/>
              <a:gd name="connsiteY2" fmla="*/ 228975 h 2207213"/>
              <a:gd name="connsiteX3" fmla="*/ 2638732 w 3034245"/>
              <a:gd name="connsiteY3" fmla="*/ 35610 h 2207213"/>
              <a:gd name="connsiteX4" fmla="*/ 3027398 w 3034245"/>
              <a:gd name="connsiteY4" fmla="*/ 1016472 h 2207213"/>
              <a:gd name="connsiteX5" fmla="*/ 2572611 w 3034245"/>
              <a:gd name="connsiteY5" fmla="*/ 2189832 h 2207213"/>
              <a:gd name="connsiteX6" fmla="*/ 1501205 w 3034245"/>
              <a:gd name="connsiteY6" fmla="*/ 2046510 h 2207213"/>
              <a:gd name="connsiteX7" fmla="*/ 444783 w 3034245"/>
              <a:gd name="connsiteY7" fmla="*/ 1661859 h 2207213"/>
              <a:gd name="connsiteX8" fmla="*/ 14888 w 3034245"/>
              <a:gd name="connsiteY8" fmla="*/ 834457 h 220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34245" h="2207213">
                <a:moveTo>
                  <a:pt x="14888" y="834457"/>
                </a:moveTo>
                <a:cubicBezTo>
                  <a:pt x="95689" y="618269"/>
                  <a:pt x="366564" y="511202"/>
                  <a:pt x="929589" y="364732"/>
                </a:cubicBezTo>
                <a:cubicBezTo>
                  <a:pt x="1345635" y="290125"/>
                  <a:pt x="1260615" y="283829"/>
                  <a:pt x="1545472" y="228975"/>
                </a:cubicBezTo>
                <a:cubicBezTo>
                  <a:pt x="1830329" y="174121"/>
                  <a:pt x="2391744" y="-95639"/>
                  <a:pt x="2638732" y="35610"/>
                </a:cubicBezTo>
                <a:cubicBezTo>
                  <a:pt x="2885720" y="166859"/>
                  <a:pt x="3009491" y="708388"/>
                  <a:pt x="3027398" y="1016472"/>
                </a:cubicBezTo>
                <a:cubicBezTo>
                  <a:pt x="3045305" y="1324556"/>
                  <a:pt x="3064679" y="2118491"/>
                  <a:pt x="2572611" y="2189832"/>
                </a:cubicBezTo>
                <a:cubicBezTo>
                  <a:pt x="2080543" y="2261173"/>
                  <a:pt x="1878549" y="2092846"/>
                  <a:pt x="1501205" y="2046510"/>
                </a:cubicBezTo>
                <a:cubicBezTo>
                  <a:pt x="1123861" y="2000174"/>
                  <a:pt x="692502" y="1863868"/>
                  <a:pt x="444783" y="1661859"/>
                </a:cubicBezTo>
                <a:cubicBezTo>
                  <a:pt x="197064" y="1459850"/>
                  <a:pt x="-65913" y="1050645"/>
                  <a:pt x="14888" y="834457"/>
                </a:cubicBezTo>
                <a:close/>
              </a:path>
            </a:pathLst>
          </a:custGeom>
          <a:no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83" name="椭圆 25"/>
          <p:cNvSpPr/>
          <p:nvPr/>
        </p:nvSpPr>
        <p:spPr>
          <a:xfrm rot="7049307">
            <a:off x="3182343" y="1625973"/>
            <a:ext cx="2433879" cy="773271"/>
          </a:xfrm>
          <a:custGeom>
            <a:avLst/>
            <a:gdLst>
              <a:gd name="connsiteX0" fmla="*/ 0 w 2700000"/>
              <a:gd name="connsiteY0" fmla="*/ 444249 h 888497"/>
              <a:gd name="connsiteX1" fmla="*/ 1350000 w 2700000"/>
              <a:gd name="connsiteY1" fmla="*/ 0 h 888497"/>
              <a:gd name="connsiteX2" fmla="*/ 2700000 w 2700000"/>
              <a:gd name="connsiteY2" fmla="*/ 444249 h 888497"/>
              <a:gd name="connsiteX3" fmla="*/ 1350000 w 2700000"/>
              <a:gd name="connsiteY3" fmla="*/ 888498 h 888497"/>
              <a:gd name="connsiteX4" fmla="*/ 0 w 2700000"/>
              <a:gd name="connsiteY4" fmla="*/ 444249 h 888497"/>
              <a:gd name="connsiteX0" fmla="*/ 0 w 2683787"/>
              <a:gd name="connsiteY0" fmla="*/ 393199 h 889089"/>
              <a:gd name="connsiteX1" fmla="*/ 1333787 w 2683787"/>
              <a:gd name="connsiteY1" fmla="*/ 335 h 889089"/>
              <a:gd name="connsiteX2" fmla="*/ 2683787 w 2683787"/>
              <a:gd name="connsiteY2" fmla="*/ 444584 h 889089"/>
              <a:gd name="connsiteX3" fmla="*/ 1333787 w 2683787"/>
              <a:gd name="connsiteY3" fmla="*/ 888833 h 889089"/>
              <a:gd name="connsiteX4" fmla="*/ 0 w 2683787"/>
              <a:gd name="connsiteY4" fmla="*/ 393199 h 889089"/>
              <a:gd name="connsiteX0" fmla="*/ 10555 w 2694342"/>
              <a:gd name="connsiteY0" fmla="*/ 393067 h 814344"/>
              <a:gd name="connsiteX1" fmla="*/ 1344342 w 2694342"/>
              <a:gd name="connsiteY1" fmla="*/ 203 h 814344"/>
              <a:gd name="connsiteX2" fmla="*/ 2694342 w 2694342"/>
              <a:gd name="connsiteY2" fmla="*/ 444452 h 814344"/>
              <a:gd name="connsiteX3" fmla="*/ 827645 w 2694342"/>
              <a:gd name="connsiteY3" fmla="*/ 813954 h 814344"/>
              <a:gd name="connsiteX4" fmla="*/ 10555 w 2694342"/>
              <a:gd name="connsiteY4" fmla="*/ 393067 h 814344"/>
              <a:gd name="connsiteX0" fmla="*/ 153 w 2683940"/>
              <a:gd name="connsiteY0" fmla="*/ 345157 h 766434"/>
              <a:gd name="connsiteX1" fmla="*/ 870344 w 2683940"/>
              <a:gd name="connsiteY1" fmla="*/ 237 h 766434"/>
              <a:gd name="connsiteX2" fmla="*/ 2683940 w 2683940"/>
              <a:gd name="connsiteY2" fmla="*/ 396542 h 766434"/>
              <a:gd name="connsiteX3" fmla="*/ 817243 w 2683940"/>
              <a:gd name="connsiteY3" fmla="*/ 766044 h 766434"/>
              <a:gd name="connsiteX4" fmla="*/ 153 w 2683940"/>
              <a:gd name="connsiteY4" fmla="*/ 345157 h 766434"/>
              <a:gd name="connsiteX0" fmla="*/ 122 w 2720113"/>
              <a:gd name="connsiteY0" fmla="*/ 345157 h 778841"/>
              <a:gd name="connsiteX1" fmla="*/ 870313 w 2720113"/>
              <a:gd name="connsiteY1" fmla="*/ 237 h 778841"/>
              <a:gd name="connsiteX2" fmla="*/ 2683909 w 2720113"/>
              <a:gd name="connsiteY2" fmla="*/ 396542 h 778841"/>
              <a:gd name="connsiteX3" fmla="*/ 2099799 w 2720113"/>
              <a:gd name="connsiteY3" fmla="*/ 645654 h 778841"/>
              <a:gd name="connsiteX4" fmla="*/ 817212 w 2720113"/>
              <a:gd name="connsiteY4" fmla="*/ 766044 h 778841"/>
              <a:gd name="connsiteX5" fmla="*/ 122 w 2720113"/>
              <a:gd name="connsiteY5" fmla="*/ 345157 h 778841"/>
              <a:gd name="connsiteX0" fmla="*/ 122 w 2439747"/>
              <a:gd name="connsiteY0" fmla="*/ 380437 h 814121"/>
              <a:gd name="connsiteX1" fmla="*/ 870313 w 2439747"/>
              <a:gd name="connsiteY1" fmla="*/ 35517 h 814121"/>
              <a:gd name="connsiteX2" fmla="*/ 2365232 w 2439747"/>
              <a:gd name="connsiteY2" fmla="*/ 87616 h 814121"/>
              <a:gd name="connsiteX3" fmla="*/ 2099799 w 2439747"/>
              <a:gd name="connsiteY3" fmla="*/ 680934 h 814121"/>
              <a:gd name="connsiteX4" fmla="*/ 817212 w 2439747"/>
              <a:gd name="connsiteY4" fmla="*/ 801324 h 814121"/>
              <a:gd name="connsiteX5" fmla="*/ 122 w 2439747"/>
              <a:gd name="connsiteY5" fmla="*/ 380437 h 814121"/>
              <a:gd name="connsiteX0" fmla="*/ 6196 w 2445821"/>
              <a:gd name="connsiteY0" fmla="*/ 380437 h 816825"/>
              <a:gd name="connsiteX1" fmla="*/ 876387 w 2445821"/>
              <a:gd name="connsiteY1" fmla="*/ 35517 h 816825"/>
              <a:gd name="connsiteX2" fmla="*/ 2371306 w 2445821"/>
              <a:gd name="connsiteY2" fmla="*/ 87616 h 816825"/>
              <a:gd name="connsiteX3" fmla="*/ 2105873 w 2445821"/>
              <a:gd name="connsiteY3" fmla="*/ 680934 h 816825"/>
              <a:gd name="connsiteX4" fmla="*/ 823286 w 2445821"/>
              <a:gd name="connsiteY4" fmla="*/ 801324 h 816825"/>
              <a:gd name="connsiteX5" fmla="*/ 503297 w 2445821"/>
              <a:gd name="connsiteY5" fmla="*/ 768537 h 816825"/>
              <a:gd name="connsiteX6" fmla="*/ 6196 w 2445821"/>
              <a:gd name="connsiteY6" fmla="*/ 380437 h 816825"/>
              <a:gd name="connsiteX0" fmla="*/ 6196 w 2445821"/>
              <a:gd name="connsiteY0" fmla="*/ 380437 h 809304"/>
              <a:gd name="connsiteX1" fmla="*/ 876387 w 2445821"/>
              <a:gd name="connsiteY1" fmla="*/ 35517 h 809304"/>
              <a:gd name="connsiteX2" fmla="*/ 2371306 w 2445821"/>
              <a:gd name="connsiteY2" fmla="*/ 87616 h 809304"/>
              <a:gd name="connsiteX3" fmla="*/ 2105873 w 2445821"/>
              <a:gd name="connsiteY3" fmla="*/ 680934 h 809304"/>
              <a:gd name="connsiteX4" fmla="*/ 823286 w 2445821"/>
              <a:gd name="connsiteY4" fmla="*/ 801324 h 809304"/>
              <a:gd name="connsiteX5" fmla="*/ 503297 w 2445821"/>
              <a:gd name="connsiteY5" fmla="*/ 768537 h 809304"/>
              <a:gd name="connsiteX6" fmla="*/ 6196 w 2445821"/>
              <a:gd name="connsiteY6" fmla="*/ 380437 h 809304"/>
              <a:gd name="connsiteX0" fmla="*/ 6196 w 2445821"/>
              <a:gd name="connsiteY0" fmla="*/ 380437 h 794566"/>
              <a:gd name="connsiteX1" fmla="*/ 876387 w 2445821"/>
              <a:gd name="connsiteY1" fmla="*/ 35517 h 794566"/>
              <a:gd name="connsiteX2" fmla="*/ 2371306 w 2445821"/>
              <a:gd name="connsiteY2" fmla="*/ 87616 h 794566"/>
              <a:gd name="connsiteX3" fmla="*/ 2105873 w 2445821"/>
              <a:gd name="connsiteY3" fmla="*/ 680934 h 794566"/>
              <a:gd name="connsiteX4" fmla="*/ 1131732 w 2445821"/>
              <a:gd name="connsiteY4" fmla="*/ 775052 h 794566"/>
              <a:gd name="connsiteX5" fmla="*/ 503297 w 2445821"/>
              <a:gd name="connsiteY5" fmla="*/ 768537 h 794566"/>
              <a:gd name="connsiteX6" fmla="*/ 6196 w 2445821"/>
              <a:gd name="connsiteY6" fmla="*/ 380437 h 794566"/>
              <a:gd name="connsiteX0" fmla="*/ 15711 w 2455336"/>
              <a:gd name="connsiteY0" fmla="*/ 380437 h 775504"/>
              <a:gd name="connsiteX1" fmla="*/ 885902 w 2455336"/>
              <a:gd name="connsiteY1" fmla="*/ 35517 h 775504"/>
              <a:gd name="connsiteX2" fmla="*/ 2380821 w 2455336"/>
              <a:gd name="connsiteY2" fmla="*/ 87616 h 775504"/>
              <a:gd name="connsiteX3" fmla="*/ 2115388 w 2455336"/>
              <a:gd name="connsiteY3" fmla="*/ 680934 h 775504"/>
              <a:gd name="connsiteX4" fmla="*/ 1141247 w 2455336"/>
              <a:gd name="connsiteY4" fmla="*/ 775052 h 775504"/>
              <a:gd name="connsiteX5" fmla="*/ 362711 w 2455336"/>
              <a:gd name="connsiteY5" fmla="*/ 707052 h 775504"/>
              <a:gd name="connsiteX6" fmla="*/ 15711 w 2455336"/>
              <a:gd name="connsiteY6" fmla="*/ 380437 h 775504"/>
              <a:gd name="connsiteX0" fmla="*/ 17029 w 2427939"/>
              <a:gd name="connsiteY0" fmla="*/ 307093 h 770787"/>
              <a:gd name="connsiteX1" fmla="*/ 858505 w 2427939"/>
              <a:gd name="connsiteY1" fmla="*/ 30800 h 770787"/>
              <a:gd name="connsiteX2" fmla="*/ 2353424 w 2427939"/>
              <a:gd name="connsiteY2" fmla="*/ 82899 h 770787"/>
              <a:gd name="connsiteX3" fmla="*/ 2087991 w 2427939"/>
              <a:gd name="connsiteY3" fmla="*/ 676217 h 770787"/>
              <a:gd name="connsiteX4" fmla="*/ 1113850 w 2427939"/>
              <a:gd name="connsiteY4" fmla="*/ 770335 h 770787"/>
              <a:gd name="connsiteX5" fmla="*/ 335314 w 2427939"/>
              <a:gd name="connsiteY5" fmla="*/ 702335 h 770787"/>
              <a:gd name="connsiteX6" fmla="*/ 17029 w 2427939"/>
              <a:gd name="connsiteY6" fmla="*/ 307093 h 770787"/>
              <a:gd name="connsiteX0" fmla="*/ 22969 w 2433879"/>
              <a:gd name="connsiteY0" fmla="*/ 307093 h 770787"/>
              <a:gd name="connsiteX1" fmla="*/ 864445 w 2433879"/>
              <a:gd name="connsiteY1" fmla="*/ 30800 h 770787"/>
              <a:gd name="connsiteX2" fmla="*/ 2359364 w 2433879"/>
              <a:gd name="connsiteY2" fmla="*/ 82899 h 770787"/>
              <a:gd name="connsiteX3" fmla="*/ 2093931 w 2433879"/>
              <a:gd name="connsiteY3" fmla="*/ 676217 h 770787"/>
              <a:gd name="connsiteX4" fmla="*/ 1119790 w 2433879"/>
              <a:gd name="connsiteY4" fmla="*/ 770335 h 770787"/>
              <a:gd name="connsiteX5" fmla="*/ 341254 w 2433879"/>
              <a:gd name="connsiteY5" fmla="*/ 702335 h 770787"/>
              <a:gd name="connsiteX6" fmla="*/ 22969 w 2433879"/>
              <a:gd name="connsiteY6" fmla="*/ 307093 h 770787"/>
              <a:gd name="connsiteX0" fmla="*/ 22969 w 2433879"/>
              <a:gd name="connsiteY0" fmla="*/ 307093 h 773271"/>
              <a:gd name="connsiteX1" fmla="*/ 864445 w 2433879"/>
              <a:gd name="connsiteY1" fmla="*/ 30800 h 773271"/>
              <a:gd name="connsiteX2" fmla="*/ 2359364 w 2433879"/>
              <a:gd name="connsiteY2" fmla="*/ 82899 h 773271"/>
              <a:gd name="connsiteX3" fmla="*/ 2093931 w 2433879"/>
              <a:gd name="connsiteY3" fmla="*/ 676217 h 773271"/>
              <a:gd name="connsiteX4" fmla="*/ 1119790 w 2433879"/>
              <a:gd name="connsiteY4" fmla="*/ 770335 h 773271"/>
              <a:gd name="connsiteX5" fmla="*/ 341254 w 2433879"/>
              <a:gd name="connsiteY5" fmla="*/ 702335 h 773271"/>
              <a:gd name="connsiteX6" fmla="*/ 22969 w 2433879"/>
              <a:gd name="connsiteY6" fmla="*/ 307093 h 77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33879" h="773271">
                <a:moveTo>
                  <a:pt x="22969" y="307093"/>
                </a:moveTo>
                <a:cubicBezTo>
                  <a:pt x="110167" y="195171"/>
                  <a:pt x="475046" y="68166"/>
                  <a:pt x="864445" y="30800"/>
                </a:cubicBezTo>
                <a:cubicBezTo>
                  <a:pt x="1253844" y="-6566"/>
                  <a:pt x="2193773" y="-29919"/>
                  <a:pt x="2359364" y="82899"/>
                </a:cubicBezTo>
                <a:cubicBezTo>
                  <a:pt x="2524955" y="195717"/>
                  <a:pt x="2405047" y="614633"/>
                  <a:pt x="2093931" y="676217"/>
                </a:cubicBezTo>
                <a:cubicBezTo>
                  <a:pt x="1782815" y="737801"/>
                  <a:pt x="1411903" y="765982"/>
                  <a:pt x="1119790" y="770335"/>
                </a:cubicBezTo>
                <a:cubicBezTo>
                  <a:pt x="827677" y="774688"/>
                  <a:pt x="607581" y="785297"/>
                  <a:pt x="341254" y="702335"/>
                </a:cubicBezTo>
                <a:cubicBezTo>
                  <a:pt x="108726" y="601788"/>
                  <a:pt x="-64229" y="419015"/>
                  <a:pt x="22969" y="307093"/>
                </a:cubicBezTo>
                <a:close/>
              </a:path>
            </a:pathLst>
          </a:custGeom>
          <a:no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84" name="椭圆 48"/>
          <p:cNvSpPr/>
          <p:nvPr/>
        </p:nvSpPr>
        <p:spPr>
          <a:xfrm>
            <a:off x="640262" y="653904"/>
            <a:ext cx="4489492" cy="2816663"/>
          </a:xfrm>
          <a:custGeom>
            <a:avLst/>
            <a:gdLst>
              <a:gd name="connsiteX0" fmla="*/ 0 w 6203469"/>
              <a:gd name="connsiteY0" fmla="*/ 1612509 h 3225018"/>
              <a:gd name="connsiteX1" fmla="*/ 3101735 w 6203469"/>
              <a:gd name="connsiteY1" fmla="*/ 0 h 3225018"/>
              <a:gd name="connsiteX2" fmla="*/ 6203470 w 6203469"/>
              <a:gd name="connsiteY2" fmla="*/ 1612509 h 3225018"/>
              <a:gd name="connsiteX3" fmla="*/ 3101735 w 6203469"/>
              <a:gd name="connsiteY3" fmla="*/ 3225018 h 3225018"/>
              <a:gd name="connsiteX4" fmla="*/ 0 w 6203469"/>
              <a:gd name="connsiteY4" fmla="*/ 1612509 h 3225018"/>
              <a:gd name="connsiteX0" fmla="*/ 0 w 6441565"/>
              <a:gd name="connsiteY0" fmla="*/ 1637208 h 3258558"/>
              <a:gd name="connsiteX1" fmla="*/ 3101735 w 6441565"/>
              <a:gd name="connsiteY1" fmla="*/ 24699 h 3258558"/>
              <a:gd name="connsiteX2" fmla="*/ 6441565 w 6441565"/>
              <a:gd name="connsiteY2" fmla="*/ 1014751 h 3258558"/>
              <a:gd name="connsiteX3" fmla="*/ 3101735 w 6441565"/>
              <a:gd name="connsiteY3" fmla="*/ 3249717 h 3258558"/>
              <a:gd name="connsiteX4" fmla="*/ 0 w 6441565"/>
              <a:gd name="connsiteY4" fmla="*/ 1637208 h 3258558"/>
              <a:gd name="connsiteX0" fmla="*/ 0 w 6547601"/>
              <a:gd name="connsiteY0" fmla="*/ 1622256 h 3309393"/>
              <a:gd name="connsiteX1" fmla="*/ 3101735 w 6547601"/>
              <a:gd name="connsiteY1" fmla="*/ 9747 h 3309393"/>
              <a:gd name="connsiteX2" fmla="*/ 6441565 w 6547601"/>
              <a:gd name="connsiteY2" fmla="*/ 999799 h 3309393"/>
              <a:gd name="connsiteX3" fmla="*/ 5365916 w 6547601"/>
              <a:gd name="connsiteY3" fmla="*/ 2832422 h 3309393"/>
              <a:gd name="connsiteX4" fmla="*/ 3101735 w 6547601"/>
              <a:gd name="connsiteY4" fmla="*/ 3234765 h 3309393"/>
              <a:gd name="connsiteX5" fmla="*/ 0 w 6547601"/>
              <a:gd name="connsiteY5" fmla="*/ 1622256 h 3309393"/>
              <a:gd name="connsiteX0" fmla="*/ 0 w 6443270"/>
              <a:gd name="connsiteY0" fmla="*/ 1694126 h 3381263"/>
              <a:gd name="connsiteX1" fmla="*/ 3101735 w 6443270"/>
              <a:gd name="connsiteY1" fmla="*/ 81617 h 3381263"/>
              <a:gd name="connsiteX2" fmla="*/ 5513971 w 6443270"/>
              <a:gd name="connsiteY2" fmla="*/ 324330 h 3381263"/>
              <a:gd name="connsiteX3" fmla="*/ 6441565 w 6443270"/>
              <a:gd name="connsiteY3" fmla="*/ 1071669 h 3381263"/>
              <a:gd name="connsiteX4" fmla="*/ 5365916 w 6443270"/>
              <a:gd name="connsiteY4" fmla="*/ 2904292 h 3381263"/>
              <a:gd name="connsiteX5" fmla="*/ 3101735 w 6443270"/>
              <a:gd name="connsiteY5" fmla="*/ 3306635 h 3381263"/>
              <a:gd name="connsiteX6" fmla="*/ 0 w 6443270"/>
              <a:gd name="connsiteY6" fmla="*/ 1694126 h 3381263"/>
              <a:gd name="connsiteX0" fmla="*/ 72937 w 6516207"/>
              <a:gd name="connsiteY0" fmla="*/ 1634967 h 3322104"/>
              <a:gd name="connsiteX1" fmla="*/ 1364311 w 6516207"/>
              <a:gd name="connsiteY1" fmla="*/ 95144 h 3322104"/>
              <a:gd name="connsiteX2" fmla="*/ 5586908 w 6516207"/>
              <a:gd name="connsiteY2" fmla="*/ 265171 h 3322104"/>
              <a:gd name="connsiteX3" fmla="*/ 6514502 w 6516207"/>
              <a:gd name="connsiteY3" fmla="*/ 1012510 h 3322104"/>
              <a:gd name="connsiteX4" fmla="*/ 5438853 w 6516207"/>
              <a:gd name="connsiteY4" fmla="*/ 2845133 h 3322104"/>
              <a:gd name="connsiteX5" fmla="*/ 3174672 w 6516207"/>
              <a:gd name="connsiteY5" fmla="*/ 3247476 h 3322104"/>
              <a:gd name="connsiteX6" fmla="*/ 72937 w 6516207"/>
              <a:gd name="connsiteY6" fmla="*/ 1634967 h 3322104"/>
              <a:gd name="connsiteX0" fmla="*/ 82520 w 6386118"/>
              <a:gd name="connsiteY0" fmla="*/ 2656535 h 3328605"/>
              <a:gd name="connsiteX1" fmla="*/ 1234222 w 6386118"/>
              <a:gd name="connsiteY1" fmla="*/ 165236 h 3328605"/>
              <a:gd name="connsiteX2" fmla="*/ 5456819 w 6386118"/>
              <a:gd name="connsiteY2" fmla="*/ 335263 h 3328605"/>
              <a:gd name="connsiteX3" fmla="*/ 6384413 w 6386118"/>
              <a:gd name="connsiteY3" fmla="*/ 1082602 h 3328605"/>
              <a:gd name="connsiteX4" fmla="*/ 5308764 w 6386118"/>
              <a:gd name="connsiteY4" fmla="*/ 2915225 h 3328605"/>
              <a:gd name="connsiteX5" fmla="*/ 3044583 w 6386118"/>
              <a:gd name="connsiteY5" fmla="*/ 3317568 h 3328605"/>
              <a:gd name="connsiteX6" fmla="*/ 82520 w 6386118"/>
              <a:gd name="connsiteY6" fmla="*/ 2656535 h 3328605"/>
              <a:gd name="connsiteX0" fmla="*/ 77400 w 6380998"/>
              <a:gd name="connsiteY0" fmla="*/ 2656535 h 3386497"/>
              <a:gd name="connsiteX1" fmla="*/ 1229102 w 6380998"/>
              <a:gd name="connsiteY1" fmla="*/ 165236 h 3386497"/>
              <a:gd name="connsiteX2" fmla="*/ 5451699 w 6380998"/>
              <a:gd name="connsiteY2" fmla="*/ 335263 h 3386497"/>
              <a:gd name="connsiteX3" fmla="*/ 6379293 w 6380998"/>
              <a:gd name="connsiteY3" fmla="*/ 1082602 h 3386497"/>
              <a:gd name="connsiteX4" fmla="*/ 5303644 w 6380998"/>
              <a:gd name="connsiteY4" fmla="*/ 2915225 h 3386497"/>
              <a:gd name="connsiteX5" fmla="*/ 2955970 w 6380998"/>
              <a:gd name="connsiteY5" fmla="*/ 3378738 h 3386497"/>
              <a:gd name="connsiteX6" fmla="*/ 77400 w 6380998"/>
              <a:gd name="connsiteY6" fmla="*/ 2656535 h 3386497"/>
              <a:gd name="connsiteX0" fmla="*/ 77400 w 6096723"/>
              <a:gd name="connsiteY0" fmla="*/ 2639170 h 3369132"/>
              <a:gd name="connsiteX1" fmla="*/ 1229102 w 6096723"/>
              <a:gd name="connsiteY1" fmla="*/ 147871 h 3369132"/>
              <a:gd name="connsiteX2" fmla="*/ 5451699 w 6096723"/>
              <a:gd name="connsiteY2" fmla="*/ 317898 h 3369132"/>
              <a:gd name="connsiteX3" fmla="*/ 6093455 w 6096723"/>
              <a:gd name="connsiteY3" fmla="*/ 570396 h 3369132"/>
              <a:gd name="connsiteX4" fmla="*/ 5303644 w 6096723"/>
              <a:gd name="connsiteY4" fmla="*/ 2897860 h 3369132"/>
              <a:gd name="connsiteX5" fmla="*/ 2955970 w 6096723"/>
              <a:gd name="connsiteY5" fmla="*/ 3361373 h 3369132"/>
              <a:gd name="connsiteX6" fmla="*/ 77400 w 6096723"/>
              <a:gd name="connsiteY6" fmla="*/ 2639170 h 3369132"/>
              <a:gd name="connsiteX0" fmla="*/ 76028 w 6095949"/>
              <a:gd name="connsiteY0" fmla="*/ 2677512 h 3407474"/>
              <a:gd name="connsiteX1" fmla="*/ 1227730 w 6095949"/>
              <a:gd name="connsiteY1" fmla="*/ 186213 h 3407474"/>
              <a:gd name="connsiteX2" fmla="*/ 5348242 w 6095949"/>
              <a:gd name="connsiteY2" fmla="*/ 228264 h 3407474"/>
              <a:gd name="connsiteX3" fmla="*/ 6092083 w 6095949"/>
              <a:gd name="connsiteY3" fmla="*/ 608738 h 3407474"/>
              <a:gd name="connsiteX4" fmla="*/ 5302272 w 6095949"/>
              <a:gd name="connsiteY4" fmla="*/ 2936202 h 3407474"/>
              <a:gd name="connsiteX5" fmla="*/ 2954598 w 6095949"/>
              <a:gd name="connsiteY5" fmla="*/ 3399715 h 3407474"/>
              <a:gd name="connsiteX6" fmla="*/ 76028 w 6095949"/>
              <a:gd name="connsiteY6" fmla="*/ 2677512 h 3407474"/>
              <a:gd name="connsiteX0" fmla="*/ 87019 w 6103074"/>
              <a:gd name="connsiteY0" fmla="*/ 2638719 h 3368681"/>
              <a:gd name="connsiteX1" fmla="*/ 1238721 w 6103074"/>
              <a:gd name="connsiteY1" fmla="*/ 147420 h 3368681"/>
              <a:gd name="connsiteX2" fmla="*/ 6103074 w 6103074"/>
              <a:gd name="connsiteY2" fmla="*/ 569945 h 3368681"/>
              <a:gd name="connsiteX3" fmla="*/ 5313263 w 6103074"/>
              <a:gd name="connsiteY3" fmla="*/ 2897409 h 3368681"/>
              <a:gd name="connsiteX4" fmla="*/ 2965589 w 6103074"/>
              <a:gd name="connsiteY4" fmla="*/ 3360922 h 3368681"/>
              <a:gd name="connsiteX5" fmla="*/ 87019 w 6103074"/>
              <a:gd name="connsiteY5" fmla="*/ 2638719 h 3368681"/>
              <a:gd name="connsiteX0" fmla="*/ 86519 w 6071949"/>
              <a:gd name="connsiteY0" fmla="*/ 2710359 h 3440321"/>
              <a:gd name="connsiteX1" fmla="*/ 1238221 w 6071949"/>
              <a:gd name="connsiteY1" fmla="*/ 219060 h 3440321"/>
              <a:gd name="connsiteX2" fmla="*/ 6071948 w 6071949"/>
              <a:gd name="connsiteY2" fmla="*/ 436823 h 3440321"/>
              <a:gd name="connsiteX3" fmla="*/ 5312763 w 6071949"/>
              <a:gd name="connsiteY3" fmla="*/ 2969049 h 3440321"/>
              <a:gd name="connsiteX4" fmla="*/ 2965089 w 6071949"/>
              <a:gd name="connsiteY4" fmla="*/ 3432562 h 3440321"/>
              <a:gd name="connsiteX5" fmla="*/ 86519 w 6071949"/>
              <a:gd name="connsiteY5" fmla="*/ 2710359 h 3440321"/>
              <a:gd name="connsiteX0" fmla="*/ 75424 w 5333040"/>
              <a:gd name="connsiteY0" fmla="*/ 2491986 h 3235283"/>
              <a:gd name="connsiteX1" fmla="*/ 1227126 w 5333040"/>
              <a:gd name="connsiteY1" fmla="*/ 687 h 3235283"/>
              <a:gd name="connsiteX2" fmla="*/ 5301668 w 5333040"/>
              <a:gd name="connsiteY2" fmla="*/ 2750676 h 3235283"/>
              <a:gd name="connsiteX3" fmla="*/ 2953994 w 5333040"/>
              <a:gd name="connsiteY3" fmla="*/ 3214189 h 3235283"/>
              <a:gd name="connsiteX4" fmla="*/ 75424 w 5333040"/>
              <a:gd name="connsiteY4" fmla="*/ 2491986 h 3235283"/>
              <a:gd name="connsiteX0" fmla="*/ 82752 w 6056372"/>
              <a:gd name="connsiteY0" fmla="*/ 2834683 h 3562331"/>
              <a:gd name="connsiteX1" fmla="*/ 1234454 w 6056372"/>
              <a:gd name="connsiteY1" fmla="*/ 343384 h 3562331"/>
              <a:gd name="connsiteX2" fmla="*/ 5828880 w 6056372"/>
              <a:gd name="connsiteY2" fmla="*/ 316879 h 3562331"/>
              <a:gd name="connsiteX3" fmla="*/ 5308996 w 6056372"/>
              <a:gd name="connsiteY3" fmla="*/ 3093373 h 3562331"/>
              <a:gd name="connsiteX4" fmla="*/ 2961322 w 6056372"/>
              <a:gd name="connsiteY4" fmla="*/ 3556886 h 3562331"/>
              <a:gd name="connsiteX5" fmla="*/ 82752 w 6056372"/>
              <a:gd name="connsiteY5" fmla="*/ 2834683 h 3562331"/>
              <a:gd name="connsiteX0" fmla="*/ 82752 w 6032229"/>
              <a:gd name="connsiteY0" fmla="*/ 2834683 h 3556889"/>
              <a:gd name="connsiteX1" fmla="*/ 1234454 w 6032229"/>
              <a:gd name="connsiteY1" fmla="*/ 343384 h 3556889"/>
              <a:gd name="connsiteX2" fmla="*/ 5828880 w 6032229"/>
              <a:gd name="connsiteY2" fmla="*/ 316879 h 3556889"/>
              <a:gd name="connsiteX3" fmla="*/ 5125243 w 6032229"/>
              <a:gd name="connsiteY3" fmla="*/ 2828889 h 3556889"/>
              <a:gd name="connsiteX4" fmla="*/ 2961322 w 6032229"/>
              <a:gd name="connsiteY4" fmla="*/ 3556886 h 3556889"/>
              <a:gd name="connsiteX5" fmla="*/ 82752 w 6032229"/>
              <a:gd name="connsiteY5" fmla="*/ 2834683 h 3556889"/>
              <a:gd name="connsiteX0" fmla="*/ 91086 w 5948686"/>
              <a:gd name="connsiteY0" fmla="*/ 2617975 h 3546595"/>
              <a:gd name="connsiteX1" fmla="*/ 1150911 w 5948686"/>
              <a:gd name="connsiteY1" fmla="*/ 331438 h 3546595"/>
              <a:gd name="connsiteX2" fmla="*/ 5745337 w 5948686"/>
              <a:gd name="connsiteY2" fmla="*/ 304933 h 3546595"/>
              <a:gd name="connsiteX3" fmla="*/ 5041700 w 5948686"/>
              <a:gd name="connsiteY3" fmla="*/ 2816943 h 3546595"/>
              <a:gd name="connsiteX4" fmla="*/ 2877779 w 5948686"/>
              <a:gd name="connsiteY4" fmla="*/ 3544940 h 3546595"/>
              <a:gd name="connsiteX5" fmla="*/ 91086 w 5948686"/>
              <a:gd name="connsiteY5" fmla="*/ 2617975 h 3546595"/>
              <a:gd name="connsiteX0" fmla="*/ 45294 w 5902894"/>
              <a:gd name="connsiteY0" fmla="*/ 2592909 h 3521529"/>
              <a:gd name="connsiteX1" fmla="*/ 1442001 w 5902894"/>
              <a:gd name="connsiteY1" fmla="*/ 366094 h 3521529"/>
              <a:gd name="connsiteX2" fmla="*/ 5699545 w 5902894"/>
              <a:gd name="connsiteY2" fmla="*/ 279867 h 3521529"/>
              <a:gd name="connsiteX3" fmla="*/ 4995908 w 5902894"/>
              <a:gd name="connsiteY3" fmla="*/ 2791877 h 3521529"/>
              <a:gd name="connsiteX4" fmla="*/ 2831987 w 5902894"/>
              <a:gd name="connsiteY4" fmla="*/ 3519874 h 3521529"/>
              <a:gd name="connsiteX5" fmla="*/ 45294 w 5902894"/>
              <a:gd name="connsiteY5" fmla="*/ 2592909 h 3521529"/>
              <a:gd name="connsiteX0" fmla="*/ 42938 w 5961789"/>
              <a:gd name="connsiteY0" fmla="*/ 2476213 h 3517858"/>
              <a:gd name="connsiteX1" fmla="*/ 1500896 w 5961789"/>
              <a:gd name="connsiteY1" fmla="*/ 360310 h 3517858"/>
              <a:gd name="connsiteX2" fmla="*/ 5758440 w 5961789"/>
              <a:gd name="connsiteY2" fmla="*/ 274083 h 3517858"/>
              <a:gd name="connsiteX3" fmla="*/ 5054803 w 5961789"/>
              <a:gd name="connsiteY3" fmla="*/ 2786093 h 3517858"/>
              <a:gd name="connsiteX4" fmla="*/ 2890882 w 5961789"/>
              <a:gd name="connsiteY4" fmla="*/ 3514090 h 3517858"/>
              <a:gd name="connsiteX5" fmla="*/ 42938 w 5961789"/>
              <a:gd name="connsiteY5" fmla="*/ 2476213 h 3517858"/>
              <a:gd name="connsiteX0" fmla="*/ 14940 w 5933791"/>
              <a:gd name="connsiteY0" fmla="*/ 2476213 h 3256973"/>
              <a:gd name="connsiteX1" fmla="*/ 1472898 w 5933791"/>
              <a:gd name="connsiteY1" fmla="*/ 360310 h 3256973"/>
              <a:gd name="connsiteX2" fmla="*/ 5730442 w 5933791"/>
              <a:gd name="connsiteY2" fmla="*/ 274083 h 3256973"/>
              <a:gd name="connsiteX3" fmla="*/ 5026805 w 5933791"/>
              <a:gd name="connsiteY3" fmla="*/ 2786093 h 3256973"/>
              <a:gd name="connsiteX4" fmla="*/ 2199330 w 5933791"/>
              <a:gd name="connsiteY4" fmla="*/ 3249606 h 3256973"/>
              <a:gd name="connsiteX5" fmla="*/ 14940 w 5933791"/>
              <a:gd name="connsiteY5" fmla="*/ 2476213 h 3256973"/>
              <a:gd name="connsiteX0" fmla="*/ 14939 w 5945165"/>
              <a:gd name="connsiteY0" fmla="*/ 2476213 h 3294602"/>
              <a:gd name="connsiteX1" fmla="*/ 1472897 w 5945165"/>
              <a:gd name="connsiteY1" fmla="*/ 360310 h 3294602"/>
              <a:gd name="connsiteX2" fmla="*/ 5730441 w 5945165"/>
              <a:gd name="connsiteY2" fmla="*/ 274083 h 3294602"/>
              <a:gd name="connsiteX3" fmla="*/ 5026804 w 5945165"/>
              <a:gd name="connsiteY3" fmla="*/ 2786093 h 3294602"/>
              <a:gd name="connsiteX4" fmla="*/ 3770402 w 5945165"/>
              <a:gd name="connsiteY4" fmla="*/ 3157812 h 3294602"/>
              <a:gd name="connsiteX5" fmla="*/ 2199329 w 5945165"/>
              <a:gd name="connsiteY5" fmla="*/ 3249606 h 3294602"/>
              <a:gd name="connsiteX6" fmla="*/ 14939 w 5945165"/>
              <a:gd name="connsiteY6" fmla="*/ 2476213 h 3294602"/>
              <a:gd name="connsiteX0" fmla="*/ 14939 w 5945166"/>
              <a:gd name="connsiteY0" fmla="*/ 2476213 h 3294602"/>
              <a:gd name="connsiteX1" fmla="*/ 1472897 w 5945166"/>
              <a:gd name="connsiteY1" fmla="*/ 360310 h 3294602"/>
              <a:gd name="connsiteX2" fmla="*/ 5730441 w 5945166"/>
              <a:gd name="connsiteY2" fmla="*/ 274083 h 3294602"/>
              <a:gd name="connsiteX3" fmla="*/ 5026804 w 5945166"/>
              <a:gd name="connsiteY3" fmla="*/ 2786093 h 3294602"/>
              <a:gd name="connsiteX4" fmla="*/ 3770402 w 5945166"/>
              <a:gd name="connsiteY4" fmla="*/ 3157812 h 3294602"/>
              <a:gd name="connsiteX5" fmla="*/ 2199329 w 5945166"/>
              <a:gd name="connsiteY5" fmla="*/ 3249606 h 3294602"/>
              <a:gd name="connsiteX6" fmla="*/ 14939 w 5945166"/>
              <a:gd name="connsiteY6" fmla="*/ 2476213 h 3294602"/>
              <a:gd name="connsiteX0" fmla="*/ 14939 w 5945166"/>
              <a:gd name="connsiteY0" fmla="*/ 2476213 h 3286954"/>
              <a:gd name="connsiteX1" fmla="*/ 1472897 w 5945166"/>
              <a:gd name="connsiteY1" fmla="*/ 360310 h 3286954"/>
              <a:gd name="connsiteX2" fmla="*/ 5730441 w 5945166"/>
              <a:gd name="connsiteY2" fmla="*/ 274083 h 3286954"/>
              <a:gd name="connsiteX3" fmla="*/ 5026804 w 5945166"/>
              <a:gd name="connsiteY3" fmla="*/ 2786093 h 3286954"/>
              <a:gd name="connsiteX4" fmla="*/ 3770402 w 5945166"/>
              <a:gd name="connsiteY4" fmla="*/ 3157812 h 3286954"/>
              <a:gd name="connsiteX5" fmla="*/ 2199329 w 5945166"/>
              <a:gd name="connsiteY5" fmla="*/ 3249606 h 3286954"/>
              <a:gd name="connsiteX6" fmla="*/ 14939 w 5945166"/>
              <a:gd name="connsiteY6" fmla="*/ 2476213 h 3286954"/>
              <a:gd name="connsiteX0" fmla="*/ 14939 w 5991366"/>
              <a:gd name="connsiteY0" fmla="*/ 2476213 h 3269082"/>
              <a:gd name="connsiteX1" fmla="*/ 1472897 w 5991366"/>
              <a:gd name="connsiteY1" fmla="*/ 360310 h 3269082"/>
              <a:gd name="connsiteX2" fmla="*/ 5730441 w 5991366"/>
              <a:gd name="connsiteY2" fmla="*/ 274083 h 3269082"/>
              <a:gd name="connsiteX3" fmla="*/ 5026804 w 5991366"/>
              <a:gd name="connsiteY3" fmla="*/ 2786093 h 3269082"/>
              <a:gd name="connsiteX4" fmla="*/ 2199329 w 5991366"/>
              <a:gd name="connsiteY4" fmla="*/ 3249606 h 3269082"/>
              <a:gd name="connsiteX5" fmla="*/ 14939 w 5991366"/>
              <a:gd name="connsiteY5" fmla="*/ 2476213 h 3269082"/>
              <a:gd name="connsiteX0" fmla="*/ 14939 w 5970609"/>
              <a:gd name="connsiteY0" fmla="*/ 2476213 h 3306270"/>
              <a:gd name="connsiteX1" fmla="*/ 1472897 w 5970609"/>
              <a:gd name="connsiteY1" fmla="*/ 360310 h 3306270"/>
              <a:gd name="connsiteX2" fmla="*/ 5730441 w 5970609"/>
              <a:gd name="connsiteY2" fmla="*/ 274083 h 3306270"/>
              <a:gd name="connsiteX3" fmla="*/ 4904302 w 5970609"/>
              <a:gd name="connsiteY3" fmla="*/ 2914070 h 3306270"/>
              <a:gd name="connsiteX4" fmla="*/ 2199329 w 5970609"/>
              <a:gd name="connsiteY4" fmla="*/ 3249606 h 3306270"/>
              <a:gd name="connsiteX5" fmla="*/ 14939 w 5970609"/>
              <a:gd name="connsiteY5" fmla="*/ 2476213 h 3306270"/>
              <a:gd name="connsiteX0" fmla="*/ 11629 w 5745638"/>
              <a:gd name="connsiteY0" fmla="*/ 2428156 h 3258213"/>
              <a:gd name="connsiteX1" fmla="*/ 1469587 w 5745638"/>
              <a:gd name="connsiteY1" fmla="*/ 312253 h 3258213"/>
              <a:gd name="connsiteX2" fmla="*/ 4400018 w 5745638"/>
              <a:gd name="connsiteY2" fmla="*/ 200431 h 3258213"/>
              <a:gd name="connsiteX3" fmla="*/ 5727131 w 5745638"/>
              <a:gd name="connsiteY3" fmla="*/ 226026 h 3258213"/>
              <a:gd name="connsiteX4" fmla="*/ 4900992 w 5745638"/>
              <a:gd name="connsiteY4" fmla="*/ 2866013 h 3258213"/>
              <a:gd name="connsiteX5" fmla="*/ 2196019 w 5745638"/>
              <a:gd name="connsiteY5" fmla="*/ 3201549 h 3258213"/>
              <a:gd name="connsiteX6" fmla="*/ 11629 w 5745638"/>
              <a:gd name="connsiteY6" fmla="*/ 2428156 h 3258213"/>
              <a:gd name="connsiteX0" fmla="*/ 11629 w 5974148"/>
              <a:gd name="connsiteY0" fmla="*/ 2311579 h 3141636"/>
              <a:gd name="connsiteX1" fmla="*/ 1469587 w 5974148"/>
              <a:gd name="connsiteY1" fmla="*/ 195676 h 3141636"/>
              <a:gd name="connsiteX2" fmla="*/ 4400018 w 5974148"/>
              <a:gd name="connsiteY2" fmla="*/ 83854 h 3141636"/>
              <a:gd name="connsiteX3" fmla="*/ 5961928 w 5974148"/>
              <a:gd name="connsiteY3" fmla="*/ 501909 h 3141636"/>
              <a:gd name="connsiteX4" fmla="*/ 4900992 w 5974148"/>
              <a:gd name="connsiteY4" fmla="*/ 2749436 h 3141636"/>
              <a:gd name="connsiteX5" fmla="*/ 2196019 w 5974148"/>
              <a:gd name="connsiteY5" fmla="*/ 3084972 h 3141636"/>
              <a:gd name="connsiteX6" fmla="*/ 11629 w 5974148"/>
              <a:gd name="connsiteY6" fmla="*/ 2311579 h 3141636"/>
              <a:gd name="connsiteX0" fmla="*/ 11230 w 6014586"/>
              <a:gd name="connsiteY0" fmla="*/ 2252164 h 3141742"/>
              <a:gd name="connsiteX1" fmla="*/ 1510023 w 6014586"/>
              <a:gd name="connsiteY1" fmla="*/ 191717 h 3141742"/>
              <a:gd name="connsiteX2" fmla="*/ 4440454 w 6014586"/>
              <a:gd name="connsiteY2" fmla="*/ 79895 h 3141742"/>
              <a:gd name="connsiteX3" fmla="*/ 6002364 w 6014586"/>
              <a:gd name="connsiteY3" fmla="*/ 497950 h 3141742"/>
              <a:gd name="connsiteX4" fmla="*/ 4941428 w 6014586"/>
              <a:gd name="connsiteY4" fmla="*/ 2745477 h 3141742"/>
              <a:gd name="connsiteX5" fmla="*/ 2236455 w 6014586"/>
              <a:gd name="connsiteY5" fmla="*/ 3081013 h 3141742"/>
              <a:gd name="connsiteX6" fmla="*/ 11230 w 6014586"/>
              <a:gd name="connsiteY6" fmla="*/ 2252164 h 3141742"/>
              <a:gd name="connsiteX0" fmla="*/ 11230 w 6014585"/>
              <a:gd name="connsiteY0" fmla="*/ 2252164 h 3153680"/>
              <a:gd name="connsiteX1" fmla="*/ 1510023 w 6014585"/>
              <a:gd name="connsiteY1" fmla="*/ 191717 h 3153680"/>
              <a:gd name="connsiteX2" fmla="*/ 4440454 w 6014585"/>
              <a:gd name="connsiteY2" fmla="*/ 79895 h 3153680"/>
              <a:gd name="connsiteX3" fmla="*/ 6002364 w 6014585"/>
              <a:gd name="connsiteY3" fmla="*/ 497950 h 3153680"/>
              <a:gd name="connsiteX4" fmla="*/ 4941428 w 6014585"/>
              <a:gd name="connsiteY4" fmla="*/ 2745477 h 3153680"/>
              <a:gd name="connsiteX5" fmla="*/ 2236456 w 6014585"/>
              <a:gd name="connsiteY5" fmla="*/ 3098077 h 3153680"/>
              <a:gd name="connsiteX6" fmla="*/ 11230 w 6014585"/>
              <a:gd name="connsiteY6" fmla="*/ 2252164 h 3153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4585" h="3153680">
                <a:moveTo>
                  <a:pt x="11230" y="2252164"/>
                </a:moveTo>
                <a:cubicBezTo>
                  <a:pt x="-109842" y="1767771"/>
                  <a:pt x="771819" y="553762"/>
                  <a:pt x="1510023" y="191717"/>
                </a:cubicBezTo>
                <a:cubicBezTo>
                  <a:pt x="2248227" y="-170328"/>
                  <a:pt x="3730863" y="94266"/>
                  <a:pt x="4440454" y="79895"/>
                </a:cubicBezTo>
                <a:cubicBezTo>
                  <a:pt x="5150045" y="65524"/>
                  <a:pt x="5898451" y="12449"/>
                  <a:pt x="6002364" y="497950"/>
                </a:cubicBezTo>
                <a:cubicBezTo>
                  <a:pt x="6106277" y="983451"/>
                  <a:pt x="5529947" y="2249557"/>
                  <a:pt x="4941428" y="2745477"/>
                </a:cubicBezTo>
                <a:cubicBezTo>
                  <a:pt x="4352909" y="3241397"/>
                  <a:pt x="3058156" y="3180296"/>
                  <a:pt x="2236456" y="3098077"/>
                </a:cubicBezTo>
                <a:cubicBezTo>
                  <a:pt x="1414756" y="3015858"/>
                  <a:pt x="132302" y="2736557"/>
                  <a:pt x="11230" y="2252164"/>
                </a:cubicBezTo>
                <a:close/>
              </a:path>
            </a:pathLst>
          </a:cu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grpSp>
        <p:nvGrpSpPr>
          <p:cNvPr id="85" name="组合 84"/>
          <p:cNvGrpSpPr/>
          <p:nvPr/>
        </p:nvGrpSpPr>
        <p:grpSpPr>
          <a:xfrm>
            <a:off x="811101" y="883915"/>
            <a:ext cx="4355992" cy="2109604"/>
            <a:chOff x="1885895" y="1960022"/>
            <a:chExt cx="5256792" cy="2738492"/>
          </a:xfrm>
        </p:grpSpPr>
        <p:sp>
          <p:nvSpPr>
            <p:cNvPr id="86" name="TextBox 55"/>
            <p:cNvSpPr txBox="1"/>
            <p:nvPr/>
          </p:nvSpPr>
          <p:spPr>
            <a:xfrm>
              <a:off x="6444208" y="2276872"/>
              <a:ext cx="353330"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p10</a:t>
              </a:r>
              <a:endParaRPr lang="zh-CN" altLang="en-US" sz="1400" b="1" dirty="0">
                <a:latin typeface="Times New Roman" pitchFamily="18" charset="0"/>
              </a:endParaRPr>
            </a:p>
          </p:txBody>
        </p:sp>
        <p:sp>
          <p:nvSpPr>
            <p:cNvPr id="87" name="TextBox 61"/>
            <p:cNvSpPr txBox="1"/>
            <p:nvPr/>
          </p:nvSpPr>
          <p:spPr>
            <a:xfrm>
              <a:off x="2533967" y="4293096"/>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p3</a:t>
              </a:r>
              <a:endParaRPr lang="zh-CN" altLang="en-US" sz="1400" b="1" dirty="0">
                <a:latin typeface="Times New Roman" pitchFamily="18" charset="0"/>
              </a:endParaRPr>
            </a:p>
          </p:txBody>
        </p:sp>
        <p:sp>
          <p:nvSpPr>
            <p:cNvPr id="88" name="TextBox 63"/>
            <p:cNvSpPr txBox="1"/>
            <p:nvPr/>
          </p:nvSpPr>
          <p:spPr>
            <a:xfrm>
              <a:off x="3614087" y="1988840"/>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p7</a:t>
              </a:r>
              <a:endParaRPr lang="zh-CN" altLang="en-US" sz="1400" b="1" dirty="0">
                <a:latin typeface="Times New Roman" pitchFamily="18" charset="0"/>
              </a:endParaRPr>
            </a:p>
          </p:txBody>
        </p:sp>
        <p:sp>
          <p:nvSpPr>
            <p:cNvPr id="89" name="TextBox 64"/>
            <p:cNvSpPr txBox="1"/>
            <p:nvPr/>
          </p:nvSpPr>
          <p:spPr>
            <a:xfrm>
              <a:off x="2994402" y="2614341"/>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p5</a:t>
              </a:r>
              <a:endParaRPr lang="zh-CN" altLang="en-US" sz="1400" b="1" dirty="0">
                <a:latin typeface="Times New Roman" pitchFamily="18" charset="0"/>
              </a:endParaRPr>
            </a:p>
          </p:txBody>
        </p:sp>
        <p:sp>
          <p:nvSpPr>
            <p:cNvPr id="90" name="TextBox 65"/>
            <p:cNvSpPr txBox="1"/>
            <p:nvPr/>
          </p:nvSpPr>
          <p:spPr>
            <a:xfrm>
              <a:off x="2966014" y="1960022"/>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p4</a:t>
              </a:r>
              <a:endParaRPr lang="zh-CN" altLang="en-US" sz="1400" b="1" dirty="0">
                <a:latin typeface="Times New Roman" pitchFamily="18" charset="0"/>
              </a:endParaRPr>
            </a:p>
          </p:txBody>
        </p:sp>
        <p:sp>
          <p:nvSpPr>
            <p:cNvPr id="91" name="TextBox 66"/>
            <p:cNvSpPr txBox="1"/>
            <p:nvPr/>
          </p:nvSpPr>
          <p:spPr>
            <a:xfrm>
              <a:off x="5796136" y="4418845"/>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p9</a:t>
              </a:r>
              <a:endParaRPr lang="zh-CN" altLang="en-US" sz="1400" b="1" dirty="0">
                <a:latin typeface="Times New Roman" pitchFamily="18" charset="0"/>
              </a:endParaRPr>
            </a:p>
          </p:txBody>
        </p:sp>
        <p:sp>
          <p:nvSpPr>
            <p:cNvPr id="92" name="TextBox 67"/>
            <p:cNvSpPr txBox="1"/>
            <p:nvPr/>
          </p:nvSpPr>
          <p:spPr>
            <a:xfrm>
              <a:off x="5580112" y="4005064"/>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p8</a:t>
              </a:r>
              <a:endParaRPr lang="zh-CN" altLang="en-US" sz="1400" b="1" dirty="0">
                <a:latin typeface="Times New Roman" pitchFamily="18" charset="0"/>
              </a:endParaRPr>
            </a:p>
          </p:txBody>
        </p:sp>
        <p:sp>
          <p:nvSpPr>
            <p:cNvPr id="93" name="TextBox 68"/>
            <p:cNvSpPr txBox="1"/>
            <p:nvPr/>
          </p:nvSpPr>
          <p:spPr>
            <a:xfrm>
              <a:off x="3182039" y="4390349"/>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p6</a:t>
              </a:r>
              <a:endParaRPr lang="zh-CN" altLang="en-US" sz="1400" b="1" dirty="0">
                <a:latin typeface="Times New Roman" pitchFamily="18" charset="0"/>
              </a:endParaRPr>
            </a:p>
          </p:txBody>
        </p:sp>
        <p:sp>
          <p:nvSpPr>
            <p:cNvPr id="94" name="TextBox 69"/>
            <p:cNvSpPr txBox="1"/>
            <p:nvPr/>
          </p:nvSpPr>
          <p:spPr>
            <a:xfrm>
              <a:off x="6447495" y="2894763"/>
              <a:ext cx="353330"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p11</a:t>
              </a:r>
              <a:endParaRPr lang="zh-CN" altLang="en-US" sz="1400" b="1" dirty="0">
                <a:latin typeface="Times New Roman" pitchFamily="18" charset="0"/>
              </a:endParaRPr>
            </a:p>
          </p:txBody>
        </p:sp>
        <p:sp>
          <p:nvSpPr>
            <p:cNvPr id="95" name="TextBox 70"/>
            <p:cNvSpPr txBox="1"/>
            <p:nvPr/>
          </p:nvSpPr>
          <p:spPr>
            <a:xfrm>
              <a:off x="6789357" y="1960022"/>
              <a:ext cx="353330"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p12</a:t>
              </a:r>
              <a:endParaRPr lang="zh-CN" altLang="en-US" sz="1400" b="1" dirty="0">
                <a:latin typeface="Times New Roman" pitchFamily="18" charset="0"/>
              </a:endParaRPr>
            </a:p>
          </p:txBody>
        </p:sp>
        <p:sp>
          <p:nvSpPr>
            <p:cNvPr id="96" name="TextBox 60"/>
            <p:cNvSpPr txBox="1"/>
            <p:nvPr/>
          </p:nvSpPr>
          <p:spPr>
            <a:xfrm>
              <a:off x="1885895" y="3577578"/>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p1</a:t>
              </a:r>
              <a:endParaRPr lang="zh-CN" altLang="en-US" sz="1400" b="1" dirty="0">
                <a:latin typeface="Times New Roman" pitchFamily="18" charset="0"/>
              </a:endParaRPr>
            </a:p>
          </p:txBody>
        </p:sp>
        <p:sp>
          <p:nvSpPr>
            <p:cNvPr id="97" name="TextBox 62"/>
            <p:cNvSpPr txBox="1"/>
            <p:nvPr/>
          </p:nvSpPr>
          <p:spPr>
            <a:xfrm>
              <a:off x="2212311" y="3390630"/>
              <a:ext cx="237833" cy="279669"/>
            </a:xfrm>
            <a:prstGeom prst="rect">
              <a:avLst/>
            </a:prstGeom>
            <a:noFill/>
            <a:ln>
              <a:no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zh-CN" sz="1400" b="1" dirty="0">
                  <a:latin typeface="Times New Roman" pitchFamily="18" charset="0"/>
                </a:rPr>
                <a:t>p2</a:t>
              </a:r>
              <a:endParaRPr lang="zh-CN" altLang="en-US" sz="1400" b="1" dirty="0">
                <a:latin typeface="Times New Roman" pitchFamily="18" charset="0"/>
              </a:endParaRPr>
            </a:p>
          </p:txBody>
        </p:sp>
      </p:grpSp>
      <p:pic>
        <p:nvPicPr>
          <p:cNvPr id="98" name="表格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4000" y="5042700"/>
            <a:ext cx="2052000" cy="1052502"/>
          </a:xfrm>
          <a:prstGeom prst="rect">
            <a:avLst/>
          </a:prstGeom>
          <a:noFill/>
          <a:ln w="9525">
            <a:solidFill>
              <a:srgbClr val="00206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6" name="表格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4000" y="5135152"/>
            <a:ext cx="1836000" cy="942371"/>
          </a:xfrm>
          <a:prstGeom prst="rect">
            <a:avLst/>
          </a:prstGeom>
          <a:noFill/>
          <a:ln w="9525">
            <a:solidFill>
              <a:srgbClr val="00206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 name="表格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44000" y="5515848"/>
            <a:ext cx="1692000" cy="568067"/>
          </a:xfrm>
          <a:prstGeom prst="rect">
            <a:avLst/>
          </a:prstGeom>
          <a:noFill/>
          <a:ln w="9525">
            <a:solidFill>
              <a:srgbClr val="00206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8" name="表格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4000" y="5562920"/>
            <a:ext cx="1584000" cy="533081"/>
          </a:xfrm>
          <a:prstGeom prst="rect">
            <a:avLst/>
          </a:prstGeom>
          <a:noFill/>
          <a:ln w="9525">
            <a:solidFill>
              <a:srgbClr val="00206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0576796"/>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98"/>
                                        </p:tgtEl>
                                      </p:cBhvr>
                                    </p:animEffect>
                                    <p:set>
                                      <p:cBhvr>
                                        <p:cTn id="7" dur="1" fill="hold">
                                          <p:stCondLst>
                                            <p:cond delay="499"/>
                                          </p:stCondLst>
                                        </p:cTn>
                                        <p:tgtEl>
                                          <p:spTgt spid="98"/>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6"/>
                                        </p:tgtEl>
                                        <p:attrNameLst>
                                          <p:attrName>style.visibility</p:attrName>
                                        </p:attrNameLst>
                                      </p:cBhvr>
                                      <p:to>
                                        <p:strVal val="visible"/>
                                      </p:to>
                                    </p:set>
                                    <p:animEffect transition="in" filter="fade">
                                      <p:cBhvr>
                                        <p:cTn id="11" dur="500"/>
                                        <p:tgtEl>
                                          <p:spTgt spid="10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1"/>
                                        </p:tgtEl>
                                        <p:attrNameLst>
                                          <p:attrName>style.visibility</p:attrName>
                                        </p:attrNameLst>
                                      </p:cBhvr>
                                      <p:to>
                                        <p:strVal val="visible"/>
                                      </p:to>
                                    </p:set>
                                    <p:animEffect transition="in" filter="fade">
                                      <p:cBhvr>
                                        <p:cTn id="16" dur="500"/>
                                        <p:tgtEl>
                                          <p:spTgt spid="71"/>
                                        </p:tgtEl>
                                      </p:cBhvr>
                                    </p:animEffect>
                                  </p:childTnLst>
                                </p:cTn>
                              </p:par>
                            </p:childTnLst>
                          </p:cTn>
                        </p:par>
                        <p:par>
                          <p:cTn id="17" fill="hold">
                            <p:stCondLst>
                              <p:cond delay="500"/>
                            </p:stCondLst>
                            <p:childTnLst>
                              <p:par>
                                <p:cTn id="18" presetID="21" presetClass="entr" presetSubtype="1" fill="hold" grpId="0" nodeType="afterEffect">
                                  <p:stCondLst>
                                    <p:cond delay="0"/>
                                  </p:stCondLst>
                                  <p:childTnLst>
                                    <p:set>
                                      <p:cBhvr>
                                        <p:cTn id="19" dur="1" fill="hold">
                                          <p:stCondLst>
                                            <p:cond delay="0"/>
                                          </p:stCondLst>
                                        </p:cTn>
                                        <p:tgtEl>
                                          <p:spTgt spid="82"/>
                                        </p:tgtEl>
                                        <p:attrNameLst>
                                          <p:attrName>style.visibility</p:attrName>
                                        </p:attrNameLst>
                                      </p:cBhvr>
                                      <p:to>
                                        <p:strVal val="visible"/>
                                      </p:to>
                                    </p:set>
                                    <p:animEffect transition="in" filter="wheel(1)">
                                      <p:cBhvr>
                                        <p:cTn id="20" dur="500"/>
                                        <p:tgtEl>
                                          <p:spTgt spid="8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wipe(down)">
                                      <p:cBhvr>
                                        <p:cTn id="25" dur="500"/>
                                        <p:tgtEl>
                                          <p:spTgt spid="38"/>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58"/>
                                        </p:tgtEl>
                                        <p:attrNameLst>
                                          <p:attrName>style.visibility</p:attrName>
                                        </p:attrNameLst>
                                      </p:cBhvr>
                                      <p:to>
                                        <p:strVal val="visible"/>
                                      </p:to>
                                    </p:set>
                                    <p:animEffect transition="in" filter="fade">
                                      <p:cBhvr>
                                        <p:cTn id="29" dur="500"/>
                                        <p:tgtEl>
                                          <p:spTgt spid="5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106"/>
                                        </p:tgtEl>
                                      </p:cBhvr>
                                    </p:animEffect>
                                    <p:set>
                                      <p:cBhvr>
                                        <p:cTn id="34" dur="1" fill="hold">
                                          <p:stCondLst>
                                            <p:cond delay="499"/>
                                          </p:stCondLst>
                                        </p:cTn>
                                        <p:tgtEl>
                                          <p:spTgt spid="106"/>
                                        </p:tgtEl>
                                        <p:attrNameLst>
                                          <p:attrName>style.visibility</p:attrName>
                                        </p:attrNameLst>
                                      </p:cBhvr>
                                      <p:to>
                                        <p:strVal val="hidden"/>
                                      </p:to>
                                    </p:se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107"/>
                                        </p:tgtEl>
                                        <p:attrNameLst>
                                          <p:attrName>style.visibility</p:attrName>
                                        </p:attrNameLst>
                                      </p:cBhvr>
                                      <p:to>
                                        <p:strVal val="visible"/>
                                      </p:to>
                                    </p:set>
                                    <p:animEffect transition="in" filter="fade">
                                      <p:cBhvr>
                                        <p:cTn id="38" dur="500"/>
                                        <p:tgtEl>
                                          <p:spTgt spid="10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72"/>
                                        </p:tgtEl>
                                        <p:attrNameLst>
                                          <p:attrName>style.visibility</p:attrName>
                                        </p:attrNameLst>
                                      </p:cBhvr>
                                      <p:to>
                                        <p:strVal val="visible"/>
                                      </p:to>
                                    </p:set>
                                    <p:animEffect transition="in" filter="fade">
                                      <p:cBhvr>
                                        <p:cTn id="43" dur="500"/>
                                        <p:tgtEl>
                                          <p:spTgt spid="72"/>
                                        </p:tgtEl>
                                      </p:cBhvr>
                                    </p:animEffect>
                                  </p:childTnLst>
                                </p:cTn>
                              </p:par>
                            </p:childTnLst>
                          </p:cTn>
                        </p:par>
                        <p:par>
                          <p:cTn id="44" fill="hold">
                            <p:stCondLst>
                              <p:cond delay="500"/>
                            </p:stCondLst>
                            <p:childTnLst>
                              <p:par>
                                <p:cTn id="45" presetID="21" presetClass="entr" presetSubtype="1" fill="hold" grpId="0" nodeType="afterEffect">
                                  <p:stCondLst>
                                    <p:cond delay="0"/>
                                  </p:stCondLst>
                                  <p:childTnLst>
                                    <p:set>
                                      <p:cBhvr>
                                        <p:cTn id="46" dur="1" fill="hold">
                                          <p:stCondLst>
                                            <p:cond delay="0"/>
                                          </p:stCondLst>
                                        </p:cTn>
                                        <p:tgtEl>
                                          <p:spTgt spid="83"/>
                                        </p:tgtEl>
                                        <p:attrNameLst>
                                          <p:attrName>style.visibility</p:attrName>
                                        </p:attrNameLst>
                                      </p:cBhvr>
                                      <p:to>
                                        <p:strVal val="visible"/>
                                      </p:to>
                                    </p:set>
                                    <p:animEffect transition="in" filter="wheel(1)">
                                      <p:cBhvr>
                                        <p:cTn id="47" dur="500"/>
                                        <p:tgtEl>
                                          <p:spTgt spid="8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wipe(down)">
                                      <p:cBhvr>
                                        <p:cTn id="52" dur="500"/>
                                        <p:tgtEl>
                                          <p:spTgt spid="42"/>
                                        </p:tgtEl>
                                      </p:cBhvr>
                                    </p:animEffect>
                                  </p:childTnLst>
                                </p:cTn>
                              </p:par>
                            </p:childTnLst>
                          </p:cTn>
                        </p:par>
                        <p:par>
                          <p:cTn id="53" fill="hold">
                            <p:stCondLst>
                              <p:cond delay="500"/>
                            </p:stCondLst>
                            <p:childTnLst>
                              <p:par>
                                <p:cTn id="54" presetID="10" presetClass="entr" presetSubtype="0" fill="hold" nodeType="afterEffect">
                                  <p:stCondLst>
                                    <p:cond delay="0"/>
                                  </p:stCondLst>
                                  <p:childTnLst>
                                    <p:set>
                                      <p:cBhvr>
                                        <p:cTn id="55" dur="1" fill="hold">
                                          <p:stCondLst>
                                            <p:cond delay="0"/>
                                          </p:stCondLst>
                                        </p:cTn>
                                        <p:tgtEl>
                                          <p:spTgt spid="59"/>
                                        </p:tgtEl>
                                        <p:attrNameLst>
                                          <p:attrName>style.visibility</p:attrName>
                                        </p:attrNameLst>
                                      </p:cBhvr>
                                      <p:to>
                                        <p:strVal val="visible"/>
                                      </p:to>
                                    </p:set>
                                    <p:animEffect transition="in" filter="fade">
                                      <p:cBhvr>
                                        <p:cTn id="56" dur="500"/>
                                        <p:tgtEl>
                                          <p:spTgt spid="5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xit" presetSubtype="0" fill="hold" nodeType="clickEffect">
                                  <p:stCondLst>
                                    <p:cond delay="0"/>
                                  </p:stCondLst>
                                  <p:childTnLst>
                                    <p:animEffect transition="out" filter="fade">
                                      <p:cBhvr>
                                        <p:cTn id="60" dur="500"/>
                                        <p:tgtEl>
                                          <p:spTgt spid="107"/>
                                        </p:tgtEl>
                                      </p:cBhvr>
                                    </p:animEffect>
                                    <p:set>
                                      <p:cBhvr>
                                        <p:cTn id="61" dur="1" fill="hold">
                                          <p:stCondLst>
                                            <p:cond delay="499"/>
                                          </p:stCondLst>
                                        </p:cTn>
                                        <p:tgtEl>
                                          <p:spTgt spid="107"/>
                                        </p:tgtEl>
                                        <p:attrNameLst>
                                          <p:attrName>style.visibility</p:attrName>
                                        </p:attrNameLst>
                                      </p:cBhvr>
                                      <p:to>
                                        <p:strVal val="hidden"/>
                                      </p:to>
                                    </p:set>
                                  </p:childTnLst>
                                </p:cTn>
                              </p:par>
                            </p:childTnLst>
                          </p:cTn>
                        </p:par>
                        <p:par>
                          <p:cTn id="62" fill="hold">
                            <p:stCondLst>
                              <p:cond delay="500"/>
                            </p:stCondLst>
                            <p:childTnLst>
                              <p:par>
                                <p:cTn id="63" presetID="10" presetClass="entr" presetSubtype="0" fill="hold" nodeType="afterEffect">
                                  <p:stCondLst>
                                    <p:cond delay="0"/>
                                  </p:stCondLst>
                                  <p:childTnLst>
                                    <p:set>
                                      <p:cBhvr>
                                        <p:cTn id="64" dur="1" fill="hold">
                                          <p:stCondLst>
                                            <p:cond delay="0"/>
                                          </p:stCondLst>
                                        </p:cTn>
                                        <p:tgtEl>
                                          <p:spTgt spid="108"/>
                                        </p:tgtEl>
                                        <p:attrNameLst>
                                          <p:attrName>style.visibility</p:attrName>
                                        </p:attrNameLst>
                                      </p:cBhvr>
                                      <p:to>
                                        <p:strVal val="visible"/>
                                      </p:to>
                                    </p:set>
                                    <p:animEffect transition="in" filter="fade">
                                      <p:cBhvr>
                                        <p:cTn id="65" dur="500"/>
                                        <p:tgtEl>
                                          <p:spTgt spid="108"/>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73"/>
                                        </p:tgtEl>
                                        <p:attrNameLst>
                                          <p:attrName>style.visibility</p:attrName>
                                        </p:attrNameLst>
                                      </p:cBhvr>
                                      <p:to>
                                        <p:strVal val="visible"/>
                                      </p:to>
                                    </p:set>
                                    <p:animEffect transition="in" filter="fade">
                                      <p:cBhvr>
                                        <p:cTn id="70" dur="500"/>
                                        <p:tgtEl>
                                          <p:spTgt spid="73"/>
                                        </p:tgtEl>
                                      </p:cBhvr>
                                    </p:animEffect>
                                  </p:childTnLst>
                                </p:cTn>
                              </p:par>
                            </p:childTnLst>
                          </p:cTn>
                        </p:par>
                        <p:par>
                          <p:cTn id="71" fill="hold">
                            <p:stCondLst>
                              <p:cond delay="500"/>
                            </p:stCondLst>
                            <p:childTnLst>
                              <p:par>
                                <p:cTn id="72" presetID="21" presetClass="entr" presetSubtype="1" fill="hold" grpId="0" nodeType="afterEffect">
                                  <p:stCondLst>
                                    <p:cond delay="0"/>
                                  </p:stCondLst>
                                  <p:childTnLst>
                                    <p:set>
                                      <p:cBhvr>
                                        <p:cTn id="73" dur="1" fill="hold">
                                          <p:stCondLst>
                                            <p:cond delay="0"/>
                                          </p:stCondLst>
                                        </p:cTn>
                                        <p:tgtEl>
                                          <p:spTgt spid="84"/>
                                        </p:tgtEl>
                                        <p:attrNameLst>
                                          <p:attrName>style.visibility</p:attrName>
                                        </p:attrNameLst>
                                      </p:cBhvr>
                                      <p:to>
                                        <p:strVal val="visible"/>
                                      </p:to>
                                    </p:set>
                                    <p:animEffect transition="in" filter="wheel(1)">
                                      <p:cBhvr>
                                        <p:cTn id="74" dur="500"/>
                                        <p:tgtEl>
                                          <p:spTgt spid="84"/>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nodeType="clickEffect">
                                  <p:stCondLst>
                                    <p:cond delay="0"/>
                                  </p:stCondLst>
                                  <p:childTnLst>
                                    <p:set>
                                      <p:cBhvr>
                                        <p:cTn id="78" dur="1" fill="hold">
                                          <p:stCondLst>
                                            <p:cond delay="0"/>
                                          </p:stCondLst>
                                        </p:cTn>
                                        <p:tgtEl>
                                          <p:spTgt spid="46"/>
                                        </p:tgtEl>
                                        <p:attrNameLst>
                                          <p:attrName>style.visibility</p:attrName>
                                        </p:attrNameLst>
                                      </p:cBhvr>
                                      <p:to>
                                        <p:strVal val="visible"/>
                                      </p:to>
                                    </p:set>
                                    <p:animEffect transition="in" filter="wipe(down)">
                                      <p:cBhvr>
                                        <p:cTn id="79" dur="500"/>
                                        <p:tgtEl>
                                          <p:spTgt spid="46"/>
                                        </p:tgtEl>
                                      </p:cBhvr>
                                    </p:animEffect>
                                  </p:childTnLst>
                                </p:cTn>
                              </p:par>
                            </p:childTnLst>
                          </p:cTn>
                        </p:par>
                        <p:par>
                          <p:cTn id="80" fill="hold">
                            <p:stCondLst>
                              <p:cond delay="500"/>
                            </p:stCondLst>
                            <p:childTnLst>
                              <p:par>
                                <p:cTn id="81" presetID="10" presetClass="entr" presetSubtype="0" fill="hold" nodeType="afterEffect">
                                  <p:stCondLst>
                                    <p:cond delay="0"/>
                                  </p:stCondLst>
                                  <p:childTnLst>
                                    <p:set>
                                      <p:cBhvr>
                                        <p:cTn id="82" dur="1" fill="hold">
                                          <p:stCondLst>
                                            <p:cond delay="0"/>
                                          </p:stCondLst>
                                        </p:cTn>
                                        <p:tgtEl>
                                          <p:spTgt spid="60"/>
                                        </p:tgtEl>
                                        <p:attrNameLst>
                                          <p:attrName>style.visibility</p:attrName>
                                        </p:attrNameLst>
                                      </p:cBhvr>
                                      <p:to>
                                        <p:strVal val="visible"/>
                                      </p:to>
                                    </p:set>
                                    <p:animEffect transition="in" filter="fade">
                                      <p:cBhvr>
                                        <p:cTn id="83"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83" grpId="0" animBg="1"/>
      <p:bldP spid="8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457200" y="3205843"/>
          <a:ext cx="6048000" cy="2602047"/>
        </p:xfrm>
        <a:graphic>
          <a:graphicData uri="http://schemas.openxmlformats.org/presentationml/2006/ole">
            <mc:AlternateContent xmlns:mc="http://schemas.openxmlformats.org/markup-compatibility/2006">
              <mc:Choice xmlns:v="urn:schemas-microsoft-com:vml" Requires="v">
                <p:oleObj spid="_x0000_s11275" r:id="rId3" imgW="5134070" imgH="2486025" progId="Excel.Sheet.12">
                  <p:embed/>
                </p:oleObj>
              </mc:Choice>
              <mc:Fallback>
                <p:oleObj r:id="rId3" imgW="5134070" imgH="2486025" progId="Excel.Sheet.12">
                  <p:embed/>
                  <p:pic>
                    <p:nvPicPr>
                      <p:cNvPr id="4"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3205843"/>
                        <a:ext cx="6048000" cy="2602047"/>
                      </a:xfrm>
                      <a:prstGeom prst="rect">
                        <a:avLst/>
                      </a:prstGeom>
                      <a:noFill/>
                    </p:spPr>
                  </p:pic>
                </p:oleObj>
              </mc:Fallback>
            </mc:AlternateContent>
          </a:graphicData>
        </a:graphic>
      </p:graphicFrame>
      <p:sp>
        <p:nvSpPr>
          <p:cNvPr id="1722370" name="Rectangle 2"/>
          <p:cNvSpPr>
            <a:spLocks noGrp="1" noChangeArrowheads="1"/>
          </p:cNvSpPr>
          <p:nvPr>
            <p:ph type="title"/>
          </p:nvPr>
        </p:nvSpPr>
        <p:spPr/>
        <p:txBody>
          <a:bodyPr/>
          <a:lstStyle/>
          <a:p>
            <a:r>
              <a:rPr lang="zh-CN" altLang="en-US" dirty="0"/>
              <a:t>示例</a:t>
            </a:r>
          </a:p>
        </p:txBody>
      </p:sp>
      <p:sp>
        <p:nvSpPr>
          <p:cNvPr id="43" name="Rectangle 3"/>
          <p:cNvSpPr txBox="1">
            <a:spLocks noChangeArrowheads="1"/>
          </p:cNvSpPr>
          <p:nvPr/>
        </p:nvSpPr>
        <p:spPr>
          <a:xfrm>
            <a:off x="261600" y="1975294"/>
            <a:ext cx="4996200" cy="691707"/>
          </a:xfrm>
          <a:prstGeom prst="rect">
            <a:avLst/>
          </a:prstGeom>
        </p:spPr>
        <p:txBody>
          <a:bodyPr>
            <a:normAutofit/>
          </a:bodyPr>
          <a:lstStyle>
            <a:lvl1pPr marL="365760" indent="-283464" algn="l" rtl="0" eaLnBrk="1" latinLnBrk="0" hangingPunct="1">
              <a:lnSpc>
                <a:spcPct val="130000"/>
              </a:lnSpc>
              <a:spcBef>
                <a:spcPts val="0"/>
              </a:spcBef>
              <a:buClr>
                <a:schemeClr val="accent1"/>
              </a:buClr>
              <a:buSzPct val="80000"/>
              <a:buFont typeface="Wingdings 2"/>
              <a:buChar char=""/>
              <a:defRPr kumimoji="0" sz="2800" kern="1200" baseline="0">
                <a:solidFill>
                  <a:schemeClr val="tx1"/>
                </a:solidFill>
                <a:latin typeface="Times New Roman" pitchFamily="18" charset="0"/>
                <a:ea typeface="华文细黑" pitchFamily="2" charset="-122"/>
                <a:cs typeface="+mn-cs"/>
              </a:defRPr>
            </a:lvl1pPr>
            <a:lvl2pPr marL="640080" indent="-237744" algn="l" rtl="0" eaLnBrk="1" latinLnBrk="0" hangingPunct="1">
              <a:lnSpc>
                <a:spcPct val="130000"/>
              </a:lnSpc>
              <a:spcBef>
                <a:spcPts val="0"/>
              </a:spcBef>
              <a:buClr>
                <a:schemeClr val="accent1"/>
              </a:buClr>
              <a:buFont typeface="Verdana"/>
              <a:buChar char="◦"/>
              <a:defRPr kumimoji="0" sz="2400" kern="1200" baseline="0">
                <a:solidFill>
                  <a:schemeClr val="tx1"/>
                </a:solidFill>
                <a:latin typeface="Times New Roman" pitchFamily="18" charset="0"/>
                <a:ea typeface="华文细黑" pitchFamily="2" charset="-122"/>
                <a:cs typeface="+mn-cs"/>
              </a:defRPr>
            </a:lvl2pPr>
            <a:lvl3pPr marL="886968" indent="-228600" algn="l" rtl="0" eaLnBrk="1" latinLnBrk="0" hangingPunct="1">
              <a:lnSpc>
                <a:spcPct val="130000"/>
              </a:lnSpc>
              <a:spcBef>
                <a:spcPts val="0"/>
              </a:spcBef>
              <a:buClr>
                <a:schemeClr val="accent2"/>
              </a:buClr>
              <a:buFont typeface="Wingdings 2"/>
              <a:buChar char=""/>
              <a:defRPr kumimoji="0" sz="2000" kern="1200" baseline="0">
                <a:solidFill>
                  <a:schemeClr val="tx1"/>
                </a:solidFill>
                <a:latin typeface="Times New Roman" pitchFamily="18" charset="0"/>
                <a:ea typeface="华文细黑" pitchFamily="2" charset="-122"/>
                <a:cs typeface="+mn-cs"/>
              </a:defRPr>
            </a:lvl3pPr>
            <a:lvl4pPr marL="1097280" indent="-173736" algn="l" rtl="0" eaLnBrk="1" latinLnBrk="0" hangingPunct="1">
              <a:lnSpc>
                <a:spcPct val="130000"/>
              </a:lnSpc>
              <a:spcBef>
                <a:spcPts val="0"/>
              </a:spcBef>
              <a:buClr>
                <a:schemeClr val="accent3"/>
              </a:buClr>
              <a:buFont typeface="Wingdings 2"/>
              <a:buChar char=""/>
              <a:defRPr kumimoji="0" sz="1800" kern="1200" baseline="0">
                <a:solidFill>
                  <a:schemeClr val="tx1"/>
                </a:solidFill>
                <a:latin typeface="Times New Roman" pitchFamily="18" charset="0"/>
                <a:ea typeface="华文细黑" pitchFamily="2" charset="-122"/>
                <a:cs typeface="+mn-cs"/>
              </a:defRPr>
            </a:lvl4pPr>
            <a:lvl5pPr marL="1298448" indent="-182880" algn="l" rtl="0" eaLnBrk="1" latinLnBrk="0" hangingPunct="1">
              <a:lnSpc>
                <a:spcPct val="130000"/>
              </a:lnSpc>
              <a:spcBef>
                <a:spcPts val="0"/>
              </a:spcBef>
              <a:buClr>
                <a:schemeClr val="accent4"/>
              </a:buClr>
              <a:buFont typeface="Wingdings 2"/>
              <a:buChar char=""/>
              <a:defRPr kumimoji="0" sz="1800" kern="1200" baseline="0">
                <a:solidFill>
                  <a:schemeClr val="tx1"/>
                </a:solidFill>
                <a:latin typeface="Times New Roman" pitchFamily="18" charset="0"/>
                <a:ea typeface="华文细黑" pitchFamily="2" charset="-122"/>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296" indent="0">
              <a:buNone/>
            </a:pPr>
            <a:r>
              <a:rPr lang="en-US" altLang="zh-CN" sz="2400" dirty="0">
                <a:latin typeface="华文细黑" pitchFamily="2" charset="-122"/>
              </a:rPr>
              <a:t>2. </a:t>
            </a:r>
            <a:r>
              <a:rPr lang="zh-CN" altLang="en-US" sz="2400" dirty="0">
                <a:latin typeface="华文细黑" pitchFamily="2" charset="-122"/>
              </a:rPr>
              <a:t>将最邻近的两个簇聚为一个簇；</a:t>
            </a:r>
            <a:endParaRPr lang="zh-CN" altLang="en-US" sz="2000" dirty="0">
              <a:latin typeface="华文细黑" pitchFamily="2" charset="-122"/>
            </a:endParaRPr>
          </a:p>
        </p:txBody>
      </p:sp>
      <p:sp>
        <p:nvSpPr>
          <p:cNvPr id="44" name="Rectangle 3"/>
          <p:cNvSpPr txBox="1">
            <a:spLocks noChangeArrowheads="1"/>
          </p:cNvSpPr>
          <p:nvPr/>
        </p:nvSpPr>
        <p:spPr>
          <a:xfrm>
            <a:off x="261600" y="1518094"/>
            <a:ext cx="5010000" cy="691707"/>
          </a:xfrm>
          <a:prstGeom prst="rect">
            <a:avLst/>
          </a:prstGeom>
        </p:spPr>
        <p:txBody>
          <a:bodyPr>
            <a:normAutofit/>
          </a:bodyPr>
          <a:lstStyle>
            <a:lvl1pPr marL="365760" indent="-283464" algn="l" rtl="0" eaLnBrk="1" latinLnBrk="0" hangingPunct="1">
              <a:lnSpc>
                <a:spcPct val="130000"/>
              </a:lnSpc>
              <a:spcBef>
                <a:spcPts val="0"/>
              </a:spcBef>
              <a:buClr>
                <a:schemeClr val="accent1"/>
              </a:buClr>
              <a:buSzPct val="80000"/>
              <a:buFont typeface="Wingdings 2"/>
              <a:buChar char=""/>
              <a:defRPr kumimoji="0" sz="2800" kern="1200" baseline="0">
                <a:solidFill>
                  <a:schemeClr val="tx1"/>
                </a:solidFill>
                <a:latin typeface="Times New Roman" pitchFamily="18" charset="0"/>
                <a:ea typeface="华文细黑" pitchFamily="2" charset="-122"/>
                <a:cs typeface="+mn-cs"/>
              </a:defRPr>
            </a:lvl1pPr>
            <a:lvl2pPr marL="640080" indent="-237744" algn="l" rtl="0" eaLnBrk="1" latinLnBrk="0" hangingPunct="1">
              <a:lnSpc>
                <a:spcPct val="130000"/>
              </a:lnSpc>
              <a:spcBef>
                <a:spcPts val="0"/>
              </a:spcBef>
              <a:buClr>
                <a:schemeClr val="accent1"/>
              </a:buClr>
              <a:buFont typeface="Verdana"/>
              <a:buChar char="◦"/>
              <a:defRPr kumimoji="0" sz="2400" kern="1200" baseline="0">
                <a:solidFill>
                  <a:schemeClr val="tx1"/>
                </a:solidFill>
                <a:latin typeface="Times New Roman" pitchFamily="18" charset="0"/>
                <a:ea typeface="华文细黑" pitchFamily="2" charset="-122"/>
                <a:cs typeface="+mn-cs"/>
              </a:defRPr>
            </a:lvl2pPr>
            <a:lvl3pPr marL="886968" indent="-228600" algn="l" rtl="0" eaLnBrk="1" latinLnBrk="0" hangingPunct="1">
              <a:lnSpc>
                <a:spcPct val="130000"/>
              </a:lnSpc>
              <a:spcBef>
                <a:spcPts val="0"/>
              </a:spcBef>
              <a:buClr>
                <a:schemeClr val="accent2"/>
              </a:buClr>
              <a:buFont typeface="Wingdings 2"/>
              <a:buChar char=""/>
              <a:defRPr kumimoji="0" sz="2000" kern="1200" baseline="0">
                <a:solidFill>
                  <a:schemeClr val="tx1"/>
                </a:solidFill>
                <a:latin typeface="Times New Roman" pitchFamily="18" charset="0"/>
                <a:ea typeface="华文细黑" pitchFamily="2" charset="-122"/>
                <a:cs typeface="+mn-cs"/>
              </a:defRPr>
            </a:lvl3pPr>
            <a:lvl4pPr marL="1097280" indent="-173736" algn="l" rtl="0" eaLnBrk="1" latinLnBrk="0" hangingPunct="1">
              <a:lnSpc>
                <a:spcPct val="130000"/>
              </a:lnSpc>
              <a:spcBef>
                <a:spcPts val="0"/>
              </a:spcBef>
              <a:buClr>
                <a:schemeClr val="accent3"/>
              </a:buClr>
              <a:buFont typeface="Wingdings 2"/>
              <a:buChar char=""/>
              <a:defRPr kumimoji="0" sz="1800" kern="1200" baseline="0">
                <a:solidFill>
                  <a:schemeClr val="tx1"/>
                </a:solidFill>
                <a:latin typeface="Times New Roman" pitchFamily="18" charset="0"/>
                <a:ea typeface="华文细黑" pitchFamily="2" charset="-122"/>
                <a:cs typeface="+mn-cs"/>
              </a:defRPr>
            </a:lvl4pPr>
            <a:lvl5pPr marL="1298448" indent="-182880" algn="l" rtl="0" eaLnBrk="1" latinLnBrk="0" hangingPunct="1">
              <a:lnSpc>
                <a:spcPct val="130000"/>
              </a:lnSpc>
              <a:spcBef>
                <a:spcPts val="0"/>
              </a:spcBef>
              <a:buClr>
                <a:schemeClr val="accent4"/>
              </a:buClr>
              <a:buFont typeface="Wingdings 2"/>
              <a:buChar char=""/>
              <a:defRPr kumimoji="0" sz="1800" kern="1200" baseline="0">
                <a:solidFill>
                  <a:schemeClr val="tx1"/>
                </a:solidFill>
                <a:latin typeface="Times New Roman" pitchFamily="18" charset="0"/>
                <a:ea typeface="华文细黑" pitchFamily="2" charset="-122"/>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296" indent="0">
              <a:buNone/>
            </a:pPr>
            <a:r>
              <a:rPr lang="en-US" altLang="zh-CN" sz="2400">
                <a:latin typeface="华文细黑" pitchFamily="2" charset="-122"/>
              </a:rPr>
              <a:t>1. </a:t>
            </a:r>
            <a:r>
              <a:rPr lang="zh-CN" altLang="en-US" sz="2400">
                <a:latin typeface="华文细黑" pitchFamily="2" charset="-122"/>
              </a:rPr>
              <a:t>将每单个数据聚为一个簇；</a:t>
            </a:r>
            <a:endParaRPr lang="zh-CN" altLang="en-US" sz="2000" dirty="0">
              <a:latin typeface="华文细黑" pitchFamily="2" charset="-122"/>
            </a:endParaRPr>
          </a:p>
        </p:txBody>
      </p:sp>
      <p:sp>
        <p:nvSpPr>
          <p:cNvPr id="6" name="矩形 5"/>
          <p:cNvSpPr/>
          <p:nvPr/>
        </p:nvSpPr>
        <p:spPr>
          <a:xfrm>
            <a:off x="457200" y="3634762"/>
            <a:ext cx="6012000" cy="175238"/>
          </a:xfrm>
          <a:prstGeom prst="rect">
            <a:avLst/>
          </a:prstGeom>
          <a:solidFill>
            <a:srgbClr val="AAD7E1">
              <a:alpha val="40000"/>
            </a:srgbClr>
          </a:solidFill>
          <a:ln>
            <a:solidFill>
              <a:srgbClr val="AAD7E1">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45" name="矩形 44"/>
          <p:cNvSpPr/>
          <p:nvPr/>
        </p:nvSpPr>
        <p:spPr>
          <a:xfrm>
            <a:off x="457200" y="4392000"/>
            <a:ext cx="6012000" cy="180000"/>
          </a:xfrm>
          <a:prstGeom prst="rect">
            <a:avLst/>
          </a:prstGeom>
          <a:solidFill>
            <a:srgbClr val="AAD7E1">
              <a:alpha val="40000"/>
            </a:srgbClr>
          </a:solidFill>
          <a:ln>
            <a:solidFill>
              <a:srgbClr val="AAD7E1">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46" name="矩形 45"/>
          <p:cNvSpPr/>
          <p:nvPr/>
        </p:nvSpPr>
        <p:spPr>
          <a:xfrm>
            <a:off x="457200" y="4620600"/>
            <a:ext cx="6012000" cy="180000"/>
          </a:xfrm>
          <a:prstGeom prst="rect">
            <a:avLst/>
          </a:prstGeom>
          <a:solidFill>
            <a:srgbClr val="AAD7E1">
              <a:alpha val="40000"/>
            </a:srgbClr>
          </a:solidFill>
          <a:ln>
            <a:solidFill>
              <a:srgbClr val="AAD7E1">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47" name="矩形 46"/>
          <p:cNvSpPr/>
          <p:nvPr/>
        </p:nvSpPr>
        <p:spPr>
          <a:xfrm rot="16200000">
            <a:off x="-147599" y="4261199"/>
            <a:ext cx="2592000" cy="468000"/>
          </a:xfrm>
          <a:prstGeom prst="rect">
            <a:avLst/>
          </a:prstGeom>
          <a:solidFill>
            <a:srgbClr val="AAD7E1">
              <a:alpha val="40000"/>
            </a:srgbClr>
          </a:solidFill>
          <a:ln>
            <a:solidFill>
              <a:srgbClr val="AAD7E1">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48" name="矩形 47"/>
          <p:cNvSpPr/>
          <p:nvPr/>
        </p:nvSpPr>
        <p:spPr>
          <a:xfrm rot="16200000">
            <a:off x="4090800" y="4279200"/>
            <a:ext cx="2592000" cy="432000"/>
          </a:xfrm>
          <a:prstGeom prst="rect">
            <a:avLst/>
          </a:prstGeom>
          <a:solidFill>
            <a:srgbClr val="AAD7E1">
              <a:alpha val="40000"/>
            </a:srgbClr>
          </a:solidFill>
          <a:ln>
            <a:solidFill>
              <a:srgbClr val="AAD7E1">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49" name="矩形 48"/>
          <p:cNvSpPr/>
          <p:nvPr/>
        </p:nvSpPr>
        <p:spPr>
          <a:xfrm rot="16200000">
            <a:off x="1271399" y="4279199"/>
            <a:ext cx="2592000" cy="432000"/>
          </a:xfrm>
          <a:prstGeom prst="rect">
            <a:avLst/>
          </a:prstGeom>
          <a:solidFill>
            <a:srgbClr val="AAD7E1">
              <a:alpha val="40000"/>
            </a:srgbClr>
          </a:solidFill>
          <a:ln>
            <a:solidFill>
              <a:srgbClr val="AAD7E1">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50" name="矩形 49"/>
          <p:cNvSpPr/>
          <p:nvPr/>
        </p:nvSpPr>
        <p:spPr>
          <a:xfrm rot="16200000">
            <a:off x="3129000" y="4261199"/>
            <a:ext cx="2592000" cy="468000"/>
          </a:xfrm>
          <a:prstGeom prst="rect">
            <a:avLst/>
          </a:prstGeom>
          <a:solidFill>
            <a:srgbClr val="AAD7E1">
              <a:alpha val="40000"/>
            </a:srgbClr>
          </a:solidFill>
          <a:ln>
            <a:solidFill>
              <a:srgbClr val="AAD7E1">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51" name="矩形 50"/>
          <p:cNvSpPr/>
          <p:nvPr/>
        </p:nvSpPr>
        <p:spPr>
          <a:xfrm rot="16200000">
            <a:off x="766800" y="4261199"/>
            <a:ext cx="2592000" cy="468000"/>
          </a:xfrm>
          <a:prstGeom prst="rect">
            <a:avLst/>
          </a:prstGeom>
          <a:solidFill>
            <a:srgbClr val="AAD7E1">
              <a:alpha val="40000"/>
            </a:srgbClr>
          </a:solidFill>
          <a:ln>
            <a:solidFill>
              <a:srgbClr val="AAD7E1">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52" name="矩形 51"/>
          <p:cNvSpPr/>
          <p:nvPr/>
        </p:nvSpPr>
        <p:spPr>
          <a:xfrm>
            <a:off x="457200" y="5001600"/>
            <a:ext cx="6012000" cy="180000"/>
          </a:xfrm>
          <a:prstGeom prst="rect">
            <a:avLst/>
          </a:prstGeom>
          <a:solidFill>
            <a:srgbClr val="AAD7E1">
              <a:alpha val="40000"/>
            </a:srgbClr>
          </a:solidFill>
          <a:ln>
            <a:solidFill>
              <a:srgbClr val="AAD7E1">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53" name="矩形 52"/>
          <p:cNvSpPr/>
          <p:nvPr/>
        </p:nvSpPr>
        <p:spPr>
          <a:xfrm>
            <a:off x="457200" y="5610224"/>
            <a:ext cx="6012000" cy="180000"/>
          </a:xfrm>
          <a:prstGeom prst="rect">
            <a:avLst/>
          </a:prstGeom>
          <a:solidFill>
            <a:srgbClr val="AAD7E1">
              <a:alpha val="40000"/>
            </a:srgbClr>
          </a:solidFill>
          <a:ln>
            <a:solidFill>
              <a:srgbClr val="AAD7E1">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20" name="矩形 19"/>
          <p:cNvSpPr/>
          <p:nvPr/>
        </p:nvSpPr>
        <p:spPr>
          <a:xfrm rot="16200000">
            <a:off x="316799" y="4279199"/>
            <a:ext cx="2592000" cy="432000"/>
          </a:xfrm>
          <a:prstGeom prst="rect">
            <a:avLst/>
          </a:prstGeom>
          <a:solidFill>
            <a:srgbClr val="AAD7E1">
              <a:alpha val="40000"/>
            </a:srgbClr>
          </a:solidFill>
          <a:ln>
            <a:solidFill>
              <a:srgbClr val="AAD7E1">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21" name="矩形 20"/>
          <p:cNvSpPr/>
          <p:nvPr/>
        </p:nvSpPr>
        <p:spPr>
          <a:xfrm>
            <a:off x="457200" y="3429000"/>
            <a:ext cx="6012000" cy="180000"/>
          </a:xfrm>
          <a:prstGeom prst="rect">
            <a:avLst/>
          </a:prstGeom>
          <a:solidFill>
            <a:srgbClr val="AAD7E1">
              <a:alpha val="40000"/>
            </a:srgbClr>
          </a:solidFill>
          <a:ln>
            <a:solidFill>
              <a:srgbClr val="AAD7E1">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22" name="矩形 21"/>
          <p:cNvSpPr/>
          <p:nvPr/>
        </p:nvSpPr>
        <p:spPr>
          <a:xfrm rot="16200000">
            <a:off x="4965000" y="4279200"/>
            <a:ext cx="2592000" cy="432000"/>
          </a:xfrm>
          <a:prstGeom prst="rect">
            <a:avLst/>
          </a:prstGeom>
          <a:solidFill>
            <a:srgbClr val="AAD7E1">
              <a:alpha val="40000"/>
            </a:srgbClr>
          </a:solidFill>
          <a:ln>
            <a:solidFill>
              <a:srgbClr val="AAD7E1">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23" name="矩形 22"/>
          <p:cNvSpPr/>
          <p:nvPr/>
        </p:nvSpPr>
        <p:spPr>
          <a:xfrm>
            <a:off x="457200" y="5230200"/>
            <a:ext cx="6012000" cy="180000"/>
          </a:xfrm>
          <a:prstGeom prst="rect">
            <a:avLst/>
          </a:prstGeom>
          <a:solidFill>
            <a:srgbClr val="AAD7E1">
              <a:alpha val="40000"/>
            </a:srgbClr>
          </a:solidFill>
          <a:ln>
            <a:solidFill>
              <a:srgbClr val="AAD7E1">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24" name="矩形 23"/>
          <p:cNvSpPr/>
          <p:nvPr/>
        </p:nvSpPr>
        <p:spPr>
          <a:xfrm rot="16200000">
            <a:off x="2678999" y="4279199"/>
            <a:ext cx="2592000" cy="432000"/>
          </a:xfrm>
          <a:prstGeom prst="rect">
            <a:avLst/>
          </a:prstGeom>
          <a:solidFill>
            <a:srgbClr val="AAD7E1">
              <a:alpha val="40000"/>
            </a:srgbClr>
          </a:solidFill>
          <a:ln>
            <a:solidFill>
              <a:srgbClr val="AAD7E1">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25" name="矩形 24"/>
          <p:cNvSpPr/>
          <p:nvPr/>
        </p:nvSpPr>
        <p:spPr>
          <a:xfrm>
            <a:off x="457200" y="4015762"/>
            <a:ext cx="6012000" cy="175238"/>
          </a:xfrm>
          <a:prstGeom prst="rect">
            <a:avLst/>
          </a:prstGeom>
          <a:solidFill>
            <a:srgbClr val="AAD7E1">
              <a:alpha val="40000"/>
            </a:srgbClr>
          </a:solidFill>
          <a:ln>
            <a:solidFill>
              <a:srgbClr val="AAD7E1">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26" name="矩形 25"/>
          <p:cNvSpPr/>
          <p:nvPr/>
        </p:nvSpPr>
        <p:spPr>
          <a:xfrm rot="16200000">
            <a:off x="3593400" y="4279200"/>
            <a:ext cx="2592000" cy="432000"/>
          </a:xfrm>
          <a:prstGeom prst="rect">
            <a:avLst/>
          </a:prstGeom>
          <a:solidFill>
            <a:srgbClr val="AAD7E1">
              <a:alpha val="40000"/>
            </a:srgbClr>
          </a:solidFill>
          <a:ln>
            <a:solidFill>
              <a:srgbClr val="AAD7E1">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27" name="矩形 26"/>
          <p:cNvSpPr/>
          <p:nvPr/>
        </p:nvSpPr>
        <p:spPr>
          <a:xfrm>
            <a:off x="457200" y="4800600"/>
            <a:ext cx="6012000" cy="180000"/>
          </a:xfrm>
          <a:prstGeom prst="rect">
            <a:avLst/>
          </a:prstGeom>
          <a:solidFill>
            <a:srgbClr val="AAD7E1">
              <a:alpha val="40000"/>
            </a:srgbClr>
          </a:solidFill>
          <a:ln>
            <a:solidFill>
              <a:srgbClr val="AAD7E1">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28" name="矩形 27"/>
          <p:cNvSpPr/>
          <p:nvPr/>
        </p:nvSpPr>
        <p:spPr>
          <a:xfrm rot="16200000">
            <a:off x="2196601" y="4279199"/>
            <a:ext cx="2592000" cy="432000"/>
          </a:xfrm>
          <a:prstGeom prst="rect">
            <a:avLst/>
          </a:prstGeom>
          <a:solidFill>
            <a:srgbClr val="AAD7E1">
              <a:alpha val="40000"/>
            </a:srgbClr>
          </a:solidFill>
          <a:ln>
            <a:solidFill>
              <a:srgbClr val="AAD7E1">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sp>
        <p:nvSpPr>
          <p:cNvPr id="29" name="矩形 28"/>
          <p:cNvSpPr/>
          <p:nvPr/>
        </p:nvSpPr>
        <p:spPr>
          <a:xfrm>
            <a:off x="457200" y="3810000"/>
            <a:ext cx="6012000" cy="175238"/>
          </a:xfrm>
          <a:prstGeom prst="rect">
            <a:avLst/>
          </a:prstGeom>
          <a:solidFill>
            <a:srgbClr val="AAD7E1">
              <a:alpha val="40000"/>
            </a:srgbClr>
          </a:solidFill>
          <a:ln>
            <a:solidFill>
              <a:srgbClr val="AAD7E1">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itchFamily="18" charset="0"/>
            </a:endParaRPr>
          </a:p>
        </p:txBody>
      </p:sp>
      <p:graphicFrame>
        <p:nvGraphicFramePr>
          <p:cNvPr id="31" name="表格 30"/>
          <p:cNvGraphicFramePr>
            <a:graphicFrameLocks noGrp="1"/>
          </p:cNvGraphicFramePr>
          <p:nvPr/>
        </p:nvGraphicFramePr>
        <p:xfrm>
          <a:off x="7620000" y="699136"/>
          <a:ext cx="1333500" cy="2501265"/>
        </p:xfrm>
        <a:graphic>
          <a:graphicData uri="http://schemas.openxmlformats.org/drawingml/2006/table">
            <a:tbl>
              <a:tblPr>
                <a:tableStyleId>{5C22544A-7EE6-4342-B048-85BDC9FD1C3A}</a:tableStyleId>
              </a:tblPr>
              <a:tblGrid>
                <a:gridCol w="521804">
                  <a:extLst>
                    <a:ext uri="{9D8B030D-6E8A-4147-A177-3AD203B41FA5}">
                      <a16:colId xmlns:a16="http://schemas.microsoft.com/office/drawing/2014/main" val="20000"/>
                    </a:ext>
                  </a:extLst>
                </a:gridCol>
                <a:gridCol w="405848">
                  <a:extLst>
                    <a:ext uri="{9D8B030D-6E8A-4147-A177-3AD203B41FA5}">
                      <a16:colId xmlns:a16="http://schemas.microsoft.com/office/drawing/2014/main" val="20001"/>
                    </a:ext>
                  </a:extLst>
                </a:gridCol>
                <a:gridCol w="405848">
                  <a:extLst>
                    <a:ext uri="{9D8B030D-6E8A-4147-A177-3AD203B41FA5}">
                      <a16:colId xmlns:a16="http://schemas.microsoft.com/office/drawing/2014/main" val="20002"/>
                    </a:ext>
                  </a:extLst>
                </a:gridCol>
              </a:tblGrid>
              <a:tr h="190500">
                <a:tc>
                  <a:txBody>
                    <a:bodyPr/>
                    <a:lstStyle/>
                    <a:p>
                      <a:pPr algn="ctr" fontAlgn="ctr"/>
                      <a:r>
                        <a:rPr lang="en-US" sz="1200" b="1" i="1" u="none" strike="noStrike" dirty="0" err="1">
                          <a:effectLst/>
                          <a:latin typeface="Times New Roman" pitchFamily="18" charset="0"/>
                          <a:cs typeface="Times New Roman" pitchFamily="18" charset="0"/>
                        </a:rPr>
                        <a:t>pt</a:t>
                      </a:r>
                      <a:endParaRPr lang="en-US" sz="1200" b="1" i="1"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i="1" u="none" strike="noStrike" dirty="0">
                          <a:effectLst/>
                          <a:latin typeface="Times New Roman" pitchFamily="18" charset="0"/>
                          <a:cs typeface="Times New Roman" pitchFamily="18" charset="0"/>
                        </a:rPr>
                        <a:t>x</a:t>
                      </a:r>
                      <a:endParaRPr lang="en-US" sz="1200" b="1" i="1"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i="1" u="none" strike="noStrike" dirty="0">
                          <a:effectLst/>
                          <a:latin typeface="Times New Roman" pitchFamily="18" charset="0"/>
                          <a:cs typeface="Times New Roman" pitchFamily="18" charset="0"/>
                        </a:rPr>
                        <a:t>y</a:t>
                      </a:r>
                      <a:endParaRPr lang="en-US" sz="1200" b="1" i="1"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90500">
                <a:tc>
                  <a:txBody>
                    <a:bodyPr/>
                    <a:lstStyle/>
                    <a:p>
                      <a:pPr algn="l" fontAlgn="ctr"/>
                      <a:r>
                        <a:rPr lang="en-US" sz="1200" u="none" strike="noStrike">
                          <a:effectLst/>
                          <a:latin typeface="Times New Roman" pitchFamily="18" charset="0"/>
                          <a:cs typeface="Times New Roman" pitchFamily="18" charset="0"/>
                        </a:rPr>
                        <a:t>p1</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18</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22</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90500">
                <a:tc>
                  <a:txBody>
                    <a:bodyPr/>
                    <a:lstStyle/>
                    <a:p>
                      <a:pPr algn="l" fontAlgn="ctr"/>
                      <a:r>
                        <a:rPr lang="en-US" sz="1200" u="none" strike="noStrike">
                          <a:effectLst/>
                          <a:latin typeface="Times New Roman" pitchFamily="18" charset="0"/>
                          <a:cs typeface="Times New Roman" pitchFamily="18" charset="0"/>
                        </a:rPr>
                        <a:t>p2</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21</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22</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90500">
                <a:tc>
                  <a:txBody>
                    <a:bodyPr/>
                    <a:lstStyle/>
                    <a:p>
                      <a:pPr algn="l" fontAlgn="ctr"/>
                      <a:r>
                        <a:rPr lang="en-US" sz="1200" u="none" strike="noStrike">
                          <a:effectLst/>
                          <a:latin typeface="Times New Roman" pitchFamily="18" charset="0"/>
                          <a:cs typeface="Times New Roman" pitchFamily="18" charset="0"/>
                        </a:rPr>
                        <a:t>p3</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18</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17</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90500">
                <a:tc>
                  <a:txBody>
                    <a:bodyPr/>
                    <a:lstStyle/>
                    <a:p>
                      <a:pPr algn="l" fontAlgn="ctr"/>
                      <a:r>
                        <a:rPr lang="en-US" sz="1200" u="none" strike="noStrike">
                          <a:effectLst/>
                          <a:latin typeface="Times New Roman" pitchFamily="18" charset="0"/>
                          <a:cs typeface="Times New Roman" pitchFamily="18" charset="0"/>
                        </a:rPr>
                        <a:t>p4</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36</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22</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90500">
                <a:tc>
                  <a:txBody>
                    <a:bodyPr/>
                    <a:lstStyle/>
                    <a:p>
                      <a:pPr algn="l" fontAlgn="ctr"/>
                      <a:r>
                        <a:rPr lang="en-US" sz="1200" u="none" strike="noStrike">
                          <a:effectLst/>
                          <a:latin typeface="Times New Roman" pitchFamily="18" charset="0"/>
                          <a:cs typeface="Times New Roman" pitchFamily="18" charset="0"/>
                        </a:rPr>
                        <a:t>p5</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34</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20</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90500">
                <a:tc>
                  <a:txBody>
                    <a:bodyPr/>
                    <a:lstStyle/>
                    <a:p>
                      <a:pPr algn="l" fontAlgn="ctr"/>
                      <a:r>
                        <a:rPr lang="en-US" sz="1200" u="none" strike="noStrike">
                          <a:effectLst/>
                          <a:latin typeface="Times New Roman" pitchFamily="18" charset="0"/>
                          <a:cs typeface="Times New Roman" pitchFamily="18" charset="0"/>
                        </a:rPr>
                        <a:t>p6</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35</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15</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90500">
                <a:tc>
                  <a:txBody>
                    <a:bodyPr/>
                    <a:lstStyle/>
                    <a:p>
                      <a:pPr algn="l" fontAlgn="ctr"/>
                      <a:r>
                        <a:rPr lang="en-US" sz="1200" u="none" strike="noStrike">
                          <a:effectLst/>
                          <a:latin typeface="Times New Roman" pitchFamily="18" charset="0"/>
                          <a:cs typeface="Times New Roman" pitchFamily="18" charset="0"/>
                        </a:rPr>
                        <a:t>p7</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14</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11</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90500">
                <a:tc>
                  <a:txBody>
                    <a:bodyPr/>
                    <a:lstStyle/>
                    <a:p>
                      <a:pPr algn="l" fontAlgn="ctr"/>
                      <a:r>
                        <a:rPr lang="en-US" sz="1200" u="none" strike="noStrike">
                          <a:effectLst/>
                          <a:latin typeface="Times New Roman" pitchFamily="18" charset="0"/>
                          <a:cs typeface="Times New Roman" pitchFamily="18" charset="0"/>
                        </a:rPr>
                        <a:t>p8</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13</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10</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190500">
                <a:tc>
                  <a:txBody>
                    <a:bodyPr/>
                    <a:lstStyle/>
                    <a:p>
                      <a:pPr algn="l" fontAlgn="ctr"/>
                      <a:r>
                        <a:rPr lang="en-US" sz="1200" u="none" strike="noStrike">
                          <a:effectLst/>
                          <a:latin typeface="Times New Roman" pitchFamily="18" charset="0"/>
                          <a:cs typeface="Times New Roman" pitchFamily="18" charset="0"/>
                        </a:rPr>
                        <a:t>p9</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16</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5</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90500">
                <a:tc>
                  <a:txBody>
                    <a:bodyPr/>
                    <a:lstStyle/>
                    <a:p>
                      <a:pPr algn="l" fontAlgn="ctr"/>
                      <a:r>
                        <a:rPr lang="en-US" sz="1200" u="none" strike="noStrike">
                          <a:effectLst/>
                          <a:latin typeface="Times New Roman" pitchFamily="18" charset="0"/>
                          <a:cs typeface="Times New Roman" pitchFamily="18" charset="0"/>
                        </a:rPr>
                        <a:t>p10</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19</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4</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190500">
                <a:tc>
                  <a:txBody>
                    <a:bodyPr/>
                    <a:lstStyle/>
                    <a:p>
                      <a:pPr algn="l" fontAlgn="ctr"/>
                      <a:r>
                        <a:rPr lang="en-US" sz="1200" u="none" strike="noStrike">
                          <a:effectLst/>
                          <a:latin typeface="Times New Roman" pitchFamily="18" charset="0"/>
                          <a:cs typeface="Times New Roman" pitchFamily="18" charset="0"/>
                        </a:rPr>
                        <a:t>p11</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30</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7</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190500">
                <a:tc>
                  <a:txBody>
                    <a:bodyPr/>
                    <a:lstStyle/>
                    <a:p>
                      <a:pPr algn="l" fontAlgn="ctr"/>
                      <a:r>
                        <a:rPr lang="en-US" sz="1200" u="none" strike="noStrike">
                          <a:effectLst/>
                          <a:latin typeface="Times New Roman" pitchFamily="18" charset="0"/>
                          <a:cs typeface="Times New Roman" pitchFamily="18" charset="0"/>
                        </a:rPr>
                        <a:t>p12</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31</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dirty="0">
                          <a:effectLst/>
                          <a:latin typeface="Times New Roman" pitchFamily="18" charset="0"/>
                          <a:cs typeface="Times New Roman" pitchFamily="18" charset="0"/>
                        </a:rPr>
                        <a:t>4</a:t>
                      </a:r>
                      <a:endParaRPr lang="en-US" altLang="zh-CN" sz="12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30" name="Rectangle 3"/>
          <p:cNvSpPr txBox="1">
            <a:spLocks noChangeArrowheads="1"/>
          </p:cNvSpPr>
          <p:nvPr/>
        </p:nvSpPr>
        <p:spPr>
          <a:xfrm>
            <a:off x="4343400" y="1066800"/>
            <a:ext cx="3088200" cy="914400"/>
          </a:xfrm>
          <a:prstGeom prst="rect">
            <a:avLst/>
          </a:prstGeom>
        </p:spPr>
        <p:txBody>
          <a:bodyPr lIns="0" tIns="0" rIns="0" bIns="0">
            <a:normAutofit/>
          </a:bodyPr>
          <a:lstStyle>
            <a:lvl1pPr marL="365760" indent="-283464" algn="l" rtl="0" eaLnBrk="1" latinLnBrk="0" hangingPunct="1">
              <a:lnSpc>
                <a:spcPct val="130000"/>
              </a:lnSpc>
              <a:spcBef>
                <a:spcPts val="0"/>
              </a:spcBef>
              <a:buClr>
                <a:schemeClr val="accent1"/>
              </a:buClr>
              <a:buSzPct val="80000"/>
              <a:buFont typeface="Wingdings 2"/>
              <a:buChar char=""/>
              <a:defRPr kumimoji="0" sz="2800" kern="1200" baseline="0">
                <a:solidFill>
                  <a:schemeClr val="tx1"/>
                </a:solidFill>
                <a:latin typeface="Times New Roman" pitchFamily="18" charset="0"/>
                <a:ea typeface="华文细黑" pitchFamily="2" charset="-122"/>
                <a:cs typeface="+mn-cs"/>
              </a:defRPr>
            </a:lvl1pPr>
            <a:lvl2pPr marL="640080" indent="-237744" algn="l" rtl="0" eaLnBrk="1" latinLnBrk="0" hangingPunct="1">
              <a:lnSpc>
                <a:spcPct val="130000"/>
              </a:lnSpc>
              <a:spcBef>
                <a:spcPts val="0"/>
              </a:spcBef>
              <a:buClr>
                <a:schemeClr val="accent1"/>
              </a:buClr>
              <a:buFont typeface="Verdana"/>
              <a:buChar char="◦"/>
              <a:defRPr kumimoji="0" sz="2400" kern="1200" baseline="0">
                <a:solidFill>
                  <a:schemeClr val="tx1"/>
                </a:solidFill>
                <a:latin typeface="Times New Roman" pitchFamily="18" charset="0"/>
                <a:ea typeface="华文细黑" pitchFamily="2" charset="-122"/>
                <a:cs typeface="+mn-cs"/>
              </a:defRPr>
            </a:lvl2pPr>
            <a:lvl3pPr marL="886968" indent="-228600" algn="l" rtl="0" eaLnBrk="1" latinLnBrk="0" hangingPunct="1">
              <a:lnSpc>
                <a:spcPct val="130000"/>
              </a:lnSpc>
              <a:spcBef>
                <a:spcPts val="0"/>
              </a:spcBef>
              <a:buClr>
                <a:schemeClr val="accent2"/>
              </a:buClr>
              <a:buFont typeface="Wingdings 2"/>
              <a:buChar char=""/>
              <a:defRPr kumimoji="0" sz="2000" kern="1200" baseline="0">
                <a:solidFill>
                  <a:schemeClr val="tx1"/>
                </a:solidFill>
                <a:latin typeface="Times New Roman" pitchFamily="18" charset="0"/>
                <a:ea typeface="华文细黑" pitchFamily="2" charset="-122"/>
                <a:cs typeface="+mn-cs"/>
              </a:defRPr>
            </a:lvl3pPr>
            <a:lvl4pPr marL="1097280" indent="-173736" algn="l" rtl="0" eaLnBrk="1" latinLnBrk="0" hangingPunct="1">
              <a:lnSpc>
                <a:spcPct val="130000"/>
              </a:lnSpc>
              <a:spcBef>
                <a:spcPts val="0"/>
              </a:spcBef>
              <a:buClr>
                <a:schemeClr val="accent3"/>
              </a:buClr>
              <a:buFont typeface="Wingdings 2"/>
              <a:buChar char=""/>
              <a:defRPr kumimoji="0" sz="1800" kern="1200" baseline="0">
                <a:solidFill>
                  <a:schemeClr val="tx1"/>
                </a:solidFill>
                <a:latin typeface="Times New Roman" pitchFamily="18" charset="0"/>
                <a:ea typeface="华文细黑" pitchFamily="2" charset="-122"/>
                <a:cs typeface="+mn-cs"/>
              </a:defRPr>
            </a:lvl4pPr>
            <a:lvl5pPr marL="1298448" indent="-182880" algn="l" rtl="0" eaLnBrk="1" latinLnBrk="0" hangingPunct="1">
              <a:lnSpc>
                <a:spcPct val="130000"/>
              </a:lnSpc>
              <a:spcBef>
                <a:spcPts val="0"/>
              </a:spcBef>
              <a:buClr>
                <a:schemeClr val="accent4"/>
              </a:buClr>
              <a:buFont typeface="Wingdings 2"/>
              <a:buChar char=""/>
              <a:defRPr kumimoji="0" sz="1800" kern="1200" baseline="0">
                <a:solidFill>
                  <a:schemeClr val="tx1"/>
                </a:solidFill>
                <a:latin typeface="Times New Roman" pitchFamily="18" charset="0"/>
                <a:ea typeface="华文细黑" pitchFamily="2" charset="-122"/>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296" indent="0">
              <a:buNone/>
            </a:pPr>
            <a:r>
              <a:rPr lang="zh-CN" altLang="en-US" sz="2200" dirty="0">
                <a:solidFill>
                  <a:srgbClr val="C00000"/>
                </a:solidFill>
                <a:latin typeface="幼圆" pitchFamily="49" charset="-122"/>
                <a:ea typeface="幼圆" pitchFamily="49" charset="-122"/>
              </a:rPr>
              <a:t>改进的算法充分利用邻近度矩阵进行聚类</a:t>
            </a:r>
          </a:p>
        </p:txBody>
      </p:sp>
    </p:spTree>
    <p:extLst>
      <p:ext uri="{BB962C8B-B14F-4D97-AF65-F5344CB8AC3E}">
        <p14:creationId xmlns:p14="http://schemas.microsoft.com/office/powerpoint/2010/main" val="305369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fade">
                                      <p:cBhvr>
                                        <p:cTn id="7" dur="1500"/>
                                        <p:tgtEl>
                                          <p:spTgt spid="30">
                                            <p:txEl>
                                              <p:pRg st="0" end="0"/>
                                            </p:txEl>
                                          </p:spTgt>
                                        </p:tgtEl>
                                      </p:cBhvr>
                                    </p:animEffect>
                                  </p:childTnLst>
                                </p:cTn>
                              </p:par>
                            </p:childTnLst>
                          </p:cTn>
                        </p:par>
                        <p:par>
                          <p:cTn id="8" fill="hold">
                            <p:stCondLst>
                              <p:cond delay="1500"/>
                            </p:stCondLst>
                            <p:childTnLst>
                              <p:par>
                                <p:cTn id="9" presetID="10"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500"/>
                                        <p:tgtEl>
                                          <p:spTgt spid="31"/>
                                        </p:tgtEl>
                                      </p:cBhvr>
                                    </p:animEffect>
                                  </p:childTnLst>
                                </p:cTn>
                              </p:par>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25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grpId="1" nodeType="clickEffect">
                                  <p:stCondLst>
                                    <p:cond delay="0"/>
                                  </p:stCondLst>
                                  <p:childTnLst>
                                    <p:animEffect transition="out" filter="fade">
                                      <p:cBhvr>
                                        <p:cTn id="18" dur="1500"/>
                                        <p:tgtEl>
                                          <p:spTgt spid="30">
                                            <p:txEl>
                                              <p:pRg st="0" end="0"/>
                                            </p:txEl>
                                          </p:spTgt>
                                        </p:tgtEl>
                                      </p:cBhvr>
                                    </p:animEffect>
                                    <p:set>
                                      <p:cBhvr>
                                        <p:cTn id="19" dur="1" fill="hold">
                                          <p:stCondLst>
                                            <p:cond delay="1499"/>
                                          </p:stCondLst>
                                        </p:cTn>
                                        <p:tgtEl>
                                          <p:spTgt spid="30">
                                            <p:txEl>
                                              <p:pRg st="0" end="0"/>
                                            </p:txEl>
                                          </p:spTgt>
                                        </p:tgtEl>
                                        <p:attrNameLst>
                                          <p:attrName>style.visibility</p:attrName>
                                        </p:attrNameLst>
                                      </p:cBhvr>
                                      <p:to>
                                        <p:strVal val="hidden"/>
                                      </p:to>
                                    </p:set>
                                  </p:childTnLst>
                                </p:cTn>
                              </p:par>
                            </p:childTnLst>
                          </p:cTn>
                        </p:par>
                        <p:par>
                          <p:cTn id="20" fill="hold">
                            <p:stCondLst>
                              <p:cond delay="1500"/>
                            </p:stCondLst>
                            <p:childTnLst>
                              <p:par>
                                <p:cTn id="21" presetID="10" presetClass="entr" presetSubtype="0" fill="hold" grpId="0" nodeType="afterEffect">
                                  <p:stCondLst>
                                    <p:cond delay="0"/>
                                  </p:stCondLst>
                                  <p:childTnLst>
                                    <p:set>
                                      <p:cBhvr>
                                        <p:cTn id="22" dur="1" fill="hold">
                                          <p:stCondLst>
                                            <p:cond delay="0"/>
                                          </p:stCondLst>
                                        </p:cTn>
                                        <p:tgtEl>
                                          <p:spTgt spid="43">
                                            <p:txEl>
                                              <p:pRg st="0" end="0"/>
                                            </p:txEl>
                                          </p:spTgt>
                                        </p:tgtEl>
                                        <p:attrNameLst>
                                          <p:attrName>style.visibility</p:attrName>
                                        </p:attrNameLst>
                                      </p:cBhvr>
                                      <p:to>
                                        <p:strVal val="visible"/>
                                      </p:to>
                                    </p:set>
                                    <p:animEffect transition="in" filter="fade">
                                      <p:cBhvr>
                                        <p:cTn id="23" dur="500"/>
                                        <p:tgtEl>
                                          <p:spTgt spid="4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47"/>
                                        </p:tgtEl>
                                        <p:attrNameLst>
                                          <p:attrName>style.visibility</p:attrName>
                                        </p:attrNameLst>
                                      </p:cBhvr>
                                      <p:to>
                                        <p:strVal val="visible"/>
                                      </p:to>
                                    </p:set>
                                    <p:animEffect transition="in" filter="wipe(up)">
                                      <p:cBhvr>
                                        <p:cTn id="28" dur="500"/>
                                        <p:tgtEl>
                                          <p:spTgt spid="4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left)">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left)">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up)">
                                      <p:cBhvr>
                                        <p:cTn id="43" dur="500"/>
                                        <p:tgtEl>
                                          <p:spTgt spid="2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53"/>
                                        </p:tgtEl>
                                        <p:attrNameLst>
                                          <p:attrName>style.visibility</p:attrName>
                                        </p:attrNameLst>
                                      </p:cBhvr>
                                      <p:to>
                                        <p:strVal val="visible"/>
                                      </p:to>
                                    </p:set>
                                    <p:animEffect transition="in" filter="wipe(left)">
                                      <p:cBhvr>
                                        <p:cTn id="48" dur="500"/>
                                        <p:tgtEl>
                                          <p:spTgt spid="5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up)">
                                      <p:cBhvr>
                                        <p:cTn id="53" dur="500"/>
                                        <p:tgtEl>
                                          <p:spTgt spid="2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48"/>
                                        </p:tgtEl>
                                        <p:attrNameLst>
                                          <p:attrName>style.visibility</p:attrName>
                                        </p:attrNameLst>
                                      </p:cBhvr>
                                      <p:to>
                                        <p:strVal val="visible"/>
                                      </p:to>
                                    </p:set>
                                    <p:animEffect transition="in" filter="wipe(up)">
                                      <p:cBhvr>
                                        <p:cTn id="58" dur="500"/>
                                        <p:tgtEl>
                                          <p:spTgt spid="48"/>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wipe(left)">
                                      <p:cBhvr>
                                        <p:cTn id="63" dur="500"/>
                                        <p:tgtEl>
                                          <p:spTgt spid="2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46"/>
                                        </p:tgtEl>
                                        <p:attrNameLst>
                                          <p:attrName>style.visibility</p:attrName>
                                        </p:attrNameLst>
                                      </p:cBhvr>
                                      <p:to>
                                        <p:strVal val="visible"/>
                                      </p:to>
                                    </p:set>
                                    <p:animEffect transition="in" filter="wipe(left)">
                                      <p:cBhvr>
                                        <p:cTn id="68" dur="500"/>
                                        <p:tgtEl>
                                          <p:spTgt spid="46"/>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grpId="0" nodeType="click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wipe(up)">
                                      <p:cBhvr>
                                        <p:cTn id="73" dur="500"/>
                                        <p:tgtEl>
                                          <p:spTgt spid="24"/>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grpId="0" nodeType="clickEffect">
                                  <p:stCondLst>
                                    <p:cond delay="0"/>
                                  </p:stCondLst>
                                  <p:childTnLst>
                                    <p:set>
                                      <p:cBhvr>
                                        <p:cTn id="77" dur="1" fill="hold">
                                          <p:stCondLst>
                                            <p:cond delay="0"/>
                                          </p:stCondLst>
                                        </p:cTn>
                                        <p:tgtEl>
                                          <p:spTgt spid="49"/>
                                        </p:tgtEl>
                                        <p:attrNameLst>
                                          <p:attrName>style.visibility</p:attrName>
                                        </p:attrNameLst>
                                      </p:cBhvr>
                                      <p:to>
                                        <p:strVal val="visible"/>
                                      </p:to>
                                    </p:set>
                                    <p:animEffect transition="in" filter="wipe(up)">
                                      <p:cBhvr>
                                        <p:cTn id="78" dur="500"/>
                                        <p:tgtEl>
                                          <p:spTgt spid="49"/>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wipe(left)">
                                      <p:cBhvr>
                                        <p:cTn id="83" dur="500"/>
                                        <p:tgtEl>
                                          <p:spTgt spid="25"/>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52"/>
                                        </p:tgtEl>
                                        <p:attrNameLst>
                                          <p:attrName>style.visibility</p:attrName>
                                        </p:attrNameLst>
                                      </p:cBhvr>
                                      <p:to>
                                        <p:strVal val="visible"/>
                                      </p:to>
                                    </p:set>
                                    <p:animEffect transition="in" filter="wipe(left)">
                                      <p:cBhvr>
                                        <p:cTn id="88" dur="500"/>
                                        <p:tgtEl>
                                          <p:spTgt spid="52"/>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1" fill="hold" grpId="0" nodeType="clickEffect">
                                  <p:stCondLst>
                                    <p:cond delay="0"/>
                                  </p:stCondLst>
                                  <p:childTnLst>
                                    <p:set>
                                      <p:cBhvr>
                                        <p:cTn id="92" dur="1" fill="hold">
                                          <p:stCondLst>
                                            <p:cond delay="0"/>
                                          </p:stCondLst>
                                        </p:cTn>
                                        <p:tgtEl>
                                          <p:spTgt spid="26"/>
                                        </p:tgtEl>
                                        <p:attrNameLst>
                                          <p:attrName>style.visibility</p:attrName>
                                        </p:attrNameLst>
                                      </p:cBhvr>
                                      <p:to>
                                        <p:strVal val="visible"/>
                                      </p:to>
                                    </p:set>
                                    <p:animEffect transition="in" filter="wipe(up)">
                                      <p:cBhvr>
                                        <p:cTn id="93" dur="500"/>
                                        <p:tgtEl>
                                          <p:spTgt spid="26"/>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1" fill="hold" grpId="0" nodeType="click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wipe(up)">
                                      <p:cBhvr>
                                        <p:cTn id="98" dur="500"/>
                                        <p:tgtEl>
                                          <p:spTgt spid="50"/>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27"/>
                                        </p:tgtEl>
                                        <p:attrNameLst>
                                          <p:attrName>style.visibility</p:attrName>
                                        </p:attrNameLst>
                                      </p:cBhvr>
                                      <p:to>
                                        <p:strVal val="visible"/>
                                      </p:to>
                                    </p:set>
                                    <p:animEffect transition="in" filter="wipe(left)">
                                      <p:cBhvr>
                                        <p:cTn id="103" dur="500"/>
                                        <p:tgtEl>
                                          <p:spTgt spid="27"/>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45"/>
                                        </p:tgtEl>
                                        <p:attrNameLst>
                                          <p:attrName>style.visibility</p:attrName>
                                        </p:attrNameLst>
                                      </p:cBhvr>
                                      <p:to>
                                        <p:strVal val="visible"/>
                                      </p:to>
                                    </p:set>
                                    <p:animEffect transition="in" filter="wipe(left)">
                                      <p:cBhvr>
                                        <p:cTn id="108" dur="500"/>
                                        <p:tgtEl>
                                          <p:spTgt spid="45"/>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1" fill="hold" grpId="0" nodeType="clickEffect">
                                  <p:stCondLst>
                                    <p:cond delay="0"/>
                                  </p:stCondLst>
                                  <p:childTnLst>
                                    <p:set>
                                      <p:cBhvr>
                                        <p:cTn id="112" dur="1" fill="hold">
                                          <p:stCondLst>
                                            <p:cond delay="0"/>
                                          </p:stCondLst>
                                        </p:cTn>
                                        <p:tgtEl>
                                          <p:spTgt spid="28"/>
                                        </p:tgtEl>
                                        <p:attrNameLst>
                                          <p:attrName>style.visibility</p:attrName>
                                        </p:attrNameLst>
                                      </p:cBhvr>
                                      <p:to>
                                        <p:strVal val="visible"/>
                                      </p:to>
                                    </p:set>
                                    <p:animEffect transition="in" filter="wipe(up)">
                                      <p:cBhvr>
                                        <p:cTn id="113" dur="500"/>
                                        <p:tgtEl>
                                          <p:spTgt spid="28"/>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1" fill="hold" grpId="0" nodeType="clickEffect">
                                  <p:stCondLst>
                                    <p:cond delay="0"/>
                                  </p:stCondLst>
                                  <p:childTnLst>
                                    <p:set>
                                      <p:cBhvr>
                                        <p:cTn id="117" dur="1" fill="hold">
                                          <p:stCondLst>
                                            <p:cond delay="0"/>
                                          </p:stCondLst>
                                        </p:cTn>
                                        <p:tgtEl>
                                          <p:spTgt spid="51"/>
                                        </p:tgtEl>
                                        <p:attrNameLst>
                                          <p:attrName>style.visibility</p:attrName>
                                        </p:attrNameLst>
                                      </p:cBhvr>
                                      <p:to>
                                        <p:strVal val="visible"/>
                                      </p:to>
                                    </p:set>
                                    <p:animEffect transition="in" filter="wipe(up)">
                                      <p:cBhvr>
                                        <p:cTn id="118" dur="500"/>
                                        <p:tgtEl>
                                          <p:spTgt spid="51"/>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29"/>
                                        </p:tgtEl>
                                        <p:attrNameLst>
                                          <p:attrName>style.visibility</p:attrName>
                                        </p:attrNameLst>
                                      </p:cBhvr>
                                      <p:to>
                                        <p:strVal val="visible"/>
                                      </p:to>
                                    </p:set>
                                    <p:animEffect transition="in" filter="wipe(left)">
                                      <p:cBhvr>
                                        <p:cTn id="12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uild="p"/>
      <p:bldP spid="6" grpId="0" animBg="1"/>
      <p:bldP spid="45" grpId="0" animBg="1"/>
      <p:bldP spid="46" grpId="0" animBg="1"/>
      <p:bldP spid="47" grpId="0" animBg="1"/>
      <p:bldP spid="48" grpId="0" animBg="1"/>
      <p:bldP spid="49" grpId="0" animBg="1"/>
      <p:bldP spid="50" grpId="0" animBg="1"/>
      <p:bldP spid="51" grpId="0" animBg="1"/>
      <p:bldP spid="52" grpId="0" animBg="1"/>
      <p:bldP spid="53"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build="p"/>
      <p:bldP spid="30" grpId="1" build="allAtOnce"/>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2370" name="Rectangle 2"/>
          <p:cNvSpPr>
            <a:spLocks noGrp="1" noChangeArrowheads="1"/>
          </p:cNvSpPr>
          <p:nvPr>
            <p:ph type="title"/>
          </p:nvPr>
        </p:nvSpPr>
        <p:spPr/>
        <p:txBody>
          <a:bodyPr/>
          <a:lstStyle/>
          <a:p>
            <a:r>
              <a:rPr lang="zh-CN" altLang="en-US" dirty="0"/>
              <a:t>示例</a:t>
            </a:r>
          </a:p>
        </p:txBody>
      </p:sp>
      <p:sp>
        <p:nvSpPr>
          <p:cNvPr id="43" name="Rectangle 3"/>
          <p:cNvSpPr txBox="1">
            <a:spLocks noChangeArrowheads="1"/>
          </p:cNvSpPr>
          <p:nvPr/>
        </p:nvSpPr>
        <p:spPr>
          <a:xfrm>
            <a:off x="261600" y="1975294"/>
            <a:ext cx="4996200" cy="691707"/>
          </a:xfrm>
          <a:prstGeom prst="rect">
            <a:avLst/>
          </a:prstGeom>
        </p:spPr>
        <p:txBody>
          <a:bodyPr>
            <a:normAutofit/>
          </a:bodyPr>
          <a:lstStyle>
            <a:lvl1pPr marL="365760" indent="-283464" algn="l" rtl="0" eaLnBrk="1" latinLnBrk="0" hangingPunct="1">
              <a:lnSpc>
                <a:spcPct val="130000"/>
              </a:lnSpc>
              <a:spcBef>
                <a:spcPts val="0"/>
              </a:spcBef>
              <a:buClr>
                <a:schemeClr val="accent1"/>
              </a:buClr>
              <a:buSzPct val="80000"/>
              <a:buFont typeface="Wingdings 2"/>
              <a:buChar char=""/>
              <a:defRPr kumimoji="0" sz="2800" kern="1200" baseline="0">
                <a:solidFill>
                  <a:schemeClr val="tx1"/>
                </a:solidFill>
                <a:latin typeface="Times New Roman" pitchFamily="18" charset="0"/>
                <a:ea typeface="华文细黑" pitchFamily="2" charset="-122"/>
                <a:cs typeface="+mn-cs"/>
              </a:defRPr>
            </a:lvl1pPr>
            <a:lvl2pPr marL="640080" indent="-237744" algn="l" rtl="0" eaLnBrk="1" latinLnBrk="0" hangingPunct="1">
              <a:lnSpc>
                <a:spcPct val="130000"/>
              </a:lnSpc>
              <a:spcBef>
                <a:spcPts val="0"/>
              </a:spcBef>
              <a:buClr>
                <a:schemeClr val="accent1"/>
              </a:buClr>
              <a:buFont typeface="Verdana"/>
              <a:buChar char="◦"/>
              <a:defRPr kumimoji="0" sz="2400" kern="1200" baseline="0">
                <a:solidFill>
                  <a:schemeClr val="tx1"/>
                </a:solidFill>
                <a:latin typeface="Times New Roman" pitchFamily="18" charset="0"/>
                <a:ea typeface="华文细黑" pitchFamily="2" charset="-122"/>
                <a:cs typeface="+mn-cs"/>
              </a:defRPr>
            </a:lvl2pPr>
            <a:lvl3pPr marL="886968" indent="-228600" algn="l" rtl="0" eaLnBrk="1" latinLnBrk="0" hangingPunct="1">
              <a:lnSpc>
                <a:spcPct val="130000"/>
              </a:lnSpc>
              <a:spcBef>
                <a:spcPts val="0"/>
              </a:spcBef>
              <a:buClr>
                <a:schemeClr val="accent2"/>
              </a:buClr>
              <a:buFont typeface="Wingdings 2"/>
              <a:buChar char=""/>
              <a:defRPr kumimoji="0" sz="2000" kern="1200" baseline="0">
                <a:solidFill>
                  <a:schemeClr val="tx1"/>
                </a:solidFill>
                <a:latin typeface="Times New Roman" pitchFamily="18" charset="0"/>
                <a:ea typeface="华文细黑" pitchFamily="2" charset="-122"/>
                <a:cs typeface="+mn-cs"/>
              </a:defRPr>
            </a:lvl3pPr>
            <a:lvl4pPr marL="1097280" indent="-173736" algn="l" rtl="0" eaLnBrk="1" latinLnBrk="0" hangingPunct="1">
              <a:lnSpc>
                <a:spcPct val="130000"/>
              </a:lnSpc>
              <a:spcBef>
                <a:spcPts val="0"/>
              </a:spcBef>
              <a:buClr>
                <a:schemeClr val="accent3"/>
              </a:buClr>
              <a:buFont typeface="Wingdings 2"/>
              <a:buChar char=""/>
              <a:defRPr kumimoji="0" sz="1800" kern="1200" baseline="0">
                <a:solidFill>
                  <a:schemeClr val="tx1"/>
                </a:solidFill>
                <a:latin typeface="Times New Roman" pitchFamily="18" charset="0"/>
                <a:ea typeface="华文细黑" pitchFamily="2" charset="-122"/>
                <a:cs typeface="+mn-cs"/>
              </a:defRPr>
            </a:lvl4pPr>
            <a:lvl5pPr marL="1298448" indent="-182880" algn="l" rtl="0" eaLnBrk="1" latinLnBrk="0" hangingPunct="1">
              <a:lnSpc>
                <a:spcPct val="130000"/>
              </a:lnSpc>
              <a:spcBef>
                <a:spcPts val="0"/>
              </a:spcBef>
              <a:buClr>
                <a:schemeClr val="accent4"/>
              </a:buClr>
              <a:buFont typeface="Wingdings 2"/>
              <a:buChar char=""/>
              <a:defRPr kumimoji="0" sz="1800" kern="1200" baseline="0">
                <a:solidFill>
                  <a:schemeClr val="tx1"/>
                </a:solidFill>
                <a:latin typeface="Times New Roman" pitchFamily="18" charset="0"/>
                <a:ea typeface="华文细黑" pitchFamily="2" charset="-122"/>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296" indent="0">
              <a:buNone/>
            </a:pPr>
            <a:r>
              <a:rPr lang="en-US" altLang="zh-CN" sz="2400" dirty="0">
                <a:latin typeface="华文细黑" pitchFamily="2" charset="-122"/>
              </a:rPr>
              <a:t>2. </a:t>
            </a:r>
            <a:r>
              <a:rPr lang="zh-CN" altLang="en-US" sz="2400" dirty="0">
                <a:latin typeface="华文细黑" pitchFamily="2" charset="-122"/>
              </a:rPr>
              <a:t>将最邻近的两个簇聚为一个簇；</a:t>
            </a:r>
            <a:endParaRPr lang="zh-CN" altLang="en-US" sz="2000" dirty="0">
              <a:latin typeface="华文细黑" pitchFamily="2" charset="-122"/>
            </a:endParaRPr>
          </a:p>
        </p:txBody>
      </p:sp>
      <p:sp>
        <p:nvSpPr>
          <p:cNvPr id="44" name="Rectangle 3"/>
          <p:cNvSpPr txBox="1">
            <a:spLocks noChangeArrowheads="1"/>
          </p:cNvSpPr>
          <p:nvPr/>
        </p:nvSpPr>
        <p:spPr>
          <a:xfrm>
            <a:off x="261600" y="1518094"/>
            <a:ext cx="5010000" cy="691707"/>
          </a:xfrm>
          <a:prstGeom prst="rect">
            <a:avLst/>
          </a:prstGeom>
        </p:spPr>
        <p:txBody>
          <a:bodyPr>
            <a:normAutofit/>
          </a:bodyPr>
          <a:lstStyle>
            <a:lvl1pPr marL="365760" indent="-283464" algn="l" rtl="0" eaLnBrk="1" latinLnBrk="0" hangingPunct="1">
              <a:lnSpc>
                <a:spcPct val="130000"/>
              </a:lnSpc>
              <a:spcBef>
                <a:spcPts val="0"/>
              </a:spcBef>
              <a:buClr>
                <a:schemeClr val="accent1"/>
              </a:buClr>
              <a:buSzPct val="80000"/>
              <a:buFont typeface="Wingdings 2"/>
              <a:buChar char=""/>
              <a:defRPr kumimoji="0" sz="2800" kern="1200" baseline="0">
                <a:solidFill>
                  <a:schemeClr val="tx1"/>
                </a:solidFill>
                <a:latin typeface="Times New Roman" pitchFamily="18" charset="0"/>
                <a:ea typeface="华文细黑" pitchFamily="2" charset="-122"/>
                <a:cs typeface="+mn-cs"/>
              </a:defRPr>
            </a:lvl1pPr>
            <a:lvl2pPr marL="640080" indent="-237744" algn="l" rtl="0" eaLnBrk="1" latinLnBrk="0" hangingPunct="1">
              <a:lnSpc>
                <a:spcPct val="130000"/>
              </a:lnSpc>
              <a:spcBef>
                <a:spcPts val="0"/>
              </a:spcBef>
              <a:buClr>
                <a:schemeClr val="accent1"/>
              </a:buClr>
              <a:buFont typeface="Verdana"/>
              <a:buChar char="◦"/>
              <a:defRPr kumimoji="0" sz="2400" kern="1200" baseline="0">
                <a:solidFill>
                  <a:schemeClr val="tx1"/>
                </a:solidFill>
                <a:latin typeface="Times New Roman" pitchFamily="18" charset="0"/>
                <a:ea typeface="华文细黑" pitchFamily="2" charset="-122"/>
                <a:cs typeface="+mn-cs"/>
              </a:defRPr>
            </a:lvl2pPr>
            <a:lvl3pPr marL="886968" indent="-228600" algn="l" rtl="0" eaLnBrk="1" latinLnBrk="0" hangingPunct="1">
              <a:lnSpc>
                <a:spcPct val="130000"/>
              </a:lnSpc>
              <a:spcBef>
                <a:spcPts val="0"/>
              </a:spcBef>
              <a:buClr>
                <a:schemeClr val="accent2"/>
              </a:buClr>
              <a:buFont typeface="Wingdings 2"/>
              <a:buChar char=""/>
              <a:defRPr kumimoji="0" sz="2000" kern="1200" baseline="0">
                <a:solidFill>
                  <a:schemeClr val="tx1"/>
                </a:solidFill>
                <a:latin typeface="Times New Roman" pitchFamily="18" charset="0"/>
                <a:ea typeface="华文细黑" pitchFamily="2" charset="-122"/>
                <a:cs typeface="+mn-cs"/>
              </a:defRPr>
            </a:lvl3pPr>
            <a:lvl4pPr marL="1097280" indent="-173736" algn="l" rtl="0" eaLnBrk="1" latinLnBrk="0" hangingPunct="1">
              <a:lnSpc>
                <a:spcPct val="130000"/>
              </a:lnSpc>
              <a:spcBef>
                <a:spcPts val="0"/>
              </a:spcBef>
              <a:buClr>
                <a:schemeClr val="accent3"/>
              </a:buClr>
              <a:buFont typeface="Wingdings 2"/>
              <a:buChar char=""/>
              <a:defRPr kumimoji="0" sz="1800" kern="1200" baseline="0">
                <a:solidFill>
                  <a:schemeClr val="tx1"/>
                </a:solidFill>
                <a:latin typeface="Times New Roman" pitchFamily="18" charset="0"/>
                <a:ea typeface="华文细黑" pitchFamily="2" charset="-122"/>
                <a:cs typeface="+mn-cs"/>
              </a:defRPr>
            </a:lvl4pPr>
            <a:lvl5pPr marL="1298448" indent="-182880" algn="l" rtl="0" eaLnBrk="1" latinLnBrk="0" hangingPunct="1">
              <a:lnSpc>
                <a:spcPct val="130000"/>
              </a:lnSpc>
              <a:spcBef>
                <a:spcPts val="0"/>
              </a:spcBef>
              <a:buClr>
                <a:schemeClr val="accent4"/>
              </a:buClr>
              <a:buFont typeface="Wingdings 2"/>
              <a:buChar char=""/>
              <a:defRPr kumimoji="0" sz="1800" kern="1200" baseline="0">
                <a:solidFill>
                  <a:schemeClr val="tx1"/>
                </a:solidFill>
                <a:latin typeface="Times New Roman" pitchFamily="18" charset="0"/>
                <a:ea typeface="华文细黑" pitchFamily="2" charset="-122"/>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296" indent="0">
              <a:buNone/>
            </a:pPr>
            <a:r>
              <a:rPr lang="en-US" altLang="zh-CN" sz="2400">
                <a:latin typeface="华文细黑" pitchFamily="2" charset="-122"/>
              </a:rPr>
              <a:t>1. </a:t>
            </a:r>
            <a:r>
              <a:rPr lang="zh-CN" altLang="en-US" sz="2400">
                <a:latin typeface="华文细黑" pitchFamily="2" charset="-122"/>
              </a:rPr>
              <a:t>将每单个数据聚为一个簇；</a:t>
            </a:r>
            <a:endParaRPr lang="zh-CN" altLang="en-US" sz="2000" dirty="0">
              <a:latin typeface="华文细黑" pitchFamily="2" charset="-122"/>
            </a:endParaRPr>
          </a:p>
        </p:txBody>
      </p:sp>
      <p:pic>
        <p:nvPicPr>
          <p:cNvPr id="47" name="图片 46"/>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5277024" y="3429000"/>
            <a:ext cx="3790777" cy="2706584"/>
          </a:xfrm>
          <a:prstGeom prst="rect">
            <a:avLst/>
          </a:prstGeom>
          <a:noFill/>
        </p:spPr>
      </p:pic>
      <p:pic>
        <p:nvPicPr>
          <p:cNvPr id="48" name="图片 4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141600" y="3352801"/>
            <a:ext cx="5040000" cy="2772379"/>
          </a:xfrm>
          <a:prstGeom prst="rect">
            <a:avLst/>
          </a:prstGeom>
          <a:noFill/>
          <a:ln>
            <a:noFill/>
          </a:ln>
        </p:spPr>
      </p:pic>
      <p:graphicFrame>
        <p:nvGraphicFramePr>
          <p:cNvPr id="49" name="表格 48"/>
          <p:cNvGraphicFramePr>
            <a:graphicFrameLocks noGrp="1"/>
          </p:cNvGraphicFramePr>
          <p:nvPr/>
        </p:nvGraphicFramePr>
        <p:xfrm>
          <a:off x="7620000" y="699136"/>
          <a:ext cx="1333500" cy="2501265"/>
        </p:xfrm>
        <a:graphic>
          <a:graphicData uri="http://schemas.openxmlformats.org/drawingml/2006/table">
            <a:tbl>
              <a:tblPr>
                <a:tableStyleId>{5C22544A-7EE6-4342-B048-85BDC9FD1C3A}</a:tableStyleId>
              </a:tblPr>
              <a:tblGrid>
                <a:gridCol w="521804">
                  <a:extLst>
                    <a:ext uri="{9D8B030D-6E8A-4147-A177-3AD203B41FA5}">
                      <a16:colId xmlns:a16="http://schemas.microsoft.com/office/drawing/2014/main" val="20000"/>
                    </a:ext>
                  </a:extLst>
                </a:gridCol>
                <a:gridCol w="405848">
                  <a:extLst>
                    <a:ext uri="{9D8B030D-6E8A-4147-A177-3AD203B41FA5}">
                      <a16:colId xmlns:a16="http://schemas.microsoft.com/office/drawing/2014/main" val="20001"/>
                    </a:ext>
                  </a:extLst>
                </a:gridCol>
                <a:gridCol w="405848">
                  <a:extLst>
                    <a:ext uri="{9D8B030D-6E8A-4147-A177-3AD203B41FA5}">
                      <a16:colId xmlns:a16="http://schemas.microsoft.com/office/drawing/2014/main" val="20002"/>
                    </a:ext>
                  </a:extLst>
                </a:gridCol>
              </a:tblGrid>
              <a:tr h="190500">
                <a:tc>
                  <a:txBody>
                    <a:bodyPr/>
                    <a:lstStyle/>
                    <a:p>
                      <a:pPr algn="ctr" fontAlgn="ctr"/>
                      <a:r>
                        <a:rPr lang="en-US" sz="1200" b="1" i="1" u="none" strike="noStrike" dirty="0" err="1">
                          <a:effectLst/>
                          <a:latin typeface="Times New Roman" pitchFamily="18" charset="0"/>
                          <a:cs typeface="Times New Roman" pitchFamily="18" charset="0"/>
                        </a:rPr>
                        <a:t>pt</a:t>
                      </a:r>
                      <a:endParaRPr lang="en-US" sz="1200" b="1" i="1"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i="1" u="none" strike="noStrike" dirty="0">
                          <a:effectLst/>
                          <a:latin typeface="Times New Roman" pitchFamily="18" charset="0"/>
                          <a:cs typeface="Times New Roman" pitchFamily="18" charset="0"/>
                        </a:rPr>
                        <a:t>x</a:t>
                      </a:r>
                      <a:endParaRPr lang="en-US" sz="1200" b="1" i="1"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i="1" u="none" strike="noStrike" dirty="0">
                          <a:effectLst/>
                          <a:latin typeface="Times New Roman" pitchFamily="18" charset="0"/>
                          <a:cs typeface="Times New Roman" pitchFamily="18" charset="0"/>
                        </a:rPr>
                        <a:t>y</a:t>
                      </a:r>
                      <a:endParaRPr lang="en-US" sz="1200" b="1" i="1"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90500">
                <a:tc>
                  <a:txBody>
                    <a:bodyPr/>
                    <a:lstStyle/>
                    <a:p>
                      <a:pPr algn="l" fontAlgn="ctr"/>
                      <a:r>
                        <a:rPr lang="en-US" sz="1200" u="none" strike="noStrike">
                          <a:effectLst/>
                          <a:latin typeface="Times New Roman" pitchFamily="18" charset="0"/>
                          <a:cs typeface="Times New Roman" pitchFamily="18" charset="0"/>
                        </a:rPr>
                        <a:t>p1</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18</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22</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90500">
                <a:tc>
                  <a:txBody>
                    <a:bodyPr/>
                    <a:lstStyle/>
                    <a:p>
                      <a:pPr algn="l" fontAlgn="ctr"/>
                      <a:r>
                        <a:rPr lang="en-US" sz="1200" u="none" strike="noStrike">
                          <a:effectLst/>
                          <a:latin typeface="Times New Roman" pitchFamily="18" charset="0"/>
                          <a:cs typeface="Times New Roman" pitchFamily="18" charset="0"/>
                        </a:rPr>
                        <a:t>p2</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21</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22</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90500">
                <a:tc>
                  <a:txBody>
                    <a:bodyPr/>
                    <a:lstStyle/>
                    <a:p>
                      <a:pPr algn="l" fontAlgn="ctr"/>
                      <a:r>
                        <a:rPr lang="en-US" sz="1200" u="none" strike="noStrike">
                          <a:effectLst/>
                          <a:latin typeface="Times New Roman" pitchFamily="18" charset="0"/>
                          <a:cs typeface="Times New Roman" pitchFamily="18" charset="0"/>
                        </a:rPr>
                        <a:t>p3</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18</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17</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90500">
                <a:tc>
                  <a:txBody>
                    <a:bodyPr/>
                    <a:lstStyle/>
                    <a:p>
                      <a:pPr algn="l" fontAlgn="ctr"/>
                      <a:r>
                        <a:rPr lang="en-US" sz="1200" u="none" strike="noStrike">
                          <a:effectLst/>
                          <a:latin typeface="Times New Roman" pitchFamily="18" charset="0"/>
                          <a:cs typeface="Times New Roman" pitchFamily="18" charset="0"/>
                        </a:rPr>
                        <a:t>p4</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36</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22</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90500">
                <a:tc>
                  <a:txBody>
                    <a:bodyPr/>
                    <a:lstStyle/>
                    <a:p>
                      <a:pPr algn="l" fontAlgn="ctr"/>
                      <a:r>
                        <a:rPr lang="en-US" sz="1200" u="none" strike="noStrike">
                          <a:effectLst/>
                          <a:latin typeface="Times New Roman" pitchFamily="18" charset="0"/>
                          <a:cs typeface="Times New Roman" pitchFamily="18" charset="0"/>
                        </a:rPr>
                        <a:t>p5</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34</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20</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90500">
                <a:tc>
                  <a:txBody>
                    <a:bodyPr/>
                    <a:lstStyle/>
                    <a:p>
                      <a:pPr algn="l" fontAlgn="ctr"/>
                      <a:r>
                        <a:rPr lang="en-US" sz="1200" u="none" strike="noStrike">
                          <a:effectLst/>
                          <a:latin typeface="Times New Roman" pitchFamily="18" charset="0"/>
                          <a:cs typeface="Times New Roman" pitchFamily="18" charset="0"/>
                        </a:rPr>
                        <a:t>p6</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35</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15</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90500">
                <a:tc>
                  <a:txBody>
                    <a:bodyPr/>
                    <a:lstStyle/>
                    <a:p>
                      <a:pPr algn="l" fontAlgn="ctr"/>
                      <a:r>
                        <a:rPr lang="en-US" sz="1200" u="none" strike="noStrike">
                          <a:effectLst/>
                          <a:latin typeface="Times New Roman" pitchFamily="18" charset="0"/>
                          <a:cs typeface="Times New Roman" pitchFamily="18" charset="0"/>
                        </a:rPr>
                        <a:t>p7</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14</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11</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90500">
                <a:tc>
                  <a:txBody>
                    <a:bodyPr/>
                    <a:lstStyle/>
                    <a:p>
                      <a:pPr algn="l" fontAlgn="ctr"/>
                      <a:r>
                        <a:rPr lang="en-US" sz="1200" u="none" strike="noStrike">
                          <a:effectLst/>
                          <a:latin typeface="Times New Roman" pitchFamily="18" charset="0"/>
                          <a:cs typeface="Times New Roman" pitchFamily="18" charset="0"/>
                        </a:rPr>
                        <a:t>p8</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13</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10</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190500">
                <a:tc>
                  <a:txBody>
                    <a:bodyPr/>
                    <a:lstStyle/>
                    <a:p>
                      <a:pPr algn="l" fontAlgn="ctr"/>
                      <a:r>
                        <a:rPr lang="en-US" sz="1200" u="none" strike="noStrike">
                          <a:effectLst/>
                          <a:latin typeface="Times New Roman" pitchFamily="18" charset="0"/>
                          <a:cs typeface="Times New Roman" pitchFamily="18" charset="0"/>
                        </a:rPr>
                        <a:t>p9</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16</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5</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90500">
                <a:tc>
                  <a:txBody>
                    <a:bodyPr/>
                    <a:lstStyle/>
                    <a:p>
                      <a:pPr algn="l" fontAlgn="ctr"/>
                      <a:r>
                        <a:rPr lang="en-US" sz="1200" u="none" strike="noStrike">
                          <a:effectLst/>
                          <a:latin typeface="Times New Roman" pitchFamily="18" charset="0"/>
                          <a:cs typeface="Times New Roman" pitchFamily="18" charset="0"/>
                        </a:rPr>
                        <a:t>p10</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19</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4</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190500">
                <a:tc>
                  <a:txBody>
                    <a:bodyPr/>
                    <a:lstStyle/>
                    <a:p>
                      <a:pPr algn="l" fontAlgn="ctr"/>
                      <a:r>
                        <a:rPr lang="en-US" sz="1200" u="none" strike="noStrike">
                          <a:effectLst/>
                          <a:latin typeface="Times New Roman" pitchFamily="18" charset="0"/>
                          <a:cs typeface="Times New Roman" pitchFamily="18" charset="0"/>
                        </a:rPr>
                        <a:t>p11</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30</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7</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190500">
                <a:tc>
                  <a:txBody>
                    <a:bodyPr/>
                    <a:lstStyle/>
                    <a:p>
                      <a:pPr algn="l" fontAlgn="ctr"/>
                      <a:r>
                        <a:rPr lang="en-US" sz="1200" u="none" strike="noStrike">
                          <a:effectLst/>
                          <a:latin typeface="Times New Roman" pitchFamily="18" charset="0"/>
                          <a:cs typeface="Times New Roman" pitchFamily="18" charset="0"/>
                        </a:rPr>
                        <a:t>p12</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31</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dirty="0">
                          <a:effectLst/>
                          <a:latin typeface="Times New Roman" pitchFamily="18" charset="0"/>
                          <a:cs typeface="Times New Roman" pitchFamily="18" charset="0"/>
                        </a:rPr>
                        <a:t>4</a:t>
                      </a:r>
                      <a:endParaRPr lang="en-US" altLang="zh-CN" sz="12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50" name="Rectangle 3"/>
          <p:cNvSpPr txBox="1">
            <a:spLocks noChangeArrowheads="1"/>
          </p:cNvSpPr>
          <p:nvPr/>
        </p:nvSpPr>
        <p:spPr>
          <a:xfrm>
            <a:off x="304800" y="2432494"/>
            <a:ext cx="4996200" cy="691707"/>
          </a:xfrm>
          <a:prstGeom prst="rect">
            <a:avLst/>
          </a:prstGeom>
        </p:spPr>
        <p:txBody>
          <a:bodyPr>
            <a:normAutofit/>
          </a:bodyPr>
          <a:lstStyle>
            <a:lvl1pPr marL="365760" indent="-283464" algn="l" rtl="0" eaLnBrk="1" latinLnBrk="0" hangingPunct="1">
              <a:lnSpc>
                <a:spcPct val="130000"/>
              </a:lnSpc>
              <a:spcBef>
                <a:spcPts val="0"/>
              </a:spcBef>
              <a:buClr>
                <a:schemeClr val="accent1"/>
              </a:buClr>
              <a:buSzPct val="80000"/>
              <a:buFont typeface="Wingdings 2"/>
              <a:buChar char=""/>
              <a:defRPr kumimoji="0" sz="2800" kern="1200" baseline="0">
                <a:solidFill>
                  <a:schemeClr val="tx1"/>
                </a:solidFill>
                <a:latin typeface="Times New Roman" pitchFamily="18" charset="0"/>
                <a:ea typeface="华文细黑" pitchFamily="2" charset="-122"/>
                <a:cs typeface="+mn-cs"/>
              </a:defRPr>
            </a:lvl1pPr>
            <a:lvl2pPr marL="640080" indent="-237744" algn="l" rtl="0" eaLnBrk="1" latinLnBrk="0" hangingPunct="1">
              <a:lnSpc>
                <a:spcPct val="130000"/>
              </a:lnSpc>
              <a:spcBef>
                <a:spcPts val="0"/>
              </a:spcBef>
              <a:buClr>
                <a:schemeClr val="accent1"/>
              </a:buClr>
              <a:buFont typeface="Verdana"/>
              <a:buChar char="◦"/>
              <a:defRPr kumimoji="0" sz="2400" kern="1200" baseline="0">
                <a:solidFill>
                  <a:schemeClr val="tx1"/>
                </a:solidFill>
                <a:latin typeface="Times New Roman" pitchFamily="18" charset="0"/>
                <a:ea typeface="华文细黑" pitchFamily="2" charset="-122"/>
                <a:cs typeface="+mn-cs"/>
              </a:defRPr>
            </a:lvl2pPr>
            <a:lvl3pPr marL="886968" indent="-228600" algn="l" rtl="0" eaLnBrk="1" latinLnBrk="0" hangingPunct="1">
              <a:lnSpc>
                <a:spcPct val="130000"/>
              </a:lnSpc>
              <a:spcBef>
                <a:spcPts val="0"/>
              </a:spcBef>
              <a:buClr>
                <a:schemeClr val="accent2"/>
              </a:buClr>
              <a:buFont typeface="Wingdings 2"/>
              <a:buChar char=""/>
              <a:defRPr kumimoji="0" sz="2000" kern="1200" baseline="0">
                <a:solidFill>
                  <a:schemeClr val="tx1"/>
                </a:solidFill>
                <a:latin typeface="Times New Roman" pitchFamily="18" charset="0"/>
                <a:ea typeface="华文细黑" pitchFamily="2" charset="-122"/>
                <a:cs typeface="+mn-cs"/>
              </a:defRPr>
            </a:lvl3pPr>
            <a:lvl4pPr marL="1097280" indent="-173736" algn="l" rtl="0" eaLnBrk="1" latinLnBrk="0" hangingPunct="1">
              <a:lnSpc>
                <a:spcPct val="130000"/>
              </a:lnSpc>
              <a:spcBef>
                <a:spcPts val="0"/>
              </a:spcBef>
              <a:buClr>
                <a:schemeClr val="accent3"/>
              </a:buClr>
              <a:buFont typeface="Wingdings 2"/>
              <a:buChar char=""/>
              <a:defRPr kumimoji="0" sz="1800" kern="1200" baseline="0">
                <a:solidFill>
                  <a:schemeClr val="tx1"/>
                </a:solidFill>
                <a:latin typeface="Times New Roman" pitchFamily="18" charset="0"/>
                <a:ea typeface="华文细黑" pitchFamily="2" charset="-122"/>
                <a:cs typeface="+mn-cs"/>
              </a:defRPr>
            </a:lvl4pPr>
            <a:lvl5pPr marL="1298448" indent="-182880" algn="l" rtl="0" eaLnBrk="1" latinLnBrk="0" hangingPunct="1">
              <a:lnSpc>
                <a:spcPct val="130000"/>
              </a:lnSpc>
              <a:spcBef>
                <a:spcPts val="0"/>
              </a:spcBef>
              <a:buClr>
                <a:schemeClr val="accent4"/>
              </a:buClr>
              <a:buFont typeface="Wingdings 2"/>
              <a:buChar char=""/>
              <a:defRPr kumimoji="0" sz="1800" kern="1200" baseline="0">
                <a:solidFill>
                  <a:schemeClr val="tx1"/>
                </a:solidFill>
                <a:latin typeface="Times New Roman" pitchFamily="18" charset="0"/>
                <a:ea typeface="华文细黑" pitchFamily="2" charset="-122"/>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296" indent="0">
              <a:buNone/>
            </a:pPr>
            <a:r>
              <a:rPr lang="en-US" altLang="zh-CN" sz="2400" dirty="0">
                <a:latin typeface="华文细黑" pitchFamily="2" charset="-122"/>
              </a:rPr>
              <a:t>3. </a:t>
            </a:r>
            <a:r>
              <a:rPr lang="zh-CN" altLang="en-US" sz="2400" dirty="0">
                <a:latin typeface="华文细黑" pitchFamily="2" charset="-122"/>
              </a:rPr>
              <a:t>迭代进行，直至聚类为一个簇。</a:t>
            </a:r>
            <a:endParaRPr lang="zh-CN" altLang="en-US" sz="2000" dirty="0">
              <a:latin typeface="华文细黑" pitchFamily="2" charset="-122"/>
            </a:endParaRPr>
          </a:p>
        </p:txBody>
      </p:sp>
    </p:spTree>
    <p:extLst>
      <p:ext uri="{BB962C8B-B14F-4D97-AF65-F5344CB8AC3E}">
        <p14:creationId xmlns:p14="http://schemas.microsoft.com/office/powerpoint/2010/main" val="4187835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wipe(down)">
                                      <p:cBhvr>
                                        <p:cTn id="12" dur="500"/>
                                        <p:tgtEl>
                                          <p:spTgt spid="4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fade">
                                      <p:cBhvr>
                                        <p:cTn id="1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5277001" y="3429000"/>
            <a:ext cx="3790777" cy="2706584"/>
          </a:xfrm>
          <a:prstGeom prst="rect">
            <a:avLst/>
          </a:prstGeom>
          <a:noFill/>
        </p:spPr>
      </p:pic>
      <p:sp>
        <p:nvSpPr>
          <p:cNvPr id="1722370" name="Rectangle 2"/>
          <p:cNvSpPr>
            <a:spLocks noGrp="1" noChangeArrowheads="1"/>
          </p:cNvSpPr>
          <p:nvPr>
            <p:ph type="title"/>
          </p:nvPr>
        </p:nvSpPr>
        <p:spPr/>
        <p:txBody>
          <a:bodyPr/>
          <a:lstStyle/>
          <a:p>
            <a:r>
              <a:rPr lang="zh-CN" altLang="en-US" dirty="0"/>
              <a:t>示例</a:t>
            </a:r>
          </a:p>
        </p:txBody>
      </p:sp>
      <p:pic>
        <p:nvPicPr>
          <p:cNvPr id="13" name="图片 12"/>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141600" y="3352801"/>
            <a:ext cx="5040000" cy="2772379"/>
          </a:xfrm>
          <a:prstGeom prst="rect">
            <a:avLst/>
          </a:prstGeom>
          <a:noFill/>
          <a:ln>
            <a:noFill/>
          </a:ln>
        </p:spPr>
      </p:pic>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2819400" y="1143001"/>
            <a:ext cx="3348000" cy="1739465"/>
          </a:xfrm>
          <a:prstGeom prst="rect">
            <a:avLst/>
          </a:prstGeom>
          <a:noFill/>
          <a:ln>
            <a:noFill/>
          </a:ln>
        </p:spPr>
      </p:pic>
      <p:pic>
        <p:nvPicPr>
          <p:cNvPr id="10" name="图片 9"/>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141600" y="3352805"/>
            <a:ext cx="5040000" cy="2772374"/>
          </a:xfrm>
          <a:prstGeom prst="rect">
            <a:avLst/>
          </a:prstGeom>
          <a:noFill/>
          <a:ln>
            <a:noFill/>
          </a:ln>
        </p:spPr>
      </p:pic>
      <p:pic>
        <p:nvPicPr>
          <p:cNvPr id="11" name="图片 10"/>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5277000" y="3446746"/>
            <a:ext cx="3790800" cy="2688839"/>
          </a:xfrm>
          <a:prstGeom prst="rect">
            <a:avLst/>
          </a:prstGeom>
          <a:noFill/>
          <a:ln>
            <a:noFill/>
          </a:ln>
        </p:spPr>
      </p:pic>
      <p:graphicFrame>
        <p:nvGraphicFramePr>
          <p:cNvPr id="12" name="表格 11"/>
          <p:cNvGraphicFramePr>
            <a:graphicFrameLocks noGrp="1"/>
          </p:cNvGraphicFramePr>
          <p:nvPr/>
        </p:nvGraphicFramePr>
        <p:xfrm>
          <a:off x="7620000" y="699136"/>
          <a:ext cx="1333500" cy="2501265"/>
        </p:xfrm>
        <a:graphic>
          <a:graphicData uri="http://schemas.openxmlformats.org/drawingml/2006/table">
            <a:tbl>
              <a:tblPr>
                <a:tableStyleId>{5C22544A-7EE6-4342-B048-85BDC9FD1C3A}</a:tableStyleId>
              </a:tblPr>
              <a:tblGrid>
                <a:gridCol w="521804">
                  <a:extLst>
                    <a:ext uri="{9D8B030D-6E8A-4147-A177-3AD203B41FA5}">
                      <a16:colId xmlns:a16="http://schemas.microsoft.com/office/drawing/2014/main" val="20000"/>
                    </a:ext>
                  </a:extLst>
                </a:gridCol>
                <a:gridCol w="405848">
                  <a:extLst>
                    <a:ext uri="{9D8B030D-6E8A-4147-A177-3AD203B41FA5}">
                      <a16:colId xmlns:a16="http://schemas.microsoft.com/office/drawing/2014/main" val="20001"/>
                    </a:ext>
                  </a:extLst>
                </a:gridCol>
                <a:gridCol w="405848">
                  <a:extLst>
                    <a:ext uri="{9D8B030D-6E8A-4147-A177-3AD203B41FA5}">
                      <a16:colId xmlns:a16="http://schemas.microsoft.com/office/drawing/2014/main" val="20002"/>
                    </a:ext>
                  </a:extLst>
                </a:gridCol>
              </a:tblGrid>
              <a:tr h="190500">
                <a:tc>
                  <a:txBody>
                    <a:bodyPr/>
                    <a:lstStyle/>
                    <a:p>
                      <a:pPr algn="ctr" fontAlgn="ctr"/>
                      <a:r>
                        <a:rPr lang="en-US" sz="1200" b="1" i="1" u="none" strike="noStrike" dirty="0" err="1">
                          <a:effectLst/>
                          <a:latin typeface="Times New Roman" pitchFamily="18" charset="0"/>
                          <a:cs typeface="Times New Roman" pitchFamily="18" charset="0"/>
                        </a:rPr>
                        <a:t>pt</a:t>
                      </a:r>
                      <a:endParaRPr lang="en-US" sz="1200" b="1" i="1"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i="1" u="none" strike="noStrike" dirty="0">
                          <a:effectLst/>
                          <a:latin typeface="Times New Roman" pitchFamily="18" charset="0"/>
                          <a:cs typeface="Times New Roman" pitchFamily="18" charset="0"/>
                        </a:rPr>
                        <a:t>x</a:t>
                      </a:r>
                      <a:endParaRPr lang="en-US" sz="1200" b="1" i="1"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i="1" u="none" strike="noStrike" dirty="0">
                          <a:effectLst/>
                          <a:latin typeface="Times New Roman" pitchFamily="18" charset="0"/>
                          <a:cs typeface="Times New Roman" pitchFamily="18" charset="0"/>
                        </a:rPr>
                        <a:t>y</a:t>
                      </a:r>
                      <a:endParaRPr lang="en-US" sz="1200" b="1" i="1"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90500">
                <a:tc>
                  <a:txBody>
                    <a:bodyPr/>
                    <a:lstStyle/>
                    <a:p>
                      <a:pPr algn="l" fontAlgn="ctr"/>
                      <a:r>
                        <a:rPr lang="en-US" sz="1200" u="none" strike="noStrike">
                          <a:effectLst/>
                          <a:latin typeface="Times New Roman" pitchFamily="18" charset="0"/>
                          <a:cs typeface="Times New Roman" pitchFamily="18" charset="0"/>
                        </a:rPr>
                        <a:t>p1</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18</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22</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90500">
                <a:tc>
                  <a:txBody>
                    <a:bodyPr/>
                    <a:lstStyle/>
                    <a:p>
                      <a:pPr algn="l" fontAlgn="ctr"/>
                      <a:r>
                        <a:rPr lang="en-US" sz="1200" u="none" strike="noStrike">
                          <a:effectLst/>
                          <a:latin typeface="Times New Roman" pitchFamily="18" charset="0"/>
                          <a:cs typeface="Times New Roman" pitchFamily="18" charset="0"/>
                        </a:rPr>
                        <a:t>p2</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21</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22</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90500">
                <a:tc>
                  <a:txBody>
                    <a:bodyPr/>
                    <a:lstStyle/>
                    <a:p>
                      <a:pPr algn="l" fontAlgn="ctr"/>
                      <a:r>
                        <a:rPr lang="en-US" sz="1200" u="none" strike="noStrike">
                          <a:effectLst/>
                          <a:latin typeface="Times New Roman" pitchFamily="18" charset="0"/>
                          <a:cs typeface="Times New Roman" pitchFamily="18" charset="0"/>
                        </a:rPr>
                        <a:t>p3</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18</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17</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90500">
                <a:tc>
                  <a:txBody>
                    <a:bodyPr/>
                    <a:lstStyle/>
                    <a:p>
                      <a:pPr algn="l" fontAlgn="ctr"/>
                      <a:r>
                        <a:rPr lang="en-US" sz="1200" u="none" strike="noStrike">
                          <a:effectLst/>
                          <a:latin typeface="Times New Roman" pitchFamily="18" charset="0"/>
                          <a:cs typeface="Times New Roman" pitchFamily="18" charset="0"/>
                        </a:rPr>
                        <a:t>p4</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36</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22</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90500">
                <a:tc>
                  <a:txBody>
                    <a:bodyPr/>
                    <a:lstStyle/>
                    <a:p>
                      <a:pPr algn="l" fontAlgn="ctr"/>
                      <a:r>
                        <a:rPr lang="en-US" sz="1200" u="none" strike="noStrike">
                          <a:effectLst/>
                          <a:latin typeface="Times New Roman" pitchFamily="18" charset="0"/>
                          <a:cs typeface="Times New Roman" pitchFamily="18" charset="0"/>
                        </a:rPr>
                        <a:t>p5</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34</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20</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90500">
                <a:tc>
                  <a:txBody>
                    <a:bodyPr/>
                    <a:lstStyle/>
                    <a:p>
                      <a:pPr algn="l" fontAlgn="ctr"/>
                      <a:r>
                        <a:rPr lang="en-US" sz="1200" u="none" strike="noStrike">
                          <a:effectLst/>
                          <a:latin typeface="Times New Roman" pitchFamily="18" charset="0"/>
                          <a:cs typeface="Times New Roman" pitchFamily="18" charset="0"/>
                        </a:rPr>
                        <a:t>p6</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35</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15</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90500">
                <a:tc>
                  <a:txBody>
                    <a:bodyPr/>
                    <a:lstStyle/>
                    <a:p>
                      <a:pPr algn="l" fontAlgn="ctr"/>
                      <a:r>
                        <a:rPr lang="en-US" sz="1200" u="none" strike="noStrike">
                          <a:effectLst/>
                          <a:latin typeface="Times New Roman" pitchFamily="18" charset="0"/>
                          <a:cs typeface="Times New Roman" pitchFamily="18" charset="0"/>
                        </a:rPr>
                        <a:t>p7</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14</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11</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90500">
                <a:tc>
                  <a:txBody>
                    <a:bodyPr/>
                    <a:lstStyle/>
                    <a:p>
                      <a:pPr algn="l" fontAlgn="ctr"/>
                      <a:r>
                        <a:rPr lang="en-US" sz="1200" u="none" strike="noStrike">
                          <a:effectLst/>
                          <a:latin typeface="Times New Roman" pitchFamily="18" charset="0"/>
                          <a:cs typeface="Times New Roman" pitchFamily="18" charset="0"/>
                        </a:rPr>
                        <a:t>p8</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13</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10</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190500">
                <a:tc>
                  <a:txBody>
                    <a:bodyPr/>
                    <a:lstStyle/>
                    <a:p>
                      <a:pPr algn="l" fontAlgn="ctr"/>
                      <a:r>
                        <a:rPr lang="en-US" sz="1200" u="none" strike="noStrike">
                          <a:effectLst/>
                          <a:latin typeface="Times New Roman" pitchFamily="18" charset="0"/>
                          <a:cs typeface="Times New Roman" pitchFamily="18" charset="0"/>
                        </a:rPr>
                        <a:t>p9</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16</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5</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90500">
                <a:tc>
                  <a:txBody>
                    <a:bodyPr/>
                    <a:lstStyle/>
                    <a:p>
                      <a:pPr algn="l" fontAlgn="ctr"/>
                      <a:r>
                        <a:rPr lang="en-US" sz="1200" u="none" strike="noStrike">
                          <a:effectLst/>
                          <a:latin typeface="Times New Roman" pitchFamily="18" charset="0"/>
                          <a:cs typeface="Times New Roman" pitchFamily="18" charset="0"/>
                        </a:rPr>
                        <a:t>p10</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19</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4</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190500">
                <a:tc>
                  <a:txBody>
                    <a:bodyPr/>
                    <a:lstStyle/>
                    <a:p>
                      <a:pPr algn="l" fontAlgn="ctr"/>
                      <a:r>
                        <a:rPr lang="en-US" sz="1200" u="none" strike="noStrike">
                          <a:effectLst/>
                          <a:latin typeface="Times New Roman" pitchFamily="18" charset="0"/>
                          <a:cs typeface="Times New Roman" pitchFamily="18" charset="0"/>
                        </a:rPr>
                        <a:t>p11</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30</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7</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190500">
                <a:tc>
                  <a:txBody>
                    <a:bodyPr/>
                    <a:lstStyle/>
                    <a:p>
                      <a:pPr algn="l" fontAlgn="ctr"/>
                      <a:r>
                        <a:rPr lang="en-US" sz="1200" u="none" strike="noStrike">
                          <a:effectLst/>
                          <a:latin typeface="Times New Roman" pitchFamily="18" charset="0"/>
                          <a:cs typeface="Times New Roman" pitchFamily="18" charset="0"/>
                        </a:rPr>
                        <a:t>p12</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31</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dirty="0">
                          <a:effectLst/>
                          <a:latin typeface="Times New Roman" pitchFamily="18" charset="0"/>
                          <a:cs typeface="Times New Roman" pitchFamily="18" charset="0"/>
                        </a:rPr>
                        <a:t>4</a:t>
                      </a:r>
                      <a:endParaRPr lang="en-US" altLang="zh-CN" sz="12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10705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250"/>
                                        <p:tgtEl>
                                          <p:spTgt spid="10"/>
                                        </p:tgtEl>
                                      </p:cBhvr>
                                    </p:animEffect>
                                  </p:childTnLst>
                                </p:cTn>
                              </p:par>
                              <p:par>
                                <p:cTn id="13" presetID="10" presetClass="exit" presetSubtype="0" fill="hold" nodeType="withEffect">
                                  <p:stCondLst>
                                    <p:cond delay="0"/>
                                  </p:stCondLst>
                                  <p:childTnLst>
                                    <p:animEffect transition="out" filter="fade">
                                      <p:cBhvr>
                                        <p:cTn id="14" dur="500"/>
                                        <p:tgtEl>
                                          <p:spTgt spid="13"/>
                                        </p:tgtEl>
                                      </p:cBhvr>
                                    </p:animEffect>
                                    <p:set>
                                      <p:cBhvr>
                                        <p:cTn id="15" dur="1" fill="hold">
                                          <p:stCondLst>
                                            <p:cond delay="499"/>
                                          </p:stCondLst>
                                        </p:cTn>
                                        <p:tgtEl>
                                          <p:spTgt spid="13"/>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par>
                                <p:cTn id="21" presetID="10" presetClass="exit" presetSubtype="0" fill="hold" nodeType="withEffect">
                                  <p:stCondLst>
                                    <p:cond delay="0"/>
                                  </p:stCondLst>
                                  <p:childTnLst>
                                    <p:animEffect transition="out" filter="fade">
                                      <p:cBhvr>
                                        <p:cTn id="22" dur="500"/>
                                        <p:tgtEl>
                                          <p:spTgt spid="14"/>
                                        </p:tgtEl>
                                      </p:cBhvr>
                                    </p:animEffect>
                                    <p:set>
                                      <p:cBhvr>
                                        <p:cTn id="23"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5277000" y="3446746"/>
            <a:ext cx="3790800" cy="2688839"/>
          </a:xfrm>
          <a:prstGeom prst="rect">
            <a:avLst/>
          </a:prstGeom>
          <a:noFill/>
          <a:ln>
            <a:noFill/>
          </a:ln>
        </p:spPr>
      </p:pic>
      <p:sp>
        <p:nvSpPr>
          <p:cNvPr id="1722370" name="Rectangle 2"/>
          <p:cNvSpPr>
            <a:spLocks noGrp="1" noChangeArrowheads="1"/>
          </p:cNvSpPr>
          <p:nvPr>
            <p:ph type="title"/>
          </p:nvPr>
        </p:nvSpPr>
        <p:spPr/>
        <p:txBody>
          <a:bodyPr/>
          <a:lstStyle/>
          <a:p>
            <a:r>
              <a:rPr lang="zh-CN" altLang="en-US" dirty="0"/>
              <a:t>示例</a:t>
            </a:r>
          </a:p>
        </p:txBody>
      </p:sp>
      <p:pic>
        <p:nvPicPr>
          <p:cNvPr id="8" name="图片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141600" y="3352805"/>
            <a:ext cx="5040000" cy="2772374"/>
          </a:xfrm>
          <a:prstGeom prst="rect">
            <a:avLst/>
          </a:prstGeom>
          <a:noFill/>
          <a:ln>
            <a:noFill/>
          </a:ln>
        </p:spPr>
      </p:pic>
      <p:pic>
        <p:nvPicPr>
          <p:cNvPr id="12" name="图片 11"/>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5277000" y="3446746"/>
            <a:ext cx="3790800" cy="2688839"/>
          </a:xfrm>
          <a:prstGeom prst="rect">
            <a:avLst/>
          </a:prstGeom>
          <a:noFill/>
          <a:ln>
            <a:noFill/>
          </a:ln>
        </p:spPr>
      </p:pic>
      <p:graphicFrame>
        <p:nvGraphicFramePr>
          <p:cNvPr id="13" name="表格 12"/>
          <p:cNvGraphicFramePr>
            <a:graphicFrameLocks noGrp="1"/>
          </p:cNvGraphicFramePr>
          <p:nvPr/>
        </p:nvGraphicFramePr>
        <p:xfrm>
          <a:off x="7620000" y="699136"/>
          <a:ext cx="1333500" cy="2501265"/>
        </p:xfrm>
        <a:graphic>
          <a:graphicData uri="http://schemas.openxmlformats.org/drawingml/2006/table">
            <a:tbl>
              <a:tblPr>
                <a:tableStyleId>{5C22544A-7EE6-4342-B048-85BDC9FD1C3A}</a:tableStyleId>
              </a:tblPr>
              <a:tblGrid>
                <a:gridCol w="521804">
                  <a:extLst>
                    <a:ext uri="{9D8B030D-6E8A-4147-A177-3AD203B41FA5}">
                      <a16:colId xmlns:a16="http://schemas.microsoft.com/office/drawing/2014/main" val="20000"/>
                    </a:ext>
                  </a:extLst>
                </a:gridCol>
                <a:gridCol w="405848">
                  <a:extLst>
                    <a:ext uri="{9D8B030D-6E8A-4147-A177-3AD203B41FA5}">
                      <a16:colId xmlns:a16="http://schemas.microsoft.com/office/drawing/2014/main" val="20001"/>
                    </a:ext>
                  </a:extLst>
                </a:gridCol>
                <a:gridCol w="405848">
                  <a:extLst>
                    <a:ext uri="{9D8B030D-6E8A-4147-A177-3AD203B41FA5}">
                      <a16:colId xmlns:a16="http://schemas.microsoft.com/office/drawing/2014/main" val="20002"/>
                    </a:ext>
                  </a:extLst>
                </a:gridCol>
              </a:tblGrid>
              <a:tr h="190500">
                <a:tc>
                  <a:txBody>
                    <a:bodyPr/>
                    <a:lstStyle/>
                    <a:p>
                      <a:pPr algn="ctr" fontAlgn="ctr"/>
                      <a:r>
                        <a:rPr lang="en-US" sz="1200" b="1" i="1" u="none" strike="noStrike" dirty="0" err="1">
                          <a:effectLst/>
                          <a:latin typeface="Times New Roman" pitchFamily="18" charset="0"/>
                          <a:cs typeface="Times New Roman" pitchFamily="18" charset="0"/>
                        </a:rPr>
                        <a:t>pt</a:t>
                      </a:r>
                      <a:endParaRPr lang="en-US" sz="1200" b="1" i="1"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i="1" u="none" strike="noStrike" dirty="0">
                          <a:effectLst/>
                          <a:latin typeface="Times New Roman" pitchFamily="18" charset="0"/>
                          <a:cs typeface="Times New Roman" pitchFamily="18" charset="0"/>
                        </a:rPr>
                        <a:t>x</a:t>
                      </a:r>
                      <a:endParaRPr lang="en-US" sz="1200" b="1" i="1"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i="1" u="none" strike="noStrike" dirty="0">
                          <a:effectLst/>
                          <a:latin typeface="Times New Roman" pitchFamily="18" charset="0"/>
                          <a:cs typeface="Times New Roman" pitchFamily="18" charset="0"/>
                        </a:rPr>
                        <a:t>y</a:t>
                      </a:r>
                      <a:endParaRPr lang="en-US" sz="1200" b="1" i="1"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90500">
                <a:tc>
                  <a:txBody>
                    <a:bodyPr/>
                    <a:lstStyle/>
                    <a:p>
                      <a:pPr algn="l" fontAlgn="ctr"/>
                      <a:r>
                        <a:rPr lang="en-US" sz="1200" u="none" strike="noStrike">
                          <a:effectLst/>
                          <a:latin typeface="Times New Roman" pitchFamily="18" charset="0"/>
                          <a:cs typeface="Times New Roman" pitchFamily="18" charset="0"/>
                        </a:rPr>
                        <a:t>p1</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18</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22</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90500">
                <a:tc>
                  <a:txBody>
                    <a:bodyPr/>
                    <a:lstStyle/>
                    <a:p>
                      <a:pPr algn="l" fontAlgn="ctr"/>
                      <a:r>
                        <a:rPr lang="en-US" sz="1200" u="none" strike="noStrike">
                          <a:effectLst/>
                          <a:latin typeface="Times New Roman" pitchFamily="18" charset="0"/>
                          <a:cs typeface="Times New Roman" pitchFamily="18" charset="0"/>
                        </a:rPr>
                        <a:t>p2</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21</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22</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90500">
                <a:tc>
                  <a:txBody>
                    <a:bodyPr/>
                    <a:lstStyle/>
                    <a:p>
                      <a:pPr algn="l" fontAlgn="ctr"/>
                      <a:r>
                        <a:rPr lang="en-US" sz="1200" u="none" strike="noStrike">
                          <a:effectLst/>
                          <a:latin typeface="Times New Roman" pitchFamily="18" charset="0"/>
                          <a:cs typeface="Times New Roman" pitchFamily="18" charset="0"/>
                        </a:rPr>
                        <a:t>p3</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18</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17</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90500">
                <a:tc>
                  <a:txBody>
                    <a:bodyPr/>
                    <a:lstStyle/>
                    <a:p>
                      <a:pPr algn="l" fontAlgn="ctr"/>
                      <a:r>
                        <a:rPr lang="en-US" sz="1200" u="none" strike="noStrike">
                          <a:effectLst/>
                          <a:latin typeface="Times New Roman" pitchFamily="18" charset="0"/>
                          <a:cs typeface="Times New Roman" pitchFamily="18" charset="0"/>
                        </a:rPr>
                        <a:t>p4</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36</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22</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90500">
                <a:tc>
                  <a:txBody>
                    <a:bodyPr/>
                    <a:lstStyle/>
                    <a:p>
                      <a:pPr algn="l" fontAlgn="ctr"/>
                      <a:r>
                        <a:rPr lang="en-US" sz="1200" u="none" strike="noStrike">
                          <a:effectLst/>
                          <a:latin typeface="Times New Roman" pitchFamily="18" charset="0"/>
                          <a:cs typeface="Times New Roman" pitchFamily="18" charset="0"/>
                        </a:rPr>
                        <a:t>p5</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34</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20</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90500">
                <a:tc>
                  <a:txBody>
                    <a:bodyPr/>
                    <a:lstStyle/>
                    <a:p>
                      <a:pPr algn="l" fontAlgn="ctr"/>
                      <a:r>
                        <a:rPr lang="en-US" sz="1200" u="none" strike="noStrike">
                          <a:effectLst/>
                          <a:latin typeface="Times New Roman" pitchFamily="18" charset="0"/>
                          <a:cs typeface="Times New Roman" pitchFamily="18" charset="0"/>
                        </a:rPr>
                        <a:t>p6</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35</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15</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90500">
                <a:tc>
                  <a:txBody>
                    <a:bodyPr/>
                    <a:lstStyle/>
                    <a:p>
                      <a:pPr algn="l" fontAlgn="ctr"/>
                      <a:r>
                        <a:rPr lang="en-US" sz="1200" u="none" strike="noStrike">
                          <a:effectLst/>
                          <a:latin typeface="Times New Roman" pitchFamily="18" charset="0"/>
                          <a:cs typeface="Times New Roman" pitchFamily="18" charset="0"/>
                        </a:rPr>
                        <a:t>p7</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14</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11</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90500">
                <a:tc>
                  <a:txBody>
                    <a:bodyPr/>
                    <a:lstStyle/>
                    <a:p>
                      <a:pPr algn="l" fontAlgn="ctr"/>
                      <a:r>
                        <a:rPr lang="en-US" sz="1200" u="none" strike="noStrike">
                          <a:effectLst/>
                          <a:latin typeface="Times New Roman" pitchFamily="18" charset="0"/>
                          <a:cs typeface="Times New Roman" pitchFamily="18" charset="0"/>
                        </a:rPr>
                        <a:t>p8</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13</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10</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190500">
                <a:tc>
                  <a:txBody>
                    <a:bodyPr/>
                    <a:lstStyle/>
                    <a:p>
                      <a:pPr algn="l" fontAlgn="ctr"/>
                      <a:r>
                        <a:rPr lang="en-US" sz="1200" u="none" strike="noStrike">
                          <a:effectLst/>
                          <a:latin typeface="Times New Roman" pitchFamily="18" charset="0"/>
                          <a:cs typeface="Times New Roman" pitchFamily="18" charset="0"/>
                        </a:rPr>
                        <a:t>p9</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16</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5</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90500">
                <a:tc>
                  <a:txBody>
                    <a:bodyPr/>
                    <a:lstStyle/>
                    <a:p>
                      <a:pPr algn="l" fontAlgn="ctr"/>
                      <a:r>
                        <a:rPr lang="en-US" sz="1200" u="none" strike="noStrike">
                          <a:effectLst/>
                          <a:latin typeface="Times New Roman" pitchFamily="18" charset="0"/>
                          <a:cs typeface="Times New Roman" pitchFamily="18" charset="0"/>
                        </a:rPr>
                        <a:t>p10</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19</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4</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190500">
                <a:tc>
                  <a:txBody>
                    <a:bodyPr/>
                    <a:lstStyle/>
                    <a:p>
                      <a:pPr algn="l" fontAlgn="ctr"/>
                      <a:r>
                        <a:rPr lang="en-US" sz="1200" u="none" strike="noStrike">
                          <a:effectLst/>
                          <a:latin typeface="Times New Roman" pitchFamily="18" charset="0"/>
                          <a:cs typeface="Times New Roman" pitchFamily="18" charset="0"/>
                        </a:rPr>
                        <a:t>p11</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30</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7</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190500">
                <a:tc>
                  <a:txBody>
                    <a:bodyPr/>
                    <a:lstStyle/>
                    <a:p>
                      <a:pPr algn="l" fontAlgn="ctr"/>
                      <a:r>
                        <a:rPr lang="en-US" sz="1200" u="none" strike="noStrike">
                          <a:effectLst/>
                          <a:latin typeface="Times New Roman" pitchFamily="18" charset="0"/>
                          <a:cs typeface="Times New Roman" pitchFamily="18" charset="0"/>
                        </a:rPr>
                        <a:t>p12</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31</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dirty="0">
                          <a:effectLst/>
                          <a:latin typeface="Times New Roman" pitchFamily="18" charset="0"/>
                          <a:cs typeface="Times New Roman" pitchFamily="18" charset="0"/>
                        </a:rPr>
                        <a:t>4</a:t>
                      </a:r>
                      <a:endParaRPr lang="en-US" altLang="zh-CN" sz="12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pic>
        <p:nvPicPr>
          <p:cNvPr id="16" name="图片 15"/>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141600" y="3352805"/>
            <a:ext cx="5040000" cy="2772374"/>
          </a:xfrm>
          <a:prstGeom prst="rect">
            <a:avLst/>
          </a:prstGeom>
          <a:noFill/>
          <a:ln>
            <a:noFill/>
          </a:ln>
        </p:spPr>
      </p:pic>
      <p:pic>
        <p:nvPicPr>
          <p:cNvPr id="9" name="图片 8"/>
          <p:cNvPicPr>
            <a:picLocks noChangeAspect="1"/>
          </p:cNvPicPr>
          <p:nvPr/>
        </p:nvPicPr>
        <p:blipFill>
          <a:blip r:embed="rId6">
            <a:extLst>
              <a:ext uri="{28A0092B-C50C-407E-A947-70E740481C1C}">
                <a14:useLocalDpi xmlns:a14="http://schemas.microsoft.com/office/drawing/2010/main" val="0"/>
              </a:ext>
            </a:extLst>
          </a:blip>
          <a:stretch>
            <a:fillRect/>
          </a:stretch>
        </p:blipFill>
        <p:spPr bwMode="auto">
          <a:xfrm>
            <a:off x="2810841" y="1144404"/>
            <a:ext cx="2658275" cy="1162800"/>
          </a:xfrm>
          <a:prstGeom prst="rect">
            <a:avLst/>
          </a:prstGeom>
          <a:noFill/>
          <a:ln>
            <a:noFill/>
          </a:ln>
        </p:spPr>
      </p:pic>
    </p:spTree>
    <p:extLst>
      <p:ext uri="{BB962C8B-B14F-4D97-AF65-F5344CB8AC3E}">
        <p14:creationId xmlns:p14="http://schemas.microsoft.com/office/powerpoint/2010/main" val="4184159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250"/>
                                        <p:tgtEl>
                                          <p:spTgt spid="9"/>
                                        </p:tgtEl>
                                      </p:cBhvr>
                                    </p:animEffect>
                                  </p:childTnLst>
                                </p:cTn>
                              </p:par>
                            </p:childTnLst>
                          </p:cTn>
                        </p:par>
                        <p:par>
                          <p:cTn id="8" fill="hold">
                            <p:stCondLst>
                              <p:cond delay="125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25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down)">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2370" name="Rectangle 2"/>
          <p:cNvSpPr>
            <a:spLocks noGrp="1" noChangeArrowheads="1"/>
          </p:cNvSpPr>
          <p:nvPr>
            <p:ph type="title"/>
          </p:nvPr>
        </p:nvSpPr>
        <p:spPr/>
        <p:txBody>
          <a:bodyPr/>
          <a:lstStyle/>
          <a:p>
            <a:r>
              <a:rPr lang="zh-CN" altLang="en-US" dirty="0"/>
              <a:t>示例</a:t>
            </a:r>
          </a:p>
        </p:txBody>
      </p:sp>
      <p:graphicFrame>
        <p:nvGraphicFramePr>
          <p:cNvPr id="46" name="表格 45"/>
          <p:cNvGraphicFramePr>
            <a:graphicFrameLocks noGrp="1"/>
          </p:cNvGraphicFramePr>
          <p:nvPr/>
        </p:nvGraphicFramePr>
        <p:xfrm>
          <a:off x="7620000" y="699136"/>
          <a:ext cx="1333500" cy="2501265"/>
        </p:xfrm>
        <a:graphic>
          <a:graphicData uri="http://schemas.openxmlformats.org/drawingml/2006/table">
            <a:tbl>
              <a:tblPr>
                <a:tableStyleId>{5C22544A-7EE6-4342-B048-85BDC9FD1C3A}</a:tableStyleId>
              </a:tblPr>
              <a:tblGrid>
                <a:gridCol w="521804">
                  <a:extLst>
                    <a:ext uri="{9D8B030D-6E8A-4147-A177-3AD203B41FA5}">
                      <a16:colId xmlns:a16="http://schemas.microsoft.com/office/drawing/2014/main" val="20000"/>
                    </a:ext>
                  </a:extLst>
                </a:gridCol>
                <a:gridCol w="405848">
                  <a:extLst>
                    <a:ext uri="{9D8B030D-6E8A-4147-A177-3AD203B41FA5}">
                      <a16:colId xmlns:a16="http://schemas.microsoft.com/office/drawing/2014/main" val="20001"/>
                    </a:ext>
                  </a:extLst>
                </a:gridCol>
                <a:gridCol w="405848">
                  <a:extLst>
                    <a:ext uri="{9D8B030D-6E8A-4147-A177-3AD203B41FA5}">
                      <a16:colId xmlns:a16="http://schemas.microsoft.com/office/drawing/2014/main" val="20002"/>
                    </a:ext>
                  </a:extLst>
                </a:gridCol>
              </a:tblGrid>
              <a:tr h="190500">
                <a:tc>
                  <a:txBody>
                    <a:bodyPr/>
                    <a:lstStyle/>
                    <a:p>
                      <a:pPr algn="ctr" fontAlgn="ctr"/>
                      <a:r>
                        <a:rPr lang="en-US" sz="1200" b="1" i="1" u="none" strike="noStrike" dirty="0" err="1">
                          <a:effectLst/>
                          <a:latin typeface="Times New Roman" pitchFamily="18" charset="0"/>
                          <a:cs typeface="Times New Roman" pitchFamily="18" charset="0"/>
                        </a:rPr>
                        <a:t>pt</a:t>
                      </a:r>
                      <a:endParaRPr lang="en-US" sz="1200" b="1" i="1"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i="1" u="none" strike="noStrike" dirty="0">
                          <a:effectLst/>
                          <a:latin typeface="Times New Roman" pitchFamily="18" charset="0"/>
                          <a:cs typeface="Times New Roman" pitchFamily="18" charset="0"/>
                        </a:rPr>
                        <a:t>x</a:t>
                      </a:r>
                      <a:endParaRPr lang="en-US" sz="1200" b="1" i="1"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i="1" u="none" strike="noStrike" dirty="0">
                          <a:effectLst/>
                          <a:latin typeface="Times New Roman" pitchFamily="18" charset="0"/>
                          <a:cs typeface="Times New Roman" pitchFamily="18" charset="0"/>
                        </a:rPr>
                        <a:t>y</a:t>
                      </a:r>
                      <a:endParaRPr lang="en-US" sz="1200" b="1" i="1"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90500">
                <a:tc>
                  <a:txBody>
                    <a:bodyPr/>
                    <a:lstStyle/>
                    <a:p>
                      <a:pPr algn="l" fontAlgn="ctr"/>
                      <a:r>
                        <a:rPr lang="en-US" sz="1200" u="none" strike="noStrike">
                          <a:effectLst/>
                          <a:latin typeface="Times New Roman" pitchFamily="18" charset="0"/>
                          <a:cs typeface="Times New Roman" pitchFamily="18" charset="0"/>
                        </a:rPr>
                        <a:t>p1</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18</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22</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90500">
                <a:tc>
                  <a:txBody>
                    <a:bodyPr/>
                    <a:lstStyle/>
                    <a:p>
                      <a:pPr algn="l" fontAlgn="ctr"/>
                      <a:r>
                        <a:rPr lang="en-US" sz="1200" u="none" strike="noStrike">
                          <a:effectLst/>
                          <a:latin typeface="Times New Roman" pitchFamily="18" charset="0"/>
                          <a:cs typeface="Times New Roman" pitchFamily="18" charset="0"/>
                        </a:rPr>
                        <a:t>p2</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21</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22</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90500">
                <a:tc>
                  <a:txBody>
                    <a:bodyPr/>
                    <a:lstStyle/>
                    <a:p>
                      <a:pPr algn="l" fontAlgn="ctr"/>
                      <a:r>
                        <a:rPr lang="en-US" sz="1200" u="none" strike="noStrike">
                          <a:effectLst/>
                          <a:latin typeface="Times New Roman" pitchFamily="18" charset="0"/>
                          <a:cs typeface="Times New Roman" pitchFamily="18" charset="0"/>
                        </a:rPr>
                        <a:t>p3</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18</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17</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90500">
                <a:tc>
                  <a:txBody>
                    <a:bodyPr/>
                    <a:lstStyle/>
                    <a:p>
                      <a:pPr algn="l" fontAlgn="ctr"/>
                      <a:r>
                        <a:rPr lang="en-US" sz="1200" u="none" strike="noStrike">
                          <a:effectLst/>
                          <a:latin typeface="Times New Roman" pitchFamily="18" charset="0"/>
                          <a:cs typeface="Times New Roman" pitchFamily="18" charset="0"/>
                        </a:rPr>
                        <a:t>p4</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36</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22</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90500">
                <a:tc>
                  <a:txBody>
                    <a:bodyPr/>
                    <a:lstStyle/>
                    <a:p>
                      <a:pPr algn="l" fontAlgn="ctr"/>
                      <a:r>
                        <a:rPr lang="en-US" sz="1200" u="none" strike="noStrike">
                          <a:effectLst/>
                          <a:latin typeface="Times New Roman" pitchFamily="18" charset="0"/>
                          <a:cs typeface="Times New Roman" pitchFamily="18" charset="0"/>
                        </a:rPr>
                        <a:t>p5</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34</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20</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90500">
                <a:tc>
                  <a:txBody>
                    <a:bodyPr/>
                    <a:lstStyle/>
                    <a:p>
                      <a:pPr algn="l" fontAlgn="ctr"/>
                      <a:r>
                        <a:rPr lang="en-US" sz="1200" u="none" strike="noStrike">
                          <a:effectLst/>
                          <a:latin typeface="Times New Roman" pitchFamily="18" charset="0"/>
                          <a:cs typeface="Times New Roman" pitchFamily="18" charset="0"/>
                        </a:rPr>
                        <a:t>p6</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35</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15</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90500">
                <a:tc>
                  <a:txBody>
                    <a:bodyPr/>
                    <a:lstStyle/>
                    <a:p>
                      <a:pPr algn="l" fontAlgn="ctr"/>
                      <a:r>
                        <a:rPr lang="en-US" sz="1200" u="none" strike="noStrike">
                          <a:effectLst/>
                          <a:latin typeface="Times New Roman" pitchFamily="18" charset="0"/>
                          <a:cs typeface="Times New Roman" pitchFamily="18" charset="0"/>
                        </a:rPr>
                        <a:t>p7</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14</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11</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90500">
                <a:tc>
                  <a:txBody>
                    <a:bodyPr/>
                    <a:lstStyle/>
                    <a:p>
                      <a:pPr algn="l" fontAlgn="ctr"/>
                      <a:r>
                        <a:rPr lang="en-US" sz="1200" u="none" strike="noStrike">
                          <a:effectLst/>
                          <a:latin typeface="Times New Roman" pitchFamily="18" charset="0"/>
                          <a:cs typeface="Times New Roman" pitchFamily="18" charset="0"/>
                        </a:rPr>
                        <a:t>p8</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13</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10</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190500">
                <a:tc>
                  <a:txBody>
                    <a:bodyPr/>
                    <a:lstStyle/>
                    <a:p>
                      <a:pPr algn="l" fontAlgn="ctr"/>
                      <a:r>
                        <a:rPr lang="en-US" sz="1200" u="none" strike="noStrike">
                          <a:effectLst/>
                          <a:latin typeface="Times New Roman" pitchFamily="18" charset="0"/>
                          <a:cs typeface="Times New Roman" pitchFamily="18" charset="0"/>
                        </a:rPr>
                        <a:t>p9</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16</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5</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90500">
                <a:tc>
                  <a:txBody>
                    <a:bodyPr/>
                    <a:lstStyle/>
                    <a:p>
                      <a:pPr algn="l" fontAlgn="ctr"/>
                      <a:r>
                        <a:rPr lang="en-US" sz="1200" u="none" strike="noStrike">
                          <a:effectLst/>
                          <a:latin typeface="Times New Roman" pitchFamily="18" charset="0"/>
                          <a:cs typeface="Times New Roman" pitchFamily="18" charset="0"/>
                        </a:rPr>
                        <a:t>p10</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19</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4</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190500">
                <a:tc>
                  <a:txBody>
                    <a:bodyPr/>
                    <a:lstStyle/>
                    <a:p>
                      <a:pPr algn="l" fontAlgn="ctr"/>
                      <a:r>
                        <a:rPr lang="en-US" sz="1200" u="none" strike="noStrike">
                          <a:effectLst/>
                          <a:latin typeface="Times New Roman" pitchFamily="18" charset="0"/>
                          <a:cs typeface="Times New Roman" pitchFamily="18" charset="0"/>
                        </a:rPr>
                        <a:t>p11</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30</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7</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190500">
                <a:tc>
                  <a:txBody>
                    <a:bodyPr/>
                    <a:lstStyle/>
                    <a:p>
                      <a:pPr algn="l" fontAlgn="ctr"/>
                      <a:r>
                        <a:rPr lang="en-US" sz="1200" u="none" strike="noStrike">
                          <a:effectLst/>
                          <a:latin typeface="Times New Roman" pitchFamily="18" charset="0"/>
                          <a:cs typeface="Times New Roman" pitchFamily="18" charset="0"/>
                        </a:rPr>
                        <a:t>p12</a:t>
                      </a:r>
                      <a:endParaRPr lang="en-US"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a:effectLst/>
                          <a:latin typeface="Times New Roman" pitchFamily="18" charset="0"/>
                          <a:cs typeface="Times New Roman" pitchFamily="18" charset="0"/>
                        </a:rPr>
                        <a:t>31</a:t>
                      </a:r>
                      <a:endParaRPr lang="en-US" altLang="zh-CN" sz="12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200" u="none" strike="noStrike" dirty="0">
                          <a:effectLst/>
                          <a:latin typeface="Times New Roman" pitchFamily="18" charset="0"/>
                          <a:cs typeface="Times New Roman" pitchFamily="18" charset="0"/>
                        </a:rPr>
                        <a:t>4</a:t>
                      </a:r>
                      <a:endParaRPr lang="en-US" altLang="zh-CN" sz="12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2810840" y="1140536"/>
            <a:ext cx="2343293" cy="702000"/>
          </a:xfrm>
          <a:prstGeom prst="rect">
            <a:avLst/>
          </a:prstGeom>
          <a:noFill/>
          <a:ln>
            <a:noFill/>
          </a:ln>
        </p:spPr>
      </p:pic>
      <p:pic>
        <p:nvPicPr>
          <p:cNvPr id="10" name="图片 9"/>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141600" y="3352805"/>
            <a:ext cx="5040000" cy="2772374"/>
          </a:xfrm>
          <a:prstGeom prst="rect">
            <a:avLst/>
          </a:prstGeom>
          <a:noFill/>
          <a:ln>
            <a:noFill/>
          </a:ln>
        </p:spPr>
      </p:pic>
      <p:pic>
        <p:nvPicPr>
          <p:cNvPr id="11" name="图片 10"/>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5277000" y="3218936"/>
            <a:ext cx="3790800" cy="2916648"/>
          </a:xfrm>
          <a:prstGeom prst="rect">
            <a:avLst/>
          </a:prstGeom>
          <a:noFill/>
        </p:spPr>
      </p:pic>
      <p:pic>
        <p:nvPicPr>
          <p:cNvPr id="16" name="图片 15"/>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141600" y="3352805"/>
            <a:ext cx="5040000" cy="2772374"/>
          </a:xfrm>
          <a:prstGeom prst="rect">
            <a:avLst/>
          </a:prstGeom>
          <a:noFill/>
          <a:ln>
            <a:noFill/>
          </a:ln>
        </p:spPr>
      </p:pic>
      <p:pic>
        <p:nvPicPr>
          <p:cNvPr id="17" name="图片 16"/>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5277000" y="3440701"/>
            <a:ext cx="3790800" cy="2688839"/>
          </a:xfrm>
          <a:prstGeom prst="rect">
            <a:avLst/>
          </a:prstGeom>
          <a:noFill/>
          <a:ln>
            <a:noFill/>
          </a:ln>
        </p:spPr>
      </p:pic>
    </p:spTree>
    <p:extLst>
      <p:ext uri="{BB962C8B-B14F-4D97-AF65-F5344CB8AC3E}">
        <p14:creationId xmlns:p14="http://schemas.microsoft.com/office/powerpoint/2010/main" val="3743887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250"/>
                                        <p:tgtEl>
                                          <p:spTgt spid="9"/>
                                        </p:tgtEl>
                                      </p:cBhvr>
                                    </p:animEffect>
                                  </p:childTnLst>
                                </p:cTn>
                              </p:par>
                            </p:childTnLst>
                          </p:cTn>
                        </p:par>
                        <p:par>
                          <p:cTn id="8" fill="hold">
                            <p:stCondLst>
                              <p:cond delay="125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250"/>
                                        <p:tgtEl>
                                          <p:spTgt spid="10"/>
                                        </p:tgtEl>
                                      </p:cBhvr>
                                    </p:animEffect>
                                  </p:childTnLst>
                                </p:cTn>
                              </p:par>
                              <p:par>
                                <p:cTn id="12" presetID="10" presetClass="exit" presetSubtype="0" fill="hold" nodeType="withEffect">
                                  <p:stCondLst>
                                    <p:cond delay="0"/>
                                  </p:stCondLst>
                                  <p:childTnLst>
                                    <p:animEffect transition="out" filter="fade">
                                      <p:cBhvr>
                                        <p:cTn id="13" dur="500"/>
                                        <p:tgtEl>
                                          <p:spTgt spid="16"/>
                                        </p:tgtEl>
                                      </p:cBhvr>
                                    </p:animEffect>
                                    <p:set>
                                      <p:cBhvr>
                                        <p:cTn id="14" dur="1" fill="hold">
                                          <p:stCondLst>
                                            <p:cond delay="499"/>
                                          </p:stCondLst>
                                        </p:cTn>
                                        <p:tgtEl>
                                          <p:spTgt spid="1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down)">
                                      <p:cBhvr>
                                        <p:cTn id="19" dur="500"/>
                                        <p:tgtEl>
                                          <p:spTgt spid="11"/>
                                        </p:tgtEl>
                                      </p:cBhvr>
                                    </p:animEffect>
                                  </p:childTnLst>
                                </p:cTn>
                              </p:par>
                              <p:par>
                                <p:cTn id="20" presetID="10" presetClass="exit" presetSubtype="0" fill="hold" nodeType="withEffect">
                                  <p:stCondLst>
                                    <p:cond delay="0"/>
                                  </p:stCondLst>
                                  <p:childTnLst>
                                    <p:animEffect transition="out" filter="fade">
                                      <p:cBhvr>
                                        <p:cTn id="21" dur="500"/>
                                        <p:tgtEl>
                                          <p:spTgt spid="17"/>
                                        </p:tgtEl>
                                      </p:cBhvr>
                                    </p:animEffect>
                                    <p:set>
                                      <p:cBhvr>
                                        <p:cTn id="22"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6466" name="Rectangle 2"/>
          <p:cNvSpPr>
            <a:spLocks noGrp="1" noChangeArrowheads="1"/>
          </p:cNvSpPr>
          <p:nvPr>
            <p:ph type="title"/>
          </p:nvPr>
        </p:nvSpPr>
        <p:spPr/>
        <p:txBody>
          <a:bodyPr/>
          <a:lstStyle/>
          <a:p>
            <a:r>
              <a:rPr lang="en-US" altLang="zh-CN" dirty="0"/>
              <a:t>Cluster</a:t>
            </a:r>
            <a:r>
              <a:rPr lang="zh-CN" altLang="en-US" dirty="0"/>
              <a:t>间的相似性</a:t>
            </a:r>
          </a:p>
        </p:txBody>
      </p:sp>
      <p:sp>
        <p:nvSpPr>
          <p:cNvPr id="1726494" name="Text Box 30"/>
          <p:cNvSpPr txBox="1">
            <a:spLocks noChangeArrowheads="1"/>
          </p:cNvSpPr>
          <p:nvPr/>
        </p:nvSpPr>
        <p:spPr bwMode="auto">
          <a:xfrm>
            <a:off x="7478265" y="1882110"/>
            <a:ext cx="1116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dirty="0">
                <a:solidFill>
                  <a:srgbClr val="C00000"/>
                </a:solidFill>
                <a:latin typeface="华文细黑" pitchFamily="2" charset="-122"/>
                <a:ea typeface="华文细黑" pitchFamily="2" charset="-122"/>
              </a:rPr>
              <a:t>相似性？</a:t>
            </a:r>
            <a:endParaRPr lang="en-US" altLang="zh-CN" dirty="0">
              <a:solidFill>
                <a:srgbClr val="C00000"/>
              </a:solidFill>
              <a:latin typeface="华文细黑" pitchFamily="2" charset="-122"/>
              <a:ea typeface="华文细黑" pitchFamily="2" charset="-122"/>
            </a:endParaRPr>
          </a:p>
        </p:txBody>
      </p:sp>
      <p:sp>
        <p:nvSpPr>
          <p:cNvPr id="33" name="Line 39"/>
          <p:cNvSpPr>
            <a:spLocks noChangeShapeType="1"/>
          </p:cNvSpPr>
          <p:nvPr/>
        </p:nvSpPr>
        <p:spPr bwMode="auto">
          <a:xfrm>
            <a:off x="7350661" y="1990102"/>
            <a:ext cx="453212" cy="334779"/>
          </a:xfrm>
          <a:prstGeom prst="line">
            <a:avLst/>
          </a:prstGeom>
          <a:noFill/>
          <a:ln w="25400">
            <a:solidFill>
              <a:srgbClr val="C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 name="组合 5"/>
          <p:cNvGrpSpPr/>
          <p:nvPr/>
        </p:nvGrpSpPr>
        <p:grpSpPr>
          <a:xfrm>
            <a:off x="7010610" y="2155604"/>
            <a:ext cx="1856531" cy="1274658"/>
            <a:chOff x="1316636" y="1794302"/>
            <a:chExt cx="1856531" cy="1274658"/>
          </a:xfrm>
        </p:grpSpPr>
        <p:sp>
          <p:nvSpPr>
            <p:cNvPr id="7" name="菱形 6"/>
            <p:cNvSpPr/>
            <p:nvPr/>
          </p:nvSpPr>
          <p:spPr>
            <a:xfrm>
              <a:off x="2109900" y="2060848"/>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8" name="菱形 7"/>
            <p:cNvSpPr/>
            <p:nvPr/>
          </p:nvSpPr>
          <p:spPr>
            <a:xfrm>
              <a:off x="2728987" y="2420888"/>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9" name="TextBox 8"/>
            <p:cNvSpPr txBox="1"/>
            <p:nvPr/>
          </p:nvSpPr>
          <p:spPr>
            <a:xfrm>
              <a:off x="2128773" y="1794302"/>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3</a:t>
              </a:r>
              <a:endParaRPr lang="zh-CN" altLang="en-US" sz="1600" dirty="0">
                <a:latin typeface="Arial Unicode MS" pitchFamily="34" charset="-122"/>
                <a:ea typeface="Arial Unicode MS" pitchFamily="34" charset="-122"/>
                <a:cs typeface="Arial Unicode MS" pitchFamily="34" charset="-122"/>
              </a:endParaRPr>
            </a:p>
          </p:txBody>
        </p:sp>
        <p:sp>
          <p:nvSpPr>
            <p:cNvPr id="10" name="TextBox 9"/>
            <p:cNvSpPr txBox="1"/>
            <p:nvPr/>
          </p:nvSpPr>
          <p:spPr>
            <a:xfrm>
              <a:off x="2775301" y="2204864"/>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6</a:t>
              </a:r>
              <a:endParaRPr lang="zh-CN" altLang="en-US" sz="1600" dirty="0">
                <a:latin typeface="Arial Unicode MS" pitchFamily="34" charset="-122"/>
                <a:ea typeface="Arial Unicode MS" pitchFamily="34" charset="-122"/>
                <a:cs typeface="Arial Unicode MS" pitchFamily="34" charset="-122"/>
              </a:endParaRPr>
            </a:p>
          </p:txBody>
        </p:sp>
        <p:sp>
          <p:nvSpPr>
            <p:cNvPr id="11" name="菱形 10"/>
            <p:cNvSpPr/>
            <p:nvPr/>
          </p:nvSpPr>
          <p:spPr>
            <a:xfrm>
              <a:off x="1559601" y="2924944"/>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2" name="TextBox 11"/>
            <p:cNvSpPr txBox="1"/>
            <p:nvPr/>
          </p:nvSpPr>
          <p:spPr>
            <a:xfrm>
              <a:off x="1647261" y="2658398"/>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4</a:t>
              </a:r>
              <a:endParaRPr lang="zh-CN" altLang="en-US" sz="1600" dirty="0">
                <a:latin typeface="Arial Unicode MS" pitchFamily="34" charset="-122"/>
                <a:ea typeface="Arial Unicode MS" pitchFamily="34" charset="-122"/>
                <a:cs typeface="Arial Unicode MS" pitchFamily="34" charset="-122"/>
              </a:endParaRPr>
            </a:p>
          </p:txBody>
        </p:sp>
        <p:sp>
          <p:nvSpPr>
            <p:cNvPr id="13" name="椭圆 150"/>
            <p:cNvSpPr/>
            <p:nvPr/>
          </p:nvSpPr>
          <p:spPr>
            <a:xfrm rot="3290537">
              <a:off x="1702922" y="1646826"/>
              <a:ext cx="990772" cy="1763343"/>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 name="connsiteX0" fmla="*/ 18564 w 976213"/>
                <a:gd name="connsiteY0" fmla="*/ 1584058 h 3079356"/>
                <a:gd name="connsiteX1" fmla="*/ 109752 w 976213"/>
                <a:gd name="connsiteY1" fmla="*/ 477572 h 3079356"/>
                <a:gd name="connsiteX2" fmla="*/ 491500 w 976213"/>
                <a:gd name="connsiteY2" fmla="*/ 73 h 3079356"/>
                <a:gd name="connsiteX3" fmla="*/ 880247 w 976213"/>
                <a:gd name="connsiteY3" fmla="*/ 451467 h 3079356"/>
                <a:gd name="connsiteX4" fmla="*/ 964436 w 976213"/>
                <a:gd name="connsiteY4" fmla="*/ 1584058 h 3079356"/>
                <a:gd name="connsiteX5" fmla="*/ 780706 w 976213"/>
                <a:gd name="connsiteY5" fmla="*/ 2657096 h 3079356"/>
                <a:gd name="connsiteX6" fmla="*/ 340923 w 976213"/>
                <a:gd name="connsiteY6" fmla="*/ 3079237 h 3079356"/>
                <a:gd name="connsiteX7" fmla="*/ 48387 w 976213"/>
                <a:gd name="connsiteY7" fmla="*/ 2626099 h 3079356"/>
                <a:gd name="connsiteX8" fmla="*/ 18564 w 976213"/>
                <a:gd name="connsiteY8" fmla="*/ 1584058 h 3079356"/>
                <a:gd name="connsiteX0" fmla="*/ 18564 w 976213"/>
                <a:gd name="connsiteY0" fmla="*/ 1584058 h 3022333"/>
                <a:gd name="connsiteX1" fmla="*/ 109752 w 976213"/>
                <a:gd name="connsiteY1" fmla="*/ 477572 h 3022333"/>
                <a:gd name="connsiteX2" fmla="*/ 491500 w 976213"/>
                <a:gd name="connsiteY2" fmla="*/ 73 h 3022333"/>
                <a:gd name="connsiteX3" fmla="*/ 880247 w 976213"/>
                <a:gd name="connsiteY3" fmla="*/ 451467 h 3022333"/>
                <a:gd name="connsiteX4" fmla="*/ 964436 w 976213"/>
                <a:gd name="connsiteY4" fmla="*/ 1584058 h 3022333"/>
                <a:gd name="connsiteX5" fmla="*/ 780706 w 976213"/>
                <a:gd name="connsiteY5" fmla="*/ 2657096 h 3022333"/>
                <a:gd name="connsiteX6" fmla="*/ 466138 w 976213"/>
                <a:gd name="connsiteY6" fmla="*/ 3022154 h 3022333"/>
                <a:gd name="connsiteX7" fmla="*/ 48387 w 976213"/>
                <a:gd name="connsiteY7" fmla="*/ 2626099 h 3022333"/>
                <a:gd name="connsiteX8" fmla="*/ 18564 w 976213"/>
                <a:gd name="connsiteY8" fmla="*/ 1584058 h 3022333"/>
                <a:gd name="connsiteX0" fmla="*/ 1175 w 958824"/>
                <a:gd name="connsiteY0" fmla="*/ 1584058 h 3044396"/>
                <a:gd name="connsiteX1" fmla="*/ 92363 w 958824"/>
                <a:gd name="connsiteY1" fmla="*/ 477572 h 3044396"/>
                <a:gd name="connsiteX2" fmla="*/ 474111 w 958824"/>
                <a:gd name="connsiteY2" fmla="*/ 73 h 3044396"/>
                <a:gd name="connsiteX3" fmla="*/ 862858 w 958824"/>
                <a:gd name="connsiteY3" fmla="*/ 451467 h 3044396"/>
                <a:gd name="connsiteX4" fmla="*/ 947047 w 958824"/>
                <a:gd name="connsiteY4" fmla="*/ 1584058 h 3044396"/>
                <a:gd name="connsiteX5" fmla="*/ 763317 w 958824"/>
                <a:gd name="connsiteY5" fmla="*/ 2657096 h 3044396"/>
                <a:gd name="connsiteX6" fmla="*/ 448749 w 958824"/>
                <a:gd name="connsiteY6" fmla="*/ 3022154 h 3044396"/>
                <a:gd name="connsiteX7" fmla="*/ 131142 w 958824"/>
                <a:gd name="connsiteY7" fmla="*/ 2122422 h 3044396"/>
                <a:gd name="connsiteX8" fmla="*/ 1175 w 958824"/>
                <a:gd name="connsiteY8" fmla="*/ 1584058 h 3044396"/>
                <a:gd name="connsiteX0" fmla="*/ 6125 w 927920"/>
                <a:gd name="connsiteY0" fmla="*/ 1023420 h 3044396"/>
                <a:gd name="connsiteX1" fmla="*/ 61459 w 927920"/>
                <a:gd name="connsiteY1" fmla="*/ 477572 h 3044396"/>
                <a:gd name="connsiteX2" fmla="*/ 443207 w 927920"/>
                <a:gd name="connsiteY2" fmla="*/ 73 h 3044396"/>
                <a:gd name="connsiteX3" fmla="*/ 831954 w 927920"/>
                <a:gd name="connsiteY3" fmla="*/ 451467 h 3044396"/>
                <a:gd name="connsiteX4" fmla="*/ 916143 w 927920"/>
                <a:gd name="connsiteY4" fmla="*/ 1584058 h 3044396"/>
                <a:gd name="connsiteX5" fmla="*/ 732413 w 927920"/>
                <a:gd name="connsiteY5" fmla="*/ 2657096 h 3044396"/>
                <a:gd name="connsiteX6" fmla="*/ 417845 w 927920"/>
                <a:gd name="connsiteY6" fmla="*/ 3022154 h 3044396"/>
                <a:gd name="connsiteX7" fmla="*/ 100238 w 927920"/>
                <a:gd name="connsiteY7" fmla="*/ 2122422 h 3044396"/>
                <a:gd name="connsiteX8" fmla="*/ 6125 w 927920"/>
                <a:gd name="connsiteY8" fmla="*/ 1023420 h 3044396"/>
                <a:gd name="connsiteX0" fmla="*/ 6125 w 927920"/>
                <a:gd name="connsiteY0" fmla="*/ 762296 h 2783272"/>
                <a:gd name="connsiteX1" fmla="*/ 61459 w 927920"/>
                <a:gd name="connsiteY1" fmla="*/ 216448 h 2783272"/>
                <a:gd name="connsiteX2" fmla="*/ 539850 w 927920"/>
                <a:gd name="connsiteY2" fmla="*/ 16843 h 2783272"/>
                <a:gd name="connsiteX3" fmla="*/ 831954 w 927920"/>
                <a:gd name="connsiteY3" fmla="*/ 190343 h 2783272"/>
                <a:gd name="connsiteX4" fmla="*/ 916143 w 927920"/>
                <a:gd name="connsiteY4" fmla="*/ 1322934 h 2783272"/>
                <a:gd name="connsiteX5" fmla="*/ 732413 w 927920"/>
                <a:gd name="connsiteY5" fmla="*/ 2395972 h 2783272"/>
                <a:gd name="connsiteX6" fmla="*/ 417845 w 927920"/>
                <a:gd name="connsiteY6" fmla="*/ 2761030 h 2783272"/>
                <a:gd name="connsiteX7" fmla="*/ 100238 w 927920"/>
                <a:gd name="connsiteY7" fmla="*/ 1861298 h 2783272"/>
                <a:gd name="connsiteX8" fmla="*/ 6125 w 927920"/>
                <a:gd name="connsiteY8" fmla="*/ 762296 h 2783272"/>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834817 h 2855793"/>
                <a:gd name="connsiteX1" fmla="*/ 61459 w 939044"/>
                <a:gd name="connsiteY1" fmla="*/ 288969 h 2855793"/>
                <a:gd name="connsiteX2" fmla="*/ 534836 w 939044"/>
                <a:gd name="connsiteY2" fmla="*/ 45 h 2855793"/>
                <a:gd name="connsiteX3" fmla="*/ 876256 w 939044"/>
                <a:gd name="connsiteY3" fmla="*/ 296918 h 2855793"/>
                <a:gd name="connsiteX4" fmla="*/ 916143 w 939044"/>
                <a:gd name="connsiteY4" fmla="*/ 1395455 h 2855793"/>
                <a:gd name="connsiteX5" fmla="*/ 732413 w 939044"/>
                <a:gd name="connsiteY5" fmla="*/ 2468493 h 2855793"/>
                <a:gd name="connsiteX6" fmla="*/ 417845 w 939044"/>
                <a:gd name="connsiteY6" fmla="*/ 2833551 h 2855793"/>
                <a:gd name="connsiteX7" fmla="*/ 100238 w 939044"/>
                <a:gd name="connsiteY7" fmla="*/ 1933819 h 2855793"/>
                <a:gd name="connsiteX8" fmla="*/ 6125 w 939044"/>
                <a:gd name="connsiteY8" fmla="*/ 834817 h 2855793"/>
                <a:gd name="connsiteX0" fmla="*/ 8111 w 941030"/>
                <a:gd name="connsiteY0" fmla="*/ 839858 h 2860834"/>
                <a:gd name="connsiteX1" fmla="*/ 263598 w 941030"/>
                <a:gd name="connsiteY1" fmla="*/ 239230 h 2860834"/>
                <a:gd name="connsiteX2" fmla="*/ 536822 w 941030"/>
                <a:gd name="connsiteY2" fmla="*/ 5086 h 2860834"/>
                <a:gd name="connsiteX3" fmla="*/ 878242 w 941030"/>
                <a:gd name="connsiteY3" fmla="*/ 301959 h 2860834"/>
                <a:gd name="connsiteX4" fmla="*/ 918129 w 941030"/>
                <a:gd name="connsiteY4" fmla="*/ 1400496 h 2860834"/>
                <a:gd name="connsiteX5" fmla="*/ 734399 w 941030"/>
                <a:gd name="connsiteY5" fmla="*/ 2473534 h 2860834"/>
                <a:gd name="connsiteX6" fmla="*/ 419831 w 941030"/>
                <a:gd name="connsiteY6" fmla="*/ 2838592 h 2860834"/>
                <a:gd name="connsiteX7" fmla="*/ 102224 w 941030"/>
                <a:gd name="connsiteY7" fmla="*/ 1938860 h 2860834"/>
                <a:gd name="connsiteX8" fmla="*/ 8111 w 941030"/>
                <a:gd name="connsiteY8" fmla="*/ 839858 h 2860834"/>
                <a:gd name="connsiteX0" fmla="*/ 17831 w 903494"/>
                <a:gd name="connsiteY0" fmla="*/ 660008 h 2860834"/>
                <a:gd name="connsiteX1" fmla="*/ 226062 w 903494"/>
                <a:gd name="connsiteY1" fmla="*/ 239230 h 2860834"/>
                <a:gd name="connsiteX2" fmla="*/ 499286 w 903494"/>
                <a:gd name="connsiteY2" fmla="*/ 5086 h 2860834"/>
                <a:gd name="connsiteX3" fmla="*/ 840706 w 903494"/>
                <a:gd name="connsiteY3" fmla="*/ 301959 h 2860834"/>
                <a:gd name="connsiteX4" fmla="*/ 880593 w 903494"/>
                <a:gd name="connsiteY4" fmla="*/ 1400496 h 2860834"/>
                <a:gd name="connsiteX5" fmla="*/ 696863 w 903494"/>
                <a:gd name="connsiteY5" fmla="*/ 2473534 h 2860834"/>
                <a:gd name="connsiteX6" fmla="*/ 382295 w 903494"/>
                <a:gd name="connsiteY6" fmla="*/ 2838592 h 2860834"/>
                <a:gd name="connsiteX7" fmla="*/ 64688 w 903494"/>
                <a:gd name="connsiteY7" fmla="*/ 1938860 h 2860834"/>
                <a:gd name="connsiteX8" fmla="*/ 17831 w 903494"/>
                <a:gd name="connsiteY8" fmla="*/ 660008 h 2860834"/>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74088 h 2874914"/>
                <a:gd name="connsiteX1" fmla="*/ 227828 w 903612"/>
                <a:gd name="connsiteY1" fmla="*/ 171626 h 2874914"/>
                <a:gd name="connsiteX2" fmla="*/ 499404 w 903612"/>
                <a:gd name="connsiteY2" fmla="*/ 19166 h 2874914"/>
                <a:gd name="connsiteX3" fmla="*/ 840824 w 903612"/>
                <a:gd name="connsiteY3" fmla="*/ 316039 h 2874914"/>
                <a:gd name="connsiteX4" fmla="*/ 880711 w 903612"/>
                <a:gd name="connsiteY4" fmla="*/ 1414576 h 2874914"/>
                <a:gd name="connsiteX5" fmla="*/ 696981 w 903612"/>
                <a:gd name="connsiteY5" fmla="*/ 2487614 h 2874914"/>
                <a:gd name="connsiteX6" fmla="*/ 382413 w 903612"/>
                <a:gd name="connsiteY6" fmla="*/ 2852672 h 2874914"/>
                <a:gd name="connsiteX7" fmla="*/ 64806 w 903612"/>
                <a:gd name="connsiteY7" fmla="*/ 1952940 h 2874914"/>
                <a:gd name="connsiteX8" fmla="*/ 17949 w 903612"/>
                <a:gd name="connsiteY8" fmla="*/ 674088 h 2874914"/>
                <a:gd name="connsiteX0" fmla="*/ 26925 w 891376"/>
                <a:gd name="connsiteY0" fmla="*/ 717064 h 2874914"/>
                <a:gd name="connsiteX1" fmla="*/ 215592 w 891376"/>
                <a:gd name="connsiteY1" fmla="*/ 171626 h 2874914"/>
                <a:gd name="connsiteX2" fmla="*/ 487168 w 891376"/>
                <a:gd name="connsiteY2" fmla="*/ 19166 h 2874914"/>
                <a:gd name="connsiteX3" fmla="*/ 828588 w 891376"/>
                <a:gd name="connsiteY3" fmla="*/ 316039 h 2874914"/>
                <a:gd name="connsiteX4" fmla="*/ 868475 w 891376"/>
                <a:gd name="connsiteY4" fmla="*/ 1414576 h 2874914"/>
                <a:gd name="connsiteX5" fmla="*/ 684745 w 891376"/>
                <a:gd name="connsiteY5" fmla="*/ 2487614 h 2874914"/>
                <a:gd name="connsiteX6" fmla="*/ 370177 w 891376"/>
                <a:gd name="connsiteY6" fmla="*/ 2852672 h 2874914"/>
                <a:gd name="connsiteX7" fmla="*/ 52570 w 891376"/>
                <a:gd name="connsiteY7" fmla="*/ 1952940 h 2874914"/>
                <a:gd name="connsiteX8" fmla="*/ 26925 w 891376"/>
                <a:gd name="connsiteY8" fmla="*/ 717064 h 2874914"/>
                <a:gd name="connsiteX0" fmla="*/ 47530 w 911981"/>
                <a:gd name="connsiteY0" fmla="*/ 717064 h 2874914"/>
                <a:gd name="connsiteX1" fmla="*/ 236197 w 911981"/>
                <a:gd name="connsiteY1" fmla="*/ 171626 h 2874914"/>
                <a:gd name="connsiteX2" fmla="*/ 507773 w 911981"/>
                <a:gd name="connsiteY2" fmla="*/ 19166 h 2874914"/>
                <a:gd name="connsiteX3" fmla="*/ 849193 w 911981"/>
                <a:gd name="connsiteY3" fmla="*/ 316039 h 2874914"/>
                <a:gd name="connsiteX4" fmla="*/ 889080 w 911981"/>
                <a:gd name="connsiteY4" fmla="*/ 1414576 h 2874914"/>
                <a:gd name="connsiteX5" fmla="*/ 705350 w 911981"/>
                <a:gd name="connsiteY5" fmla="*/ 2487614 h 2874914"/>
                <a:gd name="connsiteX6" fmla="*/ 390782 w 911981"/>
                <a:gd name="connsiteY6" fmla="*/ 2852672 h 2874914"/>
                <a:gd name="connsiteX7" fmla="*/ 73175 w 911981"/>
                <a:gd name="connsiteY7" fmla="*/ 1952940 h 2874914"/>
                <a:gd name="connsiteX8" fmla="*/ 47530 w 911981"/>
                <a:gd name="connsiteY8" fmla="*/ 717064 h 2874914"/>
                <a:gd name="connsiteX0" fmla="*/ 27966 w 892417"/>
                <a:gd name="connsiteY0" fmla="*/ 717064 h 2874914"/>
                <a:gd name="connsiteX1" fmla="*/ 216633 w 892417"/>
                <a:gd name="connsiteY1" fmla="*/ 171626 h 2874914"/>
                <a:gd name="connsiteX2" fmla="*/ 488209 w 892417"/>
                <a:gd name="connsiteY2" fmla="*/ 19166 h 2874914"/>
                <a:gd name="connsiteX3" fmla="*/ 829629 w 892417"/>
                <a:gd name="connsiteY3" fmla="*/ 316039 h 2874914"/>
                <a:gd name="connsiteX4" fmla="*/ 869516 w 892417"/>
                <a:gd name="connsiteY4" fmla="*/ 1414576 h 2874914"/>
                <a:gd name="connsiteX5" fmla="*/ 685786 w 892417"/>
                <a:gd name="connsiteY5" fmla="*/ 2487614 h 2874914"/>
                <a:gd name="connsiteX6" fmla="*/ 371218 w 892417"/>
                <a:gd name="connsiteY6" fmla="*/ 2852672 h 2874914"/>
                <a:gd name="connsiteX7" fmla="*/ 53611 w 892417"/>
                <a:gd name="connsiteY7" fmla="*/ 1952940 h 2874914"/>
                <a:gd name="connsiteX8" fmla="*/ 27966 w 892417"/>
                <a:gd name="connsiteY8" fmla="*/ 717064 h 2874914"/>
                <a:gd name="connsiteX0" fmla="*/ 12170 w 876621"/>
                <a:gd name="connsiteY0" fmla="*/ 717064 h 2882802"/>
                <a:gd name="connsiteX1" fmla="*/ 200837 w 876621"/>
                <a:gd name="connsiteY1" fmla="*/ 171626 h 2882802"/>
                <a:gd name="connsiteX2" fmla="*/ 472413 w 876621"/>
                <a:gd name="connsiteY2" fmla="*/ 19166 h 2882802"/>
                <a:gd name="connsiteX3" fmla="*/ 813833 w 876621"/>
                <a:gd name="connsiteY3" fmla="*/ 316039 h 2882802"/>
                <a:gd name="connsiteX4" fmla="*/ 853720 w 876621"/>
                <a:gd name="connsiteY4" fmla="*/ 1414576 h 2882802"/>
                <a:gd name="connsiteX5" fmla="*/ 669990 w 876621"/>
                <a:gd name="connsiteY5" fmla="*/ 2487614 h 2882802"/>
                <a:gd name="connsiteX6" fmla="*/ 355422 w 876621"/>
                <a:gd name="connsiteY6" fmla="*/ 2852672 h 2882802"/>
                <a:gd name="connsiteX7" fmla="*/ 70151 w 876621"/>
                <a:gd name="connsiteY7" fmla="*/ 1821981 h 2882802"/>
                <a:gd name="connsiteX8" fmla="*/ 12170 w 87662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35559 w 900010"/>
                <a:gd name="connsiteY0" fmla="*/ 717064 h 2882802"/>
                <a:gd name="connsiteX1" fmla="*/ 224226 w 900010"/>
                <a:gd name="connsiteY1" fmla="*/ 171626 h 2882802"/>
                <a:gd name="connsiteX2" fmla="*/ 495802 w 900010"/>
                <a:gd name="connsiteY2" fmla="*/ 19166 h 2882802"/>
                <a:gd name="connsiteX3" fmla="*/ 837222 w 900010"/>
                <a:gd name="connsiteY3" fmla="*/ 316039 h 2882802"/>
                <a:gd name="connsiteX4" fmla="*/ 877109 w 900010"/>
                <a:gd name="connsiteY4" fmla="*/ 1414576 h 2882802"/>
                <a:gd name="connsiteX5" fmla="*/ 693379 w 900010"/>
                <a:gd name="connsiteY5" fmla="*/ 2487614 h 2882802"/>
                <a:gd name="connsiteX6" fmla="*/ 378811 w 900010"/>
                <a:gd name="connsiteY6" fmla="*/ 2852672 h 2882802"/>
                <a:gd name="connsiteX7" fmla="*/ 93540 w 900010"/>
                <a:gd name="connsiteY7" fmla="*/ 1821981 h 2882802"/>
                <a:gd name="connsiteX8" fmla="*/ 35559 w 900010"/>
                <a:gd name="connsiteY8" fmla="*/ 717064 h 2882802"/>
                <a:gd name="connsiteX0" fmla="*/ 26171 w 890622"/>
                <a:gd name="connsiteY0" fmla="*/ 717064 h 2882802"/>
                <a:gd name="connsiteX1" fmla="*/ 214838 w 890622"/>
                <a:gd name="connsiteY1" fmla="*/ 171626 h 2882802"/>
                <a:gd name="connsiteX2" fmla="*/ 486414 w 890622"/>
                <a:gd name="connsiteY2" fmla="*/ 19166 h 2882802"/>
                <a:gd name="connsiteX3" fmla="*/ 827834 w 890622"/>
                <a:gd name="connsiteY3" fmla="*/ 316039 h 2882802"/>
                <a:gd name="connsiteX4" fmla="*/ 867721 w 890622"/>
                <a:gd name="connsiteY4" fmla="*/ 1414576 h 2882802"/>
                <a:gd name="connsiteX5" fmla="*/ 683991 w 890622"/>
                <a:gd name="connsiteY5" fmla="*/ 2487614 h 2882802"/>
                <a:gd name="connsiteX6" fmla="*/ 369423 w 890622"/>
                <a:gd name="connsiteY6" fmla="*/ 2852672 h 2882802"/>
                <a:gd name="connsiteX7" fmla="*/ 84152 w 890622"/>
                <a:gd name="connsiteY7" fmla="*/ 1821981 h 2882802"/>
                <a:gd name="connsiteX8" fmla="*/ 26171 w 890622"/>
                <a:gd name="connsiteY8" fmla="*/ 717064 h 2882802"/>
                <a:gd name="connsiteX0" fmla="*/ 29461 w 893912"/>
                <a:gd name="connsiteY0" fmla="*/ 717064 h 2882802"/>
                <a:gd name="connsiteX1" fmla="*/ 218128 w 893912"/>
                <a:gd name="connsiteY1" fmla="*/ 171626 h 2882802"/>
                <a:gd name="connsiteX2" fmla="*/ 489704 w 893912"/>
                <a:gd name="connsiteY2" fmla="*/ 19166 h 2882802"/>
                <a:gd name="connsiteX3" fmla="*/ 831124 w 893912"/>
                <a:gd name="connsiteY3" fmla="*/ 316039 h 2882802"/>
                <a:gd name="connsiteX4" fmla="*/ 871011 w 893912"/>
                <a:gd name="connsiteY4" fmla="*/ 1414576 h 2882802"/>
                <a:gd name="connsiteX5" fmla="*/ 687281 w 893912"/>
                <a:gd name="connsiteY5" fmla="*/ 2487614 h 2882802"/>
                <a:gd name="connsiteX6" fmla="*/ 372713 w 893912"/>
                <a:gd name="connsiteY6" fmla="*/ 2852672 h 2882802"/>
                <a:gd name="connsiteX7" fmla="*/ 87442 w 893912"/>
                <a:gd name="connsiteY7" fmla="*/ 1821981 h 2882802"/>
                <a:gd name="connsiteX8" fmla="*/ 29461 w 893912"/>
                <a:gd name="connsiteY8" fmla="*/ 717064 h 2882802"/>
                <a:gd name="connsiteX0" fmla="*/ 25528 w 904861"/>
                <a:gd name="connsiteY0" fmla="*/ 700008 h 2882802"/>
                <a:gd name="connsiteX1" fmla="*/ 229077 w 904861"/>
                <a:gd name="connsiteY1" fmla="*/ 171626 h 2882802"/>
                <a:gd name="connsiteX2" fmla="*/ 500653 w 904861"/>
                <a:gd name="connsiteY2" fmla="*/ 19166 h 2882802"/>
                <a:gd name="connsiteX3" fmla="*/ 842073 w 904861"/>
                <a:gd name="connsiteY3" fmla="*/ 316039 h 2882802"/>
                <a:gd name="connsiteX4" fmla="*/ 881960 w 904861"/>
                <a:gd name="connsiteY4" fmla="*/ 1414576 h 2882802"/>
                <a:gd name="connsiteX5" fmla="*/ 698230 w 904861"/>
                <a:gd name="connsiteY5" fmla="*/ 2487614 h 2882802"/>
                <a:gd name="connsiteX6" fmla="*/ 383662 w 904861"/>
                <a:gd name="connsiteY6" fmla="*/ 2852672 h 2882802"/>
                <a:gd name="connsiteX7" fmla="*/ 98391 w 904861"/>
                <a:gd name="connsiteY7" fmla="*/ 1821981 h 2882802"/>
                <a:gd name="connsiteX8" fmla="*/ 25528 w 904861"/>
                <a:gd name="connsiteY8" fmla="*/ 700008 h 2882802"/>
                <a:gd name="connsiteX0" fmla="*/ 3067 w 882400"/>
                <a:gd name="connsiteY0" fmla="*/ 700008 h 2882802"/>
                <a:gd name="connsiteX1" fmla="*/ 206616 w 882400"/>
                <a:gd name="connsiteY1" fmla="*/ 171626 h 2882802"/>
                <a:gd name="connsiteX2" fmla="*/ 478192 w 882400"/>
                <a:gd name="connsiteY2" fmla="*/ 19166 h 2882802"/>
                <a:gd name="connsiteX3" fmla="*/ 819612 w 882400"/>
                <a:gd name="connsiteY3" fmla="*/ 316039 h 2882802"/>
                <a:gd name="connsiteX4" fmla="*/ 859499 w 882400"/>
                <a:gd name="connsiteY4" fmla="*/ 1414576 h 2882802"/>
                <a:gd name="connsiteX5" fmla="*/ 675769 w 882400"/>
                <a:gd name="connsiteY5" fmla="*/ 2487614 h 2882802"/>
                <a:gd name="connsiteX6" fmla="*/ 361201 w 882400"/>
                <a:gd name="connsiteY6" fmla="*/ 2852672 h 2882802"/>
                <a:gd name="connsiteX7" fmla="*/ 75930 w 882400"/>
                <a:gd name="connsiteY7" fmla="*/ 1821981 h 2882802"/>
                <a:gd name="connsiteX8" fmla="*/ 3067 w 882400"/>
                <a:gd name="connsiteY8" fmla="*/ 700008 h 2882802"/>
                <a:gd name="connsiteX0" fmla="*/ 3067 w 890413"/>
                <a:gd name="connsiteY0" fmla="*/ 697657 h 2880451"/>
                <a:gd name="connsiteX1" fmla="*/ 206616 w 890413"/>
                <a:gd name="connsiteY1" fmla="*/ 169275 h 2880451"/>
                <a:gd name="connsiteX2" fmla="*/ 478192 w 890413"/>
                <a:gd name="connsiteY2" fmla="*/ 16815 h 2880451"/>
                <a:gd name="connsiteX3" fmla="*/ 837597 w 890413"/>
                <a:gd name="connsiteY3" fmla="*/ 181227 h 2880451"/>
                <a:gd name="connsiteX4" fmla="*/ 859499 w 890413"/>
                <a:gd name="connsiteY4" fmla="*/ 1412225 h 2880451"/>
                <a:gd name="connsiteX5" fmla="*/ 675769 w 890413"/>
                <a:gd name="connsiteY5" fmla="*/ 2485263 h 2880451"/>
                <a:gd name="connsiteX6" fmla="*/ 361201 w 890413"/>
                <a:gd name="connsiteY6" fmla="*/ 2850321 h 2880451"/>
                <a:gd name="connsiteX7" fmla="*/ 75930 w 890413"/>
                <a:gd name="connsiteY7" fmla="*/ 1819630 h 2880451"/>
                <a:gd name="connsiteX8" fmla="*/ 3067 w 890413"/>
                <a:gd name="connsiteY8" fmla="*/ 697657 h 2880451"/>
                <a:gd name="connsiteX0" fmla="*/ 3067 w 890413"/>
                <a:gd name="connsiteY0" fmla="*/ 747934 h 2930728"/>
                <a:gd name="connsiteX1" fmla="*/ 206616 w 890413"/>
                <a:gd name="connsiteY1" fmla="*/ 219552 h 2930728"/>
                <a:gd name="connsiteX2" fmla="*/ 490783 w 890413"/>
                <a:gd name="connsiteY2" fmla="*/ 356 h 2930728"/>
                <a:gd name="connsiteX3" fmla="*/ 837597 w 890413"/>
                <a:gd name="connsiteY3" fmla="*/ 231504 h 2930728"/>
                <a:gd name="connsiteX4" fmla="*/ 859499 w 890413"/>
                <a:gd name="connsiteY4" fmla="*/ 1462502 h 2930728"/>
                <a:gd name="connsiteX5" fmla="*/ 675769 w 890413"/>
                <a:gd name="connsiteY5" fmla="*/ 2535540 h 2930728"/>
                <a:gd name="connsiteX6" fmla="*/ 361201 w 890413"/>
                <a:gd name="connsiteY6" fmla="*/ 2900598 h 2930728"/>
                <a:gd name="connsiteX7" fmla="*/ 75930 w 890413"/>
                <a:gd name="connsiteY7" fmla="*/ 1869907 h 2930728"/>
                <a:gd name="connsiteX8" fmla="*/ 3067 w 890413"/>
                <a:gd name="connsiteY8" fmla="*/ 747934 h 2930728"/>
                <a:gd name="connsiteX0" fmla="*/ 1927 w 896675"/>
                <a:gd name="connsiteY0" fmla="*/ 1130640 h 2930728"/>
                <a:gd name="connsiteX1" fmla="*/ 212878 w 896675"/>
                <a:gd name="connsiteY1" fmla="*/ 219552 h 2930728"/>
                <a:gd name="connsiteX2" fmla="*/ 497045 w 896675"/>
                <a:gd name="connsiteY2" fmla="*/ 356 h 2930728"/>
                <a:gd name="connsiteX3" fmla="*/ 843859 w 896675"/>
                <a:gd name="connsiteY3" fmla="*/ 231504 h 2930728"/>
                <a:gd name="connsiteX4" fmla="*/ 865761 w 896675"/>
                <a:gd name="connsiteY4" fmla="*/ 1462502 h 2930728"/>
                <a:gd name="connsiteX5" fmla="*/ 682031 w 896675"/>
                <a:gd name="connsiteY5" fmla="*/ 2535540 h 2930728"/>
                <a:gd name="connsiteX6" fmla="*/ 367463 w 896675"/>
                <a:gd name="connsiteY6" fmla="*/ 2900598 h 2930728"/>
                <a:gd name="connsiteX7" fmla="*/ 82192 w 896675"/>
                <a:gd name="connsiteY7" fmla="*/ 1869907 h 2930728"/>
                <a:gd name="connsiteX8" fmla="*/ 1927 w 896675"/>
                <a:gd name="connsiteY8" fmla="*/ 1130640 h 2930728"/>
                <a:gd name="connsiteX0" fmla="*/ 3863 w 898611"/>
                <a:gd name="connsiteY0" fmla="*/ 1130640 h 2920786"/>
                <a:gd name="connsiteX1" fmla="*/ 214814 w 898611"/>
                <a:gd name="connsiteY1" fmla="*/ 219552 h 2920786"/>
                <a:gd name="connsiteX2" fmla="*/ 498981 w 898611"/>
                <a:gd name="connsiteY2" fmla="*/ 356 h 2920786"/>
                <a:gd name="connsiteX3" fmla="*/ 845795 w 898611"/>
                <a:gd name="connsiteY3" fmla="*/ 231504 h 2920786"/>
                <a:gd name="connsiteX4" fmla="*/ 867697 w 898611"/>
                <a:gd name="connsiteY4" fmla="*/ 1462502 h 2920786"/>
                <a:gd name="connsiteX5" fmla="*/ 683967 w 898611"/>
                <a:gd name="connsiteY5" fmla="*/ 2535540 h 2920786"/>
                <a:gd name="connsiteX6" fmla="*/ 369399 w 898611"/>
                <a:gd name="connsiteY6" fmla="*/ 2900598 h 2920786"/>
                <a:gd name="connsiteX7" fmla="*/ 114047 w 898611"/>
                <a:gd name="connsiteY7" fmla="*/ 2036227 h 2920786"/>
                <a:gd name="connsiteX8" fmla="*/ 3863 w 898611"/>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357 w 895105"/>
                <a:gd name="connsiteY0" fmla="*/ 1130640 h 2920786"/>
                <a:gd name="connsiteX1" fmla="*/ 211308 w 895105"/>
                <a:gd name="connsiteY1" fmla="*/ 219552 h 2920786"/>
                <a:gd name="connsiteX2" fmla="*/ 495475 w 895105"/>
                <a:gd name="connsiteY2" fmla="*/ 356 h 2920786"/>
                <a:gd name="connsiteX3" fmla="*/ 842289 w 895105"/>
                <a:gd name="connsiteY3" fmla="*/ 231504 h 2920786"/>
                <a:gd name="connsiteX4" fmla="*/ 864191 w 895105"/>
                <a:gd name="connsiteY4" fmla="*/ 1462502 h 2920786"/>
                <a:gd name="connsiteX5" fmla="*/ 680461 w 895105"/>
                <a:gd name="connsiteY5" fmla="*/ 2535540 h 2920786"/>
                <a:gd name="connsiteX6" fmla="*/ 365893 w 895105"/>
                <a:gd name="connsiteY6" fmla="*/ 2900598 h 2920786"/>
                <a:gd name="connsiteX7" fmla="*/ 110541 w 895105"/>
                <a:gd name="connsiteY7" fmla="*/ 2036227 h 2920786"/>
                <a:gd name="connsiteX8" fmla="*/ 357 w 895105"/>
                <a:gd name="connsiteY8" fmla="*/ 1130640 h 2920786"/>
                <a:gd name="connsiteX0" fmla="*/ 357 w 895105"/>
                <a:gd name="connsiteY0" fmla="*/ 1130835 h 2920981"/>
                <a:gd name="connsiteX1" fmla="*/ 211308 w 895105"/>
                <a:gd name="connsiteY1" fmla="*/ 219747 h 2920981"/>
                <a:gd name="connsiteX2" fmla="*/ 495475 w 895105"/>
                <a:gd name="connsiteY2" fmla="*/ 551 h 2920981"/>
                <a:gd name="connsiteX3" fmla="*/ 842289 w 895105"/>
                <a:gd name="connsiteY3" fmla="*/ 231699 h 2920981"/>
                <a:gd name="connsiteX4" fmla="*/ 864191 w 895105"/>
                <a:gd name="connsiteY4" fmla="*/ 1462697 h 2920981"/>
                <a:gd name="connsiteX5" fmla="*/ 680461 w 895105"/>
                <a:gd name="connsiteY5" fmla="*/ 2535735 h 2920981"/>
                <a:gd name="connsiteX6" fmla="*/ 365893 w 895105"/>
                <a:gd name="connsiteY6" fmla="*/ 2900793 h 2920981"/>
                <a:gd name="connsiteX7" fmla="*/ 110541 w 895105"/>
                <a:gd name="connsiteY7" fmla="*/ 2036422 h 2920981"/>
                <a:gd name="connsiteX8" fmla="*/ 357 w 895105"/>
                <a:gd name="connsiteY8" fmla="*/ 1130835 h 2920981"/>
                <a:gd name="connsiteX0" fmla="*/ 357 w 894783"/>
                <a:gd name="connsiteY0" fmla="*/ 1130518 h 2920664"/>
                <a:gd name="connsiteX1" fmla="*/ 211308 w 894783"/>
                <a:gd name="connsiteY1" fmla="*/ 219430 h 2920664"/>
                <a:gd name="connsiteX2" fmla="*/ 495475 w 894783"/>
                <a:gd name="connsiteY2" fmla="*/ 234 h 2920664"/>
                <a:gd name="connsiteX3" fmla="*/ 842289 w 894783"/>
                <a:gd name="connsiteY3" fmla="*/ 231382 h 2920664"/>
                <a:gd name="connsiteX4" fmla="*/ 864191 w 894783"/>
                <a:gd name="connsiteY4" fmla="*/ 1462380 h 2920664"/>
                <a:gd name="connsiteX5" fmla="*/ 680461 w 894783"/>
                <a:gd name="connsiteY5" fmla="*/ 2535418 h 2920664"/>
                <a:gd name="connsiteX6" fmla="*/ 365893 w 894783"/>
                <a:gd name="connsiteY6" fmla="*/ 2900476 h 2920664"/>
                <a:gd name="connsiteX7" fmla="*/ 110541 w 894783"/>
                <a:gd name="connsiteY7" fmla="*/ 2036105 h 2920664"/>
                <a:gd name="connsiteX8" fmla="*/ 357 w 894783"/>
                <a:gd name="connsiteY8" fmla="*/ 1130518 h 2920664"/>
                <a:gd name="connsiteX0" fmla="*/ 357 w 894783"/>
                <a:gd name="connsiteY0" fmla="*/ 1132310 h 2922456"/>
                <a:gd name="connsiteX1" fmla="*/ 211308 w 894783"/>
                <a:gd name="connsiteY1" fmla="*/ 221222 h 2922456"/>
                <a:gd name="connsiteX2" fmla="*/ 495475 w 894783"/>
                <a:gd name="connsiteY2" fmla="*/ 2026 h 2922456"/>
                <a:gd name="connsiteX3" fmla="*/ 842289 w 894783"/>
                <a:gd name="connsiteY3" fmla="*/ 233174 h 2922456"/>
                <a:gd name="connsiteX4" fmla="*/ 864191 w 894783"/>
                <a:gd name="connsiteY4" fmla="*/ 1464172 h 2922456"/>
                <a:gd name="connsiteX5" fmla="*/ 680461 w 894783"/>
                <a:gd name="connsiteY5" fmla="*/ 2537210 h 2922456"/>
                <a:gd name="connsiteX6" fmla="*/ 365893 w 894783"/>
                <a:gd name="connsiteY6" fmla="*/ 2902268 h 2922456"/>
                <a:gd name="connsiteX7" fmla="*/ 110541 w 894783"/>
                <a:gd name="connsiteY7" fmla="*/ 2037897 h 2922456"/>
                <a:gd name="connsiteX8" fmla="*/ 357 w 894783"/>
                <a:gd name="connsiteY8" fmla="*/ 1132310 h 2922456"/>
                <a:gd name="connsiteX0" fmla="*/ 511 w 876967"/>
                <a:gd name="connsiteY0" fmla="*/ 941598 h 2922458"/>
                <a:gd name="connsiteX1" fmla="*/ 193492 w 876967"/>
                <a:gd name="connsiteY1" fmla="*/ 221224 h 2922458"/>
                <a:gd name="connsiteX2" fmla="*/ 477659 w 876967"/>
                <a:gd name="connsiteY2" fmla="*/ 2028 h 2922458"/>
                <a:gd name="connsiteX3" fmla="*/ 824473 w 876967"/>
                <a:gd name="connsiteY3" fmla="*/ 233176 h 2922458"/>
                <a:gd name="connsiteX4" fmla="*/ 846375 w 876967"/>
                <a:gd name="connsiteY4" fmla="*/ 1464174 h 2922458"/>
                <a:gd name="connsiteX5" fmla="*/ 662645 w 876967"/>
                <a:gd name="connsiteY5" fmla="*/ 2537212 h 2922458"/>
                <a:gd name="connsiteX6" fmla="*/ 348077 w 876967"/>
                <a:gd name="connsiteY6" fmla="*/ 2902270 h 2922458"/>
                <a:gd name="connsiteX7" fmla="*/ 92725 w 876967"/>
                <a:gd name="connsiteY7" fmla="*/ 2037899 h 2922458"/>
                <a:gd name="connsiteX8" fmla="*/ 511 w 876967"/>
                <a:gd name="connsiteY8" fmla="*/ 941598 h 2922458"/>
                <a:gd name="connsiteX0" fmla="*/ 393 w 876849"/>
                <a:gd name="connsiteY0" fmla="*/ 941598 h 2922458"/>
                <a:gd name="connsiteX1" fmla="*/ 193374 w 876849"/>
                <a:gd name="connsiteY1" fmla="*/ 221224 h 2922458"/>
                <a:gd name="connsiteX2" fmla="*/ 477541 w 876849"/>
                <a:gd name="connsiteY2" fmla="*/ 2028 h 2922458"/>
                <a:gd name="connsiteX3" fmla="*/ 824355 w 876849"/>
                <a:gd name="connsiteY3" fmla="*/ 233176 h 2922458"/>
                <a:gd name="connsiteX4" fmla="*/ 846257 w 876849"/>
                <a:gd name="connsiteY4" fmla="*/ 1464174 h 2922458"/>
                <a:gd name="connsiteX5" fmla="*/ 662527 w 876849"/>
                <a:gd name="connsiteY5" fmla="*/ 2537212 h 2922458"/>
                <a:gd name="connsiteX6" fmla="*/ 347959 w 876849"/>
                <a:gd name="connsiteY6" fmla="*/ 2902270 h 2922458"/>
                <a:gd name="connsiteX7" fmla="*/ 92607 w 876849"/>
                <a:gd name="connsiteY7" fmla="*/ 2037899 h 2922458"/>
                <a:gd name="connsiteX8" fmla="*/ 393 w 876849"/>
                <a:gd name="connsiteY8" fmla="*/ 941598 h 2922458"/>
                <a:gd name="connsiteX0" fmla="*/ 393 w 876849"/>
                <a:gd name="connsiteY0" fmla="*/ 941598 h 2922458"/>
                <a:gd name="connsiteX1" fmla="*/ 193374 w 876849"/>
                <a:gd name="connsiteY1" fmla="*/ 221224 h 2922458"/>
                <a:gd name="connsiteX2" fmla="*/ 477541 w 876849"/>
                <a:gd name="connsiteY2" fmla="*/ 2028 h 2922458"/>
                <a:gd name="connsiteX3" fmla="*/ 824355 w 876849"/>
                <a:gd name="connsiteY3" fmla="*/ 233176 h 2922458"/>
                <a:gd name="connsiteX4" fmla="*/ 846257 w 876849"/>
                <a:gd name="connsiteY4" fmla="*/ 1464174 h 2922458"/>
                <a:gd name="connsiteX5" fmla="*/ 662527 w 876849"/>
                <a:gd name="connsiteY5" fmla="*/ 2537212 h 2922458"/>
                <a:gd name="connsiteX6" fmla="*/ 347959 w 876849"/>
                <a:gd name="connsiteY6" fmla="*/ 2902270 h 2922458"/>
                <a:gd name="connsiteX7" fmla="*/ 92607 w 876849"/>
                <a:gd name="connsiteY7" fmla="*/ 2037899 h 2922458"/>
                <a:gd name="connsiteX8" fmla="*/ 393 w 876849"/>
                <a:gd name="connsiteY8" fmla="*/ 941598 h 2922458"/>
                <a:gd name="connsiteX0" fmla="*/ 393 w 876849"/>
                <a:gd name="connsiteY0" fmla="*/ 941598 h 2922458"/>
                <a:gd name="connsiteX1" fmla="*/ 193374 w 876849"/>
                <a:gd name="connsiteY1" fmla="*/ 221224 h 2922458"/>
                <a:gd name="connsiteX2" fmla="*/ 477541 w 876849"/>
                <a:gd name="connsiteY2" fmla="*/ 2028 h 2922458"/>
                <a:gd name="connsiteX3" fmla="*/ 824355 w 876849"/>
                <a:gd name="connsiteY3" fmla="*/ 233176 h 2922458"/>
                <a:gd name="connsiteX4" fmla="*/ 846257 w 876849"/>
                <a:gd name="connsiteY4" fmla="*/ 1464174 h 2922458"/>
                <a:gd name="connsiteX5" fmla="*/ 662527 w 876849"/>
                <a:gd name="connsiteY5" fmla="*/ 2537212 h 2922458"/>
                <a:gd name="connsiteX6" fmla="*/ 347959 w 876849"/>
                <a:gd name="connsiteY6" fmla="*/ 2902270 h 2922458"/>
                <a:gd name="connsiteX7" fmla="*/ 92607 w 876849"/>
                <a:gd name="connsiteY7" fmla="*/ 2037899 h 2922458"/>
                <a:gd name="connsiteX8" fmla="*/ 393 w 876849"/>
                <a:gd name="connsiteY8" fmla="*/ 941598 h 2922458"/>
                <a:gd name="connsiteX0" fmla="*/ 393 w 853551"/>
                <a:gd name="connsiteY0" fmla="*/ 1130240 h 3111100"/>
                <a:gd name="connsiteX1" fmla="*/ 193374 w 853551"/>
                <a:gd name="connsiteY1" fmla="*/ 409866 h 3111100"/>
                <a:gd name="connsiteX2" fmla="*/ 477541 w 853551"/>
                <a:gd name="connsiteY2" fmla="*/ 190670 h 3111100"/>
                <a:gd name="connsiteX3" fmla="*/ 773027 w 853551"/>
                <a:gd name="connsiteY3" fmla="*/ 74422 h 3111100"/>
                <a:gd name="connsiteX4" fmla="*/ 846257 w 853551"/>
                <a:gd name="connsiteY4" fmla="*/ 1652816 h 3111100"/>
                <a:gd name="connsiteX5" fmla="*/ 662527 w 853551"/>
                <a:gd name="connsiteY5" fmla="*/ 2725854 h 3111100"/>
                <a:gd name="connsiteX6" fmla="*/ 347959 w 853551"/>
                <a:gd name="connsiteY6" fmla="*/ 3090912 h 3111100"/>
                <a:gd name="connsiteX7" fmla="*/ 92607 w 853551"/>
                <a:gd name="connsiteY7" fmla="*/ 2226541 h 3111100"/>
                <a:gd name="connsiteX8" fmla="*/ 393 w 853551"/>
                <a:gd name="connsiteY8" fmla="*/ 1130240 h 3111100"/>
                <a:gd name="connsiteX0" fmla="*/ 393 w 851692"/>
                <a:gd name="connsiteY0" fmla="*/ 1186647 h 3167507"/>
                <a:gd name="connsiteX1" fmla="*/ 193374 w 851692"/>
                <a:gd name="connsiteY1" fmla="*/ 466273 h 3167507"/>
                <a:gd name="connsiteX2" fmla="*/ 472561 w 851692"/>
                <a:gd name="connsiteY2" fmla="*/ 129610 h 3167507"/>
                <a:gd name="connsiteX3" fmla="*/ 773027 w 851692"/>
                <a:gd name="connsiteY3" fmla="*/ 130829 h 3167507"/>
                <a:gd name="connsiteX4" fmla="*/ 846257 w 851692"/>
                <a:gd name="connsiteY4" fmla="*/ 1709223 h 3167507"/>
                <a:gd name="connsiteX5" fmla="*/ 662527 w 851692"/>
                <a:gd name="connsiteY5" fmla="*/ 2782261 h 3167507"/>
                <a:gd name="connsiteX6" fmla="*/ 347959 w 851692"/>
                <a:gd name="connsiteY6" fmla="*/ 3147319 h 3167507"/>
                <a:gd name="connsiteX7" fmla="*/ 92607 w 851692"/>
                <a:gd name="connsiteY7" fmla="*/ 2282948 h 3167507"/>
                <a:gd name="connsiteX8" fmla="*/ 393 w 851692"/>
                <a:gd name="connsiteY8" fmla="*/ 1186647 h 3167507"/>
                <a:gd name="connsiteX0" fmla="*/ 393 w 859871"/>
                <a:gd name="connsiteY0" fmla="*/ 1117495 h 3098355"/>
                <a:gd name="connsiteX1" fmla="*/ 193374 w 859871"/>
                <a:gd name="connsiteY1" fmla="*/ 397121 h 3098355"/>
                <a:gd name="connsiteX2" fmla="*/ 773027 w 859871"/>
                <a:gd name="connsiteY2" fmla="*/ 61677 h 3098355"/>
                <a:gd name="connsiteX3" fmla="*/ 846257 w 859871"/>
                <a:gd name="connsiteY3" fmla="*/ 1640071 h 3098355"/>
                <a:gd name="connsiteX4" fmla="*/ 662527 w 859871"/>
                <a:gd name="connsiteY4" fmla="*/ 2713109 h 3098355"/>
                <a:gd name="connsiteX5" fmla="*/ 347959 w 859871"/>
                <a:gd name="connsiteY5" fmla="*/ 3078167 h 3098355"/>
                <a:gd name="connsiteX6" fmla="*/ 92607 w 859871"/>
                <a:gd name="connsiteY6" fmla="*/ 2213796 h 3098355"/>
                <a:gd name="connsiteX7" fmla="*/ 393 w 859871"/>
                <a:gd name="connsiteY7" fmla="*/ 1117495 h 3098355"/>
                <a:gd name="connsiteX0" fmla="*/ 446 w 855068"/>
                <a:gd name="connsiteY0" fmla="*/ 966137 h 3095856"/>
                <a:gd name="connsiteX1" fmla="*/ 188571 w 855068"/>
                <a:gd name="connsiteY1" fmla="*/ 394622 h 3095856"/>
                <a:gd name="connsiteX2" fmla="*/ 768224 w 855068"/>
                <a:gd name="connsiteY2" fmla="*/ 59178 h 3095856"/>
                <a:gd name="connsiteX3" fmla="*/ 841454 w 855068"/>
                <a:gd name="connsiteY3" fmla="*/ 1637572 h 3095856"/>
                <a:gd name="connsiteX4" fmla="*/ 657724 w 855068"/>
                <a:gd name="connsiteY4" fmla="*/ 2710610 h 3095856"/>
                <a:gd name="connsiteX5" fmla="*/ 343156 w 855068"/>
                <a:gd name="connsiteY5" fmla="*/ 3075668 h 3095856"/>
                <a:gd name="connsiteX6" fmla="*/ 87804 w 855068"/>
                <a:gd name="connsiteY6" fmla="*/ 2211297 h 3095856"/>
                <a:gd name="connsiteX7" fmla="*/ 446 w 855068"/>
                <a:gd name="connsiteY7" fmla="*/ 966137 h 3095856"/>
                <a:gd name="connsiteX0" fmla="*/ 446 w 864683"/>
                <a:gd name="connsiteY0" fmla="*/ 919567 h 3049286"/>
                <a:gd name="connsiteX1" fmla="*/ 768224 w 864683"/>
                <a:gd name="connsiteY1" fmla="*/ 12608 h 3049286"/>
                <a:gd name="connsiteX2" fmla="*/ 841454 w 864683"/>
                <a:gd name="connsiteY2" fmla="*/ 1591002 h 3049286"/>
                <a:gd name="connsiteX3" fmla="*/ 657724 w 864683"/>
                <a:gd name="connsiteY3" fmla="*/ 2664040 h 3049286"/>
                <a:gd name="connsiteX4" fmla="*/ 343156 w 864683"/>
                <a:gd name="connsiteY4" fmla="*/ 3029098 h 3049286"/>
                <a:gd name="connsiteX5" fmla="*/ 87804 w 864683"/>
                <a:gd name="connsiteY5" fmla="*/ 2164727 h 3049286"/>
                <a:gd name="connsiteX6" fmla="*/ 446 w 864683"/>
                <a:gd name="connsiteY6" fmla="*/ 919567 h 3049286"/>
                <a:gd name="connsiteX0" fmla="*/ 31643 w 893616"/>
                <a:gd name="connsiteY0" fmla="*/ 936284 h 3066003"/>
                <a:gd name="connsiteX1" fmla="*/ 72133 w 893616"/>
                <a:gd name="connsiteY1" fmla="*/ 606566 h 3066003"/>
                <a:gd name="connsiteX2" fmla="*/ 799421 w 893616"/>
                <a:gd name="connsiteY2" fmla="*/ 29325 h 3066003"/>
                <a:gd name="connsiteX3" fmla="*/ 872651 w 893616"/>
                <a:gd name="connsiteY3" fmla="*/ 1607719 h 3066003"/>
                <a:gd name="connsiteX4" fmla="*/ 688921 w 893616"/>
                <a:gd name="connsiteY4" fmla="*/ 2680757 h 3066003"/>
                <a:gd name="connsiteX5" fmla="*/ 374353 w 893616"/>
                <a:gd name="connsiteY5" fmla="*/ 3045815 h 3066003"/>
                <a:gd name="connsiteX6" fmla="*/ 119001 w 893616"/>
                <a:gd name="connsiteY6" fmla="*/ 2181444 h 3066003"/>
                <a:gd name="connsiteX7" fmla="*/ 31643 w 893616"/>
                <a:gd name="connsiteY7" fmla="*/ 936284 h 3066003"/>
                <a:gd name="connsiteX0" fmla="*/ 0 w 864237"/>
                <a:gd name="connsiteY0" fmla="*/ 919567 h 3049286"/>
                <a:gd name="connsiteX1" fmla="*/ 767778 w 864237"/>
                <a:gd name="connsiteY1" fmla="*/ 12608 h 3049286"/>
                <a:gd name="connsiteX2" fmla="*/ 841008 w 864237"/>
                <a:gd name="connsiteY2" fmla="*/ 1591002 h 3049286"/>
                <a:gd name="connsiteX3" fmla="*/ 657278 w 864237"/>
                <a:gd name="connsiteY3" fmla="*/ 2664040 h 3049286"/>
                <a:gd name="connsiteX4" fmla="*/ 342710 w 864237"/>
                <a:gd name="connsiteY4" fmla="*/ 3029098 h 3049286"/>
                <a:gd name="connsiteX5" fmla="*/ 87358 w 864237"/>
                <a:gd name="connsiteY5" fmla="*/ 2164727 h 3049286"/>
                <a:gd name="connsiteX6" fmla="*/ 0 w 864237"/>
                <a:gd name="connsiteY6" fmla="*/ 919567 h 3049286"/>
                <a:gd name="connsiteX0" fmla="*/ 43154 w 907391"/>
                <a:gd name="connsiteY0" fmla="*/ 919567 h 3049286"/>
                <a:gd name="connsiteX1" fmla="*/ 810932 w 907391"/>
                <a:gd name="connsiteY1" fmla="*/ 12608 h 3049286"/>
                <a:gd name="connsiteX2" fmla="*/ 884162 w 907391"/>
                <a:gd name="connsiteY2" fmla="*/ 1591002 h 3049286"/>
                <a:gd name="connsiteX3" fmla="*/ 700432 w 907391"/>
                <a:gd name="connsiteY3" fmla="*/ 2664040 h 3049286"/>
                <a:gd name="connsiteX4" fmla="*/ 385864 w 907391"/>
                <a:gd name="connsiteY4" fmla="*/ 3029098 h 3049286"/>
                <a:gd name="connsiteX5" fmla="*/ 130512 w 907391"/>
                <a:gd name="connsiteY5" fmla="*/ 2164727 h 3049286"/>
                <a:gd name="connsiteX6" fmla="*/ 43154 w 907391"/>
                <a:gd name="connsiteY6" fmla="*/ 919567 h 3049286"/>
                <a:gd name="connsiteX0" fmla="*/ 361 w 864598"/>
                <a:gd name="connsiteY0" fmla="*/ 926059 h 3055778"/>
                <a:gd name="connsiteX1" fmla="*/ 768139 w 864598"/>
                <a:gd name="connsiteY1" fmla="*/ 19100 h 3055778"/>
                <a:gd name="connsiteX2" fmla="*/ 841369 w 864598"/>
                <a:gd name="connsiteY2" fmla="*/ 1597494 h 3055778"/>
                <a:gd name="connsiteX3" fmla="*/ 657639 w 864598"/>
                <a:gd name="connsiteY3" fmla="*/ 2670532 h 3055778"/>
                <a:gd name="connsiteX4" fmla="*/ 343071 w 864598"/>
                <a:gd name="connsiteY4" fmla="*/ 3035590 h 3055778"/>
                <a:gd name="connsiteX5" fmla="*/ 87719 w 864598"/>
                <a:gd name="connsiteY5" fmla="*/ 2171219 h 3055778"/>
                <a:gd name="connsiteX6" fmla="*/ 361 w 864598"/>
                <a:gd name="connsiteY6" fmla="*/ 926059 h 3055778"/>
                <a:gd name="connsiteX0" fmla="*/ 10583 w 874820"/>
                <a:gd name="connsiteY0" fmla="*/ 922402 h 3052121"/>
                <a:gd name="connsiteX1" fmla="*/ 778361 w 874820"/>
                <a:gd name="connsiteY1" fmla="*/ 15443 h 3052121"/>
                <a:gd name="connsiteX2" fmla="*/ 851591 w 874820"/>
                <a:gd name="connsiteY2" fmla="*/ 1593837 h 3052121"/>
                <a:gd name="connsiteX3" fmla="*/ 667861 w 874820"/>
                <a:gd name="connsiteY3" fmla="*/ 2666875 h 3052121"/>
                <a:gd name="connsiteX4" fmla="*/ 353293 w 874820"/>
                <a:gd name="connsiteY4" fmla="*/ 3031933 h 3052121"/>
                <a:gd name="connsiteX5" fmla="*/ 10583 w 874820"/>
                <a:gd name="connsiteY5" fmla="*/ 922402 h 3052121"/>
                <a:gd name="connsiteX0" fmla="*/ 10583 w 874820"/>
                <a:gd name="connsiteY0" fmla="*/ 922402 h 3134675"/>
                <a:gd name="connsiteX1" fmla="*/ 778361 w 874820"/>
                <a:gd name="connsiteY1" fmla="*/ 15443 h 3134675"/>
                <a:gd name="connsiteX2" fmla="*/ 851591 w 874820"/>
                <a:gd name="connsiteY2" fmla="*/ 1593837 h 3134675"/>
                <a:gd name="connsiteX3" fmla="*/ 667861 w 874820"/>
                <a:gd name="connsiteY3" fmla="*/ 2666875 h 3134675"/>
                <a:gd name="connsiteX4" fmla="*/ 353293 w 874820"/>
                <a:gd name="connsiteY4" fmla="*/ 3031933 h 3134675"/>
                <a:gd name="connsiteX5" fmla="*/ 10583 w 874820"/>
                <a:gd name="connsiteY5" fmla="*/ 922402 h 3134675"/>
                <a:gd name="connsiteX0" fmla="*/ 13642 w 877879"/>
                <a:gd name="connsiteY0" fmla="*/ 922402 h 3132256"/>
                <a:gd name="connsiteX1" fmla="*/ 781420 w 877879"/>
                <a:gd name="connsiteY1" fmla="*/ 15443 h 3132256"/>
                <a:gd name="connsiteX2" fmla="*/ 854650 w 877879"/>
                <a:gd name="connsiteY2" fmla="*/ 1593837 h 3132256"/>
                <a:gd name="connsiteX3" fmla="*/ 670920 w 877879"/>
                <a:gd name="connsiteY3" fmla="*/ 2666875 h 3132256"/>
                <a:gd name="connsiteX4" fmla="*/ 356352 w 877879"/>
                <a:gd name="connsiteY4" fmla="*/ 3031933 h 3132256"/>
                <a:gd name="connsiteX5" fmla="*/ 13642 w 877879"/>
                <a:gd name="connsiteY5" fmla="*/ 922402 h 3132256"/>
                <a:gd name="connsiteX0" fmla="*/ 13642 w 877879"/>
                <a:gd name="connsiteY0" fmla="*/ 922402 h 3132258"/>
                <a:gd name="connsiteX1" fmla="*/ 781420 w 877879"/>
                <a:gd name="connsiteY1" fmla="*/ 15443 h 3132258"/>
                <a:gd name="connsiteX2" fmla="*/ 854650 w 877879"/>
                <a:gd name="connsiteY2" fmla="*/ 1593837 h 3132258"/>
                <a:gd name="connsiteX3" fmla="*/ 670920 w 877879"/>
                <a:gd name="connsiteY3" fmla="*/ 2666875 h 3132258"/>
                <a:gd name="connsiteX4" fmla="*/ 356352 w 877879"/>
                <a:gd name="connsiteY4" fmla="*/ 3031933 h 3132258"/>
                <a:gd name="connsiteX5" fmla="*/ 13642 w 877879"/>
                <a:gd name="connsiteY5" fmla="*/ 922402 h 3132258"/>
                <a:gd name="connsiteX0" fmla="*/ 13642 w 877879"/>
                <a:gd name="connsiteY0" fmla="*/ 922402 h 3141850"/>
                <a:gd name="connsiteX1" fmla="*/ 781420 w 877879"/>
                <a:gd name="connsiteY1" fmla="*/ 15443 h 3141850"/>
                <a:gd name="connsiteX2" fmla="*/ 854650 w 877879"/>
                <a:gd name="connsiteY2" fmla="*/ 1593837 h 3141850"/>
                <a:gd name="connsiteX3" fmla="*/ 670920 w 877879"/>
                <a:gd name="connsiteY3" fmla="*/ 2666875 h 3141850"/>
                <a:gd name="connsiteX4" fmla="*/ 356352 w 877879"/>
                <a:gd name="connsiteY4" fmla="*/ 3031933 h 3141850"/>
                <a:gd name="connsiteX5" fmla="*/ 13642 w 877879"/>
                <a:gd name="connsiteY5" fmla="*/ 922402 h 3141850"/>
                <a:gd name="connsiteX0" fmla="*/ 13642 w 820338"/>
                <a:gd name="connsiteY0" fmla="*/ 975667 h 3228998"/>
                <a:gd name="connsiteX1" fmla="*/ 781420 w 820338"/>
                <a:gd name="connsiteY1" fmla="*/ 68708 h 3228998"/>
                <a:gd name="connsiteX2" fmla="*/ 670920 w 820338"/>
                <a:gd name="connsiteY2" fmla="*/ 2720140 h 3228998"/>
                <a:gd name="connsiteX3" fmla="*/ 356352 w 820338"/>
                <a:gd name="connsiteY3" fmla="*/ 3085198 h 3228998"/>
                <a:gd name="connsiteX4" fmla="*/ 13642 w 820338"/>
                <a:gd name="connsiteY4" fmla="*/ 975667 h 3228998"/>
                <a:gd name="connsiteX0" fmla="*/ 12701 w 742627"/>
                <a:gd name="connsiteY0" fmla="*/ 1048064 h 3215601"/>
                <a:gd name="connsiteX1" fmla="*/ 708754 w 742627"/>
                <a:gd name="connsiteY1" fmla="*/ 58854 h 3215601"/>
                <a:gd name="connsiteX2" fmla="*/ 598254 w 742627"/>
                <a:gd name="connsiteY2" fmla="*/ 2710286 h 3215601"/>
                <a:gd name="connsiteX3" fmla="*/ 283686 w 742627"/>
                <a:gd name="connsiteY3" fmla="*/ 3075344 h 3215601"/>
                <a:gd name="connsiteX4" fmla="*/ 12701 w 742627"/>
                <a:gd name="connsiteY4" fmla="*/ 1048064 h 3215601"/>
                <a:gd name="connsiteX0" fmla="*/ 13059 w 749566"/>
                <a:gd name="connsiteY0" fmla="*/ 758846 h 2915136"/>
                <a:gd name="connsiteX1" fmla="*/ 716644 w 749566"/>
                <a:gd name="connsiteY1" fmla="*/ 79002 h 2915136"/>
                <a:gd name="connsiteX2" fmla="*/ 598612 w 749566"/>
                <a:gd name="connsiteY2" fmla="*/ 2421068 h 2915136"/>
                <a:gd name="connsiteX3" fmla="*/ 284044 w 749566"/>
                <a:gd name="connsiteY3" fmla="*/ 2786126 h 2915136"/>
                <a:gd name="connsiteX4" fmla="*/ 13059 w 749566"/>
                <a:gd name="connsiteY4" fmla="*/ 758846 h 2915136"/>
                <a:gd name="connsiteX0" fmla="*/ 12737 w 740398"/>
                <a:gd name="connsiteY0" fmla="*/ 773071 h 3017984"/>
                <a:gd name="connsiteX1" fmla="*/ 716322 w 740398"/>
                <a:gd name="connsiteY1" fmla="*/ 93227 h 3017984"/>
                <a:gd name="connsiteX2" fmla="*/ 549963 w 740398"/>
                <a:gd name="connsiteY2" fmla="*/ 2656219 h 3017984"/>
                <a:gd name="connsiteX3" fmla="*/ 283722 w 740398"/>
                <a:gd name="connsiteY3" fmla="*/ 2800351 h 3017984"/>
                <a:gd name="connsiteX4" fmla="*/ 12737 w 740398"/>
                <a:gd name="connsiteY4" fmla="*/ 773071 h 3017984"/>
                <a:gd name="connsiteX0" fmla="*/ 12645 w 740290"/>
                <a:gd name="connsiteY0" fmla="*/ 771527 h 2961777"/>
                <a:gd name="connsiteX1" fmla="*/ 716230 w 740290"/>
                <a:gd name="connsiteY1" fmla="*/ 91683 h 2961777"/>
                <a:gd name="connsiteX2" fmla="*/ 549871 w 740290"/>
                <a:gd name="connsiteY2" fmla="*/ 2654675 h 2961777"/>
                <a:gd name="connsiteX3" fmla="*/ 284681 w 740290"/>
                <a:gd name="connsiteY3" fmla="*/ 2706546 h 2961777"/>
                <a:gd name="connsiteX4" fmla="*/ 12645 w 740290"/>
                <a:gd name="connsiteY4" fmla="*/ 771527 h 2961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0290" h="2961777">
                  <a:moveTo>
                    <a:pt x="12645" y="771527"/>
                  </a:moveTo>
                  <a:cubicBezTo>
                    <a:pt x="84570" y="335717"/>
                    <a:pt x="626692" y="-222175"/>
                    <a:pt x="716230" y="91683"/>
                  </a:cubicBezTo>
                  <a:cubicBezTo>
                    <a:pt x="805768" y="405541"/>
                    <a:pt x="621796" y="2218865"/>
                    <a:pt x="549871" y="2654675"/>
                  </a:cubicBezTo>
                  <a:cubicBezTo>
                    <a:pt x="477946" y="3090485"/>
                    <a:pt x="374219" y="3020404"/>
                    <a:pt x="284681" y="2706546"/>
                  </a:cubicBezTo>
                  <a:cubicBezTo>
                    <a:pt x="195143" y="2392688"/>
                    <a:pt x="-59280" y="1207337"/>
                    <a:pt x="12645" y="771527"/>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a:off x="6248401" y="643436"/>
            <a:ext cx="2199609" cy="1418674"/>
            <a:chOff x="554427" y="282134"/>
            <a:chExt cx="2199609" cy="1418674"/>
          </a:xfrm>
        </p:grpSpPr>
        <p:sp>
          <p:nvSpPr>
            <p:cNvPr id="15" name="菱形 14"/>
            <p:cNvSpPr/>
            <p:nvPr/>
          </p:nvSpPr>
          <p:spPr>
            <a:xfrm>
              <a:off x="2178688" y="548680"/>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6" name="菱形 15"/>
            <p:cNvSpPr/>
            <p:nvPr/>
          </p:nvSpPr>
          <p:spPr>
            <a:xfrm>
              <a:off x="1215663" y="1556792"/>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7" name="菱形 16"/>
            <p:cNvSpPr/>
            <p:nvPr/>
          </p:nvSpPr>
          <p:spPr>
            <a:xfrm>
              <a:off x="642890" y="1196752"/>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8" name="TextBox 17"/>
            <p:cNvSpPr txBox="1"/>
            <p:nvPr/>
          </p:nvSpPr>
          <p:spPr>
            <a:xfrm>
              <a:off x="2230252" y="282134"/>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1</a:t>
              </a:r>
              <a:endParaRPr lang="zh-CN" altLang="en-US" sz="1600" dirty="0">
                <a:latin typeface="Arial Unicode MS" pitchFamily="34" charset="-122"/>
                <a:ea typeface="Arial Unicode MS" pitchFamily="34" charset="-122"/>
                <a:cs typeface="Arial Unicode MS" pitchFamily="34" charset="-122"/>
              </a:endParaRPr>
            </a:p>
          </p:txBody>
        </p:sp>
        <p:sp>
          <p:nvSpPr>
            <p:cNvPr id="19" name="TextBox 18"/>
            <p:cNvSpPr txBox="1"/>
            <p:nvPr/>
          </p:nvSpPr>
          <p:spPr>
            <a:xfrm>
              <a:off x="1234536" y="1268760"/>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2</a:t>
              </a:r>
              <a:endParaRPr lang="zh-CN" altLang="en-US" sz="1600" dirty="0">
                <a:latin typeface="Arial Unicode MS" pitchFamily="34" charset="-122"/>
                <a:ea typeface="Arial Unicode MS" pitchFamily="34" charset="-122"/>
                <a:cs typeface="Arial Unicode MS" pitchFamily="34" charset="-122"/>
              </a:endParaRPr>
            </a:p>
          </p:txBody>
        </p:sp>
        <p:sp>
          <p:nvSpPr>
            <p:cNvPr id="20" name="TextBox 19"/>
            <p:cNvSpPr txBox="1"/>
            <p:nvPr/>
          </p:nvSpPr>
          <p:spPr>
            <a:xfrm>
              <a:off x="642890" y="836712"/>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5</a:t>
              </a:r>
              <a:endParaRPr lang="zh-CN" altLang="en-US" sz="1600" dirty="0">
                <a:latin typeface="Arial Unicode MS" pitchFamily="34" charset="-122"/>
                <a:ea typeface="Arial Unicode MS" pitchFamily="34" charset="-122"/>
                <a:cs typeface="Arial Unicode MS" pitchFamily="34" charset="-122"/>
              </a:endParaRPr>
            </a:p>
          </p:txBody>
        </p:sp>
        <p:sp>
          <p:nvSpPr>
            <p:cNvPr id="21" name="椭圆 150"/>
            <p:cNvSpPr/>
            <p:nvPr/>
          </p:nvSpPr>
          <p:spPr>
            <a:xfrm rot="14115175">
              <a:off x="1085935" y="-131662"/>
              <a:ext cx="1136594" cy="2199609"/>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 name="connsiteX0" fmla="*/ 18564 w 976213"/>
                <a:gd name="connsiteY0" fmla="*/ 1584058 h 3079356"/>
                <a:gd name="connsiteX1" fmla="*/ 109752 w 976213"/>
                <a:gd name="connsiteY1" fmla="*/ 477572 h 3079356"/>
                <a:gd name="connsiteX2" fmla="*/ 491500 w 976213"/>
                <a:gd name="connsiteY2" fmla="*/ 73 h 3079356"/>
                <a:gd name="connsiteX3" fmla="*/ 880247 w 976213"/>
                <a:gd name="connsiteY3" fmla="*/ 451467 h 3079356"/>
                <a:gd name="connsiteX4" fmla="*/ 964436 w 976213"/>
                <a:gd name="connsiteY4" fmla="*/ 1584058 h 3079356"/>
                <a:gd name="connsiteX5" fmla="*/ 780706 w 976213"/>
                <a:gd name="connsiteY5" fmla="*/ 2657096 h 3079356"/>
                <a:gd name="connsiteX6" fmla="*/ 340923 w 976213"/>
                <a:gd name="connsiteY6" fmla="*/ 3079237 h 3079356"/>
                <a:gd name="connsiteX7" fmla="*/ 48387 w 976213"/>
                <a:gd name="connsiteY7" fmla="*/ 2626099 h 3079356"/>
                <a:gd name="connsiteX8" fmla="*/ 18564 w 976213"/>
                <a:gd name="connsiteY8" fmla="*/ 1584058 h 3079356"/>
                <a:gd name="connsiteX0" fmla="*/ 18564 w 976213"/>
                <a:gd name="connsiteY0" fmla="*/ 1584058 h 3022333"/>
                <a:gd name="connsiteX1" fmla="*/ 109752 w 976213"/>
                <a:gd name="connsiteY1" fmla="*/ 477572 h 3022333"/>
                <a:gd name="connsiteX2" fmla="*/ 491500 w 976213"/>
                <a:gd name="connsiteY2" fmla="*/ 73 h 3022333"/>
                <a:gd name="connsiteX3" fmla="*/ 880247 w 976213"/>
                <a:gd name="connsiteY3" fmla="*/ 451467 h 3022333"/>
                <a:gd name="connsiteX4" fmla="*/ 964436 w 976213"/>
                <a:gd name="connsiteY4" fmla="*/ 1584058 h 3022333"/>
                <a:gd name="connsiteX5" fmla="*/ 780706 w 976213"/>
                <a:gd name="connsiteY5" fmla="*/ 2657096 h 3022333"/>
                <a:gd name="connsiteX6" fmla="*/ 466138 w 976213"/>
                <a:gd name="connsiteY6" fmla="*/ 3022154 h 3022333"/>
                <a:gd name="connsiteX7" fmla="*/ 48387 w 976213"/>
                <a:gd name="connsiteY7" fmla="*/ 2626099 h 3022333"/>
                <a:gd name="connsiteX8" fmla="*/ 18564 w 976213"/>
                <a:gd name="connsiteY8" fmla="*/ 1584058 h 3022333"/>
                <a:gd name="connsiteX0" fmla="*/ 1175 w 958824"/>
                <a:gd name="connsiteY0" fmla="*/ 1584058 h 3044396"/>
                <a:gd name="connsiteX1" fmla="*/ 92363 w 958824"/>
                <a:gd name="connsiteY1" fmla="*/ 477572 h 3044396"/>
                <a:gd name="connsiteX2" fmla="*/ 474111 w 958824"/>
                <a:gd name="connsiteY2" fmla="*/ 73 h 3044396"/>
                <a:gd name="connsiteX3" fmla="*/ 862858 w 958824"/>
                <a:gd name="connsiteY3" fmla="*/ 451467 h 3044396"/>
                <a:gd name="connsiteX4" fmla="*/ 947047 w 958824"/>
                <a:gd name="connsiteY4" fmla="*/ 1584058 h 3044396"/>
                <a:gd name="connsiteX5" fmla="*/ 763317 w 958824"/>
                <a:gd name="connsiteY5" fmla="*/ 2657096 h 3044396"/>
                <a:gd name="connsiteX6" fmla="*/ 448749 w 958824"/>
                <a:gd name="connsiteY6" fmla="*/ 3022154 h 3044396"/>
                <a:gd name="connsiteX7" fmla="*/ 131142 w 958824"/>
                <a:gd name="connsiteY7" fmla="*/ 2122422 h 3044396"/>
                <a:gd name="connsiteX8" fmla="*/ 1175 w 958824"/>
                <a:gd name="connsiteY8" fmla="*/ 1584058 h 3044396"/>
                <a:gd name="connsiteX0" fmla="*/ 6125 w 927920"/>
                <a:gd name="connsiteY0" fmla="*/ 1023420 h 3044396"/>
                <a:gd name="connsiteX1" fmla="*/ 61459 w 927920"/>
                <a:gd name="connsiteY1" fmla="*/ 477572 h 3044396"/>
                <a:gd name="connsiteX2" fmla="*/ 443207 w 927920"/>
                <a:gd name="connsiteY2" fmla="*/ 73 h 3044396"/>
                <a:gd name="connsiteX3" fmla="*/ 831954 w 927920"/>
                <a:gd name="connsiteY3" fmla="*/ 451467 h 3044396"/>
                <a:gd name="connsiteX4" fmla="*/ 916143 w 927920"/>
                <a:gd name="connsiteY4" fmla="*/ 1584058 h 3044396"/>
                <a:gd name="connsiteX5" fmla="*/ 732413 w 927920"/>
                <a:gd name="connsiteY5" fmla="*/ 2657096 h 3044396"/>
                <a:gd name="connsiteX6" fmla="*/ 417845 w 927920"/>
                <a:gd name="connsiteY6" fmla="*/ 3022154 h 3044396"/>
                <a:gd name="connsiteX7" fmla="*/ 100238 w 927920"/>
                <a:gd name="connsiteY7" fmla="*/ 2122422 h 3044396"/>
                <a:gd name="connsiteX8" fmla="*/ 6125 w 927920"/>
                <a:gd name="connsiteY8" fmla="*/ 1023420 h 3044396"/>
                <a:gd name="connsiteX0" fmla="*/ 6125 w 927920"/>
                <a:gd name="connsiteY0" fmla="*/ 762296 h 2783272"/>
                <a:gd name="connsiteX1" fmla="*/ 61459 w 927920"/>
                <a:gd name="connsiteY1" fmla="*/ 216448 h 2783272"/>
                <a:gd name="connsiteX2" fmla="*/ 539850 w 927920"/>
                <a:gd name="connsiteY2" fmla="*/ 16843 h 2783272"/>
                <a:gd name="connsiteX3" fmla="*/ 831954 w 927920"/>
                <a:gd name="connsiteY3" fmla="*/ 190343 h 2783272"/>
                <a:gd name="connsiteX4" fmla="*/ 916143 w 927920"/>
                <a:gd name="connsiteY4" fmla="*/ 1322934 h 2783272"/>
                <a:gd name="connsiteX5" fmla="*/ 732413 w 927920"/>
                <a:gd name="connsiteY5" fmla="*/ 2395972 h 2783272"/>
                <a:gd name="connsiteX6" fmla="*/ 417845 w 927920"/>
                <a:gd name="connsiteY6" fmla="*/ 2761030 h 2783272"/>
                <a:gd name="connsiteX7" fmla="*/ 100238 w 927920"/>
                <a:gd name="connsiteY7" fmla="*/ 1861298 h 2783272"/>
                <a:gd name="connsiteX8" fmla="*/ 6125 w 927920"/>
                <a:gd name="connsiteY8" fmla="*/ 762296 h 2783272"/>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834817 h 2855793"/>
                <a:gd name="connsiteX1" fmla="*/ 61459 w 939044"/>
                <a:gd name="connsiteY1" fmla="*/ 288969 h 2855793"/>
                <a:gd name="connsiteX2" fmla="*/ 534836 w 939044"/>
                <a:gd name="connsiteY2" fmla="*/ 45 h 2855793"/>
                <a:gd name="connsiteX3" fmla="*/ 876256 w 939044"/>
                <a:gd name="connsiteY3" fmla="*/ 296918 h 2855793"/>
                <a:gd name="connsiteX4" fmla="*/ 916143 w 939044"/>
                <a:gd name="connsiteY4" fmla="*/ 1395455 h 2855793"/>
                <a:gd name="connsiteX5" fmla="*/ 732413 w 939044"/>
                <a:gd name="connsiteY5" fmla="*/ 2468493 h 2855793"/>
                <a:gd name="connsiteX6" fmla="*/ 417845 w 939044"/>
                <a:gd name="connsiteY6" fmla="*/ 2833551 h 2855793"/>
                <a:gd name="connsiteX7" fmla="*/ 100238 w 939044"/>
                <a:gd name="connsiteY7" fmla="*/ 1933819 h 2855793"/>
                <a:gd name="connsiteX8" fmla="*/ 6125 w 939044"/>
                <a:gd name="connsiteY8" fmla="*/ 834817 h 2855793"/>
                <a:gd name="connsiteX0" fmla="*/ 8111 w 941030"/>
                <a:gd name="connsiteY0" fmla="*/ 839858 h 2860834"/>
                <a:gd name="connsiteX1" fmla="*/ 263598 w 941030"/>
                <a:gd name="connsiteY1" fmla="*/ 239230 h 2860834"/>
                <a:gd name="connsiteX2" fmla="*/ 536822 w 941030"/>
                <a:gd name="connsiteY2" fmla="*/ 5086 h 2860834"/>
                <a:gd name="connsiteX3" fmla="*/ 878242 w 941030"/>
                <a:gd name="connsiteY3" fmla="*/ 301959 h 2860834"/>
                <a:gd name="connsiteX4" fmla="*/ 918129 w 941030"/>
                <a:gd name="connsiteY4" fmla="*/ 1400496 h 2860834"/>
                <a:gd name="connsiteX5" fmla="*/ 734399 w 941030"/>
                <a:gd name="connsiteY5" fmla="*/ 2473534 h 2860834"/>
                <a:gd name="connsiteX6" fmla="*/ 419831 w 941030"/>
                <a:gd name="connsiteY6" fmla="*/ 2838592 h 2860834"/>
                <a:gd name="connsiteX7" fmla="*/ 102224 w 941030"/>
                <a:gd name="connsiteY7" fmla="*/ 1938860 h 2860834"/>
                <a:gd name="connsiteX8" fmla="*/ 8111 w 941030"/>
                <a:gd name="connsiteY8" fmla="*/ 839858 h 2860834"/>
                <a:gd name="connsiteX0" fmla="*/ 17831 w 903494"/>
                <a:gd name="connsiteY0" fmla="*/ 660008 h 2860834"/>
                <a:gd name="connsiteX1" fmla="*/ 226062 w 903494"/>
                <a:gd name="connsiteY1" fmla="*/ 239230 h 2860834"/>
                <a:gd name="connsiteX2" fmla="*/ 499286 w 903494"/>
                <a:gd name="connsiteY2" fmla="*/ 5086 h 2860834"/>
                <a:gd name="connsiteX3" fmla="*/ 840706 w 903494"/>
                <a:gd name="connsiteY3" fmla="*/ 301959 h 2860834"/>
                <a:gd name="connsiteX4" fmla="*/ 880593 w 903494"/>
                <a:gd name="connsiteY4" fmla="*/ 1400496 h 2860834"/>
                <a:gd name="connsiteX5" fmla="*/ 696863 w 903494"/>
                <a:gd name="connsiteY5" fmla="*/ 2473534 h 2860834"/>
                <a:gd name="connsiteX6" fmla="*/ 382295 w 903494"/>
                <a:gd name="connsiteY6" fmla="*/ 2838592 h 2860834"/>
                <a:gd name="connsiteX7" fmla="*/ 64688 w 903494"/>
                <a:gd name="connsiteY7" fmla="*/ 1938860 h 2860834"/>
                <a:gd name="connsiteX8" fmla="*/ 17831 w 903494"/>
                <a:gd name="connsiteY8" fmla="*/ 660008 h 2860834"/>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74088 h 2874914"/>
                <a:gd name="connsiteX1" fmla="*/ 227828 w 903612"/>
                <a:gd name="connsiteY1" fmla="*/ 171626 h 2874914"/>
                <a:gd name="connsiteX2" fmla="*/ 499404 w 903612"/>
                <a:gd name="connsiteY2" fmla="*/ 19166 h 2874914"/>
                <a:gd name="connsiteX3" fmla="*/ 840824 w 903612"/>
                <a:gd name="connsiteY3" fmla="*/ 316039 h 2874914"/>
                <a:gd name="connsiteX4" fmla="*/ 880711 w 903612"/>
                <a:gd name="connsiteY4" fmla="*/ 1414576 h 2874914"/>
                <a:gd name="connsiteX5" fmla="*/ 696981 w 903612"/>
                <a:gd name="connsiteY5" fmla="*/ 2487614 h 2874914"/>
                <a:gd name="connsiteX6" fmla="*/ 382413 w 903612"/>
                <a:gd name="connsiteY6" fmla="*/ 2852672 h 2874914"/>
                <a:gd name="connsiteX7" fmla="*/ 64806 w 903612"/>
                <a:gd name="connsiteY7" fmla="*/ 1952940 h 2874914"/>
                <a:gd name="connsiteX8" fmla="*/ 17949 w 903612"/>
                <a:gd name="connsiteY8" fmla="*/ 674088 h 2874914"/>
                <a:gd name="connsiteX0" fmla="*/ 26925 w 891376"/>
                <a:gd name="connsiteY0" fmla="*/ 717064 h 2874914"/>
                <a:gd name="connsiteX1" fmla="*/ 215592 w 891376"/>
                <a:gd name="connsiteY1" fmla="*/ 171626 h 2874914"/>
                <a:gd name="connsiteX2" fmla="*/ 487168 w 891376"/>
                <a:gd name="connsiteY2" fmla="*/ 19166 h 2874914"/>
                <a:gd name="connsiteX3" fmla="*/ 828588 w 891376"/>
                <a:gd name="connsiteY3" fmla="*/ 316039 h 2874914"/>
                <a:gd name="connsiteX4" fmla="*/ 868475 w 891376"/>
                <a:gd name="connsiteY4" fmla="*/ 1414576 h 2874914"/>
                <a:gd name="connsiteX5" fmla="*/ 684745 w 891376"/>
                <a:gd name="connsiteY5" fmla="*/ 2487614 h 2874914"/>
                <a:gd name="connsiteX6" fmla="*/ 370177 w 891376"/>
                <a:gd name="connsiteY6" fmla="*/ 2852672 h 2874914"/>
                <a:gd name="connsiteX7" fmla="*/ 52570 w 891376"/>
                <a:gd name="connsiteY7" fmla="*/ 1952940 h 2874914"/>
                <a:gd name="connsiteX8" fmla="*/ 26925 w 891376"/>
                <a:gd name="connsiteY8" fmla="*/ 717064 h 2874914"/>
                <a:gd name="connsiteX0" fmla="*/ 47530 w 911981"/>
                <a:gd name="connsiteY0" fmla="*/ 717064 h 2874914"/>
                <a:gd name="connsiteX1" fmla="*/ 236197 w 911981"/>
                <a:gd name="connsiteY1" fmla="*/ 171626 h 2874914"/>
                <a:gd name="connsiteX2" fmla="*/ 507773 w 911981"/>
                <a:gd name="connsiteY2" fmla="*/ 19166 h 2874914"/>
                <a:gd name="connsiteX3" fmla="*/ 849193 w 911981"/>
                <a:gd name="connsiteY3" fmla="*/ 316039 h 2874914"/>
                <a:gd name="connsiteX4" fmla="*/ 889080 w 911981"/>
                <a:gd name="connsiteY4" fmla="*/ 1414576 h 2874914"/>
                <a:gd name="connsiteX5" fmla="*/ 705350 w 911981"/>
                <a:gd name="connsiteY5" fmla="*/ 2487614 h 2874914"/>
                <a:gd name="connsiteX6" fmla="*/ 390782 w 911981"/>
                <a:gd name="connsiteY6" fmla="*/ 2852672 h 2874914"/>
                <a:gd name="connsiteX7" fmla="*/ 73175 w 911981"/>
                <a:gd name="connsiteY7" fmla="*/ 1952940 h 2874914"/>
                <a:gd name="connsiteX8" fmla="*/ 47530 w 911981"/>
                <a:gd name="connsiteY8" fmla="*/ 717064 h 2874914"/>
                <a:gd name="connsiteX0" fmla="*/ 27966 w 892417"/>
                <a:gd name="connsiteY0" fmla="*/ 717064 h 2874914"/>
                <a:gd name="connsiteX1" fmla="*/ 216633 w 892417"/>
                <a:gd name="connsiteY1" fmla="*/ 171626 h 2874914"/>
                <a:gd name="connsiteX2" fmla="*/ 488209 w 892417"/>
                <a:gd name="connsiteY2" fmla="*/ 19166 h 2874914"/>
                <a:gd name="connsiteX3" fmla="*/ 829629 w 892417"/>
                <a:gd name="connsiteY3" fmla="*/ 316039 h 2874914"/>
                <a:gd name="connsiteX4" fmla="*/ 869516 w 892417"/>
                <a:gd name="connsiteY4" fmla="*/ 1414576 h 2874914"/>
                <a:gd name="connsiteX5" fmla="*/ 685786 w 892417"/>
                <a:gd name="connsiteY5" fmla="*/ 2487614 h 2874914"/>
                <a:gd name="connsiteX6" fmla="*/ 371218 w 892417"/>
                <a:gd name="connsiteY6" fmla="*/ 2852672 h 2874914"/>
                <a:gd name="connsiteX7" fmla="*/ 53611 w 892417"/>
                <a:gd name="connsiteY7" fmla="*/ 1952940 h 2874914"/>
                <a:gd name="connsiteX8" fmla="*/ 27966 w 892417"/>
                <a:gd name="connsiteY8" fmla="*/ 717064 h 2874914"/>
                <a:gd name="connsiteX0" fmla="*/ 12170 w 876621"/>
                <a:gd name="connsiteY0" fmla="*/ 717064 h 2882802"/>
                <a:gd name="connsiteX1" fmla="*/ 200837 w 876621"/>
                <a:gd name="connsiteY1" fmla="*/ 171626 h 2882802"/>
                <a:gd name="connsiteX2" fmla="*/ 472413 w 876621"/>
                <a:gd name="connsiteY2" fmla="*/ 19166 h 2882802"/>
                <a:gd name="connsiteX3" fmla="*/ 813833 w 876621"/>
                <a:gd name="connsiteY3" fmla="*/ 316039 h 2882802"/>
                <a:gd name="connsiteX4" fmla="*/ 853720 w 876621"/>
                <a:gd name="connsiteY4" fmla="*/ 1414576 h 2882802"/>
                <a:gd name="connsiteX5" fmla="*/ 669990 w 876621"/>
                <a:gd name="connsiteY5" fmla="*/ 2487614 h 2882802"/>
                <a:gd name="connsiteX6" fmla="*/ 355422 w 876621"/>
                <a:gd name="connsiteY6" fmla="*/ 2852672 h 2882802"/>
                <a:gd name="connsiteX7" fmla="*/ 70151 w 876621"/>
                <a:gd name="connsiteY7" fmla="*/ 1821981 h 2882802"/>
                <a:gd name="connsiteX8" fmla="*/ 12170 w 87662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35559 w 900010"/>
                <a:gd name="connsiteY0" fmla="*/ 717064 h 2882802"/>
                <a:gd name="connsiteX1" fmla="*/ 224226 w 900010"/>
                <a:gd name="connsiteY1" fmla="*/ 171626 h 2882802"/>
                <a:gd name="connsiteX2" fmla="*/ 495802 w 900010"/>
                <a:gd name="connsiteY2" fmla="*/ 19166 h 2882802"/>
                <a:gd name="connsiteX3" fmla="*/ 837222 w 900010"/>
                <a:gd name="connsiteY3" fmla="*/ 316039 h 2882802"/>
                <a:gd name="connsiteX4" fmla="*/ 877109 w 900010"/>
                <a:gd name="connsiteY4" fmla="*/ 1414576 h 2882802"/>
                <a:gd name="connsiteX5" fmla="*/ 693379 w 900010"/>
                <a:gd name="connsiteY5" fmla="*/ 2487614 h 2882802"/>
                <a:gd name="connsiteX6" fmla="*/ 378811 w 900010"/>
                <a:gd name="connsiteY6" fmla="*/ 2852672 h 2882802"/>
                <a:gd name="connsiteX7" fmla="*/ 93540 w 900010"/>
                <a:gd name="connsiteY7" fmla="*/ 1821981 h 2882802"/>
                <a:gd name="connsiteX8" fmla="*/ 35559 w 900010"/>
                <a:gd name="connsiteY8" fmla="*/ 717064 h 2882802"/>
                <a:gd name="connsiteX0" fmla="*/ 26171 w 890622"/>
                <a:gd name="connsiteY0" fmla="*/ 717064 h 2882802"/>
                <a:gd name="connsiteX1" fmla="*/ 214838 w 890622"/>
                <a:gd name="connsiteY1" fmla="*/ 171626 h 2882802"/>
                <a:gd name="connsiteX2" fmla="*/ 486414 w 890622"/>
                <a:gd name="connsiteY2" fmla="*/ 19166 h 2882802"/>
                <a:gd name="connsiteX3" fmla="*/ 827834 w 890622"/>
                <a:gd name="connsiteY3" fmla="*/ 316039 h 2882802"/>
                <a:gd name="connsiteX4" fmla="*/ 867721 w 890622"/>
                <a:gd name="connsiteY4" fmla="*/ 1414576 h 2882802"/>
                <a:gd name="connsiteX5" fmla="*/ 683991 w 890622"/>
                <a:gd name="connsiteY5" fmla="*/ 2487614 h 2882802"/>
                <a:gd name="connsiteX6" fmla="*/ 369423 w 890622"/>
                <a:gd name="connsiteY6" fmla="*/ 2852672 h 2882802"/>
                <a:gd name="connsiteX7" fmla="*/ 84152 w 890622"/>
                <a:gd name="connsiteY7" fmla="*/ 1821981 h 2882802"/>
                <a:gd name="connsiteX8" fmla="*/ 26171 w 890622"/>
                <a:gd name="connsiteY8" fmla="*/ 717064 h 2882802"/>
                <a:gd name="connsiteX0" fmla="*/ 29461 w 893912"/>
                <a:gd name="connsiteY0" fmla="*/ 717064 h 2882802"/>
                <a:gd name="connsiteX1" fmla="*/ 218128 w 893912"/>
                <a:gd name="connsiteY1" fmla="*/ 171626 h 2882802"/>
                <a:gd name="connsiteX2" fmla="*/ 489704 w 893912"/>
                <a:gd name="connsiteY2" fmla="*/ 19166 h 2882802"/>
                <a:gd name="connsiteX3" fmla="*/ 831124 w 893912"/>
                <a:gd name="connsiteY3" fmla="*/ 316039 h 2882802"/>
                <a:gd name="connsiteX4" fmla="*/ 871011 w 893912"/>
                <a:gd name="connsiteY4" fmla="*/ 1414576 h 2882802"/>
                <a:gd name="connsiteX5" fmla="*/ 687281 w 893912"/>
                <a:gd name="connsiteY5" fmla="*/ 2487614 h 2882802"/>
                <a:gd name="connsiteX6" fmla="*/ 372713 w 893912"/>
                <a:gd name="connsiteY6" fmla="*/ 2852672 h 2882802"/>
                <a:gd name="connsiteX7" fmla="*/ 87442 w 893912"/>
                <a:gd name="connsiteY7" fmla="*/ 1821981 h 2882802"/>
                <a:gd name="connsiteX8" fmla="*/ 29461 w 893912"/>
                <a:gd name="connsiteY8" fmla="*/ 717064 h 2882802"/>
                <a:gd name="connsiteX0" fmla="*/ 25528 w 904861"/>
                <a:gd name="connsiteY0" fmla="*/ 700008 h 2882802"/>
                <a:gd name="connsiteX1" fmla="*/ 229077 w 904861"/>
                <a:gd name="connsiteY1" fmla="*/ 171626 h 2882802"/>
                <a:gd name="connsiteX2" fmla="*/ 500653 w 904861"/>
                <a:gd name="connsiteY2" fmla="*/ 19166 h 2882802"/>
                <a:gd name="connsiteX3" fmla="*/ 842073 w 904861"/>
                <a:gd name="connsiteY3" fmla="*/ 316039 h 2882802"/>
                <a:gd name="connsiteX4" fmla="*/ 881960 w 904861"/>
                <a:gd name="connsiteY4" fmla="*/ 1414576 h 2882802"/>
                <a:gd name="connsiteX5" fmla="*/ 698230 w 904861"/>
                <a:gd name="connsiteY5" fmla="*/ 2487614 h 2882802"/>
                <a:gd name="connsiteX6" fmla="*/ 383662 w 904861"/>
                <a:gd name="connsiteY6" fmla="*/ 2852672 h 2882802"/>
                <a:gd name="connsiteX7" fmla="*/ 98391 w 904861"/>
                <a:gd name="connsiteY7" fmla="*/ 1821981 h 2882802"/>
                <a:gd name="connsiteX8" fmla="*/ 25528 w 904861"/>
                <a:gd name="connsiteY8" fmla="*/ 700008 h 2882802"/>
                <a:gd name="connsiteX0" fmla="*/ 3067 w 882400"/>
                <a:gd name="connsiteY0" fmla="*/ 700008 h 2882802"/>
                <a:gd name="connsiteX1" fmla="*/ 206616 w 882400"/>
                <a:gd name="connsiteY1" fmla="*/ 171626 h 2882802"/>
                <a:gd name="connsiteX2" fmla="*/ 478192 w 882400"/>
                <a:gd name="connsiteY2" fmla="*/ 19166 h 2882802"/>
                <a:gd name="connsiteX3" fmla="*/ 819612 w 882400"/>
                <a:gd name="connsiteY3" fmla="*/ 316039 h 2882802"/>
                <a:gd name="connsiteX4" fmla="*/ 859499 w 882400"/>
                <a:gd name="connsiteY4" fmla="*/ 1414576 h 2882802"/>
                <a:gd name="connsiteX5" fmla="*/ 675769 w 882400"/>
                <a:gd name="connsiteY5" fmla="*/ 2487614 h 2882802"/>
                <a:gd name="connsiteX6" fmla="*/ 361201 w 882400"/>
                <a:gd name="connsiteY6" fmla="*/ 2852672 h 2882802"/>
                <a:gd name="connsiteX7" fmla="*/ 75930 w 882400"/>
                <a:gd name="connsiteY7" fmla="*/ 1821981 h 2882802"/>
                <a:gd name="connsiteX8" fmla="*/ 3067 w 882400"/>
                <a:gd name="connsiteY8" fmla="*/ 700008 h 2882802"/>
                <a:gd name="connsiteX0" fmla="*/ 3067 w 890413"/>
                <a:gd name="connsiteY0" fmla="*/ 697657 h 2880451"/>
                <a:gd name="connsiteX1" fmla="*/ 206616 w 890413"/>
                <a:gd name="connsiteY1" fmla="*/ 169275 h 2880451"/>
                <a:gd name="connsiteX2" fmla="*/ 478192 w 890413"/>
                <a:gd name="connsiteY2" fmla="*/ 16815 h 2880451"/>
                <a:gd name="connsiteX3" fmla="*/ 837597 w 890413"/>
                <a:gd name="connsiteY3" fmla="*/ 181227 h 2880451"/>
                <a:gd name="connsiteX4" fmla="*/ 859499 w 890413"/>
                <a:gd name="connsiteY4" fmla="*/ 1412225 h 2880451"/>
                <a:gd name="connsiteX5" fmla="*/ 675769 w 890413"/>
                <a:gd name="connsiteY5" fmla="*/ 2485263 h 2880451"/>
                <a:gd name="connsiteX6" fmla="*/ 361201 w 890413"/>
                <a:gd name="connsiteY6" fmla="*/ 2850321 h 2880451"/>
                <a:gd name="connsiteX7" fmla="*/ 75930 w 890413"/>
                <a:gd name="connsiteY7" fmla="*/ 1819630 h 2880451"/>
                <a:gd name="connsiteX8" fmla="*/ 3067 w 890413"/>
                <a:gd name="connsiteY8" fmla="*/ 697657 h 2880451"/>
                <a:gd name="connsiteX0" fmla="*/ 3067 w 890413"/>
                <a:gd name="connsiteY0" fmla="*/ 747934 h 2930728"/>
                <a:gd name="connsiteX1" fmla="*/ 206616 w 890413"/>
                <a:gd name="connsiteY1" fmla="*/ 219552 h 2930728"/>
                <a:gd name="connsiteX2" fmla="*/ 490783 w 890413"/>
                <a:gd name="connsiteY2" fmla="*/ 356 h 2930728"/>
                <a:gd name="connsiteX3" fmla="*/ 837597 w 890413"/>
                <a:gd name="connsiteY3" fmla="*/ 231504 h 2930728"/>
                <a:gd name="connsiteX4" fmla="*/ 859499 w 890413"/>
                <a:gd name="connsiteY4" fmla="*/ 1462502 h 2930728"/>
                <a:gd name="connsiteX5" fmla="*/ 675769 w 890413"/>
                <a:gd name="connsiteY5" fmla="*/ 2535540 h 2930728"/>
                <a:gd name="connsiteX6" fmla="*/ 361201 w 890413"/>
                <a:gd name="connsiteY6" fmla="*/ 2900598 h 2930728"/>
                <a:gd name="connsiteX7" fmla="*/ 75930 w 890413"/>
                <a:gd name="connsiteY7" fmla="*/ 1869907 h 2930728"/>
                <a:gd name="connsiteX8" fmla="*/ 3067 w 890413"/>
                <a:gd name="connsiteY8" fmla="*/ 747934 h 2930728"/>
                <a:gd name="connsiteX0" fmla="*/ 1927 w 896675"/>
                <a:gd name="connsiteY0" fmla="*/ 1130640 h 2930728"/>
                <a:gd name="connsiteX1" fmla="*/ 212878 w 896675"/>
                <a:gd name="connsiteY1" fmla="*/ 219552 h 2930728"/>
                <a:gd name="connsiteX2" fmla="*/ 497045 w 896675"/>
                <a:gd name="connsiteY2" fmla="*/ 356 h 2930728"/>
                <a:gd name="connsiteX3" fmla="*/ 843859 w 896675"/>
                <a:gd name="connsiteY3" fmla="*/ 231504 h 2930728"/>
                <a:gd name="connsiteX4" fmla="*/ 865761 w 896675"/>
                <a:gd name="connsiteY4" fmla="*/ 1462502 h 2930728"/>
                <a:gd name="connsiteX5" fmla="*/ 682031 w 896675"/>
                <a:gd name="connsiteY5" fmla="*/ 2535540 h 2930728"/>
                <a:gd name="connsiteX6" fmla="*/ 367463 w 896675"/>
                <a:gd name="connsiteY6" fmla="*/ 2900598 h 2930728"/>
                <a:gd name="connsiteX7" fmla="*/ 82192 w 896675"/>
                <a:gd name="connsiteY7" fmla="*/ 1869907 h 2930728"/>
                <a:gd name="connsiteX8" fmla="*/ 1927 w 896675"/>
                <a:gd name="connsiteY8" fmla="*/ 1130640 h 2930728"/>
                <a:gd name="connsiteX0" fmla="*/ 3863 w 898611"/>
                <a:gd name="connsiteY0" fmla="*/ 1130640 h 2920786"/>
                <a:gd name="connsiteX1" fmla="*/ 214814 w 898611"/>
                <a:gd name="connsiteY1" fmla="*/ 219552 h 2920786"/>
                <a:gd name="connsiteX2" fmla="*/ 498981 w 898611"/>
                <a:gd name="connsiteY2" fmla="*/ 356 h 2920786"/>
                <a:gd name="connsiteX3" fmla="*/ 845795 w 898611"/>
                <a:gd name="connsiteY3" fmla="*/ 231504 h 2920786"/>
                <a:gd name="connsiteX4" fmla="*/ 867697 w 898611"/>
                <a:gd name="connsiteY4" fmla="*/ 1462502 h 2920786"/>
                <a:gd name="connsiteX5" fmla="*/ 683967 w 898611"/>
                <a:gd name="connsiteY5" fmla="*/ 2535540 h 2920786"/>
                <a:gd name="connsiteX6" fmla="*/ 369399 w 898611"/>
                <a:gd name="connsiteY6" fmla="*/ 2900598 h 2920786"/>
                <a:gd name="connsiteX7" fmla="*/ 114047 w 898611"/>
                <a:gd name="connsiteY7" fmla="*/ 2036227 h 2920786"/>
                <a:gd name="connsiteX8" fmla="*/ 3863 w 898611"/>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2681 w 897429"/>
                <a:gd name="connsiteY0" fmla="*/ 1130835 h 2920981"/>
                <a:gd name="connsiteX1" fmla="*/ 213632 w 897429"/>
                <a:gd name="connsiteY1" fmla="*/ 219747 h 2920981"/>
                <a:gd name="connsiteX2" fmla="*/ 497799 w 897429"/>
                <a:gd name="connsiteY2" fmla="*/ 551 h 2920981"/>
                <a:gd name="connsiteX3" fmla="*/ 844613 w 897429"/>
                <a:gd name="connsiteY3" fmla="*/ 231699 h 2920981"/>
                <a:gd name="connsiteX4" fmla="*/ 866515 w 897429"/>
                <a:gd name="connsiteY4" fmla="*/ 1462697 h 2920981"/>
                <a:gd name="connsiteX5" fmla="*/ 682785 w 897429"/>
                <a:gd name="connsiteY5" fmla="*/ 2535735 h 2920981"/>
                <a:gd name="connsiteX6" fmla="*/ 368217 w 897429"/>
                <a:gd name="connsiteY6" fmla="*/ 2900793 h 2920981"/>
                <a:gd name="connsiteX7" fmla="*/ 112865 w 897429"/>
                <a:gd name="connsiteY7" fmla="*/ 2036422 h 2920981"/>
                <a:gd name="connsiteX8" fmla="*/ 2681 w 897429"/>
                <a:gd name="connsiteY8" fmla="*/ 1130835 h 2920981"/>
                <a:gd name="connsiteX0" fmla="*/ 2681 w 897429"/>
                <a:gd name="connsiteY0" fmla="*/ 1130835 h 2920981"/>
                <a:gd name="connsiteX1" fmla="*/ 213632 w 897429"/>
                <a:gd name="connsiteY1" fmla="*/ 219747 h 2920981"/>
                <a:gd name="connsiteX2" fmla="*/ 497799 w 897429"/>
                <a:gd name="connsiteY2" fmla="*/ 551 h 2920981"/>
                <a:gd name="connsiteX3" fmla="*/ 844613 w 897429"/>
                <a:gd name="connsiteY3" fmla="*/ 231699 h 2920981"/>
                <a:gd name="connsiteX4" fmla="*/ 866515 w 897429"/>
                <a:gd name="connsiteY4" fmla="*/ 1462697 h 2920981"/>
                <a:gd name="connsiteX5" fmla="*/ 682785 w 897429"/>
                <a:gd name="connsiteY5" fmla="*/ 2535735 h 2920981"/>
                <a:gd name="connsiteX6" fmla="*/ 368217 w 897429"/>
                <a:gd name="connsiteY6" fmla="*/ 2900793 h 2920981"/>
                <a:gd name="connsiteX7" fmla="*/ 112865 w 897429"/>
                <a:gd name="connsiteY7" fmla="*/ 2036422 h 2920981"/>
                <a:gd name="connsiteX8" fmla="*/ 2681 w 897429"/>
                <a:gd name="connsiteY8" fmla="*/ 1130835 h 2920981"/>
                <a:gd name="connsiteX0" fmla="*/ 2681 w 897429"/>
                <a:gd name="connsiteY0" fmla="*/ 1148878 h 2939024"/>
                <a:gd name="connsiteX1" fmla="*/ 213632 w 897429"/>
                <a:gd name="connsiteY1" fmla="*/ 237790 h 2939024"/>
                <a:gd name="connsiteX2" fmla="*/ 497799 w 897429"/>
                <a:gd name="connsiteY2" fmla="*/ 18594 h 2939024"/>
                <a:gd name="connsiteX3" fmla="*/ 844613 w 897429"/>
                <a:gd name="connsiteY3" fmla="*/ 249742 h 2939024"/>
                <a:gd name="connsiteX4" fmla="*/ 866515 w 897429"/>
                <a:gd name="connsiteY4" fmla="*/ 1480740 h 2939024"/>
                <a:gd name="connsiteX5" fmla="*/ 682785 w 897429"/>
                <a:gd name="connsiteY5" fmla="*/ 2553778 h 2939024"/>
                <a:gd name="connsiteX6" fmla="*/ 368217 w 897429"/>
                <a:gd name="connsiteY6" fmla="*/ 2918836 h 2939024"/>
                <a:gd name="connsiteX7" fmla="*/ 112865 w 897429"/>
                <a:gd name="connsiteY7" fmla="*/ 2054465 h 2939024"/>
                <a:gd name="connsiteX8" fmla="*/ 2681 w 897429"/>
                <a:gd name="connsiteY8" fmla="*/ 1148878 h 2939024"/>
                <a:gd name="connsiteX0" fmla="*/ 2681 w 897429"/>
                <a:gd name="connsiteY0" fmla="*/ 1148879 h 2939025"/>
                <a:gd name="connsiteX1" fmla="*/ 213632 w 897429"/>
                <a:gd name="connsiteY1" fmla="*/ 237791 h 2939025"/>
                <a:gd name="connsiteX2" fmla="*/ 497799 w 897429"/>
                <a:gd name="connsiteY2" fmla="*/ 18595 h 2939025"/>
                <a:gd name="connsiteX3" fmla="*/ 844613 w 897429"/>
                <a:gd name="connsiteY3" fmla="*/ 249743 h 2939025"/>
                <a:gd name="connsiteX4" fmla="*/ 866515 w 897429"/>
                <a:gd name="connsiteY4" fmla="*/ 1480741 h 2939025"/>
                <a:gd name="connsiteX5" fmla="*/ 682785 w 897429"/>
                <a:gd name="connsiteY5" fmla="*/ 2553779 h 2939025"/>
                <a:gd name="connsiteX6" fmla="*/ 368217 w 897429"/>
                <a:gd name="connsiteY6" fmla="*/ 2918837 h 2939025"/>
                <a:gd name="connsiteX7" fmla="*/ 112865 w 897429"/>
                <a:gd name="connsiteY7" fmla="*/ 2054466 h 2939025"/>
                <a:gd name="connsiteX8" fmla="*/ 2681 w 897429"/>
                <a:gd name="connsiteY8" fmla="*/ 1148879 h 2939025"/>
                <a:gd name="connsiteX0" fmla="*/ 2681 w 897429"/>
                <a:gd name="connsiteY0" fmla="*/ 1148879 h 2939025"/>
                <a:gd name="connsiteX1" fmla="*/ 213632 w 897429"/>
                <a:gd name="connsiteY1" fmla="*/ 237791 h 2939025"/>
                <a:gd name="connsiteX2" fmla="*/ 497799 w 897429"/>
                <a:gd name="connsiteY2" fmla="*/ 18595 h 2939025"/>
                <a:gd name="connsiteX3" fmla="*/ 844613 w 897429"/>
                <a:gd name="connsiteY3" fmla="*/ 249743 h 2939025"/>
                <a:gd name="connsiteX4" fmla="*/ 866515 w 897429"/>
                <a:gd name="connsiteY4" fmla="*/ 1480741 h 2939025"/>
                <a:gd name="connsiteX5" fmla="*/ 682785 w 897429"/>
                <a:gd name="connsiteY5" fmla="*/ 2553779 h 2939025"/>
                <a:gd name="connsiteX6" fmla="*/ 368217 w 897429"/>
                <a:gd name="connsiteY6" fmla="*/ 2918837 h 2939025"/>
                <a:gd name="connsiteX7" fmla="*/ 112865 w 897429"/>
                <a:gd name="connsiteY7" fmla="*/ 2054466 h 2939025"/>
                <a:gd name="connsiteX8" fmla="*/ 2681 w 897429"/>
                <a:gd name="connsiteY8" fmla="*/ 1148879 h 2939025"/>
                <a:gd name="connsiteX0" fmla="*/ 2681 w 897429"/>
                <a:gd name="connsiteY0" fmla="*/ 1143610 h 2933756"/>
                <a:gd name="connsiteX1" fmla="*/ 213632 w 897429"/>
                <a:gd name="connsiteY1" fmla="*/ 232522 h 2933756"/>
                <a:gd name="connsiteX2" fmla="*/ 497799 w 897429"/>
                <a:gd name="connsiteY2" fmla="*/ 13326 h 2933756"/>
                <a:gd name="connsiteX3" fmla="*/ 844613 w 897429"/>
                <a:gd name="connsiteY3" fmla="*/ 244474 h 2933756"/>
                <a:gd name="connsiteX4" fmla="*/ 866515 w 897429"/>
                <a:gd name="connsiteY4" fmla="*/ 1475472 h 2933756"/>
                <a:gd name="connsiteX5" fmla="*/ 682785 w 897429"/>
                <a:gd name="connsiteY5" fmla="*/ 2548510 h 2933756"/>
                <a:gd name="connsiteX6" fmla="*/ 368217 w 897429"/>
                <a:gd name="connsiteY6" fmla="*/ 2913568 h 2933756"/>
                <a:gd name="connsiteX7" fmla="*/ 112865 w 897429"/>
                <a:gd name="connsiteY7" fmla="*/ 2049197 h 2933756"/>
                <a:gd name="connsiteX8" fmla="*/ 2681 w 897429"/>
                <a:gd name="connsiteY8" fmla="*/ 1143610 h 2933756"/>
                <a:gd name="connsiteX0" fmla="*/ 16 w 894764"/>
                <a:gd name="connsiteY0" fmla="*/ 1143609 h 2933755"/>
                <a:gd name="connsiteX1" fmla="*/ 210967 w 894764"/>
                <a:gd name="connsiteY1" fmla="*/ 232521 h 2933755"/>
                <a:gd name="connsiteX2" fmla="*/ 495134 w 894764"/>
                <a:gd name="connsiteY2" fmla="*/ 13325 h 2933755"/>
                <a:gd name="connsiteX3" fmla="*/ 841948 w 894764"/>
                <a:gd name="connsiteY3" fmla="*/ 244473 h 2933755"/>
                <a:gd name="connsiteX4" fmla="*/ 863850 w 894764"/>
                <a:gd name="connsiteY4" fmla="*/ 1475471 h 2933755"/>
                <a:gd name="connsiteX5" fmla="*/ 680120 w 894764"/>
                <a:gd name="connsiteY5" fmla="*/ 2548509 h 2933755"/>
                <a:gd name="connsiteX6" fmla="*/ 365552 w 894764"/>
                <a:gd name="connsiteY6" fmla="*/ 2913567 h 2933755"/>
                <a:gd name="connsiteX7" fmla="*/ 110200 w 894764"/>
                <a:gd name="connsiteY7" fmla="*/ 2049196 h 2933755"/>
                <a:gd name="connsiteX8" fmla="*/ 16 w 894764"/>
                <a:gd name="connsiteY8" fmla="*/ 1143609 h 2933755"/>
                <a:gd name="connsiteX0" fmla="*/ 16 w 894764"/>
                <a:gd name="connsiteY0" fmla="*/ 1143609 h 2933755"/>
                <a:gd name="connsiteX1" fmla="*/ 210967 w 894764"/>
                <a:gd name="connsiteY1" fmla="*/ 232521 h 2933755"/>
                <a:gd name="connsiteX2" fmla="*/ 495134 w 894764"/>
                <a:gd name="connsiteY2" fmla="*/ 13325 h 2933755"/>
                <a:gd name="connsiteX3" fmla="*/ 841948 w 894764"/>
                <a:gd name="connsiteY3" fmla="*/ 244473 h 2933755"/>
                <a:gd name="connsiteX4" fmla="*/ 863850 w 894764"/>
                <a:gd name="connsiteY4" fmla="*/ 1475471 h 2933755"/>
                <a:gd name="connsiteX5" fmla="*/ 680120 w 894764"/>
                <a:gd name="connsiteY5" fmla="*/ 2548509 h 2933755"/>
                <a:gd name="connsiteX6" fmla="*/ 365552 w 894764"/>
                <a:gd name="connsiteY6" fmla="*/ 2913567 h 2933755"/>
                <a:gd name="connsiteX7" fmla="*/ 110200 w 894764"/>
                <a:gd name="connsiteY7" fmla="*/ 2049196 h 2933755"/>
                <a:gd name="connsiteX8" fmla="*/ 16 w 894764"/>
                <a:gd name="connsiteY8" fmla="*/ 1143609 h 2933755"/>
                <a:gd name="connsiteX0" fmla="*/ 14 w 894762"/>
                <a:gd name="connsiteY0" fmla="*/ 1143609 h 2933755"/>
                <a:gd name="connsiteX1" fmla="*/ 210965 w 894762"/>
                <a:gd name="connsiteY1" fmla="*/ 232521 h 2933755"/>
                <a:gd name="connsiteX2" fmla="*/ 495132 w 894762"/>
                <a:gd name="connsiteY2" fmla="*/ 13325 h 2933755"/>
                <a:gd name="connsiteX3" fmla="*/ 841946 w 894762"/>
                <a:gd name="connsiteY3" fmla="*/ 244473 h 2933755"/>
                <a:gd name="connsiteX4" fmla="*/ 863848 w 894762"/>
                <a:gd name="connsiteY4" fmla="*/ 1475471 h 2933755"/>
                <a:gd name="connsiteX5" fmla="*/ 680118 w 894762"/>
                <a:gd name="connsiteY5" fmla="*/ 2548509 h 2933755"/>
                <a:gd name="connsiteX6" fmla="*/ 365550 w 894762"/>
                <a:gd name="connsiteY6" fmla="*/ 2913567 h 2933755"/>
                <a:gd name="connsiteX7" fmla="*/ 110198 w 894762"/>
                <a:gd name="connsiteY7" fmla="*/ 2049196 h 2933755"/>
                <a:gd name="connsiteX8" fmla="*/ 14 w 894762"/>
                <a:gd name="connsiteY8" fmla="*/ 1143609 h 2933755"/>
                <a:gd name="connsiteX0" fmla="*/ 14 w 894762"/>
                <a:gd name="connsiteY0" fmla="*/ 1143609 h 2933755"/>
                <a:gd name="connsiteX1" fmla="*/ 210965 w 894762"/>
                <a:gd name="connsiteY1" fmla="*/ 232521 h 2933755"/>
                <a:gd name="connsiteX2" fmla="*/ 495132 w 894762"/>
                <a:gd name="connsiteY2" fmla="*/ 13325 h 2933755"/>
                <a:gd name="connsiteX3" fmla="*/ 841946 w 894762"/>
                <a:gd name="connsiteY3" fmla="*/ 244473 h 2933755"/>
                <a:gd name="connsiteX4" fmla="*/ 863848 w 894762"/>
                <a:gd name="connsiteY4" fmla="*/ 1475471 h 2933755"/>
                <a:gd name="connsiteX5" fmla="*/ 680118 w 894762"/>
                <a:gd name="connsiteY5" fmla="*/ 2548509 h 2933755"/>
                <a:gd name="connsiteX6" fmla="*/ 365550 w 894762"/>
                <a:gd name="connsiteY6" fmla="*/ 2913567 h 2933755"/>
                <a:gd name="connsiteX7" fmla="*/ 110198 w 894762"/>
                <a:gd name="connsiteY7" fmla="*/ 2049196 h 2933755"/>
                <a:gd name="connsiteX8" fmla="*/ 14 w 894762"/>
                <a:gd name="connsiteY8" fmla="*/ 1143609 h 2933755"/>
                <a:gd name="connsiteX0" fmla="*/ 14 w 894762"/>
                <a:gd name="connsiteY0" fmla="*/ 1143609 h 2939128"/>
                <a:gd name="connsiteX1" fmla="*/ 210965 w 894762"/>
                <a:gd name="connsiteY1" fmla="*/ 232521 h 2939128"/>
                <a:gd name="connsiteX2" fmla="*/ 495132 w 894762"/>
                <a:gd name="connsiteY2" fmla="*/ 13325 h 2939128"/>
                <a:gd name="connsiteX3" fmla="*/ 841946 w 894762"/>
                <a:gd name="connsiteY3" fmla="*/ 244473 h 2939128"/>
                <a:gd name="connsiteX4" fmla="*/ 863848 w 894762"/>
                <a:gd name="connsiteY4" fmla="*/ 1475471 h 2939128"/>
                <a:gd name="connsiteX5" fmla="*/ 680118 w 894762"/>
                <a:gd name="connsiteY5" fmla="*/ 2548509 h 2939128"/>
                <a:gd name="connsiteX6" fmla="*/ 365550 w 894762"/>
                <a:gd name="connsiteY6" fmla="*/ 2913567 h 2939128"/>
                <a:gd name="connsiteX7" fmla="*/ 110198 w 894762"/>
                <a:gd name="connsiteY7" fmla="*/ 2049196 h 2939128"/>
                <a:gd name="connsiteX8" fmla="*/ 14 w 894762"/>
                <a:gd name="connsiteY8" fmla="*/ 1143609 h 2939128"/>
                <a:gd name="connsiteX0" fmla="*/ 14 w 891097"/>
                <a:gd name="connsiteY0" fmla="*/ 1143609 h 2914478"/>
                <a:gd name="connsiteX1" fmla="*/ 210965 w 891097"/>
                <a:gd name="connsiteY1" fmla="*/ 232521 h 2914478"/>
                <a:gd name="connsiteX2" fmla="*/ 495132 w 891097"/>
                <a:gd name="connsiteY2" fmla="*/ 13325 h 2914478"/>
                <a:gd name="connsiteX3" fmla="*/ 841946 w 891097"/>
                <a:gd name="connsiteY3" fmla="*/ 244473 h 2914478"/>
                <a:gd name="connsiteX4" fmla="*/ 863848 w 891097"/>
                <a:gd name="connsiteY4" fmla="*/ 1475471 h 2914478"/>
                <a:gd name="connsiteX5" fmla="*/ 705863 w 891097"/>
                <a:gd name="connsiteY5" fmla="*/ 2196507 h 2914478"/>
                <a:gd name="connsiteX6" fmla="*/ 365550 w 891097"/>
                <a:gd name="connsiteY6" fmla="*/ 2913567 h 2914478"/>
                <a:gd name="connsiteX7" fmla="*/ 110198 w 891097"/>
                <a:gd name="connsiteY7" fmla="*/ 2049196 h 2914478"/>
                <a:gd name="connsiteX8" fmla="*/ 14 w 891097"/>
                <a:gd name="connsiteY8" fmla="*/ 1143609 h 2914478"/>
                <a:gd name="connsiteX0" fmla="*/ 14 w 849653"/>
                <a:gd name="connsiteY0" fmla="*/ 1166330 h 2937199"/>
                <a:gd name="connsiteX1" fmla="*/ 210965 w 849653"/>
                <a:gd name="connsiteY1" fmla="*/ 255242 h 2937199"/>
                <a:gd name="connsiteX2" fmla="*/ 495132 w 849653"/>
                <a:gd name="connsiteY2" fmla="*/ 36046 h 2937199"/>
                <a:gd name="connsiteX3" fmla="*/ 841946 w 849653"/>
                <a:gd name="connsiteY3" fmla="*/ 267194 h 2937199"/>
                <a:gd name="connsiteX4" fmla="*/ 705863 w 849653"/>
                <a:gd name="connsiteY4" fmla="*/ 2219228 h 2937199"/>
                <a:gd name="connsiteX5" fmla="*/ 365550 w 849653"/>
                <a:gd name="connsiteY5" fmla="*/ 2936288 h 2937199"/>
                <a:gd name="connsiteX6" fmla="*/ 110198 w 849653"/>
                <a:gd name="connsiteY6" fmla="*/ 2071917 h 2937199"/>
                <a:gd name="connsiteX7" fmla="*/ 14 w 849653"/>
                <a:gd name="connsiteY7" fmla="*/ 1166330 h 2937199"/>
                <a:gd name="connsiteX0" fmla="*/ 14 w 849620"/>
                <a:gd name="connsiteY0" fmla="*/ 1166330 h 2937199"/>
                <a:gd name="connsiteX1" fmla="*/ 210965 w 849620"/>
                <a:gd name="connsiteY1" fmla="*/ 255242 h 2937199"/>
                <a:gd name="connsiteX2" fmla="*/ 495132 w 849620"/>
                <a:gd name="connsiteY2" fmla="*/ 36046 h 2937199"/>
                <a:gd name="connsiteX3" fmla="*/ 841946 w 849620"/>
                <a:gd name="connsiteY3" fmla="*/ 267194 h 2937199"/>
                <a:gd name="connsiteX4" fmla="*/ 705863 w 849620"/>
                <a:gd name="connsiteY4" fmla="*/ 2219228 h 2937199"/>
                <a:gd name="connsiteX5" fmla="*/ 365550 w 849620"/>
                <a:gd name="connsiteY5" fmla="*/ 2936288 h 2937199"/>
                <a:gd name="connsiteX6" fmla="*/ 110198 w 849620"/>
                <a:gd name="connsiteY6" fmla="*/ 2071917 h 2937199"/>
                <a:gd name="connsiteX7" fmla="*/ 14 w 849620"/>
                <a:gd name="connsiteY7" fmla="*/ 1166330 h 2937199"/>
                <a:gd name="connsiteX0" fmla="*/ 14 w 849247"/>
                <a:gd name="connsiteY0" fmla="*/ 1166330 h 2937445"/>
                <a:gd name="connsiteX1" fmla="*/ 210965 w 849247"/>
                <a:gd name="connsiteY1" fmla="*/ 255242 h 2937445"/>
                <a:gd name="connsiteX2" fmla="*/ 495132 w 849247"/>
                <a:gd name="connsiteY2" fmla="*/ 36046 h 2937445"/>
                <a:gd name="connsiteX3" fmla="*/ 841946 w 849247"/>
                <a:gd name="connsiteY3" fmla="*/ 267194 h 2937445"/>
                <a:gd name="connsiteX4" fmla="*/ 705863 w 849247"/>
                <a:gd name="connsiteY4" fmla="*/ 2219228 h 2937445"/>
                <a:gd name="connsiteX5" fmla="*/ 365550 w 849247"/>
                <a:gd name="connsiteY5" fmla="*/ 2936288 h 2937445"/>
                <a:gd name="connsiteX6" fmla="*/ 110198 w 849247"/>
                <a:gd name="connsiteY6" fmla="*/ 2071917 h 2937445"/>
                <a:gd name="connsiteX7" fmla="*/ 14 w 849247"/>
                <a:gd name="connsiteY7" fmla="*/ 1166330 h 2937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9247" h="2937445">
                  <a:moveTo>
                    <a:pt x="14" y="1166330"/>
                  </a:moveTo>
                  <a:cubicBezTo>
                    <a:pt x="1045" y="696208"/>
                    <a:pt x="122238" y="412578"/>
                    <a:pt x="210965" y="255242"/>
                  </a:cubicBezTo>
                  <a:cubicBezTo>
                    <a:pt x="299692" y="97906"/>
                    <a:pt x="413361" y="65207"/>
                    <a:pt x="495132" y="36046"/>
                  </a:cubicBezTo>
                  <a:cubicBezTo>
                    <a:pt x="576903" y="6885"/>
                    <a:pt x="806824" y="-96670"/>
                    <a:pt x="841946" y="267194"/>
                  </a:cubicBezTo>
                  <a:cubicBezTo>
                    <a:pt x="877068" y="631058"/>
                    <a:pt x="777899" y="1847740"/>
                    <a:pt x="705863" y="2219228"/>
                  </a:cubicBezTo>
                  <a:cubicBezTo>
                    <a:pt x="633827" y="2590716"/>
                    <a:pt x="464827" y="2960840"/>
                    <a:pt x="365550" y="2936288"/>
                  </a:cubicBezTo>
                  <a:cubicBezTo>
                    <a:pt x="266273" y="2911736"/>
                    <a:pt x="161953" y="2340619"/>
                    <a:pt x="110198" y="2071917"/>
                  </a:cubicBezTo>
                  <a:cubicBezTo>
                    <a:pt x="58443" y="1803215"/>
                    <a:pt x="-1017" y="1636452"/>
                    <a:pt x="14" y="1166330"/>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60201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circle(out)">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26494"/>
                                        </p:tgtEl>
                                        <p:attrNameLst>
                                          <p:attrName>style.visibility</p:attrName>
                                        </p:attrNameLst>
                                      </p:cBhvr>
                                      <p:to>
                                        <p:strVal val="visible"/>
                                      </p:to>
                                    </p:set>
                                    <p:animEffect transition="in" filter="fade">
                                      <p:cBhvr>
                                        <p:cTn id="10" dur="500"/>
                                        <p:tgtEl>
                                          <p:spTgt spid="17264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6494" grpId="0"/>
      <p:bldP spid="3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6466" name="Rectangle 2"/>
          <p:cNvSpPr>
            <a:spLocks noGrp="1" noChangeArrowheads="1"/>
          </p:cNvSpPr>
          <p:nvPr>
            <p:ph type="title"/>
          </p:nvPr>
        </p:nvSpPr>
        <p:spPr/>
        <p:txBody>
          <a:bodyPr/>
          <a:lstStyle/>
          <a:p>
            <a:r>
              <a:rPr lang="en-US" altLang="zh-CN" dirty="0"/>
              <a:t>Cluster</a:t>
            </a:r>
            <a:r>
              <a:rPr lang="zh-CN" altLang="en-US" dirty="0"/>
              <a:t>间的相似性</a:t>
            </a:r>
          </a:p>
        </p:txBody>
      </p:sp>
      <p:grpSp>
        <p:nvGrpSpPr>
          <p:cNvPr id="2" name="组合 1"/>
          <p:cNvGrpSpPr/>
          <p:nvPr/>
        </p:nvGrpSpPr>
        <p:grpSpPr>
          <a:xfrm>
            <a:off x="6228001" y="841500"/>
            <a:ext cx="2530277" cy="2786826"/>
            <a:chOff x="6336863" y="71936"/>
            <a:chExt cx="2530277" cy="2786826"/>
          </a:xfrm>
        </p:grpSpPr>
        <p:sp>
          <p:nvSpPr>
            <p:cNvPr id="1726494" name="Text Box 30"/>
            <p:cNvSpPr txBox="1">
              <a:spLocks noChangeArrowheads="1"/>
            </p:cNvSpPr>
            <p:nvPr/>
          </p:nvSpPr>
          <p:spPr bwMode="auto">
            <a:xfrm>
              <a:off x="7162800" y="1310610"/>
              <a:ext cx="8398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zh-CN" dirty="0">
                  <a:solidFill>
                    <a:srgbClr val="C00000"/>
                  </a:solidFill>
                  <a:latin typeface="华文细黑" pitchFamily="2" charset="-122"/>
                  <a:ea typeface="华文细黑" pitchFamily="2" charset="-122"/>
                </a:rPr>
                <a:t>MIN</a:t>
              </a:r>
            </a:p>
          </p:txBody>
        </p:sp>
        <p:sp>
          <p:nvSpPr>
            <p:cNvPr id="33" name="Line 39"/>
            <p:cNvSpPr>
              <a:spLocks noChangeShapeType="1"/>
            </p:cNvSpPr>
            <p:nvPr/>
          </p:nvSpPr>
          <p:spPr bwMode="auto">
            <a:xfrm>
              <a:off x="7047211" y="1490610"/>
              <a:ext cx="756662" cy="376626"/>
            </a:xfrm>
            <a:prstGeom prst="line">
              <a:avLst/>
            </a:prstGeom>
            <a:noFill/>
            <a:ln w="25400">
              <a:solidFill>
                <a:srgbClr val="C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 name="组合 5"/>
            <p:cNvGrpSpPr/>
            <p:nvPr/>
          </p:nvGrpSpPr>
          <p:grpSpPr>
            <a:xfrm>
              <a:off x="7253574" y="1531064"/>
              <a:ext cx="1613566" cy="1327698"/>
              <a:chOff x="1559601" y="1741262"/>
              <a:chExt cx="1613566" cy="1327698"/>
            </a:xfrm>
          </p:grpSpPr>
          <p:sp>
            <p:nvSpPr>
              <p:cNvPr id="7" name="菱形 6"/>
              <p:cNvSpPr/>
              <p:nvPr/>
            </p:nvSpPr>
            <p:spPr>
              <a:xfrm>
                <a:off x="2109900" y="2060848"/>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8" name="菱形 7"/>
              <p:cNvSpPr/>
              <p:nvPr/>
            </p:nvSpPr>
            <p:spPr>
              <a:xfrm>
                <a:off x="2728987" y="2420888"/>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9" name="TextBox 8"/>
              <p:cNvSpPr txBox="1"/>
              <p:nvPr/>
            </p:nvSpPr>
            <p:spPr>
              <a:xfrm>
                <a:off x="2128773" y="1794302"/>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3</a:t>
                </a:r>
                <a:endParaRPr lang="zh-CN" altLang="en-US" sz="1600" dirty="0">
                  <a:latin typeface="Arial Unicode MS" pitchFamily="34" charset="-122"/>
                  <a:ea typeface="Arial Unicode MS" pitchFamily="34" charset="-122"/>
                  <a:cs typeface="Arial Unicode MS" pitchFamily="34" charset="-122"/>
                </a:endParaRPr>
              </a:p>
            </p:txBody>
          </p:sp>
          <p:sp>
            <p:nvSpPr>
              <p:cNvPr id="10" name="TextBox 9"/>
              <p:cNvSpPr txBox="1"/>
              <p:nvPr/>
            </p:nvSpPr>
            <p:spPr>
              <a:xfrm>
                <a:off x="2775301" y="2204864"/>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6</a:t>
                </a:r>
                <a:endParaRPr lang="zh-CN" altLang="en-US" sz="1600" dirty="0">
                  <a:latin typeface="Arial Unicode MS" pitchFamily="34" charset="-122"/>
                  <a:ea typeface="Arial Unicode MS" pitchFamily="34" charset="-122"/>
                  <a:cs typeface="Arial Unicode MS" pitchFamily="34" charset="-122"/>
                </a:endParaRPr>
              </a:p>
            </p:txBody>
          </p:sp>
          <p:sp>
            <p:nvSpPr>
              <p:cNvPr id="11" name="菱形 10"/>
              <p:cNvSpPr/>
              <p:nvPr/>
            </p:nvSpPr>
            <p:spPr>
              <a:xfrm>
                <a:off x="1559601" y="2924944"/>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2" name="TextBox 11"/>
              <p:cNvSpPr txBox="1"/>
              <p:nvPr/>
            </p:nvSpPr>
            <p:spPr>
              <a:xfrm>
                <a:off x="1647261" y="2658398"/>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4</a:t>
                </a:r>
                <a:endParaRPr lang="zh-CN" altLang="en-US" sz="1600" dirty="0">
                  <a:latin typeface="Arial Unicode MS" pitchFamily="34" charset="-122"/>
                  <a:ea typeface="Arial Unicode MS" pitchFamily="34" charset="-122"/>
                  <a:cs typeface="Arial Unicode MS" pitchFamily="34" charset="-122"/>
                </a:endParaRPr>
              </a:p>
            </p:txBody>
          </p:sp>
          <p:sp>
            <p:nvSpPr>
              <p:cNvPr id="13" name="椭圆 150"/>
              <p:cNvSpPr/>
              <p:nvPr/>
            </p:nvSpPr>
            <p:spPr>
              <a:xfrm rot="3290537">
                <a:off x="2022234" y="1899988"/>
                <a:ext cx="1089952" cy="772499"/>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 name="connsiteX0" fmla="*/ 18564 w 976213"/>
                  <a:gd name="connsiteY0" fmla="*/ 1584058 h 3079356"/>
                  <a:gd name="connsiteX1" fmla="*/ 109752 w 976213"/>
                  <a:gd name="connsiteY1" fmla="*/ 477572 h 3079356"/>
                  <a:gd name="connsiteX2" fmla="*/ 491500 w 976213"/>
                  <a:gd name="connsiteY2" fmla="*/ 73 h 3079356"/>
                  <a:gd name="connsiteX3" fmla="*/ 880247 w 976213"/>
                  <a:gd name="connsiteY3" fmla="*/ 451467 h 3079356"/>
                  <a:gd name="connsiteX4" fmla="*/ 964436 w 976213"/>
                  <a:gd name="connsiteY4" fmla="*/ 1584058 h 3079356"/>
                  <a:gd name="connsiteX5" fmla="*/ 780706 w 976213"/>
                  <a:gd name="connsiteY5" fmla="*/ 2657096 h 3079356"/>
                  <a:gd name="connsiteX6" fmla="*/ 340923 w 976213"/>
                  <a:gd name="connsiteY6" fmla="*/ 3079237 h 3079356"/>
                  <a:gd name="connsiteX7" fmla="*/ 48387 w 976213"/>
                  <a:gd name="connsiteY7" fmla="*/ 2626099 h 3079356"/>
                  <a:gd name="connsiteX8" fmla="*/ 18564 w 976213"/>
                  <a:gd name="connsiteY8" fmla="*/ 1584058 h 3079356"/>
                  <a:gd name="connsiteX0" fmla="*/ 18564 w 976213"/>
                  <a:gd name="connsiteY0" fmla="*/ 1584058 h 3022333"/>
                  <a:gd name="connsiteX1" fmla="*/ 109752 w 976213"/>
                  <a:gd name="connsiteY1" fmla="*/ 477572 h 3022333"/>
                  <a:gd name="connsiteX2" fmla="*/ 491500 w 976213"/>
                  <a:gd name="connsiteY2" fmla="*/ 73 h 3022333"/>
                  <a:gd name="connsiteX3" fmla="*/ 880247 w 976213"/>
                  <a:gd name="connsiteY3" fmla="*/ 451467 h 3022333"/>
                  <a:gd name="connsiteX4" fmla="*/ 964436 w 976213"/>
                  <a:gd name="connsiteY4" fmla="*/ 1584058 h 3022333"/>
                  <a:gd name="connsiteX5" fmla="*/ 780706 w 976213"/>
                  <a:gd name="connsiteY5" fmla="*/ 2657096 h 3022333"/>
                  <a:gd name="connsiteX6" fmla="*/ 466138 w 976213"/>
                  <a:gd name="connsiteY6" fmla="*/ 3022154 h 3022333"/>
                  <a:gd name="connsiteX7" fmla="*/ 48387 w 976213"/>
                  <a:gd name="connsiteY7" fmla="*/ 2626099 h 3022333"/>
                  <a:gd name="connsiteX8" fmla="*/ 18564 w 976213"/>
                  <a:gd name="connsiteY8" fmla="*/ 1584058 h 3022333"/>
                  <a:gd name="connsiteX0" fmla="*/ 1175 w 958824"/>
                  <a:gd name="connsiteY0" fmla="*/ 1584058 h 3044396"/>
                  <a:gd name="connsiteX1" fmla="*/ 92363 w 958824"/>
                  <a:gd name="connsiteY1" fmla="*/ 477572 h 3044396"/>
                  <a:gd name="connsiteX2" fmla="*/ 474111 w 958824"/>
                  <a:gd name="connsiteY2" fmla="*/ 73 h 3044396"/>
                  <a:gd name="connsiteX3" fmla="*/ 862858 w 958824"/>
                  <a:gd name="connsiteY3" fmla="*/ 451467 h 3044396"/>
                  <a:gd name="connsiteX4" fmla="*/ 947047 w 958824"/>
                  <a:gd name="connsiteY4" fmla="*/ 1584058 h 3044396"/>
                  <a:gd name="connsiteX5" fmla="*/ 763317 w 958824"/>
                  <a:gd name="connsiteY5" fmla="*/ 2657096 h 3044396"/>
                  <a:gd name="connsiteX6" fmla="*/ 448749 w 958824"/>
                  <a:gd name="connsiteY6" fmla="*/ 3022154 h 3044396"/>
                  <a:gd name="connsiteX7" fmla="*/ 131142 w 958824"/>
                  <a:gd name="connsiteY7" fmla="*/ 2122422 h 3044396"/>
                  <a:gd name="connsiteX8" fmla="*/ 1175 w 958824"/>
                  <a:gd name="connsiteY8" fmla="*/ 1584058 h 3044396"/>
                  <a:gd name="connsiteX0" fmla="*/ 6125 w 927920"/>
                  <a:gd name="connsiteY0" fmla="*/ 1023420 h 3044396"/>
                  <a:gd name="connsiteX1" fmla="*/ 61459 w 927920"/>
                  <a:gd name="connsiteY1" fmla="*/ 477572 h 3044396"/>
                  <a:gd name="connsiteX2" fmla="*/ 443207 w 927920"/>
                  <a:gd name="connsiteY2" fmla="*/ 73 h 3044396"/>
                  <a:gd name="connsiteX3" fmla="*/ 831954 w 927920"/>
                  <a:gd name="connsiteY3" fmla="*/ 451467 h 3044396"/>
                  <a:gd name="connsiteX4" fmla="*/ 916143 w 927920"/>
                  <a:gd name="connsiteY4" fmla="*/ 1584058 h 3044396"/>
                  <a:gd name="connsiteX5" fmla="*/ 732413 w 927920"/>
                  <a:gd name="connsiteY5" fmla="*/ 2657096 h 3044396"/>
                  <a:gd name="connsiteX6" fmla="*/ 417845 w 927920"/>
                  <a:gd name="connsiteY6" fmla="*/ 3022154 h 3044396"/>
                  <a:gd name="connsiteX7" fmla="*/ 100238 w 927920"/>
                  <a:gd name="connsiteY7" fmla="*/ 2122422 h 3044396"/>
                  <a:gd name="connsiteX8" fmla="*/ 6125 w 927920"/>
                  <a:gd name="connsiteY8" fmla="*/ 1023420 h 3044396"/>
                  <a:gd name="connsiteX0" fmla="*/ 6125 w 927920"/>
                  <a:gd name="connsiteY0" fmla="*/ 762296 h 2783272"/>
                  <a:gd name="connsiteX1" fmla="*/ 61459 w 927920"/>
                  <a:gd name="connsiteY1" fmla="*/ 216448 h 2783272"/>
                  <a:gd name="connsiteX2" fmla="*/ 539850 w 927920"/>
                  <a:gd name="connsiteY2" fmla="*/ 16843 h 2783272"/>
                  <a:gd name="connsiteX3" fmla="*/ 831954 w 927920"/>
                  <a:gd name="connsiteY3" fmla="*/ 190343 h 2783272"/>
                  <a:gd name="connsiteX4" fmla="*/ 916143 w 927920"/>
                  <a:gd name="connsiteY4" fmla="*/ 1322934 h 2783272"/>
                  <a:gd name="connsiteX5" fmla="*/ 732413 w 927920"/>
                  <a:gd name="connsiteY5" fmla="*/ 2395972 h 2783272"/>
                  <a:gd name="connsiteX6" fmla="*/ 417845 w 927920"/>
                  <a:gd name="connsiteY6" fmla="*/ 2761030 h 2783272"/>
                  <a:gd name="connsiteX7" fmla="*/ 100238 w 927920"/>
                  <a:gd name="connsiteY7" fmla="*/ 1861298 h 2783272"/>
                  <a:gd name="connsiteX8" fmla="*/ 6125 w 927920"/>
                  <a:gd name="connsiteY8" fmla="*/ 762296 h 2783272"/>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834817 h 2855793"/>
                  <a:gd name="connsiteX1" fmla="*/ 61459 w 939044"/>
                  <a:gd name="connsiteY1" fmla="*/ 288969 h 2855793"/>
                  <a:gd name="connsiteX2" fmla="*/ 534836 w 939044"/>
                  <a:gd name="connsiteY2" fmla="*/ 45 h 2855793"/>
                  <a:gd name="connsiteX3" fmla="*/ 876256 w 939044"/>
                  <a:gd name="connsiteY3" fmla="*/ 296918 h 2855793"/>
                  <a:gd name="connsiteX4" fmla="*/ 916143 w 939044"/>
                  <a:gd name="connsiteY4" fmla="*/ 1395455 h 2855793"/>
                  <a:gd name="connsiteX5" fmla="*/ 732413 w 939044"/>
                  <a:gd name="connsiteY5" fmla="*/ 2468493 h 2855793"/>
                  <a:gd name="connsiteX6" fmla="*/ 417845 w 939044"/>
                  <a:gd name="connsiteY6" fmla="*/ 2833551 h 2855793"/>
                  <a:gd name="connsiteX7" fmla="*/ 100238 w 939044"/>
                  <a:gd name="connsiteY7" fmla="*/ 1933819 h 2855793"/>
                  <a:gd name="connsiteX8" fmla="*/ 6125 w 939044"/>
                  <a:gd name="connsiteY8" fmla="*/ 834817 h 2855793"/>
                  <a:gd name="connsiteX0" fmla="*/ 8111 w 941030"/>
                  <a:gd name="connsiteY0" fmla="*/ 839858 h 2860834"/>
                  <a:gd name="connsiteX1" fmla="*/ 263598 w 941030"/>
                  <a:gd name="connsiteY1" fmla="*/ 239230 h 2860834"/>
                  <a:gd name="connsiteX2" fmla="*/ 536822 w 941030"/>
                  <a:gd name="connsiteY2" fmla="*/ 5086 h 2860834"/>
                  <a:gd name="connsiteX3" fmla="*/ 878242 w 941030"/>
                  <a:gd name="connsiteY3" fmla="*/ 301959 h 2860834"/>
                  <a:gd name="connsiteX4" fmla="*/ 918129 w 941030"/>
                  <a:gd name="connsiteY4" fmla="*/ 1400496 h 2860834"/>
                  <a:gd name="connsiteX5" fmla="*/ 734399 w 941030"/>
                  <a:gd name="connsiteY5" fmla="*/ 2473534 h 2860834"/>
                  <a:gd name="connsiteX6" fmla="*/ 419831 w 941030"/>
                  <a:gd name="connsiteY6" fmla="*/ 2838592 h 2860834"/>
                  <a:gd name="connsiteX7" fmla="*/ 102224 w 941030"/>
                  <a:gd name="connsiteY7" fmla="*/ 1938860 h 2860834"/>
                  <a:gd name="connsiteX8" fmla="*/ 8111 w 941030"/>
                  <a:gd name="connsiteY8" fmla="*/ 839858 h 2860834"/>
                  <a:gd name="connsiteX0" fmla="*/ 17831 w 903494"/>
                  <a:gd name="connsiteY0" fmla="*/ 660008 h 2860834"/>
                  <a:gd name="connsiteX1" fmla="*/ 226062 w 903494"/>
                  <a:gd name="connsiteY1" fmla="*/ 239230 h 2860834"/>
                  <a:gd name="connsiteX2" fmla="*/ 499286 w 903494"/>
                  <a:gd name="connsiteY2" fmla="*/ 5086 h 2860834"/>
                  <a:gd name="connsiteX3" fmla="*/ 840706 w 903494"/>
                  <a:gd name="connsiteY3" fmla="*/ 301959 h 2860834"/>
                  <a:gd name="connsiteX4" fmla="*/ 880593 w 903494"/>
                  <a:gd name="connsiteY4" fmla="*/ 1400496 h 2860834"/>
                  <a:gd name="connsiteX5" fmla="*/ 696863 w 903494"/>
                  <a:gd name="connsiteY5" fmla="*/ 2473534 h 2860834"/>
                  <a:gd name="connsiteX6" fmla="*/ 382295 w 903494"/>
                  <a:gd name="connsiteY6" fmla="*/ 2838592 h 2860834"/>
                  <a:gd name="connsiteX7" fmla="*/ 64688 w 903494"/>
                  <a:gd name="connsiteY7" fmla="*/ 1938860 h 2860834"/>
                  <a:gd name="connsiteX8" fmla="*/ 17831 w 903494"/>
                  <a:gd name="connsiteY8" fmla="*/ 660008 h 2860834"/>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74088 h 2874914"/>
                  <a:gd name="connsiteX1" fmla="*/ 227828 w 903612"/>
                  <a:gd name="connsiteY1" fmla="*/ 171626 h 2874914"/>
                  <a:gd name="connsiteX2" fmla="*/ 499404 w 903612"/>
                  <a:gd name="connsiteY2" fmla="*/ 19166 h 2874914"/>
                  <a:gd name="connsiteX3" fmla="*/ 840824 w 903612"/>
                  <a:gd name="connsiteY3" fmla="*/ 316039 h 2874914"/>
                  <a:gd name="connsiteX4" fmla="*/ 880711 w 903612"/>
                  <a:gd name="connsiteY4" fmla="*/ 1414576 h 2874914"/>
                  <a:gd name="connsiteX5" fmla="*/ 696981 w 903612"/>
                  <a:gd name="connsiteY5" fmla="*/ 2487614 h 2874914"/>
                  <a:gd name="connsiteX6" fmla="*/ 382413 w 903612"/>
                  <a:gd name="connsiteY6" fmla="*/ 2852672 h 2874914"/>
                  <a:gd name="connsiteX7" fmla="*/ 64806 w 903612"/>
                  <a:gd name="connsiteY7" fmla="*/ 1952940 h 2874914"/>
                  <a:gd name="connsiteX8" fmla="*/ 17949 w 903612"/>
                  <a:gd name="connsiteY8" fmla="*/ 674088 h 2874914"/>
                  <a:gd name="connsiteX0" fmla="*/ 26925 w 891376"/>
                  <a:gd name="connsiteY0" fmla="*/ 717064 h 2874914"/>
                  <a:gd name="connsiteX1" fmla="*/ 215592 w 891376"/>
                  <a:gd name="connsiteY1" fmla="*/ 171626 h 2874914"/>
                  <a:gd name="connsiteX2" fmla="*/ 487168 w 891376"/>
                  <a:gd name="connsiteY2" fmla="*/ 19166 h 2874914"/>
                  <a:gd name="connsiteX3" fmla="*/ 828588 w 891376"/>
                  <a:gd name="connsiteY3" fmla="*/ 316039 h 2874914"/>
                  <a:gd name="connsiteX4" fmla="*/ 868475 w 891376"/>
                  <a:gd name="connsiteY4" fmla="*/ 1414576 h 2874914"/>
                  <a:gd name="connsiteX5" fmla="*/ 684745 w 891376"/>
                  <a:gd name="connsiteY5" fmla="*/ 2487614 h 2874914"/>
                  <a:gd name="connsiteX6" fmla="*/ 370177 w 891376"/>
                  <a:gd name="connsiteY6" fmla="*/ 2852672 h 2874914"/>
                  <a:gd name="connsiteX7" fmla="*/ 52570 w 891376"/>
                  <a:gd name="connsiteY7" fmla="*/ 1952940 h 2874914"/>
                  <a:gd name="connsiteX8" fmla="*/ 26925 w 891376"/>
                  <a:gd name="connsiteY8" fmla="*/ 717064 h 2874914"/>
                  <a:gd name="connsiteX0" fmla="*/ 47530 w 911981"/>
                  <a:gd name="connsiteY0" fmla="*/ 717064 h 2874914"/>
                  <a:gd name="connsiteX1" fmla="*/ 236197 w 911981"/>
                  <a:gd name="connsiteY1" fmla="*/ 171626 h 2874914"/>
                  <a:gd name="connsiteX2" fmla="*/ 507773 w 911981"/>
                  <a:gd name="connsiteY2" fmla="*/ 19166 h 2874914"/>
                  <a:gd name="connsiteX3" fmla="*/ 849193 w 911981"/>
                  <a:gd name="connsiteY3" fmla="*/ 316039 h 2874914"/>
                  <a:gd name="connsiteX4" fmla="*/ 889080 w 911981"/>
                  <a:gd name="connsiteY4" fmla="*/ 1414576 h 2874914"/>
                  <a:gd name="connsiteX5" fmla="*/ 705350 w 911981"/>
                  <a:gd name="connsiteY5" fmla="*/ 2487614 h 2874914"/>
                  <a:gd name="connsiteX6" fmla="*/ 390782 w 911981"/>
                  <a:gd name="connsiteY6" fmla="*/ 2852672 h 2874914"/>
                  <a:gd name="connsiteX7" fmla="*/ 73175 w 911981"/>
                  <a:gd name="connsiteY7" fmla="*/ 1952940 h 2874914"/>
                  <a:gd name="connsiteX8" fmla="*/ 47530 w 911981"/>
                  <a:gd name="connsiteY8" fmla="*/ 717064 h 2874914"/>
                  <a:gd name="connsiteX0" fmla="*/ 27966 w 892417"/>
                  <a:gd name="connsiteY0" fmla="*/ 717064 h 2874914"/>
                  <a:gd name="connsiteX1" fmla="*/ 216633 w 892417"/>
                  <a:gd name="connsiteY1" fmla="*/ 171626 h 2874914"/>
                  <a:gd name="connsiteX2" fmla="*/ 488209 w 892417"/>
                  <a:gd name="connsiteY2" fmla="*/ 19166 h 2874914"/>
                  <a:gd name="connsiteX3" fmla="*/ 829629 w 892417"/>
                  <a:gd name="connsiteY3" fmla="*/ 316039 h 2874914"/>
                  <a:gd name="connsiteX4" fmla="*/ 869516 w 892417"/>
                  <a:gd name="connsiteY4" fmla="*/ 1414576 h 2874914"/>
                  <a:gd name="connsiteX5" fmla="*/ 685786 w 892417"/>
                  <a:gd name="connsiteY5" fmla="*/ 2487614 h 2874914"/>
                  <a:gd name="connsiteX6" fmla="*/ 371218 w 892417"/>
                  <a:gd name="connsiteY6" fmla="*/ 2852672 h 2874914"/>
                  <a:gd name="connsiteX7" fmla="*/ 53611 w 892417"/>
                  <a:gd name="connsiteY7" fmla="*/ 1952940 h 2874914"/>
                  <a:gd name="connsiteX8" fmla="*/ 27966 w 892417"/>
                  <a:gd name="connsiteY8" fmla="*/ 717064 h 2874914"/>
                  <a:gd name="connsiteX0" fmla="*/ 12170 w 876621"/>
                  <a:gd name="connsiteY0" fmla="*/ 717064 h 2882802"/>
                  <a:gd name="connsiteX1" fmla="*/ 200837 w 876621"/>
                  <a:gd name="connsiteY1" fmla="*/ 171626 h 2882802"/>
                  <a:gd name="connsiteX2" fmla="*/ 472413 w 876621"/>
                  <a:gd name="connsiteY2" fmla="*/ 19166 h 2882802"/>
                  <a:gd name="connsiteX3" fmla="*/ 813833 w 876621"/>
                  <a:gd name="connsiteY3" fmla="*/ 316039 h 2882802"/>
                  <a:gd name="connsiteX4" fmla="*/ 853720 w 876621"/>
                  <a:gd name="connsiteY4" fmla="*/ 1414576 h 2882802"/>
                  <a:gd name="connsiteX5" fmla="*/ 669990 w 876621"/>
                  <a:gd name="connsiteY5" fmla="*/ 2487614 h 2882802"/>
                  <a:gd name="connsiteX6" fmla="*/ 355422 w 876621"/>
                  <a:gd name="connsiteY6" fmla="*/ 2852672 h 2882802"/>
                  <a:gd name="connsiteX7" fmla="*/ 70151 w 876621"/>
                  <a:gd name="connsiteY7" fmla="*/ 1821981 h 2882802"/>
                  <a:gd name="connsiteX8" fmla="*/ 12170 w 87662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35559 w 900010"/>
                  <a:gd name="connsiteY0" fmla="*/ 717064 h 2882802"/>
                  <a:gd name="connsiteX1" fmla="*/ 224226 w 900010"/>
                  <a:gd name="connsiteY1" fmla="*/ 171626 h 2882802"/>
                  <a:gd name="connsiteX2" fmla="*/ 495802 w 900010"/>
                  <a:gd name="connsiteY2" fmla="*/ 19166 h 2882802"/>
                  <a:gd name="connsiteX3" fmla="*/ 837222 w 900010"/>
                  <a:gd name="connsiteY3" fmla="*/ 316039 h 2882802"/>
                  <a:gd name="connsiteX4" fmla="*/ 877109 w 900010"/>
                  <a:gd name="connsiteY4" fmla="*/ 1414576 h 2882802"/>
                  <a:gd name="connsiteX5" fmla="*/ 693379 w 900010"/>
                  <a:gd name="connsiteY5" fmla="*/ 2487614 h 2882802"/>
                  <a:gd name="connsiteX6" fmla="*/ 378811 w 900010"/>
                  <a:gd name="connsiteY6" fmla="*/ 2852672 h 2882802"/>
                  <a:gd name="connsiteX7" fmla="*/ 93540 w 900010"/>
                  <a:gd name="connsiteY7" fmla="*/ 1821981 h 2882802"/>
                  <a:gd name="connsiteX8" fmla="*/ 35559 w 900010"/>
                  <a:gd name="connsiteY8" fmla="*/ 717064 h 2882802"/>
                  <a:gd name="connsiteX0" fmla="*/ 26171 w 890622"/>
                  <a:gd name="connsiteY0" fmla="*/ 717064 h 2882802"/>
                  <a:gd name="connsiteX1" fmla="*/ 214838 w 890622"/>
                  <a:gd name="connsiteY1" fmla="*/ 171626 h 2882802"/>
                  <a:gd name="connsiteX2" fmla="*/ 486414 w 890622"/>
                  <a:gd name="connsiteY2" fmla="*/ 19166 h 2882802"/>
                  <a:gd name="connsiteX3" fmla="*/ 827834 w 890622"/>
                  <a:gd name="connsiteY3" fmla="*/ 316039 h 2882802"/>
                  <a:gd name="connsiteX4" fmla="*/ 867721 w 890622"/>
                  <a:gd name="connsiteY4" fmla="*/ 1414576 h 2882802"/>
                  <a:gd name="connsiteX5" fmla="*/ 683991 w 890622"/>
                  <a:gd name="connsiteY5" fmla="*/ 2487614 h 2882802"/>
                  <a:gd name="connsiteX6" fmla="*/ 369423 w 890622"/>
                  <a:gd name="connsiteY6" fmla="*/ 2852672 h 2882802"/>
                  <a:gd name="connsiteX7" fmla="*/ 84152 w 890622"/>
                  <a:gd name="connsiteY7" fmla="*/ 1821981 h 2882802"/>
                  <a:gd name="connsiteX8" fmla="*/ 26171 w 890622"/>
                  <a:gd name="connsiteY8" fmla="*/ 717064 h 2882802"/>
                  <a:gd name="connsiteX0" fmla="*/ 29461 w 893912"/>
                  <a:gd name="connsiteY0" fmla="*/ 717064 h 2882802"/>
                  <a:gd name="connsiteX1" fmla="*/ 218128 w 893912"/>
                  <a:gd name="connsiteY1" fmla="*/ 171626 h 2882802"/>
                  <a:gd name="connsiteX2" fmla="*/ 489704 w 893912"/>
                  <a:gd name="connsiteY2" fmla="*/ 19166 h 2882802"/>
                  <a:gd name="connsiteX3" fmla="*/ 831124 w 893912"/>
                  <a:gd name="connsiteY3" fmla="*/ 316039 h 2882802"/>
                  <a:gd name="connsiteX4" fmla="*/ 871011 w 893912"/>
                  <a:gd name="connsiteY4" fmla="*/ 1414576 h 2882802"/>
                  <a:gd name="connsiteX5" fmla="*/ 687281 w 893912"/>
                  <a:gd name="connsiteY5" fmla="*/ 2487614 h 2882802"/>
                  <a:gd name="connsiteX6" fmla="*/ 372713 w 893912"/>
                  <a:gd name="connsiteY6" fmla="*/ 2852672 h 2882802"/>
                  <a:gd name="connsiteX7" fmla="*/ 87442 w 893912"/>
                  <a:gd name="connsiteY7" fmla="*/ 1821981 h 2882802"/>
                  <a:gd name="connsiteX8" fmla="*/ 29461 w 893912"/>
                  <a:gd name="connsiteY8" fmla="*/ 717064 h 2882802"/>
                  <a:gd name="connsiteX0" fmla="*/ 25528 w 904861"/>
                  <a:gd name="connsiteY0" fmla="*/ 700008 h 2882802"/>
                  <a:gd name="connsiteX1" fmla="*/ 229077 w 904861"/>
                  <a:gd name="connsiteY1" fmla="*/ 171626 h 2882802"/>
                  <a:gd name="connsiteX2" fmla="*/ 500653 w 904861"/>
                  <a:gd name="connsiteY2" fmla="*/ 19166 h 2882802"/>
                  <a:gd name="connsiteX3" fmla="*/ 842073 w 904861"/>
                  <a:gd name="connsiteY3" fmla="*/ 316039 h 2882802"/>
                  <a:gd name="connsiteX4" fmla="*/ 881960 w 904861"/>
                  <a:gd name="connsiteY4" fmla="*/ 1414576 h 2882802"/>
                  <a:gd name="connsiteX5" fmla="*/ 698230 w 904861"/>
                  <a:gd name="connsiteY5" fmla="*/ 2487614 h 2882802"/>
                  <a:gd name="connsiteX6" fmla="*/ 383662 w 904861"/>
                  <a:gd name="connsiteY6" fmla="*/ 2852672 h 2882802"/>
                  <a:gd name="connsiteX7" fmla="*/ 98391 w 904861"/>
                  <a:gd name="connsiteY7" fmla="*/ 1821981 h 2882802"/>
                  <a:gd name="connsiteX8" fmla="*/ 25528 w 904861"/>
                  <a:gd name="connsiteY8" fmla="*/ 700008 h 2882802"/>
                  <a:gd name="connsiteX0" fmla="*/ 3067 w 882400"/>
                  <a:gd name="connsiteY0" fmla="*/ 700008 h 2882802"/>
                  <a:gd name="connsiteX1" fmla="*/ 206616 w 882400"/>
                  <a:gd name="connsiteY1" fmla="*/ 171626 h 2882802"/>
                  <a:gd name="connsiteX2" fmla="*/ 478192 w 882400"/>
                  <a:gd name="connsiteY2" fmla="*/ 19166 h 2882802"/>
                  <a:gd name="connsiteX3" fmla="*/ 819612 w 882400"/>
                  <a:gd name="connsiteY3" fmla="*/ 316039 h 2882802"/>
                  <a:gd name="connsiteX4" fmla="*/ 859499 w 882400"/>
                  <a:gd name="connsiteY4" fmla="*/ 1414576 h 2882802"/>
                  <a:gd name="connsiteX5" fmla="*/ 675769 w 882400"/>
                  <a:gd name="connsiteY5" fmla="*/ 2487614 h 2882802"/>
                  <a:gd name="connsiteX6" fmla="*/ 361201 w 882400"/>
                  <a:gd name="connsiteY6" fmla="*/ 2852672 h 2882802"/>
                  <a:gd name="connsiteX7" fmla="*/ 75930 w 882400"/>
                  <a:gd name="connsiteY7" fmla="*/ 1821981 h 2882802"/>
                  <a:gd name="connsiteX8" fmla="*/ 3067 w 882400"/>
                  <a:gd name="connsiteY8" fmla="*/ 700008 h 2882802"/>
                  <a:gd name="connsiteX0" fmla="*/ 3067 w 890413"/>
                  <a:gd name="connsiteY0" fmla="*/ 697657 h 2880451"/>
                  <a:gd name="connsiteX1" fmla="*/ 206616 w 890413"/>
                  <a:gd name="connsiteY1" fmla="*/ 169275 h 2880451"/>
                  <a:gd name="connsiteX2" fmla="*/ 478192 w 890413"/>
                  <a:gd name="connsiteY2" fmla="*/ 16815 h 2880451"/>
                  <a:gd name="connsiteX3" fmla="*/ 837597 w 890413"/>
                  <a:gd name="connsiteY3" fmla="*/ 181227 h 2880451"/>
                  <a:gd name="connsiteX4" fmla="*/ 859499 w 890413"/>
                  <a:gd name="connsiteY4" fmla="*/ 1412225 h 2880451"/>
                  <a:gd name="connsiteX5" fmla="*/ 675769 w 890413"/>
                  <a:gd name="connsiteY5" fmla="*/ 2485263 h 2880451"/>
                  <a:gd name="connsiteX6" fmla="*/ 361201 w 890413"/>
                  <a:gd name="connsiteY6" fmla="*/ 2850321 h 2880451"/>
                  <a:gd name="connsiteX7" fmla="*/ 75930 w 890413"/>
                  <a:gd name="connsiteY7" fmla="*/ 1819630 h 2880451"/>
                  <a:gd name="connsiteX8" fmla="*/ 3067 w 890413"/>
                  <a:gd name="connsiteY8" fmla="*/ 697657 h 2880451"/>
                  <a:gd name="connsiteX0" fmla="*/ 3067 w 890413"/>
                  <a:gd name="connsiteY0" fmla="*/ 747934 h 2930728"/>
                  <a:gd name="connsiteX1" fmla="*/ 206616 w 890413"/>
                  <a:gd name="connsiteY1" fmla="*/ 219552 h 2930728"/>
                  <a:gd name="connsiteX2" fmla="*/ 490783 w 890413"/>
                  <a:gd name="connsiteY2" fmla="*/ 356 h 2930728"/>
                  <a:gd name="connsiteX3" fmla="*/ 837597 w 890413"/>
                  <a:gd name="connsiteY3" fmla="*/ 231504 h 2930728"/>
                  <a:gd name="connsiteX4" fmla="*/ 859499 w 890413"/>
                  <a:gd name="connsiteY4" fmla="*/ 1462502 h 2930728"/>
                  <a:gd name="connsiteX5" fmla="*/ 675769 w 890413"/>
                  <a:gd name="connsiteY5" fmla="*/ 2535540 h 2930728"/>
                  <a:gd name="connsiteX6" fmla="*/ 361201 w 890413"/>
                  <a:gd name="connsiteY6" fmla="*/ 2900598 h 2930728"/>
                  <a:gd name="connsiteX7" fmla="*/ 75930 w 890413"/>
                  <a:gd name="connsiteY7" fmla="*/ 1869907 h 2930728"/>
                  <a:gd name="connsiteX8" fmla="*/ 3067 w 890413"/>
                  <a:gd name="connsiteY8" fmla="*/ 747934 h 2930728"/>
                  <a:gd name="connsiteX0" fmla="*/ 1927 w 896675"/>
                  <a:gd name="connsiteY0" fmla="*/ 1130640 h 2930728"/>
                  <a:gd name="connsiteX1" fmla="*/ 212878 w 896675"/>
                  <a:gd name="connsiteY1" fmla="*/ 219552 h 2930728"/>
                  <a:gd name="connsiteX2" fmla="*/ 497045 w 896675"/>
                  <a:gd name="connsiteY2" fmla="*/ 356 h 2930728"/>
                  <a:gd name="connsiteX3" fmla="*/ 843859 w 896675"/>
                  <a:gd name="connsiteY3" fmla="*/ 231504 h 2930728"/>
                  <a:gd name="connsiteX4" fmla="*/ 865761 w 896675"/>
                  <a:gd name="connsiteY4" fmla="*/ 1462502 h 2930728"/>
                  <a:gd name="connsiteX5" fmla="*/ 682031 w 896675"/>
                  <a:gd name="connsiteY5" fmla="*/ 2535540 h 2930728"/>
                  <a:gd name="connsiteX6" fmla="*/ 367463 w 896675"/>
                  <a:gd name="connsiteY6" fmla="*/ 2900598 h 2930728"/>
                  <a:gd name="connsiteX7" fmla="*/ 82192 w 896675"/>
                  <a:gd name="connsiteY7" fmla="*/ 1869907 h 2930728"/>
                  <a:gd name="connsiteX8" fmla="*/ 1927 w 896675"/>
                  <a:gd name="connsiteY8" fmla="*/ 1130640 h 2930728"/>
                  <a:gd name="connsiteX0" fmla="*/ 3863 w 898611"/>
                  <a:gd name="connsiteY0" fmla="*/ 1130640 h 2920786"/>
                  <a:gd name="connsiteX1" fmla="*/ 214814 w 898611"/>
                  <a:gd name="connsiteY1" fmla="*/ 219552 h 2920786"/>
                  <a:gd name="connsiteX2" fmla="*/ 498981 w 898611"/>
                  <a:gd name="connsiteY2" fmla="*/ 356 h 2920786"/>
                  <a:gd name="connsiteX3" fmla="*/ 845795 w 898611"/>
                  <a:gd name="connsiteY3" fmla="*/ 231504 h 2920786"/>
                  <a:gd name="connsiteX4" fmla="*/ 867697 w 898611"/>
                  <a:gd name="connsiteY4" fmla="*/ 1462502 h 2920786"/>
                  <a:gd name="connsiteX5" fmla="*/ 683967 w 898611"/>
                  <a:gd name="connsiteY5" fmla="*/ 2535540 h 2920786"/>
                  <a:gd name="connsiteX6" fmla="*/ 369399 w 898611"/>
                  <a:gd name="connsiteY6" fmla="*/ 2900598 h 2920786"/>
                  <a:gd name="connsiteX7" fmla="*/ 114047 w 898611"/>
                  <a:gd name="connsiteY7" fmla="*/ 2036227 h 2920786"/>
                  <a:gd name="connsiteX8" fmla="*/ 3863 w 898611"/>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357 w 895105"/>
                  <a:gd name="connsiteY0" fmla="*/ 1130640 h 2920786"/>
                  <a:gd name="connsiteX1" fmla="*/ 211308 w 895105"/>
                  <a:gd name="connsiteY1" fmla="*/ 219552 h 2920786"/>
                  <a:gd name="connsiteX2" fmla="*/ 495475 w 895105"/>
                  <a:gd name="connsiteY2" fmla="*/ 356 h 2920786"/>
                  <a:gd name="connsiteX3" fmla="*/ 842289 w 895105"/>
                  <a:gd name="connsiteY3" fmla="*/ 231504 h 2920786"/>
                  <a:gd name="connsiteX4" fmla="*/ 864191 w 895105"/>
                  <a:gd name="connsiteY4" fmla="*/ 1462502 h 2920786"/>
                  <a:gd name="connsiteX5" fmla="*/ 680461 w 895105"/>
                  <a:gd name="connsiteY5" fmla="*/ 2535540 h 2920786"/>
                  <a:gd name="connsiteX6" fmla="*/ 365893 w 895105"/>
                  <a:gd name="connsiteY6" fmla="*/ 2900598 h 2920786"/>
                  <a:gd name="connsiteX7" fmla="*/ 110541 w 895105"/>
                  <a:gd name="connsiteY7" fmla="*/ 2036227 h 2920786"/>
                  <a:gd name="connsiteX8" fmla="*/ 357 w 895105"/>
                  <a:gd name="connsiteY8" fmla="*/ 1130640 h 2920786"/>
                  <a:gd name="connsiteX0" fmla="*/ 357 w 895105"/>
                  <a:gd name="connsiteY0" fmla="*/ 1130835 h 2920981"/>
                  <a:gd name="connsiteX1" fmla="*/ 211308 w 895105"/>
                  <a:gd name="connsiteY1" fmla="*/ 219747 h 2920981"/>
                  <a:gd name="connsiteX2" fmla="*/ 495475 w 895105"/>
                  <a:gd name="connsiteY2" fmla="*/ 551 h 2920981"/>
                  <a:gd name="connsiteX3" fmla="*/ 842289 w 895105"/>
                  <a:gd name="connsiteY3" fmla="*/ 231699 h 2920981"/>
                  <a:gd name="connsiteX4" fmla="*/ 864191 w 895105"/>
                  <a:gd name="connsiteY4" fmla="*/ 1462697 h 2920981"/>
                  <a:gd name="connsiteX5" fmla="*/ 680461 w 895105"/>
                  <a:gd name="connsiteY5" fmla="*/ 2535735 h 2920981"/>
                  <a:gd name="connsiteX6" fmla="*/ 365893 w 895105"/>
                  <a:gd name="connsiteY6" fmla="*/ 2900793 h 2920981"/>
                  <a:gd name="connsiteX7" fmla="*/ 110541 w 895105"/>
                  <a:gd name="connsiteY7" fmla="*/ 2036422 h 2920981"/>
                  <a:gd name="connsiteX8" fmla="*/ 357 w 895105"/>
                  <a:gd name="connsiteY8" fmla="*/ 1130835 h 2920981"/>
                  <a:gd name="connsiteX0" fmla="*/ 357 w 894783"/>
                  <a:gd name="connsiteY0" fmla="*/ 1130518 h 2920664"/>
                  <a:gd name="connsiteX1" fmla="*/ 211308 w 894783"/>
                  <a:gd name="connsiteY1" fmla="*/ 219430 h 2920664"/>
                  <a:gd name="connsiteX2" fmla="*/ 495475 w 894783"/>
                  <a:gd name="connsiteY2" fmla="*/ 234 h 2920664"/>
                  <a:gd name="connsiteX3" fmla="*/ 842289 w 894783"/>
                  <a:gd name="connsiteY3" fmla="*/ 231382 h 2920664"/>
                  <a:gd name="connsiteX4" fmla="*/ 864191 w 894783"/>
                  <a:gd name="connsiteY4" fmla="*/ 1462380 h 2920664"/>
                  <a:gd name="connsiteX5" fmla="*/ 680461 w 894783"/>
                  <a:gd name="connsiteY5" fmla="*/ 2535418 h 2920664"/>
                  <a:gd name="connsiteX6" fmla="*/ 365893 w 894783"/>
                  <a:gd name="connsiteY6" fmla="*/ 2900476 h 2920664"/>
                  <a:gd name="connsiteX7" fmla="*/ 110541 w 894783"/>
                  <a:gd name="connsiteY7" fmla="*/ 2036105 h 2920664"/>
                  <a:gd name="connsiteX8" fmla="*/ 357 w 894783"/>
                  <a:gd name="connsiteY8" fmla="*/ 1130518 h 2920664"/>
                  <a:gd name="connsiteX0" fmla="*/ 357 w 894783"/>
                  <a:gd name="connsiteY0" fmla="*/ 1132310 h 2922456"/>
                  <a:gd name="connsiteX1" fmla="*/ 211308 w 894783"/>
                  <a:gd name="connsiteY1" fmla="*/ 221222 h 2922456"/>
                  <a:gd name="connsiteX2" fmla="*/ 495475 w 894783"/>
                  <a:gd name="connsiteY2" fmla="*/ 2026 h 2922456"/>
                  <a:gd name="connsiteX3" fmla="*/ 842289 w 894783"/>
                  <a:gd name="connsiteY3" fmla="*/ 233174 h 2922456"/>
                  <a:gd name="connsiteX4" fmla="*/ 864191 w 894783"/>
                  <a:gd name="connsiteY4" fmla="*/ 1464172 h 2922456"/>
                  <a:gd name="connsiteX5" fmla="*/ 680461 w 894783"/>
                  <a:gd name="connsiteY5" fmla="*/ 2537210 h 2922456"/>
                  <a:gd name="connsiteX6" fmla="*/ 365893 w 894783"/>
                  <a:gd name="connsiteY6" fmla="*/ 2902268 h 2922456"/>
                  <a:gd name="connsiteX7" fmla="*/ 110541 w 894783"/>
                  <a:gd name="connsiteY7" fmla="*/ 2037897 h 2922456"/>
                  <a:gd name="connsiteX8" fmla="*/ 357 w 894783"/>
                  <a:gd name="connsiteY8" fmla="*/ 1132310 h 2922456"/>
                  <a:gd name="connsiteX0" fmla="*/ 511 w 876967"/>
                  <a:gd name="connsiteY0" fmla="*/ 941598 h 2922458"/>
                  <a:gd name="connsiteX1" fmla="*/ 193492 w 876967"/>
                  <a:gd name="connsiteY1" fmla="*/ 221224 h 2922458"/>
                  <a:gd name="connsiteX2" fmla="*/ 477659 w 876967"/>
                  <a:gd name="connsiteY2" fmla="*/ 2028 h 2922458"/>
                  <a:gd name="connsiteX3" fmla="*/ 824473 w 876967"/>
                  <a:gd name="connsiteY3" fmla="*/ 233176 h 2922458"/>
                  <a:gd name="connsiteX4" fmla="*/ 846375 w 876967"/>
                  <a:gd name="connsiteY4" fmla="*/ 1464174 h 2922458"/>
                  <a:gd name="connsiteX5" fmla="*/ 662645 w 876967"/>
                  <a:gd name="connsiteY5" fmla="*/ 2537212 h 2922458"/>
                  <a:gd name="connsiteX6" fmla="*/ 348077 w 876967"/>
                  <a:gd name="connsiteY6" fmla="*/ 2902270 h 2922458"/>
                  <a:gd name="connsiteX7" fmla="*/ 92725 w 876967"/>
                  <a:gd name="connsiteY7" fmla="*/ 2037899 h 2922458"/>
                  <a:gd name="connsiteX8" fmla="*/ 511 w 876967"/>
                  <a:gd name="connsiteY8" fmla="*/ 941598 h 2922458"/>
                  <a:gd name="connsiteX0" fmla="*/ 393 w 876849"/>
                  <a:gd name="connsiteY0" fmla="*/ 941598 h 2922458"/>
                  <a:gd name="connsiteX1" fmla="*/ 193374 w 876849"/>
                  <a:gd name="connsiteY1" fmla="*/ 221224 h 2922458"/>
                  <a:gd name="connsiteX2" fmla="*/ 477541 w 876849"/>
                  <a:gd name="connsiteY2" fmla="*/ 2028 h 2922458"/>
                  <a:gd name="connsiteX3" fmla="*/ 824355 w 876849"/>
                  <a:gd name="connsiteY3" fmla="*/ 233176 h 2922458"/>
                  <a:gd name="connsiteX4" fmla="*/ 846257 w 876849"/>
                  <a:gd name="connsiteY4" fmla="*/ 1464174 h 2922458"/>
                  <a:gd name="connsiteX5" fmla="*/ 662527 w 876849"/>
                  <a:gd name="connsiteY5" fmla="*/ 2537212 h 2922458"/>
                  <a:gd name="connsiteX6" fmla="*/ 347959 w 876849"/>
                  <a:gd name="connsiteY6" fmla="*/ 2902270 h 2922458"/>
                  <a:gd name="connsiteX7" fmla="*/ 92607 w 876849"/>
                  <a:gd name="connsiteY7" fmla="*/ 2037899 h 2922458"/>
                  <a:gd name="connsiteX8" fmla="*/ 393 w 876849"/>
                  <a:gd name="connsiteY8" fmla="*/ 941598 h 2922458"/>
                  <a:gd name="connsiteX0" fmla="*/ 393 w 876849"/>
                  <a:gd name="connsiteY0" fmla="*/ 941598 h 2922458"/>
                  <a:gd name="connsiteX1" fmla="*/ 193374 w 876849"/>
                  <a:gd name="connsiteY1" fmla="*/ 221224 h 2922458"/>
                  <a:gd name="connsiteX2" fmla="*/ 477541 w 876849"/>
                  <a:gd name="connsiteY2" fmla="*/ 2028 h 2922458"/>
                  <a:gd name="connsiteX3" fmla="*/ 824355 w 876849"/>
                  <a:gd name="connsiteY3" fmla="*/ 233176 h 2922458"/>
                  <a:gd name="connsiteX4" fmla="*/ 846257 w 876849"/>
                  <a:gd name="connsiteY4" fmla="*/ 1464174 h 2922458"/>
                  <a:gd name="connsiteX5" fmla="*/ 662527 w 876849"/>
                  <a:gd name="connsiteY5" fmla="*/ 2537212 h 2922458"/>
                  <a:gd name="connsiteX6" fmla="*/ 347959 w 876849"/>
                  <a:gd name="connsiteY6" fmla="*/ 2902270 h 2922458"/>
                  <a:gd name="connsiteX7" fmla="*/ 92607 w 876849"/>
                  <a:gd name="connsiteY7" fmla="*/ 2037899 h 2922458"/>
                  <a:gd name="connsiteX8" fmla="*/ 393 w 876849"/>
                  <a:gd name="connsiteY8" fmla="*/ 941598 h 2922458"/>
                  <a:gd name="connsiteX0" fmla="*/ 393 w 876849"/>
                  <a:gd name="connsiteY0" fmla="*/ 941598 h 2922458"/>
                  <a:gd name="connsiteX1" fmla="*/ 193374 w 876849"/>
                  <a:gd name="connsiteY1" fmla="*/ 221224 h 2922458"/>
                  <a:gd name="connsiteX2" fmla="*/ 477541 w 876849"/>
                  <a:gd name="connsiteY2" fmla="*/ 2028 h 2922458"/>
                  <a:gd name="connsiteX3" fmla="*/ 824355 w 876849"/>
                  <a:gd name="connsiteY3" fmla="*/ 233176 h 2922458"/>
                  <a:gd name="connsiteX4" fmla="*/ 846257 w 876849"/>
                  <a:gd name="connsiteY4" fmla="*/ 1464174 h 2922458"/>
                  <a:gd name="connsiteX5" fmla="*/ 662527 w 876849"/>
                  <a:gd name="connsiteY5" fmla="*/ 2537212 h 2922458"/>
                  <a:gd name="connsiteX6" fmla="*/ 347959 w 876849"/>
                  <a:gd name="connsiteY6" fmla="*/ 2902270 h 2922458"/>
                  <a:gd name="connsiteX7" fmla="*/ 92607 w 876849"/>
                  <a:gd name="connsiteY7" fmla="*/ 2037899 h 2922458"/>
                  <a:gd name="connsiteX8" fmla="*/ 393 w 876849"/>
                  <a:gd name="connsiteY8" fmla="*/ 941598 h 2922458"/>
                  <a:gd name="connsiteX0" fmla="*/ 393 w 853551"/>
                  <a:gd name="connsiteY0" fmla="*/ 1130240 h 3111100"/>
                  <a:gd name="connsiteX1" fmla="*/ 193374 w 853551"/>
                  <a:gd name="connsiteY1" fmla="*/ 409866 h 3111100"/>
                  <a:gd name="connsiteX2" fmla="*/ 477541 w 853551"/>
                  <a:gd name="connsiteY2" fmla="*/ 190670 h 3111100"/>
                  <a:gd name="connsiteX3" fmla="*/ 773027 w 853551"/>
                  <a:gd name="connsiteY3" fmla="*/ 74422 h 3111100"/>
                  <a:gd name="connsiteX4" fmla="*/ 846257 w 853551"/>
                  <a:gd name="connsiteY4" fmla="*/ 1652816 h 3111100"/>
                  <a:gd name="connsiteX5" fmla="*/ 662527 w 853551"/>
                  <a:gd name="connsiteY5" fmla="*/ 2725854 h 3111100"/>
                  <a:gd name="connsiteX6" fmla="*/ 347959 w 853551"/>
                  <a:gd name="connsiteY6" fmla="*/ 3090912 h 3111100"/>
                  <a:gd name="connsiteX7" fmla="*/ 92607 w 853551"/>
                  <a:gd name="connsiteY7" fmla="*/ 2226541 h 3111100"/>
                  <a:gd name="connsiteX8" fmla="*/ 393 w 853551"/>
                  <a:gd name="connsiteY8" fmla="*/ 1130240 h 3111100"/>
                  <a:gd name="connsiteX0" fmla="*/ 393 w 851692"/>
                  <a:gd name="connsiteY0" fmla="*/ 1186647 h 3167507"/>
                  <a:gd name="connsiteX1" fmla="*/ 193374 w 851692"/>
                  <a:gd name="connsiteY1" fmla="*/ 466273 h 3167507"/>
                  <a:gd name="connsiteX2" fmla="*/ 472561 w 851692"/>
                  <a:gd name="connsiteY2" fmla="*/ 129610 h 3167507"/>
                  <a:gd name="connsiteX3" fmla="*/ 773027 w 851692"/>
                  <a:gd name="connsiteY3" fmla="*/ 130829 h 3167507"/>
                  <a:gd name="connsiteX4" fmla="*/ 846257 w 851692"/>
                  <a:gd name="connsiteY4" fmla="*/ 1709223 h 3167507"/>
                  <a:gd name="connsiteX5" fmla="*/ 662527 w 851692"/>
                  <a:gd name="connsiteY5" fmla="*/ 2782261 h 3167507"/>
                  <a:gd name="connsiteX6" fmla="*/ 347959 w 851692"/>
                  <a:gd name="connsiteY6" fmla="*/ 3147319 h 3167507"/>
                  <a:gd name="connsiteX7" fmla="*/ 92607 w 851692"/>
                  <a:gd name="connsiteY7" fmla="*/ 2282948 h 3167507"/>
                  <a:gd name="connsiteX8" fmla="*/ 393 w 851692"/>
                  <a:gd name="connsiteY8" fmla="*/ 1186647 h 3167507"/>
                  <a:gd name="connsiteX0" fmla="*/ 393 w 859871"/>
                  <a:gd name="connsiteY0" fmla="*/ 1117495 h 3098355"/>
                  <a:gd name="connsiteX1" fmla="*/ 193374 w 859871"/>
                  <a:gd name="connsiteY1" fmla="*/ 397121 h 3098355"/>
                  <a:gd name="connsiteX2" fmla="*/ 773027 w 859871"/>
                  <a:gd name="connsiteY2" fmla="*/ 61677 h 3098355"/>
                  <a:gd name="connsiteX3" fmla="*/ 846257 w 859871"/>
                  <a:gd name="connsiteY3" fmla="*/ 1640071 h 3098355"/>
                  <a:gd name="connsiteX4" fmla="*/ 662527 w 859871"/>
                  <a:gd name="connsiteY4" fmla="*/ 2713109 h 3098355"/>
                  <a:gd name="connsiteX5" fmla="*/ 347959 w 859871"/>
                  <a:gd name="connsiteY5" fmla="*/ 3078167 h 3098355"/>
                  <a:gd name="connsiteX6" fmla="*/ 92607 w 859871"/>
                  <a:gd name="connsiteY6" fmla="*/ 2213796 h 3098355"/>
                  <a:gd name="connsiteX7" fmla="*/ 393 w 859871"/>
                  <a:gd name="connsiteY7" fmla="*/ 1117495 h 3098355"/>
                  <a:gd name="connsiteX0" fmla="*/ 446 w 855068"/>
                  <a:gd name="connsiteY0" fmla="*/ 966137 h 3095856"/>
                  <a:gd name="connsiteX1" fmla="*/ 188571 w 855068"/>
                  <a:gd name="connsiteY1" fmla="*/ 394622 h 3095856"/>
                  <a:gd name="connsiteX2" fmla="*/ 768224 w 855068"/>
                  <a:gd name="connsiteY2" fmla="*/ 59178 h 3095856"/>
                  <a:gd name="connsiteX3" fmla="*/ 841454 w 855068"/>
                  <a:gd name="connsiteY3" fmla="*/ 1637572 h 3095856"/>
                  <a:gd name="connsiteX4" fmla="*/ 657724 w 855068"/>
                  <a:gd name="connsiteY4" fmla="*/ 2710610 h 3095856"/>
                  <a:gd name="connsiteX5" fmla="*/ 343156 w 855068"/>
                  <a:gd name="connsiteY5" fmla="*/ 3075668 h 3095856"/>
                  <a:gd name="connsiteX6" fmla="*/ 87804 w 855068"/>
                  <a:gd name="connsiteY6" fmla="*/ 2211297 h 3095856"/>
                  <a:gd name="connsiteX7" fmla="*/ 446 w 855068"/>
                  <a:gd name="connsiteY7" fmla="*/ 966137 h 3095856"/>
                  <a:gd name="connsiteX0" fmla="*/ 446 w 864683"/>
                  <a:gd name="connsiteY0" fmla="*/ 919567 h 3049286"/>
                  <a:gd name="connsiteX1" fmla="*/ 768224 w 864683"/>
                  <a:gd name="connsiteY1" fmla="*/ 12608 h 3049286"/>
                  <a:gd name="connsiteX2" fmla="*/ 841454 w 864683"/>
                  <a:gd name="connsiteY2" fmla="*/ 1591002 h 3049286"/>
                  <a:gd name="connsiteX3" fmla="*/ 657724 w 864683"/>
                  <a:gd name="connsiteY3" fmla="*/ 2664040 h 3049286"/>
                  <a:gd name="connsiteX4" fmla="*/ 343156 w 864683"/>
                  <a:gd name="connsiteY4" fmla="*/ 3029098 h 3049286"/>
                  <a:gd name="connsiteX5" fmla="*/ 87804 w 864683"/>
                  <a:gd name="connsiteY5" fmla="*/ 2164727 h 3049286"/>
                  <a:gd name="connsiteX6" fmla="*/ 446 w 864683"/>
                  <a:gd name="connsiteY6" fmla="*/ 919567 h 3049286"/>
                  <a:gd name="connsiteX0" fmla="*/ 31643 w 893616"/>
                  <a:gd name="connsiteY0" fmla="*/ 936284 h 3066003"/>
                  <a:gd name="connsiteX1" fmla="*/ 72133 w 893616"/>
                  <a:gd name="connsiteY1" fmla="*/ 606566 h 3066003"/>
                  <a:gd name="connsiteX2" fmla="*/ 799421 w 893616"/>
                  <a:gd name="connsiteY2" fmla="*/ 29325 h 3066003"/>
                  <a:gd name="connsiteX3" fmla="*/ 872651 w 893616"/>
                  <a:gd name="connsiteY3" fmla="*/ 1607719 h 3066003"/>
                  <a:gd name="connsiteX4" fmla="*/ 688921 w 893616"/>
                  <a:gd name="connsiteY4" fmla="*/ 2680757 h 3066003"/>
                  <a:gd name="connsiteX5" fmla="*/ 374353 w 893616"/>
                  <a:gd name="connsiteY5" fmla="*/ 3045815 h 3066003"/>
                  <a:gd name="connsiteX6" fmla="*/ 119001 w 893616"/>
                  <a:gd name="connsiteY6" fmla="*/ 2181444 h 3066003"/>
                  <a:gd name="connsiteX7" fmla="*/ 31643 w 893616"/>
                  <a:gd name="connsiteY7" fmla="*/ 936284 h 3066003"/>
                  <a:gd name="connsiteX0" fmla="*/ 0 w 864237"/>
                  <a:gd name="connsiteY0" fmla="*/ 919567 h 3049286"/>
                  <a:gd name="connsiteX1" fmla="*/ 767778 w 864237"/>
                  <a:gd name="connsiteY1" fmla="*/ 12608 h 3049286"/>
                  <a:gd name="connsiteX2" fmla="*/ 841008 w 864237"/>
                  <a:gd name="connsiteY2" fmla="*/ 1591002 h 3049286"/>
                  <a:gd name="connsiteX3" fmla="*/ 657278 w 864237"/>
                  <a:gd name="connsiteY3" fmla="*/ 2664040 h 3049286"/>
                  <a:gd name="connsiteX4" fmla="*/ 342710 w 864237"/>
                  <a:gd name="connsiteY4" fmla="*/ 3029098 h 3049286"/>
                  <a:gd name="connsiteX5" fmla="*/ 87358 w 864237"/>
                  <a:gd name="connsiteY5" fmla="*/ 2164727 h 3049286"/>
                  <a:gd name="connsiteX6" fmla="*/ 0 w 864237"/>
                  <a:gd name="connsiteY6" fmla="*/ 919567 h 3049286"/>
                  <a:gd name="connsiteX0" fmla="*/ 43154 w 907391"/>
                  <a:gd name="connsiteY0" fmla="*/ 919567 h 3049286"/>
                  <a:gd name="connsiteX1" fmla="*/ 810932 w 907391"/>
                  <a:gd name="connsiteY1" fmla="*/ 12608 h 3049286"/>
                  <a:gd name="connsiteX2" fmla="*/ 884162 w 907391"/>
                  <a:gd name="connsiteY2" fmla="*/ 1591002 h 3049286"/>
                  <a:gd name="connsiteX3" fmla="*/ 700432 w 907391"/>
                  <a:gd name="connsiteY3" fmla="*/ 2664040 h 3049286"/>
                  <a:gd name="connsiteX4" fmla="*/ 385864 w 907391"/>
                  <a:gd name="connsiteY4" fmla="*/ 3029098 h 3049286"/>
                  <a:gd name="connsiteX5" fmla="*/ 130512 w 907391"/>
                  <a:gd name="connsiteY5" fmla="*/ 2164727 h 3049286"/>
                  <a:gd name="connsiteX6" fmla="*/ 43154 w 907391"/>
                  <a:gd name="connsiteY6" fmla="*/ 919567 h 3049286"/>
                  <a:gd name="connsiteX0" fmla="*/ 361 w 864598"/>
                  <a:gd name="connsiteY0" fmla="*/ 926059 h 3055778"/>
                  <a:gd name="connsiteX1" fmla="*/ 768139 w 864598"/>
                  <a:gd name="connsiteY1" fmla="*/ 19100 h 3055778"/>
                  <a:gd name="connsiteX2" fmla="*/ 841369 w 864598"/>
                  <a:gd name="connsiteY2" fmla="*/ 1597494 h 3055778"/>
                  <a:gd name="connsiteX3" fmla="*/ 657639 w 864598"/>
                  <a:gd name="connsiteY3" fmla="*/ 2670532 h 3055778"/>
                  <a:gd name="connsiteX4" fmla="*/ 343071 w 864598"/>
                  <a:gd name="connsiteY4" fmla="*/ 3035590 h 3055778"/>
                  <a:gd name="connsiteX5" fmla="*/ 87719 w 864598"/>
                  <a:gd name="connsiteY5" fmla="*/ 2171219 h 3055778"/>
                  <a:gd name="connsiteX6" fmla="*/ 361 w 864598"/>
                  <a:gd name="connsiteY6" fmla="*/ 926059 h 3055778"/>
                  <a:gd name="connsiteX0" fmla="*/ 10583 w 874820"/>
                  <a:gd name="connsiteY0" fmla="*/ 922402 h 3052121"/>
                  <a:gd name="connsiteX1" fmla="*/ 778361 w 874820"/>
                  <a:gd name="connsiteY1" fmla="*/ 15443 h 3052121"/>
                  <a:gd name="connsiteX2" fmla="*/ 851591 w 874820"/>
                  <a:gd name="connsiteY2" fmla="*/ 1593837 h 3052121"/>
                  <a:gd name="connsiteX3" fmla="*/ 667861 w 874820"/>
                  <a:gd name="connsiteY3" fmla="*/ 2666875 h 3052121"/>
                  <a:gd name="connsiteX4" fmla="*/ 353293 w 874820"/>
                  <a:gd name="connsiteY4" fmla="*/ 3031933 h 3052121"/>
                  <a:gd name="connsiteX5" fmla="*/ 10583 w 874820"/>
                  <a:gd name="connsiteY5" fmla="*/ 922402 h 3052121"/>
                  <a:gd name="connsiteX0" fmla="*/ 10583 w 874820"/>
                  <a:gd name="connsiteY0" fmla="*/ 922402 h 3134675"/>
                  <a:gd name="connsiteX1" fmla="*/ 778361 w 874820"/>
                  <a:gd name="connsiteY1" fmla="*/ 15443 h 3134675"/>
                  <a:gd name="connsiteX2" fmla="*/ 851591 w 874820"/>
                  <a:gd name="connsiteY2" fmla="*/ 1593837 h 3134675"/>
                  <a:gd name="connsiteX3" fmla="*/ 667861 w 874820"/>
                  <a:gd name="connsiteY3" fmla="*/ 2666875 h 3134675"/>
                  <a:gd name="connsiteX4" fmla="*/ 353293 w 874820"/>
                  <a:gd name="connsiteY4" fmla="*/ 3031933 h 3134675"/>
                  <a:gd name="connsiteX5" fmla="*/ 10583 w 874820"/>
                  <a:gd name="connsiteY5" fmla="*/ 922402 h 3134675"/>
                  <a:gd name="connsiteX0" fmla="*/ 13642 w 877879"/>
                  <a:gd name="connsiteY0" fmla="*/ 922402 h 3132256"/>
                  <a:gd name="connsiteX1" fmla="*/ 781420 w 877879"/>
                  <a:gd name="connsiteY1" fmla="*/ 15443 h 3132256"/>
                  <a:gd name="connsiteX2" fmla="*/ 854650 w 877879"/>
                  <a:gd name="connsiteY2" fmla="*/ 1593837 h 3132256"/>
                  <a:gd name="connsiteX3" fmla="*/ 670920 w 877879"/>
                  <a:gd name="connsiteY3" fmla="*/ 2666875 h 3132256"/>
                  <a:gd name="connsiteX4" fmla="*/ 356352 w 877879"/>
                  <a:gd name="connsiteY4" fmla="*/ 3031933 h 3132256"/>
                  <a:gd name="connsiteX5" fmla="*/ 13642 w 877879"/>
                  <a:gd name="connsiteY5" fmla="*/ 922402 h 3132256"/>
                  <a:gd name="connsiteX0" fmla="*/ 13642 w 877879"/>
                  <a:gd name="connsiteY0" fmla="*/ 922402 h 3132258"/>
                  <a:gd name="connsiteX1" fmla="*/ 781420 w 877879"/>
                  <a:gd name="connsiteY1" fmla="*/ 15443 h 3132258"/>
                  <a:gd name="connsiteX2" fmla="*/ 854650 w 877879"/>
                  <a:gd name="connsiteY2" fmla="*/ 1593837 h 3132258"/>
                  <a:gd name="connsiteX3" fmla="*/ 670920 w 877879"/>
                  <a:gd name="connsiteY3" fmla="*/ 2666875 h 3132258"/>
                  <a:gd name="connsiteX4" fmla="*/ 356352 w 877879"/>
                  <a:gd name="connsiteY4" fmla="*/ 3031933 h 3132258"/>
                  <a:gd name="connsiteX5" fmla="*/ 13642 w 877879"/>
                  <a:gd name="connsiteY5" fmla="*/ 922402 h 3132258"/>
                  <a:gd name="connsiteX0" fmla="*/ 13642 w 877879"/>
                  <a:gd name="connsiteY0" fmla="*/ 922402 h 3141850"/>
                  <a:gd name="connsiteX1" fmla="*/ 781420 w 877879"/>
                  <a:gd name="connsiteY1" fmla="*/ 15443 h 3141850"/>
                  <a:gd name="connsiteX2" fmla="*/ 854650 w 877879"/>
                  <a:gd name="connsiteY2" fmla="*/ 1593837 h 3141850"/>
                  <a:gd name="connsiteX3" fmla="*/ 670920 w 877879"/>
                  <a:gd name="connsiteY3" fmla="*/ 2666875 h 3141850"/>
                  <a:gd name="connsiteX4" fmla="*/ 356352 w 877879"/>
                  <a:gd name="connsiteY4" fmla="*/ 3031933 h 3141850"/>
                  <a:gd name="connsiteX5" fmla="*/ 13642 w 877879"/>
                  <a:gd name="connsiteY5" fmla="*/ 922402 h 3141850"/>
                  <a:gd name="connsiteX0" fmla="*/ 13642 w 820338"/>
                  <a:gd name="connsiteY0" fmla="*/ 975667 h 3228998"/>
                  <a:gd name="connsiteX1" fmla="*/ 781420 w 820338"/>
                  <a:gd name="connsiteY1" fmla="*/ 68708 h 3228998"/>
                  <a:gd name="connsiteX2" fmla="*/ 670920 w 820338"/>
                  <a:gd name="connsiteY2" fmla="*/ 2720140 h 3228998"/>
                  <a:gd name="connsiteX3" fmla="*/ 356352 w 820338"/>
                  <a:gd name="connsiteY3" fmla="*/ 3085198 h 3228998"/>
                  <a:gd name="connsiteX4" fmla="*/ 13642 w 820338"/>
                  <a:gd name="connsiteY4" fmla="*/ 975667 h 3228998"/>
                  <a:gd name="connsiteX0" fmla="*/ 12701 w 742627"/>
                  <a:gd name="connsiteY0" fmla="*/ 1048064 h 3215601"/>
                  <a:gd name="connsiteX1" fmla="*/ 708754 w 742627"/>
                  <a:gd name="connsiteY1" fmla="*/ 58854 h 3215601"/>
                  <a:gd name="connsiteX2" fmla="*/ 598254 w 742627"/>
                  <a:gd name="connsiteY2" fmla="*/ 2710286 h 3215601"/>
                  <a:gd name="connsiteX3" fmla="*/ 283686 w 742627"/>
                  <a:gd name="connsiteY3" fmla="*/ 3075344 h 3215601"/>
                  <a:gd name="connsiteX4" fmla="*/ 12701 w 742627"/>
                  <a:gd name="connsiteY4" fmla="*/ 1048064 h 3215601"/>
                  <a:gd name="connsiteX0" fmla="*/ 13059 w 749566"/>
                  <a:gd name="connsiteY0" fmla="*/ 758846 h 2915136"/>
                  <a:gd name="connsiteX1" fmla="*/ 716644 w 749566"/>
                  <a:gd name="connsiteY1" fmla="*/ 79002 h 2915136"/>
                  <a:gd name="connsiteX2" fmla="*/ 598612 w 749566"/>
                  <a:gd name="connsiteY2" fmla="*/ 2421068 h 2915136"/>
                  <a:gd name="connsiteX3" fmla="*/ 284044 w 749566"/>
                  <a:gd name="connsiteY3" fmla="*/ 2786126 h 2915136"/>
                  <a:gd name="connsiteX4" fmla="*/ 13059 w 749566"/>
                  <a:gd name="connsiteY4" fmla="*/ 758846 h 2915136"/>
                  <a:gd name="connsiteX0" fmla="*/ 12737 w 740398"/>
                  <a:gd name="connsiteY0" fmla="*/ 773071 h 3017984"/>
                  <a:gd name="connsiteX1" fmla="*/ 716322 w 740398"/>
                  <a:gd name="connsiteY1" fmla="*/ 93227 h 3017984"/>
                  <a:gd name="connsiteX2" fmla="*/ 549963 w 740398"/>
                  <a:gd name="connsiteY2" fmla="*/ 2656219 h 3017984"/>
                  <a:gd name="connsiteX3" fmla="*/ 283722 w 740398"/>
                  <a:gd name="connsiteY3" fmla="*/ 2800351 h 3017984"/>
                  <a:gd name="connsiteX4" fmla="*/ 12737 w 740398"/>
                  <a:gd name="connsiteY4" fmla="*/ 773071 h 3017984"/>
                  <a:gd name="connsiteX0" fmla="*/ 12645 w 740290"/>
                  <a:gd name="connsiteY0" fmla="*/ 771527 h 2961777"/>
                  <a:gd name="connsiteX1" fmla="*/ 716230 w 740290"/>
                  <a:gd name="connsiteY1" fmla="*/ 91683 h 2961777"/>
                  <a:gd name="connsiteX2" fmla="*/ 549871 w 740290"/>
                  <a:gd name="connsiteY2" fmla="*/ 2654675 h 2961777"/>
                  <a:gd name="connsiteX3" fmla="*/ 284681 w 740290"/>
                  <a:gd name="connsiteY3" fmla="*/ 2706546 h 2961777"/>
                  <a:gd name="connsiteX4" fmla="*/ 12645 w 740290"/>
                  <a:gd name="connsiteY4" fmla="*/ 771527 h 2961777"/>
                  <a:gd name="connsiteX0" fmla="*/ 13856 w 792271"/>
                  <a:gd name="connsiteY0" fmla="*/ 680761 h 2615960"/>
                  <a:gd name="connsiteX1" fmla="*/ 717441 w 792271"/>
                  <a:gd name="connsiteY1" fmla="*/ 917 h 2615960"/>
                  <a:gd name="connsiteX2" fmla="*/ 723320 w 792271"/>
                  <a:gd name="connsiteY2" fmla="*/ 791710 h 2615960"/>
                  <a:gd name="connsiteX3" fmla="*/ 285892 w 792271"/>
                  <a:gd name="connsiteY3" fmla="*/ 2615780 h 2615960"/>
                  <a:gd name="connsiteX4" fmla="*/ 13856 w 792271"/>
                  <a:gd name="connsiteY4" fmla="*/ 680761 h 2615960"/>
                  <a:gd name="connsiteX0" fmla="*/ 39639 w 827063"/>
                  <a:gd name="connsiteY0" fmla="*/ 680361 h 1297969"/>
                  <a:gd name="connsiteX1" fmla="*/ 743224 w 827063"/>
                  <a:gd name="connsiteY1" fmla="*/ 517 h 1297969"/>
                  <a:gd name="connsiteX2" fmla="*/ 749103 w 827063"/>
                  <a:gd name="connsiteY2" fmla="*/ 791310 h 1297969"/>
                  <a:gd name="connsiteX3" fmla="*/ 158864 w 827063"/>
                  <a:gd name="connsiteY3" fmla="*/ 1297175 h 1297969"/>
                  <a:gd name="connsiteX4" fmla="*/ 39639 w 827063"/>
                  <a:gd name="connsiteY4" fmla="*/ 680361 h 1297969"/>
                  <a:gd name="connsiteX0" fmla="*/ 38969 w 814396"/>
                  <a:gd name="connsiteY0" fmla="*/ 680290 h 1297519"/>
                  <a:gd name="connsiteX1" fmla="*/ 742554 w 814396"/>
                  <a:gd name="connsiteY1" fmla="*/ 446 h 1297519"/>
                  <a:gd name="connsiteX2" fmla="*/ 725082 w 814396"/>
                  <a:gd name="connsiteY2" fmla="*/ 587935 h 1297519"/>
                  <a:gd name="connsiteX3" fmla="*/ 158194 w 814396"/>
                  <a:gd name="connsiteY3" fmla="*/ 1297104 h 1297519"/>
                  <a:gd name="connsiteX4" fmla="*/ 38969 w 814396"/>
                  <a:gd name="connsiteY4" fmla="*/ 680290 h 12975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396" h="1297519">
                    <a:moveTo>
                      <a:pt x="38969" y="680290"/>
                    </a:moveTo>
                    <a:cubicBezTo>
                      <a:pt x="136362" y="464180"/>
                      <a:pt x="628202" y="15839"/>
                      <a:pt x="742554" y="446"/>
                    </a:cubicBezTo>
                    <a:cubicBezTo>
                      <a:pt x="856906" y="-14947"/>
                      <a:pt x="822475" y="371825"/>
                      <a:pt x="725082" y="587935"/>
                    </a:cubicBezTo>
                    <a:cubicBezTo>
                      <a:pt x="627689" y="804045"/>
                      <a:pt x="272546" y="1281711"/>
                      <a:pt x="158194" y="1297104"/>
                    </a:cubicBezTo>
                    <a:cubicBezTo>
                      <a:pt x="43842" y="1312497"/>
                      <a:pt x="-58424" y="896400"/>
                      <a:pt x="38969" y="680290"/>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a:off x="6336863" y="71936"/>
              <a:ext cx="1985228" cy="1707802"/>
              <a:chOff x="642890" y="282134"/>
              <a:chExt cx="1985228" cy="1707802"/>
            </a:xfrm>
          </p:grpSpPr>
          <p:sp>
            <p:nvSpPr>
              <p:cNvPr id="15" name="菱形 14"/>
              <p:cNvSpPr/>
              <p:nvPr/>
            </p:nvSpPr>
            <p:spPr>
              <a:xfrm>
                <a:off x="2178688" y="548680"/>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6" name="菱形 15"/>
              <p:cNvSpPr/>
              <p:nvPr/>
            </p:nvSpPr>
            <p:spPr>
              <a:xfrm>
                <a:off x="1215663" y="1556792"/>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7" name="菱形 16"/>
              <p:cNvSpPr/>
              <p:nvPr/>
            </p:nvSpPr>
            <p:spPr>
              <a:xfrm>
                <a:off x="642890" y="1196752"/>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8" name="TextBox 17"/>
              <p:cNvSpPr txBox="1"/>
              <p:nvPr/>
            </p:nvSpPr>
            <p:spPr>
              <a:xfrm>
                <a:off x="2230252" y="282134"/>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1</a:t>
                </a:r>
                <a:endParaRPr lang="zh-CN" altLang="en-US" sz="1600" dirty="0">
                  <a:latin typeface="Arial Unicode MS" pitchFamily="34" charset="-122"/>
                  <a:ea typeface="Arial Unicode MS" pitchFamily="34" charset="-122"/>
                  <a:cs typeface="Arial Unicode MS" pitchFamily="34" charset="-122"/>
                </a:endParaRPr>
              </a:p>
            </p:txBody>
          </p:sp>
          <p:sp>
            <p:nvSpPr>
              <p:cNvPr id="19" name="TextBox 18"/>
              <p:cNvSpPr txBox="1"/>
              <p:nvPr/>
            </p:nvSpPr>
            <p:spPr>
              <a:xfrm>
                <a:off x="1234536" y="1268760"/>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2</a:t>
                </a:r>
                <a:endParaRPr lang="zh-CN" altLang="en-US" sz="1600" dirty="0">
                  <a:latin typeface="Arial Unicode MS" pitchFamily="34" charset="-122"/>
                  <a:ea typeface="Arial Unicode MS" pitchFamily="34" charset="-122"/>
                  <a:cs typeface="Arial Unicode MS" pitchFamily="34" charset="-122"/>
                </a:endParaRPr>
              </a:p>
            </p:txBody>
          </p:sp>
          <p:sp>
            <p:nvSpPr>
              <p:cNvPr id="20" name="TextBox 19"/>
              <p:cNvSpPr txBox="1"/>
              <p:nvPr/>
            </p:nvSpPr>
            <p:spPr>
              <a:xfrm>
                <a:off x="642890" y="836712"/>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5</a:t>
                </a:r>
                <a:endParaRPr lang="zh-CN" altLang="en-US" sz="1600" dirty="0">
                  <a:latin typeface="Arial Unicode MS" pitchFamily="34" charset="-122"/>
                  <a:ea typeface="Arial Unicode MS" pitchFamily="34" charset="-122"/>
                  <a:cs typeface="Arial Unicode MS" pitchFamily="34" charset="-122"/>
                </a:endParaRPr>
              </a:p>
            </p:txBody>
          </p:sp>
          <p:sp>
            <p:nvSpPr>
              <p:cNvPr id="21" name="椭圆 150"/>
              <p:cNvSpPr/>
              <p:nvPr/>
            </p:nvSpPr>
            <p:spPr>
              <a:xfrm rot="14115175">
                <a:off x="533649" y="1152444"/>
                <a:ext cx="1041951" cy="633033"/>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 name="connsiteX0" fmla="*/ 18564 w 976213"/>
                  <a:gd name="connsiteY0" fmla="*/ 1584058 h 3079356"/>
                  <a:gd name="connsiteX1" fmla="*/ 109752 w 976213"/>
                  <a:gd name="connsiteY1" fmla="*/ 477572 h 3079356"/>
                  <a:gd name="connsiteX2" fmla="*/ 491500 w 976213"/>
                  <a:gd name="connsiteY2" fmla="*/ 73 h 3079356"/>
                  <a:gd name="connsiteX3" fmla="*/ 880247 w 976213"/>
                  <a:gd name="connsiteY3" fmla="*/ 451467 h 3079356"/>
                  <a:gd name="connsiteX4" fmla="*/ 964436 w 976213"/>
                  <a:gd name="connsiteY4" fmla="*/ 1584058 h 3079356"/>
                  <a:gd name="connsiteX5" fmla="*/ 780706 w 976213"/>
                  <a:gd name="connsiteY5" fmla="*/ 2657096 h 3079356"/>
                  <a:gd name="connsiteX6" fmla="*/ 340923 w 976213"/>
                  <a:gd name="connsiteY6" fmla="*/ 3079237 h 3079356"/>
                  <a:gd name="connsiteX7" fmla="*/ 48387 w 976213"/>
                  <a:gd name="connsiteY7" fmla="*/ 2626099 h 3079356"/>
                  <a:gd name="connsiteX8" fmla="*/ 18564 w 976213"/>
                  <a:gd name="connsiteY8" fmla="*/ 1584058 h 3079356"/>
                  <a:gd name="connsiteX0" fmla="*/ 18564 w 976213"/>
                  <a:gd name="connsiteY0" fmla="*/ 1584058 h 3022333"/>
                  <a:gd name="connsiteX1" fmla="*/ 109752 w 976213"/>
                  <a:gd name="connsiteY1" fmla="*/ 477572 h 3022333"/>
                  <a:gd name="connsiteX2" fmla="*/ 491500 w 976213"/>
                  <a:gd name="connsiteY2" fmla="*/ 73 h 3022333"/>
                  <a:gd name="connsiteX3" fmla="*/ 880247 w 976213"/>
                  <a:gd name="connsiteY3" fmla="*/ 451467 h 3022333"/>
                  <a:gd name="connsiteX4" fmla="*/ 964436 w 976213"/>
                  <a:gd name="connsiteY4" fmla="*/ 1584058 h 3022333"/>
                  <a:gd name="connsiteX5" fmla="*/ 780706 w 976213"/>
                  <a:gd name="connsiteY5" fmla="*/ 2657096 h 3022333"/>
                  <a:gd name="connsiteX6" fmla="*/ 466138 w 976213"/>
                  <a:gd name="connsiteY6" fmla="*/ 3022154 h 3022333"/>
                  <a:gd name="connsiteX7" fmla="*/ 48387 w 976213"/>
                  <a:gd name="connsiteY7" fmla="*/ 2626099 h 3022333"/>
                  <a:gd name="connsiteX8" fmla="*/ 18564 w 976213"/>
                  <a:gd name="connsiteY8" fmla="*/ 1584058 h 3022333"/>
                  <a:gd name="connsiteX0" fmla="*/ 1175 w 958824"/>
                  <a:gd name="connsiteY0" fmla="*/ 1584058 h 3044396"/>
                  <a:gd name="connsiteX1" fmla="*/ 92363 w 958824"/>
                  <a:gd name="connsiteY1" fmla="*/ 477572 h 3044396"/>
                  <a:gd name="connsiteX2" fmla="*/ 474111 w 958824"/>
                  <a:gd name="connsiteY2" fmla="*/ 73 h 3044396"/>
                  <a:gd name="connsiteX3" fmla="*/ 862858 w 958824"/>
                  <a:gd name="connsiteY3" fmla="*/ 451467 h 3044396"/>
                  <a:gd name="connsiteX4" fmla="*/ 947047 w 958824"/>
                  <a:gd name="connsiteY4" fmla="*/ 1584058 h 3044396"/>
                  <a:gd name="connsiteX5" fmla="*/ 763317 w 958824"/>
                  <a:gd name="connsiteY5" fmla="*/ 2657096 h 3044396"/>
                  <a:gd name="connsiteX6" fmla="*/ 448749 w 958824"/>
                  <a:gd name="connsiteY6" fmla="*/ 3022154 h 3044396"/>
                  <a:gd name="connsiteX7" fmla="*/ 131142 w 958824"/>
                  <a:gd name="connsiteY7" fmla="*/ 2122422 h 3044396"/>
                  <a:gd name="connsiteX8" fmla="*/ 1175 w 958824"/>
                  <a:gd name="connsiteY8" fmla="*/ 1584058 h 3044396"/>
                  <a:gd name="connsiteX0" fmla="*/ 6125 w 927920"/>
                  <a:gd name="connsiteY0" fmla="*/ 1023420 h 3044396"/>
                  <a:gd name="connsiteX1" fmla="*/ 61459 w 927920"/>
                  <a:gd name="connsiteY1" fmla="*/ 477572 h 3044396"/>
                  <a:gd name="connsiteX2" fmla="*/ 443207 w 927920"/>
                  <a:gd name="connsiteY2" fmla="*/ 73 h 3044396"/>
                  <a:gd name="connsiteX3" fmla="*/ 831954 w 927920"/>
                  <a:gd name="connsiteY3" fmla="*/ 451467 h 3044396"/>
                  <a:gd name="connsiteX4" fmla="*/ 916143 w 927920"/>
                  <a:gd name="connsiteY4" fmla="*/ 1584058 h 3044396"/>
                  <a:gd name="connsiteX5" fmla="*/ 732413 w 927920"/>
                  <a:gd name="connsiteY5" fmla="*/ 2657096 h 3044396"/>
                  <a:gd name="connsiteX6" fmla="*/ 417845 w 927920"/>
                  <a:gd name="connsiteY6" fmla="*/ 3022154 h 3044396"/>
                  <a:gd name="connsiteX7" fmla="*/ 100238 w 927920"/>
                  <a:gd name="connsiteY7" fmla="*/ 2122422 h 3044396"/>
                  <a:gd name="connsiteX8" fmla="*/ 6125 w 927920"/>
                  <a:gd name="connsiteY8" fmla="*/ 1023420 h 3044396"/>
                  <a:gd name="connsiteX0" fmla="*/ 6125 w 927920"/>
                  <a:gd name="connsiteY0" fmla="*/ 762296 h 2783272"/>
                  <a:gd name="connsiteX1" fmla="*/ 61459 w 927920"/>
                  <a:gd name="connsiteY1" fmla="*/ 216448 h 2783272"/>
                  <a:gd name="connsiteX2" fmla="*/ 539850 w 927920"/>
                  <a:gd name="connsiteY2" fmla="*/ 16843 h 2783272"/>
                  <a:gd name="connsiteX3" fmla="*/ 831954 w 927920"/>
                  <a:gd name="connsiteY3" fmla="*/ 190343 h 2783272"/>
                  <a:gd name="connsiteX4" fmla="*/ 916143 w 927920"/>
                  <a:gd name="connsiteY4" fmla="*/ 1322934 h 2783272"/>
                  <a:gd name="connsiteX5" fmla="*/ 732413 w 927920"/>
                  <a:gd name="connsiteY5" fmla="*/ 2395972 h 2783272"/>
                  <a:gd name="connsiteX6" fmla="*/ 417845 w 927920"/>
                  <a:gd name="connsiteY6" fmla="*/ 2761030 h 2783272"/>
                  <a:gd name="connsiteX7" fmla="*/ 100238 w 927920"/>
                  <a:gd name="connsiteY7" fmla="*/ 1861298 h 2783272"/>
                  <a:gd name="connsiteX8" fmla="*/ 6125 w 927920"/>
                  <a:gd name="connsiteY8" fmla="*/ 762296 h 2783272"/>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834817 h 2855793"/>
                  <a:gd name="connsiteX1" fmla="*/ 61459 w 939044"/>
                  <a:gd name="connsiteY1" fmla="*/ 288969 h 2855793"/>
                  <a:gd name="connsiteX2" fmla="*/ 534836 w 939044"/>
                  <a:gd name="connsiteY2" fmla="*/ 45 h 2855793"/>
                  <a:gd name="connsiteX3" fmla="*/ 876256 w 939044"/>
                  <a:gd name="connsiteY3" fmla="*/ 296918 h 2855793"/>
                  <a:gd name="connsiteX4" fmla="*/ 916143 w 939044"/>
                  <a:gd name="connsiteY4" fmla="*/ 1395455 h 2855793"/>
                  <a:gd name="connsiteX5" fmla="*/ 732413 w 939044"/>
                  <a:gd name="connsiteY5" fmla="*/ 2468493 h 2855793"/>
                  <a:gd name="connsiteX6" fmla="*/ 417845 w 939044"/>
                  <a:gd name="connsiteY6" fmla="*/ 2833551 h 2855793"/>
                  <a:gd name="connsiteX7" fmla="*/ 100238 w 939044"/>
                  <a:gd name="connsiteY7" fmla="*/ 1933819 h 2855793"/>
                  <a:gd name="connsiteX8" fmla="*/ 6125 w 939044"/>
                  <a:gd name="connsiteY8" fmla="*/ 834817 h 2855793"/>
                  <a:gd name="connsiteX0" fmla="*/ 8111 w 941030"/>
                  <a:gd name="connsiteY0" fmla="*/ 839858 h 2860834"/>
                  <a:gd name="connsiteX1" fmla="*/ 263598 w 941030"/>
                  <a:gd name="connsiteY1" fmla="*/ 239230 h 2860834"/>
                  <a:gd name="connsiteX2" fmla="*/ 536822 w 941030"/>
                  <a:gd name="connsiteY2" fmla="*/ 5086 h 2860834"/>
                  <a:gd name="connsiteX3" fmla="*/ 878242 w 941030"/>
                  <a:gd name="connsiteY3" fmla="*/ 301959 h 2860834"/>
                  <a:gd name="connsiteX4" fmla="*/ 918129 w 941030"/>
                  <a:gd name="connsiteY4" fmla="*/ 1400496 h 2860834"/>
                  <a:gd name="connsiteX5" fmla="*/ 734399 w 941030"/>
                  <a:gd name="connsiteY5" fmla="*/ 2473534 h 2860834"/>
                  <a:gd name="connsiteX6" fmla="*/ 419831 w 941030"/>
                  <a:gd name="connsiteY6" fmla="*/ 2838592 h 2860834"/>
                  <a:gd name="connsiteX7" fmla="*/ 102224 w 941030"/>
                  <a:gd name="connsiteY7" fmla="*/ 1938860 h 2860834"/>
                  <a:gd name="connsiteX8" fmla="*/ 8111 w 941030"/>
                  <a:gd name="connsiteY8" fmla="*/ 839858 h 2860834"/>
                  <a:gd name="connsiteX0" fmla="*/ 17831 w 903494"/>
                  <a:gd name="connsiteY0" fmla="*/ 660008 h 2860834"/>
                  <a:gd name="connsiteX1" fmla="*/ 226062 w 903494"/>
                  <a:gd name="connsiteY1" fmla="*/ 239230 h 2860834"/>
                  <a:gd name="connsiteX2" fmla="*/ 499286 w 903494"/>
                  <a:gd name="connsiteY2" fmla="*/ 5086 h 2860834"/>
                  <a:gd name="connsiteX3" fmla="*/ 840706 w 903494"/>
                  <a:gd name="connsiteY3" fmla="*/ 301959 h 2860834"/>
                  <a:gd name="connsiteX4" fmla="*/ 880593 w 903494"/>
                  <a:gd name="connsiteY4" fmla="*/ 1400496 h 2860834"/>
                  <a:gd name="connsiteX5" fmla="*/ 696863 w 903494"/>
                  <a:gd name="connsiteY5" fmla="*/ 2473534 h 2860834"/>
                  <a:gd name="connsiteX6" fmla="*/ 382295 w 903494"/>
                  <a:gd name="connsiteY6" fmla="*/ 2838592 h 2860834"/>
                  <a:gd name="connsiteX7" fmla="*/ 64688 w 903494"/>
                  <a:gd name="connsiteY7" fmla="*/ 1938860 h 2860834"/>
                  <a:gd name="connsiteX8" fmla="*/ 17831 w 903494"/>
                  <a:gd name="connsiteY8" fmla="*/ 660008 h 2860834"/>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74088 h 2874914"/>
                  <a:gd name="connsiteX1" fmla="*/ 227828 w 903612"/>
                  <a:gd name="connsiteY1" fmla="*/ 171626 h 2874914"/>
                  <a:gd name="connsiteX2" fmla="*/ 499404 w 903612"/>
                  <a:gd name="connsiteY2" fmla="*/ 19166 h 2874914"/>
                  <a:gd name="connsiteX3" fmla="*/ 840824 w 903612"/>
                  <a:gd name="connsiteY3" fmla="*/ 316039 h 2874914"/>
                  <a:gd name="connsiteX4" fmla="*/ 880711 w 903612"/>
                  <a:gd name="connsiteY4" fmla="*/ 1414576 h 2874914"/>
                  <a:gd name="connsiteX5" fmla="*/ 696981 w 903612"/>
                  <a:gd name="connsiteY5" fmla="*/ 2487614 h 2874914"/>
                  <a:gd name="connsiteX6" fmla="*/ 382413 w 903612"/>
                  <a:gd name="connsiteY6" fmla="*/ 2852672 h 2874914"/>
                  <a:gd name="connsiteX7" fmla="*/ 64806 w 903612"/>
                  <a:gd name="connsiteY7" fmla="*/ 1952940 h 2874914"/>
                  <a:gd name="connsiteX8" fmla="*/ 17949 w 903612"/>
                  <a:gd name="connsiteY8" fmla="*/ 674088 h 2874914"/>
                  <a:gd name="connsiteX0" fmla="*/ 26925 w 891376"/>
                  <a:gd name="connsiteY0" fmla="*/ 717064 h 2874914"/>
                  <a:gd name="connsiteX1" fmla="*/ 215592 w 891376"/>
                  <a:gd name="connsiteY1" fmla="*/ 171626 h 2874914"/>
                  <a:gd name="connsiteX2" fmla="*/ 487168 w 891376"/>
                  <a:gd name="connsiteY2" fmla="*/ 19166 h 2874914"/>
                  <a:gd name="connsiteX3" fmla="*/ 828588 w 891376"/>
                  <a:gd name="connsiteY3" fmla="*/ 316039 h 2874914"/>
                  <a:gd name="connsiteX4" fmla="*/ 868475 w 891376"/>
                  <a:gd name="connsiteY4" fmla="*/ 1414576 h 2874914"/>
                  <a:gd name="connsiteX5" fmla="*/ 684745 w 891376"/>
                  <a:gd name="connsiteY5" fmla="*/ 2487614 h 2874914"/>
                  <a:gd name="connsiteX6" fmla="*/ 370177 w 891376"/>
                  <a:gd name="connsiteY6" fmla="*/ 2852672 h 2874914"/>
                  <a:gd name="connsiteX7" fmla="*/ 52570 w 891376"/>
                  <a:gd name="connsiteY7" fmla="*/ 1952940 h 2874914"/>
                  <a:gd name="connsiteX8" fmla="*/ 26925 w 891376"/>
                  <a:gd name="connsiteY8" fmla="*/ 717064 h 2874914"/>
                  <a:gd name="connsiteX0" fmla="*/ 47530 w 911981"/>
                  <a:gd name="connsiteY0" fmla="*/ 717064 h 2874914"/>
                  <a:gd name="connsiteX1" fmla="*/ 236197 w 911981"/>
                  <a:gd name="connsiteY1" fmla="*/ 171626 h 2874914"/>
                  <a:gd name="connsiteX2" fmla="*/ 507773 w 911981"/>
                  <a:gd name="connsiteY2" fmla="*/ 19166 h 2874914"/>
                  <a:gd name="connsiteX3" fmla="*/ 849193 w 911981"/>
                  <a:gd name="connsiteY3" fmla="*/ 316039 h 2874914"/>
                  <a:gd name="connsiteX4" fmla="*/ 889080 w 911981"/>
                  <a:gd name="connsiteY4" fmla="*/ 1414576 h 2874914"/>
                  <a:gd name="connsiteX5" fmla="*/ 705350 w 911981"/>
                  <a:gd name="connsiteY5" fmla="*/ 2487614 h 2874914"/>
                  <a:gd name="connsiteX6" fmla="*/ 390782 w 911981"/>
                  <a:gd name="connsiteY6" fmla="*/ 2852672 h 2874914"/>
                  <a:gd name="connsiteX7" fmla="*/ 73175 w 911981"/>
                  <a:gd name="connsiteY7" fmla="*/ 1952940 h 2874914"/>
                  <a:gd name="connsiteX8" fmla="*/ 47530 w 911981"/>
                  <a:gd name="connsiteY8" fmla="*/ 717064 h 2874914"/>
                  <a:gd name="connsiteX0" fmla="*/ 27966 w 892417"/>
                  <a:gd name="connsiteY0" fmla="*/ 717064 h 2874914"/>
                  <a:gd name="connsiteX1" fmla="*/ 216633 w 892417"/>
                  <a:gd name="connsiteY1" fmla="*/ 171626 h 2874914"/>
                  <a:gd name="connsiteX2" fmla="*/ 488209 w 892417"/>
                  <a:gd name="connsiteY2" fmla="*/ 19166 h 2874914"/>
                  <a:gd name="connsiteX3" fmla="*/ 829629 w 892417"/>
                  <a:gd name="connsiteY3" fmla="*/ 316039 h 2874914"/>
                  <a:gd name="connsiteX4" fmla="*/ 869516 w 892417"/>
                  <a:gd name="connsiteY4" fmla="*/ 1414576 h 2874914"/>
                  <a:gd name="connsiteX5" fmla="*/ 685786 w 892417"/>
                  <a:gd name="connsiteY5" fmla="*/ 2487614 h 2874914"/>
                  <a:gd name="connsiteX6" fmla="*/ 371218 w 892417"/>
                  <a:gd name="connsiteY6" fmla="*/ 2852672 h 2874914"/>
                  <a:gd name="connsiteX7" fmla="*/ 53611 w 892417"/>
                  <a:gd name="connsiteY7" fmla="*/ 1952940 h 2874914"/>
                  <a:gd name="connsiteX8" fmla="*/ 27966 w 892417"/>
                  <a:gd name="connsiteY8" fmla="*/ 717064 h 2874914"/>
                  <a:gd name="connsiteX0" fmla="*/ 12170 w 876621"/>
                  <a:gd name="connsiteY0" fmla="*/ 717064 h 2882802"/>
                  <a:gd name="connsiteX1" fmla="*/ 200837 w 876621"/>
                  <a:gd name="connsiteY1" fmla="*/ 171626 h 2882802"/>
                  <a:gd name="connsiteX2" fmla="*/ 472413 w 876621"/>
                  <a:gd name="connsiteY2" fmla="*/ 19166 h 2882802"/>
                  <a:gd name="connsiteX3" fmla="*/ 813833 w 876621"/>
                  <a:gd name="connsiteY3" fmla="*/ 316039 h 2882802"/>
                  <a:gd name="connsiteX4" fmla="*/ 853720 w 876621"/>
                  <a:gd name="connsiteY4" fmla="*/ 1414576 h 2882802"/>
                  <a:gd name="connsiteX5" fmla="*/ 669990 w 876621"/>
                  <a:gd name="connsiteY5" fmla="*/ 2487614 h 2882802"/>
                  <a:gd name="connsiteX6" fmla="*/ 355422 w 876621"/>
                  <a:gd name="connsiteY6" fmla="*/ 2852672 h 2882802"/>
                  <a:gd name="connsiteX7" fmla="*/ 70151 w 876621"/>
                  <a:gd name="connsiteY7" fmla="*/ 1821981 h 2882802"/>
                  <a:gd name="connsiteX8" fmla="*/ 12170 w 87662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35559 w 900010"/>
                  <a:gd name="connsiteY0" fmla="*/ 717064 h 2882802"/>
                  <a:gd name="connsiteX1" fmla="*/ 224226 w 900010"/>
                  <a:gd name="connsiteY1" fmla="*/ 171626 h 2882802"/>
                  <a:gd name="connsiteX2" fmla="*/ 495802 w 900010"/>
                  <a:gd name="connsiteY2" fmla="*/ 19166 h 2882802"/>
                  <a:gd name="connsiteX3" fmla="*/ 837222 w 900010"/>
                  <a:gd name="connsiteY3" fmla="*/ 316039 h 2882802"/>
                  <a:gd name="connsiteX4" fmla="*/ 877109 w 900010"/>
                  <a:gd name="connsiteY4" fmla="*/ 1414576 h 2882802"/>
                  <a:gd name="connsiteX5" fmla="*/ 693379 w 900010"/>
                  <a:gd name="connsiteY5" fmla="*/ 2487614 h 2882802"/>
                  <a:gd name="connsiteX6" fmla="*/ 378811 w 900010"/>
                  <a:gd name="connsiteY6" fmla="*/ 2852672 h 2882802"/>
                  <a:gd name="connsiteX7" fmla="*/ 93540 w 900010"/>
                  <a:gd name="connsiteY7" fmla="*/ 1821981 h 2882802"/>
                  <a:gd name="connsiteX8" fmla="*/ 35559 w 900010"/>
                  <a:gd name="connsiteY8" fmla="*/ 717064 h 2882802"/>
                  <a:gd name="connsiteX0" fmla="*/ 26171 w 890622"/>
                  <a:gd name="connsiteY0" fmla="*/ 717064 h 2882802"/>
                  <a:gd name="connsiteX1" fmla="*/ 214838 w 890622"/>
                  <a:gd name="connsiteY1" fmla="*/ 171626 h 2882802"/>
                  <a:gd name="connsiteX2" fmla="*/ 486414 w 890622"/>
                  <a:gd name="connsiteY2" fmla="*/ 19166 h 2882802"/>
                  <a:gd name="connsiteX3" fmla="*/ 827834 w 890622"/>
                  <a:gd name="connsiteY3" fmla="*/ 316039 h 2882802"/>
                  <a:gd name="connsiteX4" fmla="*/ 867721 w 890622"/>
                  <a:gd name="connsiteY4" fmla="*/ 1414576 h 2882802"/>
                  <a:gd name="connsiteX5" fmla="*/ 683991 w 890622"/>
                  <a:gd name="connsiteY5" fmla="*/ 2487614 h 2882802"/>
                  <a:gd name="connsiteX6" fmla="*/ 369423 w 890622"/>
                  <a:gd name="connsiteY6" fmla="*/ 2852672 h 2882802"/>
                  <a:gd name="connsiteX7" fmla="*/ 84152 w 890622"/>
                  <a:gd name="connsiteY7" fmla="*/ 1821981 h 2882802"/>
                  <a:gd name="connsiteX8" fmla="*/ 26171 w 890622"/>
                  <a:gd name="connsiteY8" fmla="*/ 717064 h 2882802"/>
                  <a:gd name="connsiteX0" fmla="*/ 29461 w 893912"/>
                  <a:gd name="connsiteY0" fmla="*/ 717064 h 2882802"/>
                  <a:gd name="connsiteX1" fmla="*/ 218128 w 893912"/>
                  <a:gd name="connsiteY1" fmla="*/ 171626 h 2882802"/>
                  <a:gd name="connsiteX2" fmla="*/ 489704 w 893912"/>
                  <a:gd name="connsiteY2" fmla="*/ 19166 h 2882802"/>
                  <a:gd name="connsiteX3" fmla="*/ 831124 w 893912"/>
                  <a:gd name="connsiteY3" fmla="*/ 316039 h 2882802"/>
                  <a:gd name="connsiteX4" fmla="*/ 871011 w 893912"/>
                  <a:gd name="connsiteY4" fmla="*/ 1414576 h 2882802"/>
                  <a:gd name="connsiteX5" fmla="*/ 687281 w 893912"/>
                  <a:gd name="connsiteY5" fmla="*/ 2487614 h 2882802"/>
                  <a:gd name="connsiteX6" fmla="*/ 372713 w 893912"/>
                  <a:gd name="connsiteY6" fmla="*/ 2852672 h 2882802"/>
                  <a:gd name="connsiteX7" fmla="*/ 87442 w 893912"/>
                  <a:gd name="connsiteY7" fmla="*/ 1821981 h 2882802"/>
                  <a:gd name="connsiteX8" fmla="*/ 29461 w 893912"/>
                  <a:gd name="connsiteY8" fmla="*/ 717064 h 2882802"/>
                  <a:gd name="connsiteX0" fmla="*/ 25528 w 904861"/>
                  <a:gd name="connsiteY0" fmla="*/ 700008 h 2882802"/>
                  <a:gd name="connsiteX1" fmla="*/ 229077 w 904861"/>
                  <a:gd name="connsiteY1" fmla="*/ 171626 h 2882802"/>
                  <a:gd name="connsiteX2" fmla="*/ 500653 w 904861"/>
                  <a:gd name="connsiteY2" fmla="*/ 19166 h 2882802"/>
                  <a:gd name="connsiteX3" fmla="*/ 842073 w 904861"/>
                  <a:gd name="connsiteY3" fmla="*/ 316039 h 2882802"/>
                  <a:gd name="connsiteX4" fmla="*/ 881960 w 904861"/>
                  <a:gd name="connsiteY4" fmla="*/ 1414576 h 2882802"/>
                  <a:gd name="connsiteX5" fmla="*/ 698230 w 904861"/>
                  <a:gd name="connsiteY5" fmla="*/ 2487614 h 2882802"/>
                  <a:gd name="connsiteX6" fmla="*/ 383662 w 904861"/>
                  <a:gd name="connsiteY6" fmla="*/ 2852672 h 2882802"/>
                  <a:gd name="connsiteX7" fmla="*/ 98391 w 904861"/>
                  <a:gd name="connsiteY7" fmla="*/ 1821981 h 2882802"/>
                  <a:gd name="connsiteX8" fmla="*/ 25528 w 904861"/>
                  <a:gd name="connsiteY8" fmla="*/ 700008 h 2882802"/>
                  <a:gd name="connsiteX0" fmla="*/ 3067 w 882400"/>
                  <a:gd name="connsiteY0" fmla="*/ 700008 h 2882802"/>
                  <a:gd name="connsiteX1" fmla="*/ 206616 w 882400"/>
                  <a:gd name="connsiteY1" fmla="*/ 171626 h 2882802"/>
                  <a:gd name="connsiteX2" fmla="*/ 478192 w 882400"/>
                  <a:gd name="connsiteY2" fmla="*/ 19166 h 2882802"/>
                  <a:gd name="connsiteX3" fmla="*/ 819612 w 882400"/>
                  <a:gd name="connsiteY3" fmla="*/ 316039 h 2882802"/>
                  <a:gd name="connsiteX4" fmla="*/ 859499 w 882400"/>
                  <a:gd name="connsiteY4" fmla="*/ 1414576 h 2882802"/>
                  <a:gd name="connsiteX5" fmla="*/ 675769 w 882400"/>
                  <a:gd name="connsiteY5" fmla="*/ 2487614 h 2882802"/>
                  <a:gd name="connsiteX6" fmla="*/ 361201 w 882400"/>
                  <a:gd name="connsiteY6" fmla="*/ 2852672 h 2882802"/>
                  <a:gd name="connsiteX7" fmla="*/ 75930 w 882400"/>
                  <a:gd name="connsiteY7" fmla="*/ 1821981 h 2882802"/>
                  <a:gd name="connsiteX8" fmla="*/ 3067 w 882400"/>
                  <a:gd name="connsiteY8" fmla="*/ 700008 h 2882802"/>
                  <a:gd name="connsiteX0" fmla="*/ 3067 w 890413"/>
                  <a:gd name="connsiteY0" fmla="*/ 697657 h 2880451"/>
                  <a:gd name="connsiteX1" fmla="*/ 206616 w 890413"/>
                  <a:gd name="connsiteY1" fmla="*/ 169275 h 2880451"/>
                  <a:gd name="connsiteX2" fmla="*/ 478192 w 890413"/>
                  <a:gd name="connsiteY2" fmla="*/ 16815 h 2880451"/>
                  <a:gd name="connsiteX3" fmla="*/ 837597 w 890413"/>
                  <a:gd name="connsiteY3" fmla="*/ 181227 h 2880451"/>
                  <a:gd name="connsiteX4" fmla="*/ 859499 w 890413"/>
                  <a:gd name="connsiteY4" fmla="*/ 1412225 h 2880451"/>
                  <a:gd name="connsiteX5" fmla="*/ 675769 w 890413"/>
                  <a:gd name="connsiteY5" fmla="*/ 2485263 h 2880451"/>
                  <a:gd name="connsiteX6" fmla="*/ 361201 w 890413"/>
                  <a:gd name="connsiteY6" fmla="*/ 2850321 h 2880451"/>
                  <a:gd name="connsiteX7" fmla="*/ 75930 w 890413"/>
                  <a:gd name="connsiteY7" fmla="*/ 1819630 h 2880451"/>
                  <a:gd name="connsiteX8" fmla="*/ 3067 w 890413"/>
                  <a:gd name="connsiteY8" fmla="*/ 697657 h 2880451"/>
                  <a:gd name="connsiteX0" fmla="*/ 3067 w 890413"/>
                  <a:gd name="connsiteY0" fmla="*/ 747934 h 2930728"/>
                  <a:gd name="connsiteX1" fmla="*/ 206616 w 890413"/>
                  <a:gd name="connsiteY1" fmla="*/ 219552 h 2930728"/>
                  <a:gd name="connsiteX2" fmla="*/ 490783 w 890413"/>
                  <a:gd name="connsiteY2" fmla="*/ 356 h 2930728"/>
                  <a:gd name="connsiteX3" fmla="*/ 837597 w 890413"/>
                  <a:gd name="connsiteY3" fmla="*/ 231504 h 2930728"/>
                  <a:gd name="connsiteX4" fmla="*/ 859499 w 890413"/>
                  <a:gd name="connsiteY4" fmla="*/ 1462502 h 2930728"/>
                  <a:gd name="connsiteX5" fmla="*/ 675769 w 890413"/>
                  <a:gd name="connsiteY5" fmla="*/ 2535540 h 2930728"/>
                  <a:gd name="connsiteX6" fmla="*/ 361201 w 890413"/>
                  <a:gd name="connsiteY6" fmla="*/ 2900598 h 2930728"/>
                  <a:gd name="connsiteX7" fmla="*/ 75930 w 890413"/>
                  <a:gd name="connsiteY7" fmla="*/ 1869907 h 2930728"/>
                  <a:gd name="connsiteX8" fmla="*/ 3067 w 890413"/>
                  <a:gd name="connsiteY8" fmla="*/ 747934 h 2930728"/>
                  <a:gd name="connsiteX0" fmla="*/ 1927 w 896675"/>
                  <a:gd name="connsiteY0" fmla="*/ 1130640 h 2930728"/>
                  <a:gd name="connsiteX1" fmla="*/ 212878 w 896675"/>
                  <a:gd name="connsiteY1" fmla="*/ 219552 h 2930728"/>
                  <a:gd name="connsiteX2" fmla="*/ 497045 w 896675"/>
                  <a:gd name="connsiteY2" fmla="*/ 356 h 2930728"/>
                  <a:gd name="connsiteX3" fmla="*/ 843859 w 896675"/>
                  <a:gd name="connsiteY3" fmla="*/ 231504 h 2930728"/>
                  <a:gd name="connsiteX4" fmla="*/ 865761 w 896675"/>
                  <a:gd name="connsiteY4" fmla="*/ 1462502 h 2930728"/>
                  <a:gd name="connsiteX5" fmla="*/ 682031 w 896675"/>
                  <a:gd name="connsiteY5" fmla="*/ 2535540 h 2930728"/>
                  <a:gd name="connsiteX6" fmla="*/ 367463 w 896675"/>
                  <a:gd name="connsiteY6" fmla="*/ 2900598 h 2930728"/>
                  <a:gd name="connsiteX7" fmla="*/ 82192 w 896675"/>
                  <a:gd name="connsiteY7" fmla="*/ 1869907 h 2930728"/>
                  <a:gd name="connsiteX8" fmla="*/ 1927 w 896675"/>
                  <a:gd name="connsiteY8" fmla="*/ 1130640 h 2930728"/>
                  <a:gd name="connsiteX0" fmla="*/ 3863 w 898611"/>
                  <a:gd name="connsiteY0" fmla="*/ 1130640 h 2920786"/>
                  <a:gd name="connsiteX1" fmla="*/ 214814 w 898611"/>
                  <a:gd name="connsiteY1" fmla="*/ 219552 h 2920786"/>
                  <a:gd name="connsiteX2" fmla="*/ 498981 w 898611"/>
                  <a:gd name="connsiteY2" fmla="*/ 356 h 2920786"/>
                  <a:gd name="connsiteX3" fmla="*/ 845795 w 898611"/>
                  <a:gd name="connsiteY3" fmla="*/ 231504 h 2920786"/>
                  <a:gd name="connsiteX4" fmla="*/ 867697 w 898611"/>
                  <a:gd name="connsiteY4" fmla="*/ 1462502 h 2920786"/>
                  <a:gd name="connsiteX5" fmla="*/ 683967 w 898611"/>
                  <a:gd name="connsiteY5" fmla="*/ 2535540 h 2920786"/>
                  <a:gd name="connsiteX6" fmla="*/ 369399 w 898611"/>
                  <a:gd name="connsiteY6" fmla="*/ 2900598 h 2920786"/>
                  <a:gd name="connsiteX7" fmla="*/ 114047 w 898611"/>
                  <a:gd name="connsiteY7" fmla="*/ 2036227 h 2920786"/>
                  <a:gd name="connsiteX8" fmla="*/ 3863 w 898611"/>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2681 w 897429"/>
                  <a:gd name="connsiteY0" fmla="*/ 1130835 h 2920981"/>
                  <a:gd name="connsiteX1" fmla="*/ 213632 w 897429"/>
                  <a:gd name="connsiteY1" fmla="*/ 219747 h 2920981"/>
                  <a:gd name="connsiteX2" fmla="*/ 497799 w 897429"/>
                  <a:gd name="connsiteY2" fmla="*/ 551 h 2920981"/>
                  <a:gd name="connsiteX3" fmla="*/ 844613 w 897429"/>
                  <a:gd name="connsiteY3" fmla="*/ 231699 h 2920981"/>
                  <a:gd name="connsiteX4" fmla="*/ 866515 w 897429"/>
                  <a:gd name="connsiteY4" fmla="*/ 1462697 h 2920981"/>
                  <a:gd name="connsiteX5" fmla="*/ 682785 w 897429"/>
                  <a:gd name="connsiteY5" fmla="*/ 2535735 h 2920981"/>
                  <a:gd name="connsiteX6" fmla="*/ 368217 w 897429"/>
                  <a:gd name="connsiteY6" fmla="*/ 2900793 h 2920981"/>
                  <a:gd name="connsiteX7" fmla="*/ 112865 w 897429"/>
                  <a:gd name="connsiteY7" fmla="*/ 2036422 h 2920981"/>
                  <a:gd name="connsiteX8" fmla="*/ 2681 w 897429"/>
                  <a:gd name="connsiteY8" fmla="*/ 1130835 h 2920981"/>
                  <a:gd name="connsiteX0" fmla="*/ 2681 w 897429"/>
                  <a:gd name="connsiteY0" fmla="*/ 1130835 h 2920981"/>
                  <a:gd name="connsiteX1" fmla="*/ 213632 w 897429"/>
                  <a:gd name="connsiteY1" fmla="*/ 219747 h 2920981"/>
                  <a:gd name="connsiteX2" fmla="*/ 497799 w 897429"/>
                  <a:gd name="connsiteY2" fmla="*/ 551 h 2920981"/>
                  <a:gd name="connsiteX3" fmla="*/ 844613 w 897429"/>
                  <a:gd name="connsiteY3" fmla="*/ 231699 h 2920981"/>
                  <a:gd name="connsiteX4" fmla="*/ 866515 w 897429"/>
                  <a:gd name="connsiteY4" fmla="*/ 1462697 h 2920981"/>
                  <a:gd name="connsiteX5" fmla="*/ 682785 w 897429"/>
                  <a:gd name="connsiteY5" fmla="*/ 2535735 h 2920981"/>
                  <a:gd name="connsiteX6" fmla="*/ 368217 w 897429"/>
                  <a:gd name="connsiteY6" fmla="*/ 2900793 h 2920981"/>
                  <a:gd name="connsiteX7" fmla="*/ 112865 w 897429"/>
                  <a:gd name="connsiteY7" fmla="*/ 2036422 h 2920981"/>
                  <a:gd name="connsiteX8" fmla="*/ 2681 w 897429"/>
                  <a:gd name="connsiteY8" fmla="*/ 1130835 h 2920981"/>
                  <a:gd name="connsiteX0" fmla="*/ 2681 w 897429"/>
                  <a:gd name="connsiteY0" fmla="*/ 1148878 h 2939024"/>
                  <a:gd name="connsiteX1" fmla="*/ 213632 w 897429"/>
                  <a:gd name="connsiteY1" fmla="*/ 237790 h 2939024"/>
                  <a:gd name="connsiteX2" fmla="*/ 497799 w 897429"/>
                  <a:gd name="connsiteY2" fmla="*/ 18594 h 2939024"/>
                  <a:gd name="connsiteX3" fmla="*/ 844613 w 897429"/>
                  <a:gd name="connsiteY3" fmla="*/ 249742 h 2939024"/>
                  <a:gd name="connsiteX4" fmla="*/ 866515 w 897429"/>
                  <a:gd name="connsiteY4" fmla="*/ 1480740 h 2939024"/>
                  <a:gd name="connsiteX5" fmla="*/ 682785 w 897429"/>
                  <a:gd name="connsiteY5" fmla="*/ 2553778 h 2939024"/>
                  <a:gd name="connsiteX6" fmla="*/ 368217 w 897429"/>
                  <a:gd name="connsiteY6" fmla="*/ 2918836 h 2939024"/>
                  <a:gd name="connsiteX7" fmla="*/ 112865 w 897429"/>
                  <a:gd name="connsiteY7" fmla="*/ 2054465 h 2939024"/>
                  <a:gd name="connsiteX8" fmla="*/ 2681 w 897429"/>
                  <a:gd name="connsiteY8" fmla="*/ 1148878 h 2939024"/>
                  <a:gd name="connsiteX0" fmla="*/ 2681 w 897429"/>
                  <a:gd name="connsiteY0" fmla="*/ 1148879 h 2939025"/>
                  <a:gd name="connsiteX1" fmla="*/ 213632 w 897429"/>
                  <a:gd name="connsiteY1" fmla="*/ 237791 h 2939025"/>
                  <a:gd name="connsiteX2" fmla="*/ 497799 w 897429"/>
                  <a:gd name="connsiteY2" fmla="*/ 18595 h 2939025"/>
                  <a:gd name="connsiteX3" fmla="*/ 844613 w 897429"/>
                  <a:gd name="connsiteY3" fmla="*/ 249743 h 2939025"/>
                  <a:gd name="connsiteX4" fmla="*/ 866515 w 897429"/>
                  <a:gd name="connsiteY4" fmla="*/ 1480741 h 2939025"/>
                  <a:gd name="connsiteX5" fmla="*/ 682785 w 897429"/>
                  <a:gd name="connsiteY5" fmla="*/ 2553779 h 2939025"/>
                  <a:gd name="connsiteX6" fmla="*/ 368217 w 897429"/>
                  <a:gd name="connsiteY6" fmla="*/ 2918837 h 2939025"/>
                  <a:gd name="connsiteX7" fmla="*/ 112865 w 897429"/>
                  <a:gd name="connsiteY7" fmla="*/ 2054466 h 2939025"/>
                  <a:gd name="connsiteX8" fmla="*/ 2681 w 897429"/>
                  <a:gd name="connsiteY8" fmla="*/ 1148879 h 2939025"/>
                  <a:gd name="connsiteX0" fmla="*/ 2681 w 897429"/>
                  <a:gd name="connsiteY0" fmla="*/ 1148879 h 2939025"/>
                  <a:gd name="connsiteX1" fmla="*/ 213632 w 897429"/>
                  <a:gd name="connsiteY1" fmla="*/ 237791 h 2939025"/>
                  <a:gd name="connsiteX2" fmla="*/ 497799 w 897429"/>
                  <a:gd name="connsiteY2" fmla="*/ 18595 h 2939025"/>
                  <a:gd name="connsiteX3" fmla="*/ 844613 w 897429"/>
                  <a:gd name="connsiteY3" fmla="*/ 249743 h 2939025"/>
                  <a:gd name="connsiteX4" fmla="*/ 866515 w 897429"/>
                  <a:gd name="connsiteY4" fmla="*/ 1480741 h 2939025"/>
                  <a:gd name="connsiteX5" fmla="*/ 682785 w 897429"/>
                  <a:gd name="connsiteY5" fmla="*/ 2553779 h 2939025"/>
                  <a:gd name="connsiteX6" fmla="*/ 368217 w 897429"/>
                  <a:gd name="connsiteY6" fmla="*/ 2918837 h 2939025"/>
                  <a:gd name="connsiteX7" fmla="*/ 112865 w 897429"/>
                  <a:gd name="connsiteY7" fmla="*/ 2054466 h 2939025"/>
                  <a:gd name="connsiteX8" fmla="*/ 2681 w 897429"/>
                  <a:gd name="connsiteY8" fmla="*/ 1148879 h 2939025"/>
                  <a:gd name="connsiteX0" fmla="*/ 2681 w 897429"/>
                  <a:gd name="connsiteY0" fmla="*/ 1143610 h 2933756"/>
                  <a:gd name="connsiteX1" fmla="*/ 213632 w 897429"/>
                  <a:gd name="connsiteY1" fmla="*/ 232522 h 2933756"/>
                  <a:gd name="connsiteX2" fmla="*/ 497799 w 897429"/>
                  <a:gd name="connsiteY2" fmla="*/ 13326 h 2933756"/>
                  <a:gd name="connsiteX3" fmla="*/ 844613 w 897429"/>
                  <a:gd name="connsiteY3" fmla="*/ 244474 h 2933756"/>
                  <a:gd name="connsiteX4" fmla="*/ 866515 w 897429"/>
                  <a:gd name="connsiteY4" fmla="*/ 1475472 h 2933756"/>
                  <a:gd name="connsiteX5" fmla="*/ 682785 w 897429"/>
                  <a:gd name="connsiteY5" fmla="*/ 2548510 h 2933756"/>
                  <a:gd name="connsiteX6" fmla="*/ 368217 w 897429"/>
                  <a:gd name="connsiteY6" fmla="*/ 2913568 h 2933756"/>
                  <a:gd name="connsiteX7" fmla="*/ 112865 w 897429"/>
                  <a:gd name="connsiteY7" fmla="*/ 2049197 h 2933756"/>
                  <a:gd name="connsiteX8" fmla="*/ 2681 w 897429"/>
                  <a:gd name="connsiteY8" fmla="*/ 1143610 h 2933756"/>
                  <a:gd name="connsiteX0" fmla="*/ 16 w 894764"/>
                  <a:gd name="connsiteY0" fmla="*/ 1143609 h 2933755"/>
                  <a:gd name="connsiteX1" fmla="*/ 210967 w 894764"/>
                  <a:gd name="connsiteY1" fmla="*/ 232521 h 2933755"/>
                  <a:gd name="connsiteX2" fmla="*/ 495134 w 894764"/>
                  <a:gd name="connsiteY2" fmla="*/ 13325 h 2933755"/>
                  <a:gd name="connsiteX3" fmla="*/ 841948 w 894764"/>
                  <a:gd name="connsiteY3" fmla="*/ 244473 h 2933755"/>
                  <a:gd name="connsiteX4" fmla="*/ 863850 w 894764"/>
                  <a:gd name="connsiteY4" fmla="*/ 1475471 h 2933755"/>
                  <a:gd name="connsiteX5" fmla="*/ 680120 w 894764"/>
                  <a:gd name="connsiteY5" fmla="*/ 2548509 h 2933755"/>
                  <a:gd name="connsiteX6" fmla="*/ 365552 w 894764"/>
                  <a:gd name="connsiteY6" fmla="*/ 2913567 h 2933755"/>
                  <a:gd name="connsiteX7" fmla="*/ 110200 w 894764"/>
                  <a:gd name="connsiteY7" fmla="*/ 2049196 h 2933755"/>
                  <a:gd name="connsiteX8" fmla="*/ 16 w 894764"/>
                  <a:gd name="connsiteY8" fmla="*/ 1143609 h 2933755"/>
                  <a:gd name="connsiteX0" fmla="*/ 16 w 894764"/>
                  <a:gd name="connsiteY0" fmla="*/ 1143609 h 2933755"/>
                  <a:gd name="connsiteX1" fmla="*/ 210967 w 894764"/>
                  <a:gd name="connsiteY1" fmla="*/ 232521 h 2933755"/>
                  <a:gd name="connsiteX2" fmla="*/ 495134 w 894764"/>
                  <a:gd name="connsiteY2" fmla="*/ 13325 h 2933755"/>
                  <a:gd name="connsiteX3" fmla="*/ 841948 w 894764"/>
                  <a:gd name="connsiteY3" fmla="*/ 244473 h 2933755"/>
                  <a:gd name="connsiteX4" fmla="*/ 863850 w 894764"/>
                  <a:gd name="connsiteY4" fmla="*/ 1475471 h 2933755"/>
                  <a:gd name="connsiteX5" fmla="*/ 680120 w 894764"/>
                  <a:gd name="connsiteY5" fmla="*/ 2548509 h 2933755"/>
                  <a:gd name="connsiteX6" fmla="*/ 365552 w 894764"/>
                  <a:gd name="connsiteY6" fmla="*/ 2913567 h 2933755"/>
                  <a:gd name="connsiteX7" fmla="*/ 110200 w 894764"/>
                  <a:gd name="connsiteY7" fmla="*/ 2049196 h 2933755"/>
                  <a:gd name="connsiteX8" fmla="*/ 16 w 894764"/>
                  <a:gd name="connsiteY8" fmla="*/ 1143609 h 2933755"/>
                  <a:gd name="connsiteX0" fmla="*/ 14 w 894762"/>
                  <a:gd name="connsiteY0" fmla="*/ 1143609 h 2933755"/>
                  <a:gd name="connsiteX1" fmla="*/ 210965 w 894762"/>
                  <a:gd name="connsiteY1" fmla="*/ 232521 h 2933755"/>
                  <a:gd name="connsiteX2" fmla="*/ 495132 w 894762"/>
                  <a:gd name="connsiteY2" fmla="*/ 13325 h 2933755"/>
                  <a:gd name="connsiteX3" fmla="*/ 841946 w 894762"/>
                  <a:gd name="connsiteY3" fmla="*/ 244473 h 2933755"/>
                  <a:gd name="connsiteX4" fmla="*/ 863848 w 894762"/>
                  <a:gd name="connsiteY4" fmla="*/ 1475471 h 2933755"/>
                  <a:gd name="connsiteX5" fmla="*/ 680118 w 894762"/>
                  <a:gd name="connsiteY5" fmla="*/ 2548509 h 2933755"/>
                  <a:gd name="connsiteX6" fmla="*/ 365550 w 894762"/>
                  <a:gd name="connsiteY6" fmla="*/ 2913567 h 2933755"/>
                  <a:gd name="connsiteX7" fmla="*/ 110198 w 894762"/>
                  <a:gd name="connsiteY7" fmla="*/ 2049196 h 2933755"/>
                  <a:gd name="connsiteX8" fmla="*/ 14 w 894762"/>
                  <a:gd name="connsiteY8" fmla="*/ 1143609 h 2933755"/>
                  <a:gd name="connsiteX0" fmla="*/ 14 w 894762"/>
                  <a:gd name="connsiteY0" fmla="*/ 1143609 h 2933755"/>
                  <a:gd name="connsiteX1" fmla="*/ 210965 w 894762"/>
                  <a:gd name="connsiteY1" fmla="*/ 232521 h 2933755"/>
                  <a:gd name="connsiteX2" fmla="*/ 495132 w 894762"/>
                  <a:gd name="connsiteY2" fmla="*/ 13325 h 2933755"/>
                  <a:gd name="connsiteX3" fmla="*/ 841946 w 894762"/>
                  <a:gd name="connsiteY3" fmla="*/ 244473 h 2933755"/>
                  <a:gd name="connsiteX4" fmla="*/ 863848 w 894762"/>
                  <a:gd name="connsiteY4" fmla="*/ 1475471 h 2933755"/>
                  <a:gd name="connsiteX5" fmla="*/ 680118 w 894762"/>
                  <a:gd name="connsiteY5" fmla="*/ 2548509 h 2933755"/>
                  <a:gd name="connsiteX6" fmla="*/ 365550 w 894762"/>
                  <a:gd name="connsiteY6" fmla="*/ 2913567 h 2933755"/>
                  <a:gd name="connsiteX7" fmla="*/ 110198 w 894762"/>
                  <a:gd name="connsiteY7" fmla="*/ 2049196 h 2933755"/>
                  <a:gd name="connsiteX8" fmla="*/ 14 w 894762"/>
                  <a:gd name="connsiteY8" fmla="*/ 1143609 h 2933755"/>
                  <a:gd name="connsiteX0" fmla="*/ 14 w 894762"/>
                  <a:gd name="connsiteY0" fmla="*/ 1143609 h 2939128"/>
                  <a:gd name="connsiteX1" fmla="*/ 210965 w 894762"/>
                  <a:gd name="connsiteY1" fmla="*/ 232521 h 2939128"/>
                  <a:gd name="connsiteX2" fmla="*/ 495132 w 894762"/>
                  <a:gd name="connsiteY2" fmla="*/ 13325 h 2939128"/>
                  <a:gd name="connsiteX3" fmla="*/ 841946 w 894762"/>
                  <a:gd name="connsiteY3" fmla="*/ 244473 h 2939128"/>
                  <a:gd name="connsiteX4" fmla="*/ 863848 w 894762"/>
                  <a:gd name="connsiteY4" fmla="*/ 1475471 h 2939128"/>
                  <a:gd name="connsiteX5" fmla="*/ 680118 w 894762"/>
                  <a:gd name="connsiteY5" fmla="*/ 2548509 h 2939128"/>
                  <a:gd name="connsiteX6" fmla="*/ 365550 w 894762"/>
                  <a:gd name="connsiteY6" fmla="*/ 2913567 h 2939128"/>
                  <a:gd name="connsiteX7" fmla="*/ 110198 w 894762"/>
                  <a:gd name="connsiteY7" fmla="*/ 2049196 h 2939128"/>
                  <a:gd name="connsiteX8" fmla="*/ 14 w 894762"/>
                  <a:gd name="connsiteY8" fmla="*/ 1143609 h 2939128"/>
                  <a:gd name="connsiteX0" fmla="*/ 14 w 891097"/>
                  <a:gd name="connsiteY0" fmla="*/ 1143609 h 2914478"/>
                  <a:gd name="connsiteX1" fmla="*/ 210965 w 891097"/>
                  <a:gd name="connsiteY1" fmla="*/ 232521 h 2914478"/>
                  <a:gd name="connsiteX2" fmla="*/ 495132 w 891097"/>
                  <a:gd name="connsiteY2" fmla="*/ 13325 h 2914478"/>
                  <a:gd name="connsiteX3" fmla="*/ 841946 w 891097"/>
                  <a:gd name="connsiteY3" fmla="*/ 244473 h 2914478"/>
                  <a:gd name="connsiteX4" fmla="*/ 863848 w 891097"/>
                  <a:gd name="connsiteY4" fmla="*/ 1475471 h 2914478"/>
                  <a:gd name="connsiteX5" fmla="*/ 705863 w 891097"/>
                  <a:gd name="connsiteY5" fmla="*/ 2196507 h 2914478"/>
                  <a:gd name="connsiteX6" fmla="*/ 365550 w 891097"/>
                  <a:gd name="connsiteY6" fmla="*/ 2913567 h 2914478"/>
                  <a:gd name="connsiteX7" fmla="*/ 110198 w 891097"/>
                  <a:gd name="connsiteY7" fmla="*/ 2049196 h 2914478"/>
                  <a:gd name="connsiteX8" fmla="*/ 14 w 891097"/>
                  <a:gd name="connsiteY8" fmla="*/ 1143609 h 2914478"/>
                  <a:gd name="connsiteX0" fmla="*/ 14 w 849653"/>
                  <a:gd name="connsiteY0" fmla="*/ 1166330 h 2937199"/>
                  <a:gd name="connsiteX1" fmla="*/ 210965 w 849653"/>
                  <a:gd name="connsiteY1" fmla="*/ 255242 h 2937199"/>
                  <a:gd name="connsiteX2" fmla="*/ 495132 w 849653"/>
                  <a:gd name="connsiteY2" fmla="*/ 36046 h 2937199"/>
                  <a:gd name="connsiteX3" fmla="*/ 841946 w 849653"/>
                  <a:gd name="connsiteY3" fmla="*/ 267194 h 2937199"/>
                  <a:gd name="connsiteX4" fmla="*/ 705863 w 849653"/>
                  <a:gd name="connsiteY4" fmla="*/ 2219228 h 2937199"/>
                  <a:gd name="connsiteX5" fmla="*/ 365550 w 849653"/>
                  <a:gd name="connsiteY5" fmla="*/ 2936288 h 2937199"/>
                  <a:gd name="connsiteX6" fmla="*/ 110198 w 849653"/>
                  <a:gd name="connsiteY6" fmla="*/ 2071917 h 2937199"/>
                  <a:gd name="connsiteX7" fmla="*/ 14 w 849653"/>
                  <a:gd name="connsiteY7" fmla="*/ 1166330 h 2937199"/>
                  <a:gd name="connsiteX0" fmla="*/ 14 w 849620"/>
                  <a:gd name="connsiteY0" fmla="*/ 1166330 h 2937199"/>
                  <a:gd name="connsiteX1" fmla="*/ 210965 w 849620"/>
                  <a:gd name="connsiteY1" fmla="*/ 255242 h 2937199"/>
                  <a:gd name="connsiteX2" fmla="*/ 495132 w 849620"/>
                  <a:gd name="connsiteY2" fmla="*/ 36046 h 2937199"/>
                  <a:gd name="connsiteX3" fmla="*/ 841946 w 849620"/>
                  <a:gd name="connsiteY3" fmla="*/ 267194 h 2937199"/>
                  <a:gd name="connsiteX4" fmla="*/ 705863 w 849620"/>
                  <a:gd name="connsiteY4" fmla="*/ 2219228 h 2937199"/>
                  <a:gd name="connsiteX5" fmla="*/ 365550 w 849620"/>
                  <a:gd name="connsiteY5" fmla="*/ 2936288 h 2937199"/>
                  <a:gd name="connsiteX6" fmla="*/ 110198 w 849620"/>
                  <a:gd name="connsiteY6" fmla="*/ 2071917 h 2937199"/>
                  <a:gd name="connsiteX7" fmla="*/ 14 w 849620"/>
                  <a:gd name="connsiteY7" fmla="*/ 1166330 h 2937199"/>
                  <a:gd name="connsiteX0" fmla="*/ 14 w 849247"/>
                  <a:gd name="connsiteY0" fmla="*/ 1166330 h 2937445"/>
                  <a:gd name="connsiteX1" fmla="*/ 210965 w 849247"/>
                  <a:gd name="connsiteY1" fmla="*/ 255242 h 2937445"/>
                  <a:gd name="connsiteX2" fmla="*/ 495132 w 849247"/>
                  <a:gd name="connsiteY2" fmla="*/ 36046 h 2937445"/>
                  <a:gd name="connsiteX3" fmla="*/ 841946 w 849247"/>
                  <a:gd name="connsiteY3" fmla="*/ 267194 h 2937445"/>
                  <a:gd name="connsiteX4" fmla="*/ 705863 w 849247"/>
                  <a:gd name="connsiteY4" fmla="*/ 2219228 h 2937445"/>
                  <a:gd name="connsiteX5" fmla="*/ 365550 w 849247"/>
                  <a:gd name="connsiteY5" fmla="*/ 2936288 h 2937445"/>
                  <a:gd name="connsiteX6" fmla="*/ 110198 w 849247"/>
                  <a:gd name="connsiteY6" fmla="*/ 2071917 h 2937445"/>
                  <a:gd name="connsiteX7" fmla="*/ 14 w 849247"/>
                  <a:gd name="connsiteY7" fmla="*/ 1166330 h 2937445"/>
                  <a:gd name="connsiteX0" fmla="*/ 25 w 848624"/>
                  <a:gd name="connsiteY0" fmla="*/ 1166330 h 2223268"/>
                  <a:gd name="connsiteX1" fmla="*/ 210976 w 848624"/>
                  <a:gd name="connsiteY1" fmla="*/ 255242 h 2223268"/>
                  <a:gd name="connsiteX2" fmla="*/ 495143 w 848624"/>
                  <a:gd name="connsiteY2" fmla="*/ 36046 h 2223268"/>
                  <a:gd name="connsiteX3" fmla="*/ 841957 w 848624"/>
                  <a:gd name="connsiteY3" fmla="*/ 267194 h 2223268"/>
                  <a:gd name="connsiteX4" fmla="*/ 705874 w 848624"/>
                  <a:gd name="connsiteY4" fmla="*/ 2219228 h 2223268"/>
                  <a:gd name="connsiteX5" fmla="*/ 488169 w 848624"/>
                  <a:gd name="connsiteY5" fmla="*/ 812641 h 2223268"/>
                  <a:gd name="connsiteX6" fmla="*/ 110209 w 848624"/>
                  <a:gd name="connsiteY6" fmla="*/ 2071917 h 2223268"/>
                  <a:gd name="connsiteX7" fmla="*/ 25 w 848624"/>
                  <a:gd name="connsiteY7" fmla="*/ 1166330 h 2223268"/>
                  <a:gd name="connsiteX0" fmla="*/ 25 w 841960"/>
                  <a:gd name="connsiteY0" fmla="*/ 1134401 h 2044788"/>
                  <a:gd name="connsiteX1" fmla="*/ 210976 w 841960"/>
                  <a:gd name="connsiteY1" fmla="*/ 223313 h 2044788"/>
                  <a:gd name="connsiteX2" fmla="*/ 495143 w 841960"/>
                  <a:gd name="connsiteY2" fmla="*/ 4117 h 2044788"/>
                  <a:gd name="connsiteX3" fmla="*/ 841957 w 841960"/>
                  <a:gd name="connsiteY3" fmla="*/ 235265 h 2044788"/>
                  <a:gd name="connsiteX4" fmla="*/ 488169 w 841960"/>
                  <a:gd name="connsiteY4" fmla="*/ 780712 h 2044788"/>
                  <a:gd name="connsiteX5" fmla="*/ 110209 w 841960"/>
                  <a:gd name="connsiteY5" fmla="*/ 2039988 h 2044788"/>
                  <a:gd name="connsiteX6" fmla="*/ 25 w 841960"/>
                  <a:gd name="connsiteY6" fmla="*/ 1134401 h 2044788"/>
                  <a:gd name="connsiteX0" fmla="*/ 7873 w 849808"/>
                  <a:gd name="connsiteY0" fmla="*/ 1134401 h 1152057"/>
                  <a:gd name="connsiteX1" fmla="*/ 218824 w 849808"/>
                  <a:gd name="connsiteY1" fmla="*/ 223313 h 1152057"/>
                  <a:gd name="connsiteX2" fmla="*/ 502991 w 849808"/>
                  <a:gd name="connsiteY2" fmla="*/ 4117 h 1152057"/>
                  <a:gd name="connsiteX3" fmla="*/ 849805 w 849808"/>
                  <a:gd name="connsiteY3" fmla="*/ 235265 h 1152057"/>
                  <a:gd name="connsiteX4" fmla="*/ 496017 w 849808"/>
                  <a:gd name="connsiteY4" fmla="*/ 780712 h 1152057"/>
                  <a:gd name="connsiteX5" fmla="*/ 7873 w 849808"/>
                  <a:gd name="connsiteY5" fmla="*/ 1134401 h 1152057"/>
                  <a:gd name="connsiteX0" fmla="*/ 27213 w 869148"/>
                  <a:gd name="connsiteY0" fmla="*/ 1134401 h 1134405"/>
                  <a:gd name="connsiteX1" fmla="*/ 238164 w 869148"/>
                  <a:gd name="connsiteY1" fmla="*/ 223313 h 1134405"/>
                  <a:gd name="connsiteX2" fmla="*/ 522331 w 869148"/>
                  <a:gd name="connsiteY2" fmla="*/ 4117 h 1134405"/>
                  <a:gd name="connsiteX3" fmla="*/ 869145 w 869148"/>
                  <a:gd name="connsiteY3" fmla="*/ 235265 h 1134405"/>
                  <a:gd name="connsiteX4" fmla="*/ 27213 w 869148"/>
                  <a:gd name="connsiteY4" fmla="*/ 1134401 h 1134405"/>
                  <a:gd name="connsiteX0" fmla="*/ 26228 w 888096"/>
                  <a:gd name="connsiteY0" fmla="*/ 862838 h 862843"/>
                  <a:gd name="connsiteX1" fmla="*/ 244243 w 888096"/>
                  <a:gd name="connsiteY1" fmla="*/ 223679 h 862843"/>
                  <a:gd name="connsiteX2" fmla="*/ 528410 w 888096"/>
                  <a:gd name="connsiteY2" fmla="*/ 4483 h 862843"/>
                  <a:gd name="connsiteX3" fmla="*/ 875224 w 888096"/>
                  <a:gd name="connsiteY3" fmla="*/ 235631 h 862843"/>
                  <a:gd name="connsiteX4" fmla="*/ 26228 w 888096"/>
                  <a:gd name="connsiteY4" fmla="*/ 862838 h 862843"/>
                  <a:gd name="connsiteX0" fmla="*/ 12401 w 874269"/>
                  <a:gd name="connsiteY0" fmla="*/ 862838 h 898665"/>
                  <a:gd name="connsiteX1" fmla="*/ 230416 w 874269"/>
                  <a:gd name="connsiteY1" fmla="*/ 223679 h 898665"/>
                  <a:gd name="connsiteX2" fmla="*/ 514583 w 874269"/>
                  <a:gd name="connsiteY2" fmla="*/ 4483 h 898665"/>
                  <a:gd name="connsiteX3" fmla="*/ 861397 w 874269"/>
                  <a:gd name="connsiteY3" fmla="*/ 235631 h 898665"/>
                  <a:gd name="connsiteX4" fmla="*/ 12401 w 874269"/>
                  <a:gd name="connsiteY4" fmla="*/ 862838 h 898665"/>
                  <a:gd name="connsiteX0" fmla="*/ 23473 w 840817"/>
                  <a:gd name="connsiteY0" fmla="*/ 859294 h 859380"/>
                  <a:gd name="connsiteX1" fmla="*/ 241488 w 840817"/>
                  <a:gd name="connsiteY1" fmla="*/ 220135 h 859380"/>
                  <a:gd name="connsiteX2" fmla="*/ 525655 w 840817"/>
                  <a:gd name="connsiteY2" fmla="*/ 939 h 859380"/>
                  <a:gd name="connsiteX3" fmla="*/ 825687 w 840817"/>
                  <a:gd name="connsiteY3" fmla="*/ 174090 h 859380"/>
                  <a:gd name="connsiteX4" fmla="*/ 23473 w 840817"/>
                  <a:gd name="connsiteY4" fmla="*/ 859294 h 859380"/>
                  <a:gd name="connsiteX0" fmla="*/ 4126 w 823107"/>
                  <a:gd name="connsiteY0" fmla="*/ 899602 h 899602"/>
                  <a:gd name="connsiteX1" fmla="*/ 506308 w 823107"/>
                  <a:gd name="connsiteY1" fmla="*/ 41247 h 899602"/>
                  <a:gd name="connsiteX2" fmla="*/ 806340 w 823107"/>
                  <a:gd name="connsiteY2" fmla="*/ 214398 h 899602"/>
                  <a:gd name="connsiteX3" fmla="*/ 4126 w 823107"/>
                  <a:gd name="connsiteY3" fmla="*/ 899602 h 899602"/>
                  <a:gd name="connsiteX0" fmla="*/ 2521 w 821502"/>
                  <a:gd name="connsiteY0" fmla="*/ 899602 h 937901"/>
                  <a:gd name="connsiteX1" fmla="*/ 504703 w 821502"/>
                  <a:gd name="connsiteY1" fmla="*/ 41247 h 937901"/>
                  <a:gd name="connsiteX2" fmla="*/ 804735 w 821502"/>
                  <a:gd name="connsiteY2" fmla="*/ 214398 h 937901"/>
                  <a:gd name="connsiteX3" fmla="*/ 2521 w 821502"/>
                  <a:gd name="connsiteY3" fmla="*/ 899602 h 937901"/>
                  <a:gd name="connsiteX0" fmla="*/ 2510 w 823783"/>
                  <a:gd name="connsiteY0" fmla="*/ 711193 h 756698"/>
                  <a:gd name="connsiteX1" fmla="*/ 506855 w 823783"/>
                  <a:gd name="connsiteY1" fmla="*/ 25807 h 756698"/>
                  <a:gd name="connsiteX2" fmla="*/ 806887 w 823783"/>
                  <a:gd name="connsiteY2" fmla="*/ 198958 h 756698"/>
                  <a:gd name="connsiteX3" fmla="*/ 2510 w 823783"/>
                  <a:gd name="connsiteY3" fmla="*/ 711193 h 756698"/>
                  <a:gd name="connsiteX0" fmla="*/ 2510 w 506855"/>
                  <a:gd name="connsiteY0" fmla="*/ 685386 h 685386"/>
                  <a:gd name="connsiteX1" fmla="*/ 506855 w 506855"/>
                  <a:gd name="connsiteY1" fmla="*/ 0 h 685386"/>
                  <a:gd name="connsiteX2" fmla="*/ 2510 w 506855"/>
                  <a:gd name="connsiteY2" fmla="*/ 685386 h 685386"/>
                  <a:gd name="connsiteX0" fmla="*/ 0 w 768072"/>
                  <a:gd name="connsiteY0" fmla="*/ 606118 h 606118"/>
                  <a:gd name="connsiteX1" fmla="*/ 768072 w 768072"/>
                  <a:gd name="connsiteY1" fmla="*/ -1 h 606118"/>
                  <a:gd name="connsiteX2" fmla="*/ 0 w 768072"/>
                  <a:gd name="connsiteY2" fmla="*/ 606118 h 606118"/>
                  <a:gd name="connsiteX0" fmla="*/ 0 w 771740"/>
                  <a:gd name="connsiteY0" fmla="*/ 679627 h 679627"/>
                  <a:gd name="connsiteX1" fmla="*/ 768072 w 771740"/>
                  <a:gd name="connsiteY1" fmla="*/ 73508 h 679627"/>
                  <a:gd name="connsiteX2" fmla="*/ 0 w 771740"/>
                  <a:gd name="connsiteY2" fmla="*/ 679627 h 679627"/>
                  <a:gd name="connsiteX0" fmla="*/ 7554 w 778531"/>
                  <a:gd name="connsiteY0" fmla="*/ 714537 h 845376"/>
                  <a:gd name="connsiteX1" fmla="*/ 775626 w 778531"/>
                  <a:gd name="connsiteY1" fmla="*/ 108418 h 845376"/>
                  <a:gd name="connsiteX2" fmla="*/ 7554 w 778531"/>
                  <a:gd name="connsiteY2" fmla="*/ 714537 h 845376"/>
                </a:gdLst>
                <a:ahLst/>
                <a:cxnLst>
                  <a:cxn ang="0">
                    <a:pos x="connsiteX0" y="connsiteY0"/>
                  </a:cxn>
                  <a:cxn ang="0">
                    <a:pos x="connsiteX1" y="connsiteY1"/>
                  </a:cxn>
                  <a:cxn ang="0">
                    <a:pos x="connsiteX2" y="connsiteY2"/>
                  </a:cxn>
                </a:cxnLst>
                <a:rect l="l" t="t" r="r" b="b"/>
                <a:pathLst>
                  <a:path w="778531" h="845376">
                    <a:moveTo>
                      <a:pt x="7554" y="714537"/>
                    </a:moveTo>
                    <a:cubicBezTo>
                      <a:pt x="-86114" y="297385"/>
                      <a:pt x="721139" y="-230888"/>
                      <a:pt x="775626" y="108418"/>
                    </a:cubicBezTo>
                    <a:cubicBezTo>
                      <a:pt x="830113" y="447724"/>
                      <a:pt x="101222" y="1131689"/>
                      <a:pt x="7554" y="714537"/>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2" name="内容占位符 1"/>
          <p:cNvSpPr>
            <a:spLocks noGrp="1"/>
          </p:cNvSpPr>
          <p:nvPr>
            <p:ph idx="1"/>
          </p:nvPr>
        </p:nvSpPr>
        <p:spPr>
          <a:xfrm>
            <a:off x="162765" y="1508790"/>
            <a:ext cx="8917735" cy="4678936"/>
          </a:xfrm>
        </p:spPr>
        <p:txBody>
          <a:bodyPr/>
          <a:lstStyle/>
          <a:p>
            <a:r>
              <a:rPr lang="en-US" altLang="zh-CN" dirty="0"/>
              <a:t>MIN</a:t>
            </a:r>
            <a:r>
              <a:rPr lang="zh-CN" altLang="en-US" dirty="0"/>
              <a:t>（单链）</a:t>
            </a:r>
            <a:endParaRPr lang="en-US" altLang="zh-CN" dirty="0"/>
          </a:p>
          <a:p>
            <a:pPr lvl="1"/>
            <a:r>
              <a:rPr lang="zh-CN" altLang="en-US" sz="2200" dirty="0"/>
              <a:t>两个</a:t>
            </a:r>
            <a:r>
              <a:rPr lang="en-US" altLang="zh-CN" sz="2200" dirty="0"/>
              <a:t>Cluster</a:t>
            </a:r>
            <a:r>
              <a:rPr lang="zh-CN" altLang="en-US" sz="2200" dirty="0"/>
              <a:t>的相似性定义为基于</a:t>
            </a:r>
            <a:br>
              <a:rPr lang="en-US" altLang="zh-CN" sz="2200" dirty="0"/>
            </a:br>
            <a:r>
              <a:rPr lang="zh-CN" altLang="en-US" sz="2200" dirty="0"/>
              <a:t>这两个</a:t>
            </a:r>
            <a:r>
              <a:rPr lang="en-US" altLang="zh-CN" sz="2200" dirty="0"/>
              <a:t>Cluster</a:t>
            </a:r>
            <a:r>
              <a:rPr lang="zh-CN" altLang="en-US" sz="2200" dirty="0"/>
              <a:t>中最大相似度（最近距离）</a:t>
            </a:r>
          </a:p>
          <a:p>
            <a:pPr lvl="1"/>
            <a:endParaRPr lang="zh-CN" altLang="en-US" dirty="0"/>
          </a:p>
        </p:txBody>
      </p:sp>
      <p:sp>
        <p:nvSpPr>
          <p:cNvPr id="23" name="矩形 22"/>
          <p:cNvSpPr/>
          <p:nvPr/>
        </p:nvSpPr>
        <p:spPr>
          <a:xfrm>
            <a:off x="2755900" y="2986931"/>
            <a:ext cx="2507418" cy="400110"/>
          </a:xfrm>
          <a:prstGeom prst="rect">
            <a:avLst/>
          </a:prstGeom>
        </p:spPr>
        <p:txBody>
          <a:bodyPr wrap="none">
            <a:spAutoFit/>
          </a:bodyPr>
          <a:lstStyle/>
          <a:p>
            <a:r>
              <a:rPr lang="zh-CN" altLang="en-US" sz="2000" dirty="0">
                <a:solidFill>
                  <a:srgbClr val="C00000"/>
                </a:solidFill>
                <a:latin typeface="幼圆" pitchFamily="49" charset="-122"/>
                <a:ea typeface="幼圆" pitchFamily="49" charset="-122"/>
              </a:rPr>
              <a:t>由一对最近邻点决定</a:t>
            </a:r>
          </a:p>
        </p:txBody>
      </p:sp>
      <p:graphicFrame>
        <p:nvGraphicFramePr>
          <p:cNvPr id="24" name="表格 23"/>
          <p:cNvGraphicFramePr>
            <a:graphicFrameLocks noGrp="1"/>
          </p:cNvGraphicFramePr>
          <p:nvPr/>
        </p:nvGraphicFramePr>
        <p:xfrm>
          <a:off x="645601" y="3429001"/>
          <a:ext cx="4320001" cy="1979999"/>
        </p:xfrm>
        <a:graphic>
          <a:graphicData uri="http://schemas.openxmlformats.org/drawingml/2006/table">
            <a:tbl>
              <a:tblPr firstRow="1" bandRow="1">
                <a:tableStyleId>{5940675A-B579-460E-94D1-54222C63F5DA}</a:tableStyleId>
              </a:tblPr>
              <a:tblGrid>
                <a:gridCol w="617143">
                  <a:extLst>
                    <a:ext uri="{9D8B030D-6E8A-4147-A177-3AD203B41FA5}">
                      <a16:colId xmlns:a16="http://schemas.microsoft.com/office/drawing/2014/main" val="20000"/>
                    </a:ext>
                  </a:extLst>
                </a:gridCol>
                <a:gridCol w="617143">
                  <a:extLst>
                    <a:ext uri="{9D8B030D-6E8A-4147-A177-3AD203B41FA5}">
                      <a16:colId xmlns:a16="http://schemas.microsoft.com/office/drawing/2014/main" val="20001"/>
                    </a:ext>
                  </a:extLst>
                </a:gridCol>
                <a:gridCol w="617143">
                  <a:extLst>
                    <a:ext uri="{9D8B030D-6E8A-4147-A177-3AD203B41FA5}">
                      <a16:colId xmlns:a16="http://schemas.microsoft.com/office/drawing/2014/main" val="20002"/>
                    </a:ext>
                  </a:extLst>
                </a:gridCol>
                <a:gridCol w="617143">
                  <a:extLst>
                    <a:ext uri="{9D8B030D-6E8A-4147-A177-3AD203B41FA5}">
                      <a16:colId xmlns:a16="http://schemas.microsoft.com/office/drawing/2014/main" val="20003"/>
                    </a:ext>
                  </a:extLst>
                </a:gridCol>
                <a:gridCol w="617143">
                  <a:extLst>
                    <a:ext uri="{9D8B030D-6E8A-4147-A177-3AD203B41FA5}">
                      <a16:colId xmlns:a16="http://schemas.microsoft.com/office/drawing/2014/main" val="20004"/>
                    </a:ext>
                  </a:extLst>
                </a:gridCol>
                <a:gridCol w="617143">
                  <a:extLst>
                    <a:ext uri="{9D8B030D-6E8A-4147-A177-3AD203B41FA5}">
                      <a16:colId xmlns:a16="http://schemas.microsoft.com/office/drawing/2014/main" val="20005"/>
                    </a:ext>
                  </a:extLst>
                </a:gridCol>
                <a:gridCol w="617143">
                  <a:extLst>
                    <a:ext uri="{9D8B030D-6E8A-4147-A177-3AD203B41FA5}">
                      <a16:colId xmlns:a16="http://schemas.microsoft.com/office/drawing/2014/main" val="20006"/>
                    </a:ext>
                  </a:extLst>
                </a:gridCol>
              </a:tblGrid>
              <a:tr h="340391">
                <a:tc>
                  <a:txBody>
                    <a:bodyPr/>
                    <a:lstStyle/>
                    <a:p>
                      <a:pPr algn="ctr"/>
                      <a:endParaRPr lang="zh-CN" altLang="en-US" sz="1600" dirty="0">
                        <a:latin typeface="Times New Roman" pitchFamily="18" charset="0"/>
                        <a:cs typeface="Times New Roman" pitchFamily="18" charset="0"/>
                      </a:endParaRPr>
                    </a:p>
                  </a:txBody>
                  <a:tcPr>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p1</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p2</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p5</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p4</a:t>
                      </a:r>
                    </a:p>
                  </a:txBody>
                  <a:tcPr marL="9525" marR="9525" marT="9525" marB="0" anchor="ctr">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p3</a:t>
                      </a:r>
                    </a:p>
                  </a:txBody>
                  <a:tcPr marL="9525" marR="9525" marT="9525" marB="0" anchor="ctr">
                    <a:solidFill>
                      <a:schemeClr val="bg1"/>
                    </a:solidFill>
                  </a:tcPr>
                </a:tc>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p6</a:t>
                      </a:r>
                    </a:p>
                  </a:txBody>
                  <a:tcPr marL="9525" marR="9525" marT="9525" marB="0" anchor="ctr">
                    <a:solidFill>
                      <a:schemeClr val="bg1"/>
                    </a:solidFill>
                  </a:tcPr>
                </a:tc>
                <a:extLst>
                  <a:ext uri="{0D108BD9-81ED-4DB2-BD59-A6C34878D82A}">
                    <a16:rowId xmlns:a16="http://schemas.microsoft.com/office/drawing/2014/main" val="10000"/>
                  </a:ext>
                </a:extLst>
              </a:tr>
              <a:tr h="273268">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p1</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ctr"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solidFill>
                      <a:schemeClr val="bg1"/>
                    </a:solidFill>
                  </a:tcPr>
                </a:tc>
                <a:tc>
                  <a:txBody>
                    <a:bodyPr/>
                    <a:lstStyle/>
                    <a:p>
                      <a:pPr algn="ctr"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ctr"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extLst>
                  <a:ext uri="{0D108BD9-81ED-4DB2-BD59-A6C34878D82A}">
                    <a16:rowId xmlns:a16="http://schemas.microsoft.com/office/drawing/2014/main" val="10001"/>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p2</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ctr" fontAlgn="ctr"/>
                      <a:r>
                        <a:rPr lang="en-US" altLang="zh-CN" sz="1600" b="0" i="0" u="none" strike="noStrike" dirty="0">
                          <a:solidFill>
                            <a:srgbClr val="000000"/>
                          </a:solidFill>
                          <a:effectLst/>
                          <a:latin typeface="Times New Roman" pitchFamily="18" charset="0"/>
                          <a:cs typeface="Times New Roman" pitchFamily="18" charset="0"/>
                        </a:rPr>
                        <a:t>15.6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ctr"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ctr"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extLst>
                  <a:ext uri="{0D108BD9-81ED-4DB2-BD59-A6C34878D82A}">
                    <a16:rowId xmlns:a16="http://schemas.microsoft.com/office/drawing/2014/main" val="10002"/>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p5</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ctr" fontAlgn="ctr"/>
                      <a:r>
                        <a:rPr lang="en-US" altLang="zh-CN" sz="1600" b="0" i="0" u="none" strike="noStrike" dirty="0">
                          <a:solidFill>
                            <a:srgbClr val="000000"/>
                          </a:solidFill>
                          <a:effectLst/>
                          <a:latin typeface="Times New Roman" pitchFamily="18" charset="0"/>
                          <a:cs typeface="Times New Roman" pitchFamily="18" charset="0"/>
                        </a:rPr>
                        <a:t>18.4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bg1"/>
                    </a:solidFill>
                  </a:tcPr>
                </a:tc>
                <a:tc>
                  <a:txBody>
                    <a:bodyPr/>
                    <a:lstStyle/>
                    <a:p>
                      <a:pPr algn="ctr"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solidFill>
                      <a:schemeClr val="bg1"/>
                    </a:solidFill>
                  </a:tcPr>
                </a:tc>
                <a:tc>
                  <a:txBody>
                    <a:bodyPr/>
                    <a:lstStyle/>
                    <a:p>
                      <a:pPr algn="ctr"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p4</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ctr" fontAlgn="ctr"/>
                      <a:r>
                        <a:rPr lang="en-US" altLang="zh-CN" sz="1600" b="0" i="0" u="none" strike="noStrike" dirty="0">
                          <a:solidFill>
                            <a:srgbClr val="000000"/>
                          </a:solidFill>
                          <a:effectLst/>
                          <a:latin typeface="Times New Roman" pitchFamily="18" charset="0"/>
                          <a:cs typeface="Times New Roman" pitchFamily="18" charset="0"/>
                        </a:rPr>
                        <a:t>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600" b="0" i="0" u="none" strike="noStrike">
                          <a:solidFill>
                            <a:srgbClr val="000000"/>
                          </a:solidFill>
                          <a:effectLst/>
                          <a:latin typeface="Times New Roman" pitchFamily="18" charset="0"/>
                          <a:cs typeface="Times New Roman" pitchFamily="18" charset="0"/>
                        </a:rPr>
                        <a:t>13.3</a:t>
                      </a:r>
                    </a:p>
                  </a:txBody>
                  <a:tcPr marL="9525" marR="9525" marT="9525" marB="0" anchor="ctr">
                    <a:lnL w="12700" cap="flat" cmpd="sng" algn="ctr">
                      <a:solidFill>
                        <a:schemeClr val="tx1"/>
                      </a:solidFill>
                      <a:prstDash val="solid"/>
                      <a:round/>
                      <a:headEnd type="none" w="med" len="med"/>
                      <a:tailEnd type="none" w="med" len="med"/>
                    </a:lnL>
                    <a:solidFill>
                      <a:schemeClr val="bg1"/>
                    </a:solidFill>
                  </a:tcPr>
                </a:tc>
                <a:tc>
                  <a:txBody>
                    <a:bodyPr/>
                    <a:lstStyle/>
                    <a:p>
                      <a:pPr algn="ctr" fontAlgn="ctr"/>
                      <a:r>
                        <a:rPr lang="en-US" altLang="zh-CN" sz="1600" b="0" i="0" u="none" strike="noStrike">
                          <a:solidFill>
                            <a:srgbClr val="000000"/>
                          </a:solidFill>
                          <a:effectLst/>
                          <a:latin typeface="Times New Roman" pitchFamily="18" charset="0"/>
                          <a:cs typeface="Times New Roman" pitchFamily="18" charset="0"/>
                        </a:rPr>
                        <a:t>20.6</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ctr"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p3</a:t>
                      </a:r>
                    </a:p>
                  </a:txBody>
                  <a:tcPr marL="9525" marR="9525" marT="9525" marB="0" anchor="ctr">
                    <a:solidFill>
                      <a:schemeClr val="bg1"/>
                    </a:solidFill>
                  </a:tcPr>
                </a:tc>
                <a:tc>
                  <a:txBody>
                    <a:bodyPr/>
                    <a:lstStyle/>
                    <a:p>
                      <a:pPr algn="ctr" fontAlgn="ctr"/>
                      <a:r>
                        <a:rPr lang="en-US" altLang="zh-CN" sz="1600" b="0" i="0" u="none" strike="noStrike">
                          <a:solidFill>
                            <a:srgbClr val="000000"/>
                          </a:solidFill>
                          <a:effectLst/>
                          <a:latin typeface="Times New Roman" pitchFamily="18" charset="0"/>
                          <a:cs typeface="Times New Roman" pitchFamily="18" charset="0"/>
                        </a:rPr>
                        <a:t>16</a:t>
                      </a:r>
                    </a:p>
                  </a:txBody>
                  <a:tcPr marL="9525" marR="9525" marT="9525" marB="0" anchor="ctr">
                    <a:lnT w="12700" cap="flat" cmpd="sng" algn="ctr">
                      <a:solidFill>
                        <a:schemeClr val="tx1"/>
                      </a:solidFill>
                      <a:prstDash val="solid"/>
                      <a:round/>
                      <a:headEnd type="none" w="med" len="med"/>
                      <a:tailEnd type="none" w="med" len="med"/>
                    </a:lnT>
                    <a:solidFill>
                      <a:schemeClr val="bg1"/>
                    </a:solidFill>
                  </a:tcPr>
                </a:tc>
                <a:tc>
                  <a:txBody>
                    <a:bodyPr/>
                    <a:lstStyle/>
                    <a:p>
                      <a:pPr algn="ctr" fontAlgn="ctr"/>
                      <a:r>
                        <a:rPr lang="en-US" altLang="zh-CN" sz="1600" b="0" i="0" u="none" strike="noStrike">
                          <a:solidFill>
                            <a:srgbClr val="9C0006"/>
                          </a:solidFill>
                          <a:effectLst/>
                          <a:latin typeface="Times New Roman" pitchFamily="18" charset="0"/>
                          <a:cs typeface="Times New Roman" pitchFamily="18" charset="0"/>
                        </a:rPr>
                        <a:t>9.8</a:t>
                      </a:r>
                    </a:p>
                  </a:txBody>
                  <a:tcPr marL="9525" marR="9525" marT="9525" marB="0" anchor="ctr">
                    <a:solidFill>
                      <a:schemeClr val="bg1"/>
                    </a:solidFill>
                  </a:tcPr>
                </a:tc>
                <a:tc>
                  <a:txBody>
                    <a:bodyPr/>
                    <a:lstStyle/>
                    <a:p>
                      <a:pPr algn="ctr" fontAlgn="ctr"/>
                      <a:r>
                        <a:rPr lang="en-US" altLang="zh-CN" sz="1600" b="0" i="0" u="none" strike="noStrike">
                          <a:solidFill>
                            <a:srgbClr val="000000"/>
                          </a:solidFill>
                          <a:effectLst/>
                          <a:latin typeface="Times New Roman" pitchFamily="18" charset="0"/>
                          <a:cs typeface="Times New Roman" pitchFamily="18" charset="0"/>
                        </a:rPr>
                        <a:t>18.4</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ctr" fontAlgn="ctr"/>
                      <a:r>
                        <a:rPr lang="en-US" altLang="zh-CN" sz="1600" b="0" i="0" u="none" strike="noStrike" dirty="0">
                          <a:solidFill>
                            <a:srgbClr val="000000"/>
                          </a:solidFill>
                          <a:effectLst/>
                          <a:latin typeface="Times New Roman" pitchFamily="18" charset="0"/>
                          <a:cs typeface="Times New Roman" pitchFamily="18" charset="0"/>
                        </a:rPr>
                        <a:t>10.8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73268">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p6</a:t>
                      </a:r>
                    </a:p>
                  </a:txBody>
                  <a:tcPr marL="9525" marR="9525" marT="9525" marB="0" anchor="ctr">
                    <a:solidFill>
                      <a:schemeClr val="bg1"/>
                    </a:solidFill>
                  </a:tcPr>
                </a:tc>
                <a:tc>
                  <a:txBody>
                    <a:bodyPr/>
                    <a:lstStyle/>
                    <a:p>
                      <a:pPr algn="ctr" fontAlgn="ctr"/>
                      <a:r>
                        <a:rPr lang="en-US" altLang="zh-CN" sz="1600" b="0" i="0" u="none" strike="noStrike">
                          <a:solidFill>
                            <a:srgbClr val="000000"/>
                          </a:solidFill>
                          <a:effectLst/>
                          <a:latin typeface="Times New Roman" pitchFamily="18" charset="0"/>
                          <a:cs typeface="Times New Roman" pitchFamily="18" charset="0"/>
                        </a:rPr>
                        <a:t>20.6</a:t>
                      </a:r>
                    </a:p>
                  </a:txBody>
                  <a:tcPr marL="9525" marR="9525" marT="9525" marB="0" anchor="ctr">
                    <a:solidFill>
                      <a:schemeClr val="bg1"/>
                    </a:solidFill>
                  </a:tcPr>
                </a:tc>
                <a:tc>
                  <a:txBody>
                    <a:bodyPr/>
                    <a:lstStyle/>
                    <a:p>
                      <a:pPr algn="ctr" fontAlgn="ctr"/>
                      <a:r>
                        <a:rPr lang="en-US" altLang="zh-CN" sz="1600" b="0" i="0" u="none" strike="noStrike">
                          <a:solidFill>
                            <a:srgbClr val="000000"/>
                          </a:solidFill>
                          <a:effectLst/>
                          <a:latin typeface="Times New Roman" pitchFamily="18" charset="0"/>
                          <a:cs typeface="Times New Roman" pitchFamily="18" charset="0"/>
                        </a:rPr>
                        <a:t>17</a:t>
                      </a:r>
                    </a:p>
                  </a:txBody>
                  <a:tcPr marL="9525" marR="9525" marT="9525" marB="0" anchor="ctr">
                    <a:solidFill>
                      <a:schemeClr val="bg1"/>
                    </a:solidFill>
                  </a:tcPr>
                </a:tc>
                <a:tc>
                  <a:txBody>
                    <a:bodyPr/>
                    <a:lstStyle/>
                    <a:p>
                      <a:pPr algn="ctr" fontAlgn="ctr"/>
                      <a:r>
                        <a:rPr lang="en-US" altLang="zh-CN" sz="1600" b="0" i="0" u="none" strike="noStrike" dirty="0">
                          <a:solidFill>
                            <a:srgbClr val="000000"/>
                          </a:solidFill>
                          <a:effectLst/>
                          <a:latin typeface="Times New Roman" pitchFamily="18" charset="0"/>
                          <a:cs typeface="Times New Roman" pitchFamily="18" charset="0"/>
                        </a:rPr>
                        <a:t>25.6</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ctr" fontAlgn="ctr"/>
                      <a:r>
                        <a:rPr lang="en-US" altLang="zh-CN" sz="1600" b="0" i="0" u="none" strike="noStrike" dirty="0">
                          <a:solidFill>
                            <a:srgbClr val="000000"/>
                          </a:solidFill>
                          <a:effectLst/>
                          <a:latin typeface="Times New Roman" pitchFamily="18" charset="0"/>
                          <a:cs typeface="Times New Roman" pitchFamily="18" charset="0"/>
                        </a:rPr>
                        <a:t>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bg1"/>
                    </a:solidFill>
                  </a:tcPr>
                </a:tc>
                <a:tc>
                  <a:txBody>
                    <a:bodyPr/>
                    <a:lstStyle/>
                    <a:p>
                      <a:pPr algn="ctr"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solidFill>
                      <a:schemeClr val="bg1"/>
                    </a:solidFill>
                  </a:tcPr>
                </a:tc>
                <a:extLst>
                  <a:ext uri="{0D108BD9-81ED-4DB2-BD59-A6C34878D82A}">
                    <a16:rowId xmlns:a16="http://schemas.microsoft.com/office/drawing/2014/main" val="10006"/>
                  </a:ext>
                </a:extLst>
              </a:tr>
            </a:tbl>
          </a:graphicData>
        </a:graphic>
      </p:graphicFrame>
      <p:grpSp>
        <p:nvGrpSpPr>
          <p:cNvPr id="28" name="组合 27"/>
          <p:cNvGrpSpPr/>
          <p:nvPr/>
        </p:nvGrpSpPr>
        <p:grpSpPr>
          <a:xfrm>
            <a:off x="5943600" y="5222400"/>
            <a:ext cx="576000" cy="619200"/>
            <a:chOff x="6102883" y="4579320"/>
            <a:chExt cx="741362" cy="518400"/>
          </a:xfrm>
        </p:grpSpPr>
        <p:sp>
          <p:nvSpPr>
            <p:cNvPr id="48" name="Line 6"/>
            <p:cNvSpPr>
              <a:spLocks noChangeShapeType="1"/>
            </p:cNvSpPr>
            <p:nvPr/>
          </p:nvSpPr>
          <p:spPr bwMode="auto">
            <a:xfrm flipV="1">
              <a:off x="6102883" y="4579320"/>
              <a:ext cx="0" cy="518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8"/>
            <p:cNvSpPr>
              <a:spLocks noChangeShapeType="1"/>
            </p:cNvSpPr>
            <p:nvPr/>
          </p:nvSpPr>
          <p:spPr bwMode="auto">
            <a:xfrm>
              <a:off x="6844245" y="4579320"/>
              <a:ext cx="0" cy="518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9" name="Text Box 22"/>
          <p:cNvSpPr txBox="1">
            <a:spLocks noChangeArrowheads="1"/>
          </p:cNvSpPr>
          <p:nvPr/>
        </p:nvSpPr>
        <p:spPr bwMode="auto">
          <a:xfrm>
            <a:off x="5791201" y="5703799"/>
            <a:ext cx="428625" cy="369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p2</a:t>
            </a:r>
          </a:p>
        </p:txBody>
      </p:sp>
      <p:sp>
        <p:nvSpPr>
          <p:cNvPr id="30" name="Text Box 23"/>
          <p:cNvSpPr txBox="1">
            <a:spLocks noChangeArrowheads="1"/>
          </p:cNvSpPr>
          <p:nvPr/>
        </p:nvSpPr>
        <p:spPr bwMode="auto">
          <a:xfrm>
            <a:off x="6354581"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p5</a:t>
            </a:r>
          </a:p>
        </p:txBody>
      </p:sp>
      <p:sp>
        <p:nvSpPr>
          <p:cNvPr id="31" name="Text Box 24"/>
          <p:cNvSpPr txBox="1">
            <a:spLocks noChangeArrowheads="1"/>
          </p:cNvSpPr>
          <p:nvPr/>
        </p:nvSpPr>
        <p:spPr bwMode="auto">
          <a:xfrm>
            <a:off x="6917962"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p3</a:t>
            </a:r>
          </a:p>
        </p:txBody>
      </p:sp>
      <p:sp>
        <p:nvSpPr>
          <p:cNvPr id="32" name="Text Box 25"/>
          <p:cNvSpPr txBox="1">
            <a:spLocks noChangeArrowheads="1"/>
          </p:cNvSpPr>
          <p:nvPr/>
        </p:nvSpPr>
        <p:spPr bwMode="auto">
          <a:xfrm>
            <a:off x="7481040"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p6</a:t>
            </a:r>
          </a:p>
        </p:txBody>
      </p:sp>
      <p:sp>
        <p:nvSpPr>
          <p:cNvPr id="34" name="Text Box 26"/>
          <p:cNvSpPr txBox="1">
            <a:spLocks noChangeArrowheads="1"/>
          </p:cNvSpPr>
          <p:nvPr/>
        </p:nvSpPr>
        <p:spPr bwMode="auto">
          <a:xfrm>
            <a:off x="8044118"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p4</a:t>
            </a:r>
          </a:p>
        </p:txBody>
      </p:sp>
      <p:sp>
        <p:nvSpPr>
          <p:cNvPr id="35" name="Text Box 26"/>
          <p:cNvSpPr txBox="1">
            <a:spLocks noChangeArrowheads="1"/>
          </p:cNvSpPr>
          <p:nvPr/>
        </p:nvSpPr>
        <p:spPr bwMode="auto">
          <a:xfrm>
            <a:off x="8607195" y="5715000"/>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p1</a:t>
            </a:r>
          </a:p>
        </p:txBody>
      </p:sp>
      <p:grpSp>
        <p:nvGrpSpPr>
          <p:cNvPr id="36" name="组合 35"/>
          <p:cNvGrpSpPr/>
          <p:nvPr/>
        </p:nvGrpSpPr>
        <p:grpSpPr>
          <a:xfrm>
            <a:off x="7086600" y="5323200"/>
            <a:ext cx="576000" cy="518400"/>
            <a:chOff x="6102883" y="4579320"/>
            <a:chExt cx="741362" cy="530490"/>
          </a:xfrm>
        </p:grpSpPr>
        <p:sp>
          <p:nvSpPr>
            <p:cNvPr id="45" name="Line 6"/>
            <p:cNvSpPr>
              <a:spLocks noChangeShapeType="1"/>
            </p:cNvSpPr>
            <p:nvPr/>
          </p:nvSpPr>
          <p:spPr bwMode="auto">
            <a:xfrm flipV="1">
              <a:off x="6102883" y="4579320"/>
              <a:ext cx="0" cy="530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8"/>
            <p:cNvSpPr>
              <a:spLocks noChangeShapeType="1"/>
            </p:cNvSpPr>
            <p:nvPr/>
          </p:nvSpPr>
          <p:spPr bwMode="auto">
            <a:xfrm>
              <a:off x="6844245" y="4579320"/>
              <a:ext cx="0" cy="530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7" name="组合 36"/>
          <p:cNvGrpSpPr/>
          <p:nvPr/>
        </p:nvGrpSpPr>
        <p:grpSpPr>
          <a:xfrm>
            <a:off x="6248400" y="5136018"/>
            <a:ext cx="1142749" cy="180000"/>
            <a:chOff x="6102883" y="4579320"/>
            <a:chExt cx="741362" cy="247958"/>
          </a:xfrm>
        </p:grpSpPr>
        <p:sp>
          <p:nvSpPr>
            <p:cNvPr id="42" name="Line 6"/>
            <p:cNvSpPr>
              <a:spLocks noChangeShapeType="1"/>
            </p:cNvSpPr>
            <p:nvPr/>
          </p:nvSpPr>
          <p:spPr bwMode="auto">
            <a:xfrm flipV="1">
              <a:off x="6102883" y="4579320"/>
              <a:ext cx="0" cy="99184"/>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7"/>
            <p:cNvSpPr>
              <a:spLocks noChangeShapeType="1"/>
            </p:cNvSpPr>
            <p:nvPr/>
          </p:nvSpPr>
          <p:spPr bwMode="auto">
            <a:xfrm>
              <a:off x="6102883" y="4579320"/>
              <a:ext cx="741362"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8"/>
            <p:cNvSpPr>
              <a:spLocks noChangeShapeType="1"/>
            </p:cNvSpPr>
            <p:nvPr/>
          </p:nvSpPr>
          <p:spPr bwMode="auto">
            <a:xfrm>
              <a:off x="6844245" y="4579320"/>
              <a:ext cx="0" cy="24795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5" name="TextBox 54"/>
          <p:cNvSpPr txBox="1"/>
          <p:nvPr/>
        </p:nvSpPr>
        <p:spPr>
          <a:xfrm>
            <a:off x="597477" y="5472269"/>
            <a:ext cx="5279009" cy="830997"/>
          </a:xfrm>
          <a:prstGeom prst="rect">
            <a:avLst/>
          </a:prstGeom>
          <a:noFill/>
        </p:spPr>
        <p:txBody>
          <a:bodyPr wrap="none" rtlCol="0">
            <a:spAutoFit/>
          </a:bodyPr>
          <a:lstStyle/>
          <a:p>
            <a:r>
              <a:rPr lang="en-US" altLang="zh-CN" sz="1600" dirty="0" err="1">
                <a:latin typeface="Times New Roman" pitchFamily="18" charset="0"/>
                <a:cs typeface="Times New Roman" pitchFamily="18" charset="0"/>
              </a:rPr>
              <a:t>dist</a:t>
            </a:r>
            <a:r>
              <a:rPr lang="en-US" altLang="zh-CN" sz="1600" dirty="0">
                <a:latin typeface="Times New Roman" pitchFamily="18" charset="0"/>
                <a:cs typeface="Times New Roman" pitchFamily="18" charset="0"/>
              </a:rPr>
              <a:t>({3,6},{2,5}) =min(</a:t>
            </a:r>
            <a:r>
              <a:rPr lang="en-US" altLang="zh-CN" sz="1600" dirty="0" err="1">
                <a:latin typeface="Times New Roman" pitchFamily="18" charset="0"/>
                <a:cs typeface="Times New Roman" pitchFamily="18" charset="0"/>
              </a:rPr>
              <a:t>dist</a:t>
            </a:r>
            <a:r>
              <a:rPr lang="en-US" altLang="zh-CN" sz="1600" dirty="0">
                <a:latin typeface="Times New Roman" pitchFamily="18" charset="0"/>
                <a:cs typeface="Times New Roman" pitchFamily="18" charset="0"/>
              </a:rPr>
              <a:t>(3,2), </a:t>
            </a:r>
            <a:r>
              <a:rPr lang="en-US" altLang="zh-CN" sz="1600" dirty="0" err="1">
                <a:latin typeface="Times New Roman" pitchFamily="18" charset="0"/>
                <a:cs typeface="Times New Roman" pitchFamily="18" charset="0"/>
              </a:rPr>
              <a:t>dist</a:t>
            </a:r>
            <a:r>
              <a:rPr lang="en-US" altLang="zh-CN" sz="1600" dirty="0">
                <a:latin typeface="Times New Roman" pitchFamily="18" charset="0"/>
                <a:cs typeface="Times New Roman" pitchFamily="18" charset="0"/>
              </a:rPr>
              <a:t>(3,5), </a:t>
            </a:r>
            <a:r>
              <a:rPr lang="en-US" altLang="zh-CN" sz="1600" dirty="0" err="1">
                <a:latin typeface="Times New Roman" pitchFamily="18" charset="0"/>
                <a:cs typeface="Times New Roman" pitchFamily="18" charset="0"/>
              </a:rPr>
              <a:t>dist</a:t>
            </a:r>
            <a:r>
              <a:rPr lang="en-US" altLang="zh-CN" sz="1600" dirty="0">
                <a:latin typeface="Times New Roman" pitchFamily="18" charset="0"/>
                <a:cs typeface="Times New Roman" pitchFamily="18" charset="0"/>
              </a:rPr>
              <a:t>(6,2), </a:t>
            </a:r>
            <a:r>
              <a:rPr lang="en-US" altLang="zh-CN" sz="1600" dirty="0" err="1">
                <a:latin typeface="Times New Roman" pitchFamily="18" charset="0"/>
                <a:cs typeface="Times New Roman" pitchFamily="18" charset="0"/>
              </a:rPr>
              <a:t>dist</a:t>
            </a:r>
            <a:r>
              <a:rPr lang="en-US" altLang="zh-CN" sz="1600" dirty="0">
                <a:latin typeface="Times New Roman" pitchFamily="18" charset="0"/>
                <a:cs typeface="Times New Roman" pitchFamily="18" charset="0"/>
              </a:rPr>
              <a:t>(6,5))</a:t>
            </a:r>
          </a:p>
          <a:p>
            <a:r>
              <a:rPr lang="en-US" altLang="zh-CN" sz="1600" dirty="0">
                <a:latin typeface="Times New Roman" pitchFamily="18" charset="0"/>
                <a:cs typeface="Times New Roman" pitchFamily="18" charset="0"/>
              </a:rPr>
              <a:t>                            =min(</a:t>
            </a:r>
            <a:r>
              <a:rPr lang="en-US" altLang="zh-CN" sz="1600" dirty="0">
                <a:solidFill>
                  <a:srgbClr val="C00000"/>
                </a:solidFill>
                <a:latin typeface="Times New Roman" pitchFamily="18" charset="0"/>
                <a:cs typeface="Times New Roman" pitchFamily="18" charset="0"/>
              </a:rPr>
              <a:t>9.8</a:t>
            </a:r>
            <a:r>
              <a:rPr lang="en-US" altLang="zh-CN" sz="1600" dirty="0">
                <a:latin typeface="Times New Roman" pitchFamily="18" charset="0"/>
                <a:cs typeface="Times New Roman" pitchFamily="18" charset="0"/>
              </a:rPr>
              <a:t>, 18.4, 17, 25.6)</a:t>
            </a:r>
          </a:p>
          <a:p>
            <a:r>
              <a:rPr lang="en-US" altLang="zh-CN" sz="1600" dirty="0">
                <a:latin typeface="Times New Roman" pitchFamily="18" charset="0"/>
                <a:cs typeface="Times New Roman" pitchFamily="18" charset="0"/>
              </a:rPr>
              <a:t>                            =</a:t>
            </a:r>
            <a:r>
              <a:rPr lang="en-US" altLang="zh-CN" sz="1600" dirty="0">
                <a:solidFill>
                  <a:srgbClr val="C00000"/>
                </a:solidFill>
                <a:latin typeface="Times New Roman" pitchFamily="18" charset="0"/>
                <a:cs typeface="Times New Roman" pitchFamily="18" charset="0"/>
              </a:rPr>
              <a:t>9.8</a:t>
            </a:r>
            <a:endParaRPr lang="zh-CN" altLang="en-US" sz="1600" dirty="0">
              <a:solidFill>
                <a:srgbClr val="C00000"/>
              </a:solidFill>
              <a:latin typeface="Times New Roman" pitchFamily="18" charset="0"/>
              <a:cs typeface="Times New Roman" pitchFamily="18" charset="0"/>
            </a:endParaRPr>
          </a:p>
        </p:txBody>
      </p:sp>
    </p:spTree>
    <p:extLst>
      <p:ext uri="{BB962C8B-B14F-4D97-AF65-F5344CB8AC3E}">
        <p14:creationId xmlns:p14="http://schemas.microsoft.com/office/powerpoint/2010/main" val="52515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6466" name="Rectangle 2"/>
          <p:cNvSpPr>
            <a:spLocks noGrp="1" noChangeArrowheads="1"/>
          </p:cNvSpPr>
          <p:nvPr>
            <p:ph type="title"/>
          </p:nvPr>
        </p:nvSpPr>
        <p:spPr/>
        <p:txBody>
          <a:bodyPr/>
          <a:lstStyle/>
          <a:p>
            <a:r>
              <a:rPr lang="en-US" altLang="zh-CN" dirty="0"/>
              <a:t>Cluster</a:t>
            </a:r>
            <a:r>
              <a:rPr lang="zh-CN" altLang="en-US" dirty="0"/>
              <a:t>间的相似性</a:t>
            </a:r>
          </a:p>
        </p:txBody>
      </p:sp>
      <p:sp>
        <p:nvSpPr>
          <p:cNvPr id="22" name="内容占位符 1"/>
          <p:cNvSpPr>
            <a:spLocks noGrp="1"/>
          </p:cNvSpPr>
          <p:nvPr>
            <p:ph idx="1"/>
          </p:nvPr>
        </p:nvSpPr>
        <p:spPr>
          <a:xfrm>
            <a:off x="162765" y="1508790"/>
            <a:ext cx="8917735" cy="4678936"/>
          </a:xfrm>
        </p:spPr>
        <p:txBody>
          <a:bodyPr/>
          <a:lstStyle/>
          <a:p>
            <a:r>
              <a:rPr lang="en-US" altLang="zh-CN" dirty="0"/>
              <a:t>MIN</a:t>
            </a:r>
            <a:r>
              <a:rPr lang="zh-CN" altLang="en-US" dirty="0"/>
              <a:t>（单链）</a:t>
            </a:r>
            <a:endParaRPr lang="en-US" altLang="zh-CN" dirty="0"/>
          </a:p>
          <a:p>
            <a:pPr lvl="1"/>
            <a:endParaRPr lang="zh-CN" altLang="en-US" dirty="0"/>
          </a:p>
        </p:txBody>
      </p:sp>
      <p:grpSp>
        <p:nvGrpSpPr>
          <p:cNvPr id="55" name="组合 54"/>
          <p:cNvGrpSpPr/>
          <p:nvPr/>
        </p:nvGrpSpPr>
        <p:grpSpPr>
          <a:xfrm>
            <a:off x="5943600" y="5222400"/>
            <a:ext cx="576000" cy="619200"/>
            <a:chOff x="6102883" y="4579320"/>
            <a:chExt cx="741362" cy="518400"/>
          </a:xfrm>
        </p:grpSpPr>
        <p:sp>
          <p:nvSpPr>
            <p:cNvPr id="56" name="Line 6"/>
            <p:cNvSpPr>
              <a:spLocks noChangeShapeType="1"/>
            </p:cNvSpPr>
            <p:nvPr/>
          </p:nvSpPr>
          <p:spPr bwMode="auto">
            <a:xfrm flipV="1">
              <a:off x="6102883" y="4579320"/>
              <a:ext cx="0" cy="518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8"/>
            <p:cNvSpPr>
              <a:spLocks noChangeShapeType="1"/>
            </p:cNvSpPr>
            <p:nvPr/>
          </p:nvSpPr>
          <p:spPr bwMode="auto">
            <a:xfrm>
              <a:off x="6844245" y="4579320"/>
              <a:ext cx="0" cy="518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9" name="Text Box 22"/>
          <p:cNvSpPr txBox="1">
            <a:spLocks noChangeArrowheads="1"/>
          </p:cNvSpPr>
          <p:nvPr/>
        </p:nvSpPr>
        <p:spPr bwMode="auto">
          <a:xfrm>
            <a:off x="5791201" y="5703799"/>
            <a:ext cx="428625" cy="369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p2</a:t>
            </a:r>
          </a:p>
        </p:txBody>
      </p:sp>
      <p:sp>
        <p:nvSpPr>
          <p:cNvPr id="60" name="Text Box 23"/>
          <p:cNvSpPr txBox="1">
            <a:spLocks noChangeArrowheads="1"/>
          </p:cNvSpPr>
          <p:nvPr/>
        </p:nvSpPr>
        <p:spPr bwMode="auto">
          <a:xfrm>
            <a:off x="6354581"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p5</a:t>
            </a:r>
          </a:p>
        </p:txBody>
      </p:sp>
      <p:sp>
        <p:nvSpPr>
          <p:cNvPr id="61" name="Text Box 24"/>
          <p:cNvSpPr txBox="1">
            <a:spLocks noChangeArrowheads="1"/>
          </p:cNvSpPr>
          <p:nvPr/>
        </p:nvSpPr>
        <p:spPr bwMode="auto">
          <a:xfrm>
            <a:off x="6917962"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p3</a:t>
            </a:r>
          </a:p>
        </p:txBody>
      </p:sp>
      <p:sp>
        <p:nvSpPr>
          <p:cNvPr id="62" name="Text Box 25"/>
          <p:cNvSpPr txBox="1">
            <a:spLocks noChangeArrowheads="1"/>
          </p:cNvSpPr>
          <p:nvPr/>
        </p:nvSpPr>
        <p:spPr bwMode="auto">
          <a:xfrm>
            <a:off x="7481040"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p6</a:t>
            </a:r>
          </a:p>
        </p:txBody>
      </p:sp>
      <p:sp>
        <p:nvSpPr>
          <p:cNvPr id="63" name="Text Box 26"/>
          <p:cNvSpPr txBox="1">
            <a:spLocks noChangeArrowheads="1"/>
          </p:cNvSpPr>
          <p:nvPr/>
        </p:nvSpPr>
        <p:spPr bwMode="auto">
          <a:xfrm>
            <a:off x="8044118"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p4</a:t>
            </a:r>
          </a:p>
        </p:txBody>
      </p:sp>
      <p:sp>
        <p:nvSpPr>
          <p:cNvPr id="64" name="Text Box 26"/>
          <p:cNvSpPr txBox="1">
            <a:spLocks noChangeArrowheads="1"/>
          </p:cNvSpPr>
          <p:nvPr/>
        </p:nvSpPr>
        <p:spPr bwMode="auto">
          <a:xfrm>
            <a:off x="8607195" y="5715000"/>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p1</a:t>
            </a:r>
          </a:p>
        </p:txBody>
      </p:sp>
      <p:grpSp>
        <p:nvGrpSpPr>
          <p:cNvPr id="65" name="组合 64"/>
          <p:cNvGrpSpPr/>
          <p:nvPr/>
        </p:nvGrpSpPr>
        <p:grpSpPr>
          <a:xfrm>
            <a:off x="7086600" y="5323200"/>
            <a:ext cx="576000" cy="518400"/>
            <a:chOff x="6102883" y="4579320"/>
            <a:chExt cx="741362" cy="530490"/>
          </a:xfrm>
        </p:grpSpPr>
        <p:sp>
          <p:nvSpPr>
            <p:cNvPr id="66" name="Line 6"/>
            <p:cNvSpPr>
              <a:spLocks noChangeShapeType="1"/>
            </p:cNvSpPr>
            <p:nvPr/>
          </p:nvSpPr>
          <p:spPr bwMode="auto">
            <a:xfrm flipV="1">
              <a:off x="6102883" y="4579320"/>
              <a:ext cx="0" cy="530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8"/>
            <p:cNvSpPr>
              <a:spLocks noChangeShapeType="1"/>
            </p:cNvSpPr>
            <p:nvPr/>
          </p:nvSpPr>
          <p:spPr bwMode="auto">
            <a:xfrm>
              <a:off x="6844245" y="4579320"/>
              <a:ext cx="0" cy="530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9" name="组合 68"/>
          <p:cNvGrpSpPr/>
          <p:nvPr/>
        </p:nvGrpSpPr>
        <p:grpSpPr>
          <a:xfrm>
            <a:off x="6248400" y="5136018"/>
            <a:ext cx="1142749" cy="180000"/>
            <a:chOff x="6102883" y="4579320"/>
            <a:chExt cx="741362" cy="247958"/>
          </a:xfrm>
        </p:grpSpPr>
        <p:sp>
          <p:nvSpPr>
            <p:cNvPr id="70" name="Line 6"/>
            <p:cNvSpPr>
              <a:spLocks noChangeShapeType="1"/>
            </p:cNvSpPr>
            <p:nvPr/>
          </p:nvSpPr>
          <p:spPr bwMode="auto">
            <a:xfrm flipV="1">
              <a:off x="6102883" y="4579320"/>
              <a:ext cx="0" cy="9918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Line 8"/>
            <p:cNvSpPr>
              <a:spLocks noChangeShapeType="1"/>
            </p:cNvSpPr>
            <p:nvPr/>
          </p:nvSpPr>
          <p:spPr bwMode="auto">
            <a:xfrm>
              <a:off x="6844245" y="4579320"/>
              <a:ext cx="0" cy="24795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3" name="组合 72"/>
          <p:cNvGrpSpPr/>
          <p:nvPr/>
        </p:nvGrpSpPr>
        <p:grpSpPr>
          <a:xfrm>
            <a:off x="6781800" y="5071500"/>
            <a:ext cx="1476000" cy="777600"/>
            <a:chOff x="6102883" y="4579320"/>
            <a:chExt cx="741362" cy="864000"/>
          </a:xfrm>
        </p:grpSpPr>
        <p:sp>
          <p:nvSpPr>
            <p:cNvPr id="74" name="Line 6"/>
            <p:cNvSpPr>
              <a:spLocks noChangeShapeType="1"/>
            </p:cNvSpPr>
            <p:nvPr/>
          </p:nvSpPr>
          <p:spPr bwMode="auto">
            <a:xfrm flipV="1">
              <a:off x="6102883" y="4579320"/>
              <a:ext cx="0" cy="80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8"/>
            <p:cNvSpPr>
              <a:spLocks noChangeShapeType="1"/>
            </p:cNvSpPr>
            <p:nvPr/>
          </p:nvSpPr>
          <p:spPr bwMode="auto">
            <a:xfrm>
              <a:off x="6844245" y="4579320"/>
              <a:ext cx="0" cy="864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7" name="组合 76"/>
          <p:cNvGrpSpPr/>
          <p:nvPr/>
        </p:nvGrpSpPr>
        <p:grpSpPr>
          <a:xfrm>
            <a:off x="7477800" y="4724400"/>
            <a:ext cx="1296000" cy="1123200"/>
            <a:chOff x="6102883" y="4579320"/>
            <a:chExt cx="741362" cy="468000"/>
          </a:xfrm>
        </p:grpSpPr>
        <p:sp>
          <p:nvSpPr>
            <p:cNvPr id="78" name="Line 6"/>
            <p:cNvSpPr>
              <a:spLocks noChangeShapeType="1"/>
            </p:cNvSpPr>
            <p:nvPr/>
          </p:nvSpPr>
          <p:spPr bwMode="auto">
            <a:xfrm flipV="1">
              <a:off x="6102883" y="4579320"/>
              <a:ext cx="0" cy="1350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7"/>
            <p:cNvSpPr>
              <a:spLocks noChangeShapeType="1"/>
            </p:cNvSpPr>
            <p:nvPr/>
          </p:nvSpPr>
          <p:spPr bwMode="auto">
            <a:xfrm>
              <a:off x="6102883" y="4579320"/>
              <a:ext cx="74136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8"/>
            <p:cNvSpPr>
              <a:spLocks noChangeShapeType="1"/>
            </p:cNvSpPr>
            <p:nvPr/>
          </p:nvSpPr>
          <p:spPr bwMode="auto">
            <a:xfrm>
              <a:off x="6844245" y="4579320"/>
              <a:ext cx="0" cy="4680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1" name="椭圆 152"/>
          <p:cNvSpPr/>
          <p:nvPr/>
        </p:nvSpPr>
        <p:spPr>
          <a:xfrm rot="18322284">
            <a:off x="6267185" y="903814"/>
            <a:ext cx="1863964" cy="3318928"/>
          </a:xfrm>
          <a:custGeom>
            <a:avLst/>
            <a:gdLst>
              <a:gd name="connsiteX0" fmla="*/ 0 w 1809000"/>
              <a:gd name="connsiteY0" fmla="*/ 1751035 h 3502070"/>
              <a:gd name="connsiteX1" fmla="*/ 904500 w 1809000"/>
              <a:gd name="connsiteY1" fmla="*/ 0 h 3502070"/>
              <a:gd name="connsiteX2" fmla="*/ 1809000 w 1809000"/>
              <a:gd name="connsiteY2" fmla="*/ 1751035 h 3502070"/>
              <a:gd name="connsiteX3" fmla="*/ 904500 w 1809000"/>
              <a:gd name="connsiteY3" fmla="*/ 3502070 h 3502070"/>
              <a:gd name="connsiteX4" fmla="*/ 0 w 1809000"/>
              <a:gd name="connsiteY4" fmla="*/ 1751035 h 3502070"/>
              <a:gd name="connsiteX0" fmla="*/ 0 w 1868444"/>
              <a:gd name="connsiteY0" fmla="*/ 1751035 h 3546793"/>
              <a:gd name="connsiteX1" fmla="*/ 904500 w 1868444"/>
              <a:gd name="connsiteY1" fmla="*/ 0 h 3546793"/>
              <a:gd name="connsiteX2" fmla="*/ 1809000 w 1868444"/>
              <a:gd name="connsiteY2" fmla="*/ 1751035 h 3546793"/>
              <a:gd name="connsiteX3" fmla="*/ 1729084 w 1868444"/>
              <a:gd name="connsiteY3" fmla="*/ 2918758 h 3546793"/>
              <a:gd name="connsiteX4" fmla="*/ 904500 w 1868444"/>
              <a:gd name="connsiteY4" fmla="*/ 3502070 h 3546793"/>
              <a:gd name="connsiteX5" fmla="*/ 0 w 1868444"/>
              <a:gd name="connsiteY5" fmla="*/ 1751035 h 3546793"/>
              <a:gd name="connsiteX0" fmla="*/ 0 w 1786911"/>
              <a:gd name="connsiteY0" fmla="*/ 1775508 h 3571266"/>
              <a:gd name="connsiteX1" fmla="*/ 904500 w 1786911"/>
              <a:gd name="connsiteY1" fmla="*/ 24473 h 3571266"/>
              <a:gd name="connsiteX2" fmla="*/ 1597687 w 1786911"/>
              <a:gd name="connsiteY2" fmla="*/ 908449 h 3571266"/>
              <a:gd name="connsiteX3" fmla="*/ 1729084 w 1786911"/>
              <a:gd name="connsiteY3" fmla="*/ 2943231 h 3571266"/>
              <a:gd name="connsiteX4" fmla="*/ 904500 w 1786911"/>
              <a:gd name="connsiteY4" fmla="*/ 3526543 h 3571266"/>
              <a:gd name="connsiteX5" fmla="*/ 0 w 1786911"/>
              <a:gd name="connsiteY5" fmla="*/ 1775508 h 3571266"/>
              <a:gd name="connsiteX0" fmla="*/ 0 w 1861239"/>
              <a:gd name="connsiteY0" fmla="*/ 2282663 h 3570358"/>
              <a:gd name="connsiteX1" fmla="*/ 978828 w 1861239"/>
              <a:gd name="connsiteY1" fmla="*/ 48562 h 3570358"/>
              <a:gd name="connsiteX2" fmla="*/ 1672015 w 1861239"/>
              <a:gd name="connsiteY2" fmla="*/ 932538 h 3570358"/>
              <a:gd name="connsiteX3" fmla="*/ 1803412 w 1861239"/>
              <a:gd name="connsiteY3" fmla="*/ 2967320 h 3570358"/>
              <a:gd name="connsiteX4" fmla="*/ 978828 w 1861239"/>
              <a:gd name="connsiteY4" fmla="*/ 3550632 h 3570358"/>
              <a:gd name="connsiteX5" fmla="*/ 0 w 1861239"/>
              <a:gd name="connsiteY5" fmla="*/ 2282663 h 3570358"/>
              <a:gd name="connsiteX0" fmla="*/ 1399 w 1862638"/>
              <a:gd name="connsiteY0" fmla="*/ 2282663 h 3370799"/>
              <a:gd name="connsiteX1" fmla="*/ 980227 w 1862638"/>
              <a:gd name="connsiteY1" fmla="*/ 48562 h 3370799"/>
              <a:gd name="connsiteX2" fmla="*/ 1673414 w 1862638"/>
              <a:gd name="connsiteY2" fmla="*/ 932538 h 3370799"/>
              <a:gd name="connsiteX3" fmla="*/ 1804811 w 1862638"/>
              <a:gd name="connsiteY3" fmla="*/ 2967320 h 3370799"/>
              <a:gd name="connsiteX4" fmla="*/ 1207036 w 1862638"/>
              <a:gd name="connsiteY4" fmla="*/ 3337459 h 3370799"/>
              <a:gd name="connsiteX5" fmla="*/ 1399 w 1862638"/>
              <a:gd name="connsiteY5" fmla="*/ 2282663 h 3370799"/>
              <a:gd name="connsiteX0" fmla="*/ 2725 w 1863964"/>
              <a:gd name="connsiteY0" fmla="*/ 2230792 h 3318928"/>
              <a:gd name="connsiteX1" fmla="*/ 903523 w 1863964"/>
              <a:gd name="connsiteY1" fmla="*/ 52085 h 3318928"/>
              <a:gd name="connsiteX2" fmla="*/ 1674740 w 1863964"/>
              <a:gd name="connsiteY2" fmla="*/ 880667 h 3318928"/>
              <a:gd name="connsiteX3" fmla="*/ 1806137 w 1863964"/>
              <a:gd name="connsiteY3" fmla="*/ 2915449 h 3318928"/>
              <a:gd name="connsiteX4" fmla="*/ 1208362 w 1863964"/>
              <a:gd name="connsiteY4" fmla="*/ 3285588 h 3318928"/>
              <a:gd name="connsiteX5" fmla="*/ 2725 w 1863964"/>
              <a:gd name="connsiteY5" fmla="*/ 2230792 h 331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3964" h="3318928">
                <a:moveTo>
                  <a:pt x="2725" y="2230792"/>
                </a:moveTo>
                <a:cubicBezTo>
                  <a:pt x="-48082" y="1691875"/>
                  <a:pt x="624854" y="277106"/>
                  <a:pt x="903523" y="52085"/>
                </a:cubicBezTo>
                <a:cubicBezTo>
                  <a:pt x="1182192" y="-172936"/>
                  <a:pt x="1572596" y="373503"/>
                  <a:pt x="1674740" y="880667"/>
                </a:cubicBezTo>
                <a:cubicBezTo>
                  <a:pt x="1776884" y="1387831"/>
                  <a:pt x="1956887" y="2623610"/>
                  <a:pt x="1806137" y="2915449"/>
                </a:cubicBezTo>
                <a:cubicBezTo>
                  <a:pt x="1655387" y="3207288"/>
                  <a:pt x="1508931" y="3399697"/>
                  <a:pt x="1208362" y="3285588"/>
                </a:cubicBezTo>
                <a:cubicBezTo>
                  <a:pt x="907793" y="3171479"/>
                  <a:pt x="53532" y="2769709"/>
                  <a:pt x="2725" y="2230792"/>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2" name="组合 81"/>
          <p:cNvGrpSpPr/>
          <p:nvPr/>
        </p:nvGrpSpPr>
        <p:grpSpPr>
          <a:xfrm>
            <a:off x="6229477" y="842704"/>
            <a:ext cx="2530277" cy="2282770"/>
            <a:chOff x="660042" y="282134"/>
            <a:chExt cx="2648742" cy="2282770"/>
          </a:xfrm>
        </p:grpSpPr>
        <p:sp>
          <p:nvSpPr>
            <p:cNvPr id="83" name="菱形 82"/>
            <p:cNvSpPr/>
            <p:nvPr/>
          </p:nvSpPr>
          <p:spPr>
            <a:xfrm>
              <a:off x="2267744" y="548680"/>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84" name="菱形 83"/>
            <p:cNvSpPr/>
            <p:nvPr/>
          </p:nvSpPr>
          <p:spPr>
            <a:xfrm>
              <a:off x="1259632" y="155679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85" name="菱形 84"/>
            <p:cNvSpPr/>
            <p:nvPr/>
          </p:nvSpPr>
          <p:spPr>
            <a:xfrm>
              <a:off x="2195736" y="206084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86" name="菱形 85"/>
            <p:cNvSpPr/>
            <p:nvPr/>
          </p:nvSpPr>
          <p:spPr>
            <a:xfrm>
              <a:off x="660042" y="119675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87" name="菱形 86"/>
            <p:cNvSpPr/>
            <p:nvPr/>
          </p:nvSpPr>
          <p:spPr>
            <a:xfrm>
              <a:off x="2843808" y="242088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88" name="TextBox 87"/>
            <p:cNvSpPr txBox="1"/>
            <p:nvPr/>
          </p:nvSpPr>
          <p:spPr>
            <a:xfrm>
              <a:off x="2321723" y="282134"/>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1</a:t>
              </a:r>
              <a:endParaRPr lang="zh-CN" altLang="en-US" sz="1600" dirty="0">
                <a:latin typeface="Arial Unicode MS" pitchFamily="34" charset="-122"/>
                <a:ea typeface="Arial Unicode MS" pitchFamily="34" charset="-122"/>
                <a:cs typeface="Arial Unicode MS" pitchFamily="34" charset="-122"/>
              </a:endParaRPr>
            </a:p>
          </p:txBody>
        </p:sp>
        <p:sp>
          <p:nvSpPr>
            <p:cNvPr id="89" name="TextBox 88"/>
            <p:cNvSpPr txBox="1"/>
            <p:nvPr/>
          </p:nvSpPr>
          <p:spPr>
            <a:xfrm>
              <a:off x="1279388" y="1268760"/>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2</a:t>
              </a:r>
              <a:endParaRPr lang="zh-CN" altLang="en-US" sz="1600" dirty="0">
                <a:latin typeface="Arial Unicode MS" pitchFamily="34" charset="-122"/>
                <a:ea typeface="Arial Unicode MS" pitchFamily="34" charset="-122"/>
                <a:cs typeface="Arial Unicode MS" pitchFamily="34" charset="-122"/>
              </a:endParaRPr>
            </a:p>
          </p:txBody>
        </p:sp>
        <p:sp>
          <p:nvSpPr>
            <p:cNvPr id="90" name="TextBox 89"/>
            <p:cNvSpPr txBox="1"/>
            <p:nvPr/>
          </p:nvSpPr>
          <p:spPr>
            <a:xfrm>
              <a:off x="2215492" y="1794302"/>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3</a:t>
              </a:r>
              <a:endParaRPr lang="zh-CN" altLang="en-US" sz="1600" dirty="0">
                <a:latin typeface="Arial Unicode MS" pitchFamily="34" charset="-122"/>
                <a:ea typeface="Arial Unicode MS" pitchFamily="34" charset="-122"/>
                <a:cs typeface="Arial Unicode MS" pitchFamily="34" charset="-122"/>
              </a:endParaRPr>
            </a:p>
          </p:txBody>
        </p:sp>
        <p:sp>
          <p:nvSpPr>
            <p:cNvPr id="91" name="TextBox 90"/>
            <p:cNvSpPr txBox="1"/>
            <p:nvPr/>
          </p:nvSpPr>
          <p:spPr>
            <a:xfrm>
              <a:off x="660042" y="836712"/>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5</a:t>
              </a:r>
              <a:endParaRPr lang="zh-CN" altLang="en-US" sz="1600" dirty="0">
                <a:latin typeface="Arial Unicode MS" pitchFamily="34" charset="-122"/>
                <a:ea typeface="Arial Unicode MS" pitchFamily="34" charset="-122"/>
                <a:cs typeface="Arial Unicode MS" pitchFamily="34" charset="-122"/>
              </a:endParaRPr>
            </a:p>
          </p:txBody>
        </p:sp>
        <p:sp>
          <p:nvSpPr>
            <p:cNvPr id="92" name="TextBox 91"/>
            <p:cNvSpPr txBox="1"/>
            <p:nvPr/>
          </p:nvSpPr>
          <p:spPr>
            <a:xfrm>
              <a:off x="2892290" y="2204864"/>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6</a:t>
              </a:r>
              <a:endParaRPr lang="zh-CN" altLang="en-US" sz="1600" dirty="0">
                <a:latin typeface="Arial Unicode MS" pitchFamily="34" charset="-122"/>
                <a:ea typeface="Arial Unicode MS" pitchFamily="34" charset="-122"/>
                <a:cs typeface="Arial Unicode MS" pitchFamily="34" charset="-122"/>
              </a:endParaRPr>
            </a:p>
          </p:txBody>
        </p:sp>
      </p:grpSp>
      <p:sp>
        <p:nvSpPr>
          <p:cNvPr id="93" name="椭圆 92"/>
          <p:cNvSpPr/>
          <p:nvPr/>
        </p:nvSpPr>
        <p:spPr>
          <a:xfrm rot="18322284">
            <a:off x="6297903" y="1436770"/>
            <a:ext cx="612000" cy="1066087"/>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p:cNvSpPr/>
          <p:nvPr/>
        </p:nvSpPr>
        <p:spPr>
          <a:xfrm rot="17886886">
            <a:off x="7792022" y="2300866"/>
            <a:ext cx="612000" cy="1066087"/>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菱形 94"/>
          <p:cNvSpPr/>
          <p:nvPr/>
        </p:nvSpPr>
        <p:spPr>
          <a:xfrm>
            <a:off x="7146188" y="3485514"/>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96" name="TextBox 95"/>
          <p:cNvSpPr txBox="1"/>
          <p:nvPr/>
        </p:nvSpPr>
        <p:spPr>
          <a:xfrm>
            <a:off x="7233847" y="3218968"/>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4</a:t>
            </a:r>
            <a:endParaRPr lang="zh-CN" altLang="en-US" sz="1600" dirty="0">
              <a:latin typeface="Arial Unicode MS" pitchFamily="34" charset="-122"/>
              <a:ea typeface="Arial Unicode MS" pitchFamily="34" charset="-122"/>
              <a:cs typeface="Arial Unicode MS" pitchFamily="34" charset="-122"/>
            </a:endParaRPr>
          </a:p>
        </p:txBody>
      </p:sp>
      <p:sp>
        <p:nvSpPr>
          <p:cNvPr id="97" name="椭圆 150"/>
          <p:cNvSpPr/>
          <p:nvPr/>
        </p:nvSpPr>
        <p:spPr>
          <a:xfrm rot="17910324">
            <a:off x="6863389" y="874308"/>
            <a:ext cx="976213" cy="2976717"/>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76213" h="3116084">
                <a:moveTo>
                  <a:pt x="18564" y="1584058"/>
                </a:moveTo>
                <a:cubicBezTo>
                  <a:pt x="28791" y="1225970"/>
                  <a:pt x="30929" y="741569"/>
                  <a:pt x="109752" y="477572"/>
                </a:cubicBezTo>
                <a:cubicBezTo>
                  <a:pt x="188575" y="213575"/>
                  <a:pt x="363084" y="4424"/>
                  <a:pt x="491500" y="73"/>
                </a:cubicBezTo>
                <a:cubicBezTo>
                  <a:pt x="619916" y="-4278"/>
                  <a:pt x="801424" y="187470"/>
                  <a:pt x="880247" y="451467"/>
                </a:cubicBezTo>
                <a:cubicBezTo>
                  <a:pt x="959070" y="715464"/>
                  <a:pt x="997243" y="1199492"/>
                  <a:pt x="964436" y="1584058"/>
                </a:cubicBezTo>
                <a:cubicBezTo>
                  <a:pt x="931629" y="1968624"/>
                  <a:pt x="861247" y="2645786"/>
                  <a:pt x="782424" y="2909783"/>
                </a:cubicBezTo>
                <a:cubicBezTo>
                  <a:pt x="703601" y="3173780"/>
                  <a:pt x="463262" y="3126518"/>
                  <a:pt x="340923" y="3079237"/>
                </a:cubicBezTo>
                <a:cubicBezTo>
                  <a:pt x="218584" y="3031956"/>
                  <a:pt x="127210" y="2890096"/>
                  <a:pt x="48387" y="2626099"/>
                </a:cubicBezTo>
                <a:cubicBezTo>
                  <a:pt x="-30436" y="2362102"/>
                  <a:pt x="8337" y="1942146"/>
                  <a:pt x="18564" y="1584058"/>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153"/>
          <p:cNvSpPr/>
          <p:nvPr/>
        </p:nvSpPr>
        <p:spPr>
          <a:xfrm rot="18322284">
            <a:off x="6008290" y="510713"/>
            <a:ext cx="2743188" cy="3631278"/>
          </a:xfrm>
          <a:custGeom>
            <a:avLst/>
            <a:gdLst>
              <a:gd name="connsiteX0" fmla="*/ 0 w 2900800"/>
              <a:gd name="connsiteY0" fmla="*/ 1793865 h 3587730"/>
              <a:gd name="connsiteX1" fmla="*/ 1450400 w 2900800"/>
              <a:gd name="connsiteY1" fmla="*/ 0 h 3587730"/>
              <a:gd name="connsiteX2" fmla="*/ 2900800 w 2900800"/>
              <a:gd name="connsiteY2" fmla="*/ 1793865 h 3587730"/>
              <a:gd name="connsiteX3" fmla="*/ 1450400 w 2900800"/>
              <a:gd name="connsiteY3" fmla="*/ 3587730 h 3587730"/>
              <a:gd name="connsiteX4" fmla="*/ 0 w 2900800"/>
              <a:gd name="connsiteY4" fmla="*/ 1793865 h 3587730"/>
              <a:gd name="connsiteX0" fmla="*/ 0 w 2897956"/>
              <a:gd name="connsiteY0" fmla="*/ 1796934 h 3592863"/>
              <a:gd name="connsiteX1" fmla="*/ 1450400 w 2897956"/>
              <a:gd name="connsiteY1" fmla="*/ 3069 h 3592863"/>
              <a:gd name="connsiteX2" fmla="*/ 2897956 w 2897956"/>
              <a:gd name="connsiteY2" fmla="*/ 1499047 h 3592863"/>
              <a:gd name="connsiteX3" fmla="*/ 1450400 w 2897956"/>
              <a:gd name="connsiteY3" fmla="*/ 3590799 h 3592863"/>
              <a:gd name="connsiteX4" fmla="*/ 0 w 2897956"/>
              <a:gd name="connsiteY4" fmla="*/ 1796934 h 3592863"/>
              <a:gd name="connsiteX0" fmla="*/ 0 w 2930395"/>
              <a:gd name="connsiteY0" fmla="*/ 1848367 h 3644296"/>
              <a:gd name="connsiteX1" fmla="*/ 1450400 w 2930395"/>
              <a:gd name="connsiteY1" fmla="*/ 54502 h 3644296"/>
              <a:gd name="connsiteX2" fmla="*/ 2245322 w 2930395"/>
              <a:gd name="connsiteY2" fmla="*/ 560759 h 3644296"/>
              <a:gd name="connsiteX3" fmla="*/ 2897956 w 2930395"/>
              <a:gd name="connsiteY3" fmla="*/ 1550480 h 3644296"/>
              <a:gd name="connsiteX4" fmla="*/ 1450400 w 2930395"/>
              <a:gd name="connsiteY4" fmla="*/ 3642232 h 3644296"/>
              <a:gd name="connsiteX5" fmla="*/ 0 w 2930395"/>
              <a:gd name="connsiteY5" fmla="*/ 1848367 h 3644296"/>
              <a:gd name="connsiteX0" fmla="*/ 3866 w 2934261"/>
              <a:gd name="connsiteY0" fmla="*/ 1742589 h 3537873"/>
              <a:gd name="connsiteX1" fmla="*/ 1068288 w 2934261"/>
              <a:gd name="connsiteY1" fmla="*/ 66262 h 3537873"/>
              <a:gd name="connsiteX2" fmla="*/ 2249188 w 2934261"/>
              <a:gd name="connsiteY2" fmla="*/ 454981 h 3537873"/>
              <a:gd name="connsiteX3" fmla="*/ 2901822 w 2934261"/>
              <a:gd name="connsiteY3" fmla="*/ 1444702 h 3537873"/>
              <a:gd name="connsiteX4" fmla="*/ 1454266 w 2934261"/>
              <a:gd name="connsiteY4" fmla="*/ 3536454 h 3537873"/>
              <a:gd name="connsiteX5" fmla="*/ 3866 w 2934261"/>
              <a:gd name="connsiteY5" fmla="*/ 1742589 h 3537873"/>
              <a:gd name="connsiteX0" fmla="*/ 4557 w 2788296"/>
              <a:gd name="connsiteY0" fmla="*/ 2355611 h 3593109"/>
              <a:gd name="connsiteX1" fmla="*/ 922323 w 2788296"/>
              <a:gd name="connsiteY1" fmla="*/ 105348 h 3593109"/>
              <a:gd name="connsiteX2" fmla="*/ 2103223 w 2788296"/>
              <a:gd name="connsiteY2" fmla="*/ 494067 h 3593109"/>
              <a:gd name="connsiteX3" fmla="*/ 2755857 w 2788296"/>
              <a:gd name="connsiteY3" fmla="*/ 1483788 h 3593109"/>
              <a:gd name="connsiteX4" fmla="*/ 1308301 w 2788296"/>
              <a:gd name="connsiteY4" fmla="*/ 3575540 h 3593109"/>
              <a:gd name="connsiteX5" fmla="*/ 4557 w 2788296"/>
              <a:gd name="connsiteY5" fmla="*/ 2355611 h 3593109"/>
              <a:gd name="connsiteX0" fmla="*/ 13374 w 2797113"/>
              <a:gd name="connsiteY0" fmla="*/ 2355611 h 3601319"/>
              <a:gd name="connsiteX1" fmla="*/ 931140 w 2797113"/>
              <a:gd name="connsiteY1" fmla="*/ 105348 h 3601319"/>
              <a:gd name="connsiteX2" fmla="*/ 2112040 w 2797113"/>
              <a:gd name="connsiteY2" fmla="*/ 494067 h 3601319"/>
              <a:gd name="connsiteX3" fmla="*/ 2764674 w 2797113"/>
              <a:gd name="connsiteY3" fmla="*/ 1483788 h 3601319"/>
              <a:gd name="connsiteX4" fmla="*/ 1635985 w 2797113"/>
              <a:gd name="connsiteY4" fmla="*/ 3583882 h 3601319"/>
              <a:gd name="connsiteX5" fmla="*/ 13374 w 2797113"/>
              <a:gd name="connsiteY5" fmla="*/ 2355611 h 3601319"/>
              <a:gd name="connsiteX0" fmla="*/ 13374 w 2737531"/>
              <a:gd name="connsiteY0" fmla="*/ 2355611 h 3592744"/>
              <a:gd name="connsiteX1" fmla="*/ 931140 w 2737531"/>
              <a:gd name="connsiteY1" fmla="*/ 105348 h 3592744"/>
              <a:gd name="connsiteX2" fmla="*/ 2112040 w 2737531"/>
              <a:gd name="connsiteY2" fmla="*/ 494067 h 3592744"/>
              <a:gd name="connsiteX3" fmla="*/ 2702063 w 2737531"/>
              <a:gd name="connsiteY3" fmla="*/ 1762945 h 3592744"/>
              <a:gd name="connsiteX4" fmla="*/ 1635985 w 2737531"/>
              <a:gd name="connsiteY4" fmla="*/ 3583882 h 3592744"/>
              <a:gd name="connsiteX5" fmla="*/ 13374 w 2737531"/>
              <a:gd name="connsiteY5" fmla="*/ 2355611 h 3592744"/>
              <a:gd name="connsiteX0" fmla="*/ 13167 w 2733685"/>
              <a:gd name="connsiteY0" fmla="*/ 2355129 h 3592262"/>
              <a:gd name="connsiteX1" fmla="*/ 930933 w 2733685"/>
              <a:gd name="connsiteY1" fmla="*/ 104866 h 3592262"/>
              <a:gd name="connsiteX2" fmla="*/ 2035194 w 2733685"/>
              <a:gd name="connsiteY2" fmla="*/ 495834 h 3592262"/>
              <a:gd name="connsiteX3" fmla="*/ 2701856 w 2733685"/>
              <a:gd name="connsiteY3" fmla="*/ 1762463 h 3592262"/>
              <a:gd name="connsiteX4" fmla="*/ 1635778 w 2733685"/>
              <a:gd name="connsiteY4" fmla="*/ 3583400 h 3592262"/>
              <a:gd name="connsiteX5" fmla="*/ 13167 w 2733685"/>
              <a:gd name="connsiteY5" fmla="*/ 2355129 h 3592262"/>
              <a:gd name="connsiteX0" fmla="*/ 13167 w 2733685"/>
              <a:gd name="connsiteY0" fmla="*/ 2394145 h 3631278"/>
              <a:gd name="connsiteX1" fmla="*/ 930933 w 2733685"/>
              <a:gd name="connsiteY1" fmla="*/ 143882 h 3631278"/>
              <a:gd name="connsiteX2" fmla="*/ 2035194 w 2733685"/>
              <a:gd name="connsiteY2" fmla="*/ 534850 h 3631278"/>
              <a:gd name="connsiteX3" fmla="*/ 2701856 w 2733685"/>
              <a:gd name="connsiteY3" fmla="*/ 1801479 h 3631278"/>
              <a:gd name="connsiteX4" fmla="*/ 1635778 w 2733685"/>
              <a:gd name="connsiteY4" fmla="*/ 3622416 h 3631278"/>
              <a:gd name="connsiteX5" fmla="*/ 13167 w 2733685"/>
              <a:gd name="connsiteY5" fmla="*/ 2394145 h 3631278"/>
              <a:gd name="connsiteX0" fmla="*/ 13167 w 2743188"/>
              <a:gd name="connsiteY0" fmla="*/ 2394145 h 3631278"/>
              <a:gd name="connsiteX1" fmla="*/ 930933 w 2743188"/>
              <a:gd name="connsiteY1" fmla="*/ 143882 h 3631278"/>
              <a:gd name="connsiteX2" fmla="*/ 2035194 w 2743188"/>
              <a:gd name="connsiteY2" fmla="*/ 534850 h 3631278"/>
              <a:gd name="connsiteX3" fmla="*/ 2701856 w 2743188"/>
              <a:gd name="connsiteY3" fmla="*/ 1801479 h 3631278"/>
              <a:gd name="connsiteX4" fmla="*/ 1635778 w 2743188"/>
              <a:gd name="connsiteY4" fmla="*/ 3622416 h 3631278"/>
              <a:gd name="connsiteX5" fmla="*/ 13167 w 2743188"/>
              <a:gd name="connsiteY5" fmla="*/ 2394145 h 3631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43188" h="3631278">
                <a:moveTo>
                  <a:pt x="13167" y="2394145"/>
                </a:moveTo>
                <a:cubicBezTo>
                  <a:pt x="-104307" y="1814389"/>
                  <a:pt x="593929" y="453765"/>
                  <a:pt x="930933" y="143882"/>
                </a:cubicBezTo>
                <a:cubicBezTo>
                  <a:pt x="1267938" y="-166001"/>
                  <a:pt x="1497967" y="52290"/>
                  <a:pt x="2035194" y="534850"/>
                </a:cubicBezTo>
                <a:cubicBezTo>
                  <a:pt x="2459975" y="1005959"/>
                  <a:pt x="2878023" y="1285143"/>
                  <a:pt x="2701856" y="1801479"/>
                </a:cubicBezTo>
                <a:cubicBezTo>
                  <a:pt x="2525689" y="2317815"/>
                  <a:pt x="2083893" y="3523638"/>
                  <a:pt x="1635778" y="3622416"/>
                </a:cubicBezTo>
                <a:cubicBezTo>
                  <a:pt x="1187663" y="3721194"/>
                  <a:pt x="130641" y="2973901"/>
                  <a:pt x="13167" y="2394145"/>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表格 1"/>
          <p:cNvGraphicFramePr>
            <a:graphicFrameLocks noGrp="1"/>
          </p:cNvGraphicFramePr>
          <p:nvPr/>
        </p:nvGraphicFramePr>
        <p:xfrm>
          <a:off x="785401" y="2209801"/>
          <a:ext cx="4320001" cy="1979999"/>
        </p:xfrm>
        <a:graphic>
          <a:graphicData uri="http://schemas.openxmlformats.org/drawingml/2006/table">
            <a:tbl>
              <a:tblPr>
                <a:tableStyleId>{5C22544A-7EE6-4342-B048-85BDC9FD1C3A}</a:tableStyleId>
              </a:tblPr>
              <a:tblGrid>
                <a:gridCol w="617143">
                  <a:extLst>
                    <a:ext uri="{9D8B030D-6E8A-4147-A177-3AD203B41FA5}">
                      <a16:colId xmlns:a16="http://schemas.microsoft.com/office/drawing/2014/main" val="20000"/>
                    </a:ext>
                  </a:extLst>
                </a:gridCol>
                <a:gridCol w="617143">
                  <a:extLst>
                    <a:ext uri="{9D8B030D-6E8A-4147-A177-3AD203B41FA5}">
                      <a16:colId xmlns:a16="http://schemas.microsoft.com/office/drawing/2014/main" val="20001"/>
                    </a:ext>
                  </a:extLst>
                </a:gridCol>
                <a:gridCol w="617143">
                  <a:extLst>
                    <a:ext uri="{9D8B030D-6E8A-4147-A177-3AD203B41FA5}">
                      <a16:colId xmlns:a16="http://schemas.microsoft.com/office/drawing/2014/main" val="20002"/>
                    </a:ext>
                  </a:extLst>
                </a:gridCol>
                <a:gridCol w="617143">
                  <a:extLst>
                    <a:ext uri="{9D8B030D-6E8A-4147-A177-3AD203B41FA5}">
                      <a16:colId xmlns:a16="http://schemas.microsoft.com/office/drawing/2014/main" val="20003"/>
                    </a:ext>
                  </a:extLst>
                </a:gridCol>
                <a:gridCol w="617143">
                  <a:extLst>
                    <a:ext uri="{9D8B030D-6E8A-4147-A177-3AD203B41FA5}">
                      <a16:colId xmlns:a16="http://schemas.microsoft.com/office/drawing/2014/main" val="20004"/>
                    </a:ext>
                  </a:extLst>
                </a:gridCol>
                <a:gridCol w="617143">
                  <a:extLst>
                    <a:ext uri="{9D8B030D-6E8A-4147-A177-3AD203B41FA5}">
                      <a16:colId xmlns:a16="http://schemas.microsoft.com/office/drawing/2014/main" val="20005"/>
                    </a:ext>
                  </a:extLst>
                </a:gridCol>
                <a:gridCol w="617143">
                  <a:extLst>
                    <a:ext uri="{9D8B030D-6E8A-4147-A177-3AD203B41FA5}">
                      <a16:colId xmlns:a16="http://schemas.microsoft.com/office/drawing/2014/main" val="20006"/>
                    </a:ext>
                  </a:extLst>
                </a:gridCol>
              </a:tblGrid>
              <a:tr h="282857">
                <a:tc>
                  <a:txBody>
                    <a:bodyPr/>
                    <a:lstStyle/>
                    <a:p>
                      <a:pPr algn="l" fontAlgn="ctr"/>
                      <a:endParaRPr lang="zh-CN" alt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u="none" strike="noStrike" dirty="0">
                          <a:effectLst/>
                          <a:latin typeface="Times New Roman" pitchFamily="18" charset="0"/>
                          <a:cs typeface="Times New Roman" pitchFamily="18" charset="0"/>
                        </a:rPr>
                        <a:t>p1</a:t>
                      </a:r>
                      <a:endParaRPr 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u="none" strike="noStrike">
                          <a:effectLst/>
                          <a:latin typeface="Times New Roman" pitchFamily="18" charset="0"/>
                          <a:cs typeface="Times New Roman" pitchFamily="18" charset="0"/>
                        </a:rPr>
                        <a:t>p4</a:t>
                      </a:r>
                      <a:endParaRPr 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u="none" strike="noStrike">
                          <a:effectLst/>
                          <a:latin typeface="Times New Roman" pitchFamily="18" charset="0"/>
                          <a:cs typeface="Times New Roman" pitchFamily="18" charset="0"/>
                        </a:rPr>
                        <a:t>p2</a:t>
                      </a:r>
                      <a:endParaRPr 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u="none" strike="noStrike">
                          <a:effectLst/>
                          <a:latin typeface="Times New Roman" pitchFamily="18" charset="0"/>
                          <a:cs typeface="Times New Roman" pitchFamily="18" charset="0"/>
                        </a:rPr>
                        <a:t>p5</a:t>
                      </a:r>
                      <a:endParaRPr 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u="none" strike="noStrike">
                          <a:effectLst/>
                          <a:latin typeface="Times New Roman" pitchFamily="18" charset="0"/>
                          <a:cs typeface="Times New Roman" pitchFamily="18" charset="0"/>
                        </a:rPr>
                        <a:t>p3</a:t>
                      </a:r>
                      <a:endParaRPr 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u="none" strike="noStrike">
                          <a:effectLst/>
                          <a:latin typeface="Times New Roman" pitchFamily="18" charset="0"/>
                          <a:cs typeface="Times New Roman" pitchFamily="18" charset="0"/>
                        </a:rPr>
                        <a:t>p6</a:t>
                      </a:r>
                      <a:endParaRPr 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82857">
                <a:tc>
                  <a:txBody>
                    <a:bodyPr/>
                    <a:lstStyle/>
                    <a:p>
                      <a:pPr algn="l" fontAlgn="ctr"/>
                      <a:r>
                        <a:rPr lang="en-US" sz="1600" u="none" strike="noStrike" dirty="0">
                          <a:effectLst/>
                          <a:latin typeface="Times New Roman" pitchFamily="18" charset="0"/>
                          <a:cs typeface="Times New Roman" pitchFamily="18" charset="0"/>
                        </a:rPr>
                        <a:t>p1</a:t>
                      </a:r>
                      <a:endParaRPr 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82857">
                <a:tc>
                  <a:txBody>
                    <a:bodyPr/>
                    <a:lstStyle/>
                    <a:p>
                      <a:pPr algn="l" fontAlgn="ctr"/>
                      <a:r>
                        <a:rPr lang="en-US" sz="1600" u="none" strike="noStrike">
                          <a:effectLst/>
                          <a:latin typeface="Times New Roman" pitchFamily="18" charset="0"/>
                          <a:cs typeface="Times New Roman" pitchFamily="18" charset="0"/>
                        </a:rPr>
                        <a:t>p4</a:t>
                      </a:r>
                      <a:endParaRPr 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82857">
                <a:tc>
                  <a:txBody>
                    <a:bodyPr/>
                    <a:lstStyle/>
                    <a:p>
                      <a:pPr algn="l" fontAlgn="ctr"/>
                      <a:r>
                        <a:rPr lang="en-US" sz="1600" u="none" strike="noStrike">
                          <a:effectLst/>
                          <a:latin typeface="Times New Roman" pitchFamily="18" charset="0"/>
                          <a:cs typeface="Times New Roman" pitchFamily="18" charset="0"/>
                        </a:rPr>
                        <a:t>p2</a:t>
                      </a:r>
                      <a:endParaRPr 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15.6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13.3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3"/>
                  </a:ext>
                </a:extLst>
              </a:tr>
              <a:tr h="282857">
                <a:tc>
                  <a:txBody>
                    <a:bodyPr/>
                    <a:lstStyle/>
                    <a:p>
                      <a:pPr algn="l" fontAlgn="ctr"/>
                      <a:r>
                        <a:rPr lang="en-US" sz="1600" u="none" strike="noStrike">
                          <a:effectLst/>
                          <a:latin typeface="Times New Roman" pitchFamily="18" charset="0"/>
                          <a:cs typeface="Times New Roman" pitchFamily="18" charset="0"/>
                        </a:rPr>
                        <a:t>p5</a:t>
                      </a:r>
                      <a:endParaRPr 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18.4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20.6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endParaRPr lang="zh-CN" alt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endParaRPr lang="zh-CN" alt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4"/>
                  </a:ext>
                </a:extLst>
              </a:tr>
              <a:tr h="282857">
                <a:tc>
                  <a:txBody>
                    <a:bodyPr/>
                    <a:lstStyle/>
                    <a:p>
                      <a:pPr algn="l" fontAlgn="ctr"/>
                      <a:r>
                        <a:rPr lang="en-US" sz="1600" u="none" strike="noStrike">
                          <a:effectLst/>
                          <a:latin typeface="Times New Roman" pitchFamily="18" charset="0"/>
                          <a:cs typeface="Times New Roman" pitchFamily="18" charset="0"/>
                        </a:rPr>
                        <a:t>p3</a:t>
                      </a:r>
                      <a:endParaRPr 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600" b="0" i="0" u="none" strike="noStrike">
                          <a:solidFill>
                            <a:srgbClr val="9C0006"/>
                          </a:solidFill>
                          <a:effectLst/>
                          <a:latin typeface="Times New Roman" pitchFamily="18" charset="0"/>
                          <a:cs typeface="Times New Roman" pitchFamily="18" charset="0"/>
                        </a:rPr>
                        <a:t>10.8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endParaRPr lang="zh-CN" alt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endParaRPr lang="zh-CN" alt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5"/>
                  </a:ext>
                </a:extLst>
              </a:tr>
              <a:tr h="282857">
                <a:tc>
                  <a:txBody>
                    <a:bodyPr/>
                    <a:lstStyle/>
                    <a:p>
                      <a:pPr algn="l" fontAlgn="ctr"/>
                      <a:r>
                        <a:rPr lang="en-US" sz="1600" u="none" strike="noStrike">
                          <a:effectLst/>
                          <a:latin typeface="Times New Roman" pitchFamily="18" charset="0"/>
                          <a:cs typeface="Times New Roman" pitchFamily="18" charset="0"/>
                        </a:rPr>
                        <a:t>p6</a:t>
                      </a:r>
                      <a:endParaRPr 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20.6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100" name="表格 99"/>
          <p:cNvGraphicFramePr>
            <a:graphicFrameLocks noGrp="1"/>
          </p:cNvGraphicFramePr>
          <p:nvPr/>
        </p:nvGraphicFramePr>
        <p:xfrm>
          <a:off x="785400" y="4236019"/>
          <a:ext cx="4320001" cy="1979999"/>
        </p:xfrm>
        <a:graphic>
          <a:graphicData uri="http://schemas.openxmlformats.org/drawingml/2006/table">
            <a:tbl>
              <a:tblPr>
                <a:tableStyleId>{5C22544A-7EE6-4342-B048-85BDC9FD1C3A}</a:tableStyleId>
              </a:tblPr>
              <a:tblGrid>
                <a:gridCol w="617143">
                  <a:extLst>
                    <a:ext uri="{9D8B030D-6E8A-4147-A177-3AD203B41FA5}">
                      <a16:colId xmlns:a16="http://schemas.microsoft.com/office/drawing/2014/main" val="20000"/>
                    </a:ext>
                  </a:extLst>
                </a:gridCol>
                <a:gridCol w="617143">
                  <a:extLst>
                    <a:ext uri="{9D8B030D-6E8A-4147-A177-3AD203B41FA5}">
                      <a16:colId xmlns:a16="http://schemas.microsoft.com/office/drawing/2014/main" val="20001"/>
                    </a:ext>
                  </a:extLst>
                </a:gridCol>
                <a:gridCol w="617143">
                  <a:extLst>
                    <a:ext uri="{9D8B030D-6E8A-4147-A177-3AD203B41FA5}">
                      <a16:colId xmlns:a16="http://schemas.microsoft.com/office/drawing/2014/main" val="20002"/>
                    </a:ext>
                  </a:extLst>
                </a:gridCol>
                <a:gridCol w="617143">
                  <a:extLst>
                    <a:ext uri="{9D8B030D-6E8A-4147-A177-3AD203B41FA5}">
                      <a16:colId xmlns:a16="http://schemas.microsoft.com/office/drawing/2014/main" val="20003"/>
                    </a:ext>
                  </a:extLst>
                </a:gridCol>
                <a:gridCol w="617143">
                  <a:extLst>
                    <a:ext uri="{9D8B030D-6E8A-4147-A177-3AD203B41FA5}">
                      <a16:colId xmlns:a16="http://schemas.microsoft.com/office/drawing/2014/main" val="20004"/>
                    </a:ext>
                  </a:extLst>
                </a:gridCol>
                <a:gridCol w="617143">
                  <a:extLst>
                    <a:ext uri="{9D8B030D-6E8A-4147-A177-3AD203B41FA5}">
                      <a16:colId xmlns:a16="http://schemas.microsoft.com/office/drawing/2014/main" val="20005"/>
                    </a:ext>
                  </a:extLst>
                </a:gridCol>
                <a:gridCol w="617143">
                  <a:extLst>
                    <a:ext uri="{9D8B030D-6E8A-4147-A177-3AD203B41FA5}">
                      <a16:colId xmlns:a16="http://schemas.microsoft.com/office/drawing/2014/main" val="20006"/>
                    </a:ext>
                  </a:extLst>
                </a:gridCol>
              </a:tblGrid>
              <a:tr h="282857">
                <a:tc>
                  <a:txBody>
                    <a:bodyPr/>
                    <a:lstStyle/>
                    <a:p>
                      <a:pPr algn="l" fontAlgn="ctr"/>
                      <a:endParaRPr lang="zh-CN" alt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u="none" strike="noStrike" dirty="0">
                          <a:effectLst/>
                          <a:latin typeface="Times New Roman" pitchFamily="18" charset="0"/>
                          <a:cs typeface="Times New Roman" pitchFamily="18" charset="0"/>
                        </a:rPr>
                        <a:t>p1</a:t>
                      </a:r>
                      <a:endParaRPr 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u="none" strike="noStrike">
                          <a:effectLst/>
                          <a:latin typeface="Times New Roman" pitchFamily="18" charset="0"/>
                          <a:cs typeface="Times New Roman" pitchFamily="18" charset="0"/>
                        </a:rPr>
                        <a:t>p4</a:t>
                      </a:r>
                      <a:endParaRPr 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u="none" strike="noStrike">
                          <a:effectLst/>
                          <a:latin typeface="Times New Roman" pitchFamily="18" charset="0"/>
                          <a:cs typeface="Times New Roman" pitchFamily="18" charset="0"/>
                        </a:rPr>
                        <a:t>p2</a:t>
                      </a:r>
                      <a:endParaRPr 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u="none" strike="noStrike">
                          <a:effectLst/>
                          <a:latin typeface="Times New Roman" pitchFamily="18" charset="0"/>
                          <a:cs typeface="Times New Roman" pitchFamily="18" charset="0"/>
                        </a:rPr>
                        <a:t>p5</a:t>
                      </a:r>
                      <a:endParaRPr 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u="none" strike="noStrike">
                          <a:effectLst/>
                          <a:latin typeface="Times New Roman" pitchFamily="18" charset="0"/>
                          <a:cs typeface="Times New Roman" pitchFamily="18" charset="0"/>
                        </a:rPr>
                        <a:t>p3</a:t>
                      </a:r>
                      <a:endParaRPr 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u="none" strike="noStrike">
                          <a:effectLst/>
                          <a:latin typeface="Times New Roman" pitchFamily="18" charset="0"/>
                          <a:cs typeface="Times New Roman" pitchFamily="18" charset="0"/>
                        </a:rPr>
                        <a:t>p6</a:t>
                      </a:r>
                      <a:endParaRPr 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82857">
                <a:tc>
                  <a:txBody>
                    <a:bodyPr/>
                    <a:lstStyle/>
                    <a:p>
                      <a:pPr algn="l" fontAlgn="ctr"/>
                      <a:r>
                        <a:rPr lang="en-US" sz="1600" u="none" strike="noStrike" dirty="0">
                          <a:effectLst/>
                          <a:latin typeface="Times New Roman" pitchFamily="18" charset="0"/>
                          <a:cs typeface="Times New Roman" pitchFamily="18" charset="0"/>
                        </a:rPr>
                        <a:t>p1</a:t>
                      </a:r>
                      <a:endParaRPr 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82857">
                <a:tc>
                  <a:txBody>
                    <a:bodyPr/>
                    <a:lstStyle/>
                    <a:p>
                      <a:pPr algn="l" fontAlgn="ctr"/>
                      <a:r>
                        <a:rPr lang="en-US" sz="1600" u="none" strike="noStrike">
                          <a:effectLst/>
                          <a:latin typeface="Times New Roman" pitchFamily="18" charset="0"/>
                          <a:cs typeface="Times New Roman" pitchFamily="18" charset="0"/>
                        </a:rPr>
                        <a:t>p4</a:t>
                      </a:r>
                      <a:endParaRPr 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2"/>
                  </a:ext>
                </a:extLst>
              </a:tr>
              <a:tr h="282857">
                <a:tc>
                  <a:txBody>
                    <a:bodyPr/>
                    <a:lstStyle/>
                    <a:p>
                      <a:pPr algn="l" fontAlgn="ctr"/>
                      <a:r>
                        <a:rPr lang="en-US" sz="1600" u="none" strike="noStrike">
                          <a:effectLst/>
                          <a:latin typeface="Times New Roman" pitchFamily="18" charset="0"/>
                          <a:cs typeface="Times New Roman" pitchFamily="18" charset="0"/>
                        </a:rPr>
                        <a:t>p2</a:t>
                      </a:r>
                      <a:endParaRPr 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600" b="0" i="0" u="none" strike="noStrike">
                          <a:solidFill>
                            <a:srgbClr val="9C0006"/>
                          </a:solidFill>
                          <a:effectLst/>
                          <a:latin typeface="Times New Roman" pitchFamily="18" charset="0"/>
                          <a:cs typeface="Times New Roman" pitchFamily="18" charset="0"/>
                        </a:rPr>
                        <a:t>15.6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endParaRPr lang="zh-CN" alt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endParaRPr lang="zh-CN" alt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endParaRPr lang="zh-CN" alt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3"/>
                  </a:ext>
                </a:extLst>
              </a:tr>
              <a:tr h="282857">
                <a:tc>
                  <a:txBody>
                    <a:bodyPr/>
                    <a:lstStyle/>
                    <a:p>
                      <a:pPr algn="l" fontAlgn="ctr"/>
                      <a:r>
                        <a:rPr lang="en-US" sz="1600" u="none" strike="noStrike">
                          <a:effectLst/>
                          <a:latin typeface="Times New Roman" pitchFamily="18" charset="0"/>
                          <a:cs typeface="Times New Roman" pitchFamily="18" charset="0"/>
                        </a:rPr>
                        <a:t>p5</a:t>
                      </a:r>
                      <a:endParaRPr 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18.4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endParaRPr lang="zh-CN" alt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endParaRPr lang="zh-CN" alt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endParaRPr lang="zh-CN" alt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4"/>
                  </a:ext>
                </a:extLst>
              </a:tr>
              <a:tr h="282857">
                <a:tc>
                  <a:txBody>
                    <a:bodyPr/>
                    <a:lstStyle/>
                    <a:p>
                      <a:pPr algn="l" fontAlgn="ctr"/>
                      <a:r>
                        <a:rPr lang="en-US" sz="1600" u="none" strike="noStrike">
                          <a:effectLst/>
                          <a:latin typeface="Times New Roman" pitchFamily="18" charset="0"/>
                          <a:cs typeface="Times New Roman" pitchFamily="18" charset="0"/>
                        </a:rPr>
                        <a:t>p3</a:t>
                      </a:r>
                      <a:endParaRPr 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endParaRPr lang="zh-CN" alt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endParaRPr lang="zh-CN" alt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endParaRPr lang="zh-CN" alt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5"/>
                  </a:ext>
                </a:extLst>
              </a:tr>
              <a:tr h="282857">
                <a:tc>
                  <a:txBody>
                    <a:bodyPr/>
                    <a:lstStyle/>
                    <a:p>
                      <a:pPr algn="l" fontAlgn="ctr"/>
                      <a:r>
                        <a:rPr lang="en-US" sz="1600" u="none" strike="noStrike">
                          <a:effectLst/>
                          <a:latin typeface="Times New Roman" pitchFamily="18" charset="0"/>
                          <a:cs typeface="Times New Roman" pitchFamily="18" charset="0"/>
                        </a:rPr>
                        <a:t>p6</a:t>
                      </a:r>
                      <a:endParaRPr 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20.6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027978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wipe(down)">
                                      <p:cBhvr>
                                        <p:cTn id="7"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6466" name="Rectangle 2"/>
          <p:cNvSpPr>
            <a:spLocks noGrp="1" noChangeArrowheads="1"/>
          </p:cNvSpPr>
          <p:nvPr>
            <p:ph type="title"/>
          </p:nvPr>
        </p:nvSpPr>
        <p:spPr/>
        <p:txBody>
          <a:bodyPr/>
          <a:lstStyle/>
          <a:p>
            <a:r>
              <a:rPr lang="en-US" altLang="zh-CN" dirty="0"/>
              <a:t>Cluster</a:t>
            </a:r>
            <a:r>
              <a:rPr lang="zh-CN" altLang="en-US" dirty="0"/>
              <a:t>间的相似性</a:t>
            </a:r>
          </a:p>
        </p:txBody>
      </p:sp>
      <p:sp>
        <p:nvSpPr>
          <p:cNvPr id="22" name="内容占位符 1"/>
          <p:cNvSpPr>
            <a:spLocks noGrp="1"/>
          </p:cNvSpPr>
          <p:nvPr>
            <p:ph idx="1"/>
          </p:nvPr>
        </p:nvSpPr>
        <p:spPr>
          <a:xfrm>
            <a:off x="162765" y="1508790"/>
            <a:ext cx="8917735" cy="4678936"/>
          </a:xfrm>
        </p:spPr>
        <p:txBody>
          <a:bodyPr/>
          <a:lstStyle/>
          <a:p>
            <a:r>
              <a:rPr lang="en-US" altLang="zh-CN" dirty="0"/>
              <a:t>MIN</a:t>
            </a:r>
            <a:r>
              <a:rPr lang="zh-CN" altLang="en-US" dirty="0"/>
              <a:t>（单链）</a:t>
            </a:r>
            <a:endParaRPr lang="en-US" altLang="zh-CN" dirty="0"/>
          </a:p>
          <a:p>
            <a:pPr lvl="1"/>
            <a:r>
              <a:rPr lang="zh-CN" altLang="en-US" dirty="0"/>
              <a:t>单链技术可以处理非椭圆形状的簇</a:t>
            </a:r>
            <a:endParaRPr lang="en-US" altLang="zh-CN" dirty="0"/>
          </a:p>
          <a:p>
            <a:pPr lvl="1"/>
            <a:endParaRPr lang="zh-CN" altLang="en-US" dirty="0"/>
          </a:p>
        </p:txBody>
      </p:sp>
      <p:pic>
        <p:nvPicPr>
          <p:cNvPr id="50" name="Picture 6"/>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5220000" y="3055500"/>
            <a:ext cx="3240000" cy="2429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 name="Picture 7"/>
          <p:cNvPicPr>
            <a:picLocks noChangeAspect="1" noChangeArrowheads="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bwMode="auto">
          <a:xfrm>
            <a:off x="720000" y="3055500"/>
            <a:ext cx="3240000" cy="2429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1028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6466" name="Rectangle 2"/>
          <p:cNvSpPr>
            <a:spLocks noGrp="1" noChangeArrowheads="1"/>
          </p:cNvSpPr>
          <p:nvPr>
            <p:ph type="title"/>
          </p:nvPr>
        </p:nvSpPr>
        <p:spPr/>
        <p:txBody>
          <a:bodyPr/>
          <a:lstStyle/>
          <a:p>
            <a:r>
              <a:rPr lang="en-US" altLang="zh-CN" dirty="0"/>
              <a:t>Cluster</a:t>
            </a:r>
            <a:r>
              <a:rPr lang="zh-CN" altLang="en-US" dirty="0"/>
              <a:t>间的相似性</a:t>
            </a:r>
          </a:p>
        </p:txBody>
      </p:sp>
      <p:sp>
        <p:nvSpPr>
          <p:cNvPr id="22" name="内容占位符 1"/>
          <p:cNvSpPr>
            <a:spLocks noGrp="1"/>
          </p:cNvSpPr>
          <p:nvPr>
            <p:ph idx="1"/>
          </p:nvPr>
        </p:nvSpPr>
        <p:spPr>
          <a:xfrm>
            <a:off x="162765" y="1508790"/>
            <a:ext cx="8917735" cy="4678936"/>
          </a:xfrm>
        </p:spPr>
        <p:txBody>
          <a:bodyPr/>
          <a:lstStyle/>
          <a:p>
            <a:r>
              <a:rPr lang="en-US" altLang="zh-CN" dirty="0"/>
              <a:t>MIN</a:t>
            </a:r>
            <a:r>
              <a:rPr lang="zh-CN" altLang="en-US" dirty="0"/>
              <a:t>（单链）</a:t>
            </a:r>
            <a:endParaRPr lang="en-US" altLang="zh-CN" dirty="0"/>
          </a:p>
          <a:p>
            <a:pPr lvl="1"/>
            <a:r>
              <a:rPr lang="zh-CN" altLang="en-US" dirty="0"/>
              <a:t>单链技术可以处理非椭圆形状的簇</a:t>
            </a:r>
            <a:endParaRPr lang="en-US" altLang="zh-CN" dirty="0"/>
          </a:p>
          <a:p>
            <a:pPr lvl="1"/>
            <a:r>
              <a:rPr lang="zh-CN" altLang="en-US" dirty="0"/>
              <a:t>但对噪音和离群点很敏感</a:t>
            </a:r>
          </a:p>
          <a:p>
            <a:pPr lvl="1"/>
            <a:endParaRPr lang="en-US" altLang="zh-CN" dirty="0"/>
          </a:p>
          <a:p>
            <a:pPr lvl="1"/>
            <a:endParaRPr lang="zh-CN" altLang="en-US" dirty="0"/>
          </a:p>
        </p:txBody>
      </p:sp>
      <p:pic>
        <p:nvPicPr>
          <p:cNvPr id="6" name="Picture 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1066800" y="3056914"/>
            <a:ext cx="3240000" cy="2429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7"/>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5220000" y="3056914"/>
            <a:ext cx="3240000" cy="2429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42505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6466" name="Rectangle 2"/>
          <p:cNvSpPr>
            <a:spLocks noGrp="1" noChangeArrowheads="1"/>
          </p:cNvSpPr>
          <p:nvPr>
            <p:ph type="title"/>
          </p:nvPr>
        </p:nvSpPr>
        <p:spPr/>
        <p:txBody>
          <a:bodyPr/>
          <a:lstStyle/>
          <a:p>
            <a:r>
              <a:rPr lang="en-US" altLang="zh-CN" dirty="0"/>
              <a:t>Cluster</a:t>
            </a:r>
            <a:r>
              <a:rPr lang="zh-CN" altLang="en-US" dirty="0"/>
              <a:t>间的相似性</a:t>
            </a:r>
          </a:p>
        </p:txBody>
      </p:sp>
      <p:grpSp>
        <p:nvGrpSpPr>
          <p:cNvPr id="2" name="组合 1"/>
          <p:cNvGrpSpPr/>
          <p:nvPr/>
        </p:nvGrpSpPr>
        <p:grpSpPr>
          <a:xfrm>
            <a:off x="6228001" y="841500"/>
            <a:ext cx="2530277" cy="2786826"/>
            <a:chOff x="6336863" y="71936"/>
            <a:chExt cx="2530277" cy="2786826"/>
          </a:xfrm>
        </p:grpSpPr>
        <p:sp>
          <p:nvSpPr>
            <p:cNvPr id="1726494" name="Text Box 30"/>
            <p:cNvSpPr txBox="1">
              <a:spLocks noChangeArrowheads="1"/>
            </p:cNvSpPr>
            <p:nvPr/>
          </p:nvSpPr>
          <p:spPr bwMode="auto">
            <a:xfrm>
              <a:off x="7270051" y="1310610"/>
              <a:ext cx="8398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zh-CN" dirty="0">
                  <a:solidFill>
                    <a:srgbClr val="C00000"/>
                  </a:solidFill>
                  <a:latin typeface="华文细黑" pitchFamily="2" charset="-122"/>
                  <a:ea typeface="华文细黑" pitchFamily="2" charset="-122"/>
                </a:rPr>
                <a:t>MAX</a:t>
              </a:r>
            </a:p>
          </p:txBody>
        </p:sp>
        <p:sp>
          <p:nvSpPr>
            <p:cNvPr id="33" name="Line 39"/>
            <p:cNvSpPr>
              <a:spLocks noChangeShapeType="1"/>
            </p:cNvSpPr>
            <p:nvPr/>
          </p:nvSpPr>
          <p:spPr bwMode="auto">
            <a:xfrm>
              <a:off x="6474438" y="1058562"/>
              <a:ext cx="1948522" cy="1152128"/>
            </a:xfrm>
            <a:prstGeom prst="line">
              <a:avLst/>
            </a:prstGeom>
            <a:noFill/>
            <a:ln w="25400">
              <a:solidFill>
                <a:srgbClr val="C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 name="组合 5"/>
            <p:cNvGrpSpPr/>
            <p:nvPr/>
          </p:nvGrpSpPr>
          <p:grpSpPr>
            <a:xfrm>
              <a:off x="7253574" y="1531064"/>
              <a:ext cx="1613566" cy="1327698"/>
              <a:chOff x="1559601" y="1741262"/>
              <a:chExt cx="1613566" cy="1327698"/>
            </a:xfrm>
          </p:grpSpPr>
          <p:sp>
            <p:nvSpPr>
              <p:cNvPr id="7" name="菱形 6"/>
              <p:cNvSpPr/>
              <p:nvPr/>
            </p:nvSpPr>
            <p:spPr>
              <a:xfrm>
                <a:off x="2109900" y="2060848"/>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8" name="菱形 7"/>
              <p:cNvSpPr/>
              <p:nvPr/>
            </p:nvSpPr>
            <p:spPr>
              <a:xfrm>
                <a:off x="2728987" y="2420888"/>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9" name="TextBox 8"/>
              <p:cNvSpPr txBox="1"/>
              <p:nvPr/>
            </p:nvSpPr>
            <p:spPr>
              <a:xfrm>
                <a:off x="2128773" y="1794302"/>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3</a:t>
                </a:r>
                <a:endParaRPr lang="zh-CN" altLang="en-US" sz="1600" dirty="0">
                  <a:latin typeface="Arial Unicode MS" pitchFamily="34" charset="-122"/>
                  <a:ea typeface="Arial Unicode MS" pitchFamily="34" charset="-122"/>
                  <a:cs typeface="Arial Unicode MS" pitchFamily="34" charset="-122"/>
                </a:endParaRPr>
              </a:p>
            </p:txBody>
          </p:sp>
          <p:sp>
            <p:nvSpPr>
              <p:cNvPr id="10" name="TextBox 9"/>
              <p:cNvSpPr txBox="1"/>
              <p:nvPr/>
            </p:nvSpPr>
            <p:spPr>
              <a:xfrm>
                <a:off x="2775301" y="2204864"/>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6</a:t>
                </a:r>
                <a:endParaRPr lang="zh-CN" altLang="en-US" sz="1600" dirty="0">
                  <a:latin typeface="Arial Unicode MS" pitchFamily="34" charset="-122"/>
                  <a:ea typeface="Arial Unicode MS" pitchFamily="34" charset="-122"/>
                  <a:cs typeface="Arial Unicode MS" pitchFamily="34" charset="-122"/>
                </a:endParaRPr>
              </a:p>
            </p:txBody>
          </p:sp>
          <p:sp>
            <p:nvSpPr>
              <p:cNvPr id="11" name="菱形 10"/>
              <p:cNvSpPr/>
              <p:nvPr/>
            </p:nvSpPr>
            <p:spPr>
              <a:xfrm>
                <a:off x="1559601" y="2924944"/>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2" name="TextBox 11"/>
              <p:cNvSpPr txBox="1"/>
              <p:nvPr/>
            </p:nvSpPr>
            <p:spPr>
              <a:xfrm>
                <a:off x="1647261" y="2658398"/>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4</a:t>
                </a:r>
                <a:endParaRPr lang="zh-CN" altLang="en-US" sz="1600" dirty="0">
                  <a:latin typeface="Arial Unicode MS" pitchFamily="34" charset="-122"/>
                  <a:ea typeface="Arial Unicode MS" pitchFamily="34" charset="-122"/>
                  <a:cs typeface="Arial Unicode MS" pitchFamily="34" charset="-122"/>
                </a:endParaRPr>
              </a:p>
            </p:txBody>
          </p:sp>
          <p:sp>
            <p:nvSpPr>
              <p:cNvPr id="13" name="椭圆 150"/>
              <p:cNvSpPr/>
              <p:nvPr/>
            </p:nvSpPr>
            <p:spPr>
              <a:xfrm rot="3290537">
                <a:off x="2022234" y="1899988"/>
                <a:ext cx="1089952" cy="772499"/>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 name="connsiteX0" fmla="*/ 18564 w 976213"/>
                  <a:gd name="connsiteY0" fmla="*/ 1584058 h 3079356"/>
                  <a:gd name="connsiteX1" fmla="*/ 109752 w 976213"/>
                  <a:gd name="connsiteY1" fmla="*/ 477572 h 3079356"/>
                  <a:gd name="connsiteX2" fmla="*/ 491500 w 976213"/>
                  <a:gd name="connsiteY2" fmla="*/ 73 h 3079356"/>
                  <a:gd name="connsiteX3" fmla="*/ 880247 w 976213"/>
                  <a:gd name="connsiteY3" fmla="*/ 451467 h 3079356"/>
                  <a:gd name="connsiteX4" fmla="*/ 964436 w 976213"/>
                  <a:gd name="connsiteY4" fmla="*/ 1584058 h 3079356"/>
                  <a:gd name="connsiteX5" fmla="*/ 780706 w 976213"/>
                  <a:gd name="connsiteY5" fmla="*/ 2657096 h 3079356"/>
                  <a:gd name="connsiteX6" fmla="*/ 340923 w 976213"/>
                  <a:gd name="connsiteY6" fmla="*/ 3079237 h 3079356"/>
                  <a:gd name="connsiteX7" fmla="*/ 48387 w 976213"/>
                  <a:gd name="connsiteY7" fmla="*/ 2626099 h 3079356"/>
                  <a:gd name="connsiteX8" fmla="*/ 18564 w 976213"/>
                  <a:gd name="connsiteY8" fmla="*/ 1584058 h 3079356"/>
                  <a:gd name="connsiteX0" fmla="*/ 18564 w 976213"/>
                  <a:gd name="connsiteY0" fmla="*/ 1584058 h 3022333"/>
                  <a:gd name="connsiteX1" fmla="*/ 109752 w 976213"/>
                  <a:gd name="connsiteY1" fmla="*/ 477572 h 3022333"/>
                  <a:gd name="connsiteX2" fmla="*/ 491500 w 976213"/>
                  <a:gd name="connsiteY2" fmla="*/ 73 h 3022333"/>
                  <a:gd name="connsiteX3" fmla="*/ 880247 w 976213"/>
                  <a:gd name="connsiteY3" fmla="*/ 451467 h 3022333"/>
                  <a:gd name="connsiteX4" fmla="*/ 964436 w 976213"/>
                  <a:gd name="connsiteY4" fmla="*/ 1584058 h 3022333"/>
                  <a:gd name="connsiteX5" fmla="*/ 780706 w 976213"/>
                  <a:gd name="connsiteY5" fmla="*/ 2657096 h 3022333"/>
                  <a:gd name="connsiteX6" fmla="*/ 466138 w 976213"/>
                  <a:gd name="connsiteY6" fmla="*/ 3022154 h 3022333"/>
                  <a:gd name="connsiteX7" fmla="*/ 48387 w 976213"/>
                  <a:gd name="connsiteY7" fmla="*/ 2626099 h 3022333"/>
                  <a:gd name="connsiteX8" fmla="*/ 18564 w 976213"/>
                  <a:gd name="connsiteY8" fmla="*/ 1584058 h 3022333"/>
                  <a:gd name="connsiteX0" fmla="*/ 1175 w 958824"/>
                  <a:gd name="connsiteY0" fmla="*/ 1584058 h 3044396"/>
                  <a:gd name="connsiteX1" fmla="*/ 92363 w 958824"/>
                  <a:gd name="connsiteY1" fmla="*/ 477572 h 3044396"/>
                  <a:gd name="connsiteX2" fmla="*/ 474111 w 958824"/>
                  <a:gd name="connsiteY2" fmla="*/ 73 h 3044396"/>
                  <a:gd name="connsiteX3" fmla="*/ 862858 w 958824"/>
                  <a:gd name="connsiteY3" fmla="*/ 451467 h 3044396"/>
                  <a:gd name="connsiteX4" fmla="*/ 947047 w 958824"/>
                  <a:gd name="connsiteY4" fmla="*/ 1584058 h 3044396"/>
                  <a:gd name="connsiteX5" fmla="*/ 763317 w 958824"/>
                  <a:gd name="connsiteY5" fmla="*/ 2657096 h 3044396"/>
                  <a:gd name="connsiteX6" fmla="*/ 448749 w 958824"/>
                  <a:gd name="connsiteY6" fmla="*/ 3022154 h 3044396"/>
                  <a:gd name="connsiteX7" fmla="*/ 131142 w 958824"/>
                  <a:gd name="connsiteY7" fmla="*/ 2122422 h 3044396"/>
                  <a:gd name="connsiteX8" fmla="*/ 1175 w 958824"/>
                  <a:gd name="connsiteY8" fmla="*/ 1584058 h 3044396"/>
                  <a:gd name="connsiteX0" fmla="*/ 6125 w 927920"/>
                  <a:gd name="connsiteY0" fmla="*/ 1023420 h 3044396"/>
                  <a:gd name="connsiteX1" fmla="*/ 61459 w 927920"/>
                  <a:gd name="connsiteY1" fmla="*/ 477572 h 3044396"/>
                  <a:gd name="connsiteX2" fmla="*/ 443207 w 927920"/>
                  <a:gd name="connsiteY2" fmla="*/ 73 h 3044396"/>
                  <a:gd name="connsiteX3" fmla="*/ 831954 w 927920"/>
                  <a:gd name="connsiteY3" fmla="*/ 451467 h 3044396"/>
                  <a:gd name="connsiteX4" fmla="*/ 916143 w 927920"/>
                  <a:gd name="connsiteY4" fmla="*/ 1584058 h 3044396"/>
                  <a:gd name="connsiteX5" fmla="*/ 732413 w 927920"/>
                  <a:gd name="connsiteY5" fmla="*/ 2657096 h 3044396"/>
                  <a:gd name="connsiteX6" fmla="*/ 417845 w 927920"/>
                  <a:gd name="connsiteY6" fmla="*/ 3022154 h 3044396"/>
                  <a:gd name="connsiteX7" fmla="*/ 100238 w 927920"/>
                  <a:gd name="connsiteY7" fmla="*/ 2122422 h 3044396"/>
                  <a:gd name="connsiteX8" fmla="*/ 6125 w 927920"/>
                  <a:gd name="connsiteY8" fmla="*/ 1023420 h 3044396"/>
                  <a:gd name="connsiteX0" fmla="*/ 6125 w 927920"/>
                  <a:gd name="connsiteY0" fmla="*/ 762296 h 2783272"/>
                  <a:gd name="connsiteX1" fmla="*/ 61459 w 927920"/>
                  <a:gd name="connsiteY1" fmla="*/ 216448 h 2783272"/>
                  <a:gd name="connsiteX2" fmla="*/ 539850 w 927920"/>
                  <a:gd name="connsiteY2" fmla="*/ 16843 h 2783272"/>
                  <a:gd name="connsiteX3" fmla="*/ 831954 w 927920"/>
                  <a:gd name="connsiteY3" fmla="*/ 190343 h 2783272"/>
                  <a:gd name="connsiteX4" fmla="*/ 916143 w 927920"/>
                  <a:gd name="connsiteY4" fmla="*/ 1322934 h 2783272"/>
                  <a:gd name="connsiteX5" fmla="*/ 732413 w 927920"/>
                  <a:gd name="connsiteY5" fmla="*/ 2395972 h 2783272"/>
                  <a:gd name="connsiteX6" fmla="*/ 417845 w 927920"/>
                  <a:gd name="connsiteY6" fmla="*/ 2761030 h 2783272"/>
                  <a:gd name="connsiteX7" fmla="*/ 100238 w 927920"/>
                  <a:gd name="connsiteY7" fmla="*/ 1861298 h 2783272"/>
                  <a:gd name="connsiteX8" fmla="*/ 6125 w 927920"/>
                  <a:gd name="connsiteY8" fmla="*/ 762296 h 2783272"/>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834817 h 2855793"/>
                  <a:gd name="connsiteX1" fmla="*/ 61459 w 939044"/>
                  <a:gd name="connsiteY1" fmla="*/ 288969 h 2855793"/>
                  <a:gd name="connsiteX2" fmla="*/ 534836 w 939044"/>
                  <a:gd name="connsiteY2" fmla="*/ 45 h 2855793"/>
                  <a:gd name="connsiteX3" fmla="*/ 876256 w 939044"/>
                  <a:gd name="connsiteY3" fmla="*/ 296918 h 2855793"/>
                  <a:gd name="connsiteX4" fmla="*/ 916143 w 939044"/>
                  <a:gd name="connsiteY4" fmla="*/ 1395455 h 2855793"/>
                  <a:gd name="connsiteX5" fmla="*/ 732413 w 939044"/>
                  <a:gd name="connsiteY5" fmla="*/ 2468493 h 2855793"/>
                  <a:gd name="connsiteX6" fmla="*/ 417845 w 939044"/>
                  <a:gd name="connsiteY6" fmla="*/ 2833551 h 2855793"/>
                  <a:gd name="connsiteX7" fmla="*/ 100238 w 939044"/>
                  <a:gd name="connsiteY7" fmla="*/ 1933819 h 2855793"/>
                  <a:gd name="connsiteX8" fmla="*/ 6125 w 939044"/>
                  <a:gd name="connsiteY8" fmla="*/ 834817 h 2855793"/>
                  <a:gd name="connsiteX0" fmla="*/ 8111 w 941030"/>
                  <a:gd name="connsiteY0" fmla="*/ 839858 h 2860834"/>
                  <a:gd name="connsiteX1" fmla="*/ 263598 w 941030"/>
                  <a:gd name="connsiteY1" fmla="*/ 239230 h 2860834"/>
                  <a:gd name="connsiteX2" fmla="*/ 536822 w 941030"/>
                  <a:gd name="connsiteY2" fmla="*/ 5086 h 2860834"/>
                  <a:gd name="connsiteX3" fmla="*/ 878242 w 941030"/>
                  <a:gd name="connsiteY3" fmla="*/ 301959 h 2860834"/>
                  <a:gd name="connsiteX4" fmla="*/ 918129 w 941030"/>
                  <a:gd name="connsiteY4" fmla="*/ 1400496 h 2860834"/>
                  <a:gd name="connsiteX5" fmla="*/ 734399 w 941030"/>
                  <a:gd name="connsiteY5" fmla="*/ 2473534 h 2860834"/>
                  <a:gd name="connsiteX6" fmla="*/ 419831 w 941030"/>
                  <a:gd name="connsiteY6" fmla="*/ 2838592 h 2860834"/>
                  <a:gd name="connsiteX7" fmla="*/ 102224 w 941030"/>
                  <a:gd name="connsiteY7" fmla="*/ 1938860 h 2860834"/>
                  <a:gd name="connsiteX8" fmla="*/ 8111 w 941030"/>
                  <a:gd name="connsiteY8" fmla="*/ 839858 h 2860834"/>
                  <a:gd name="connsiteX0" fmla="*/ 17831 w 903494"/>
                  <a:gd name="connsiteY0" fmla="*/ 660008 h 2860834"/>
                  <a:gd name="connsiteX1" fmla="*/ 226062 w 903494"/>
                  <a:gd name="connsiteY1" fmla="*/ 239230 h 2860834"/>
                  <a:gd name="connsiteX2" fmla="*/ 499286 w 903494"/>
                  <a:gd name="connsiteY2" fmla="*/ 5086 h 2860834"/>
                  <a:gd name="connsiteX3" fmla="*/ 840706 w 903494"/>
                  <a:gd name="connsiteY3" fmla="*/ 301959 h 2860834"/>
                  <a:gd name="connsiteX4" fmla="*/ 880593 w 903494"/>
                  <a:gd name="connsiteY4" fmla="*/ 1400496 h 2860834"/>
                  <a:gd name="connsiteX5" fmla="*/ 696863 w 903494"/>
                  <a:gd name="connsiteY5" fmla="*/ 2473534 h 2860834"/>
                  <a:gd name="connsiteX6" fmla="*/ 382295 w 903494"/>
                  <a:gd name="connsiteY6" fmla="*/ 2838592 h 2860834"/>
                  <a:gd name="connsiteX7" fmla="*/ 64688 w 903494"/>
                  <a:gd name="connsiteY7" fmla="*/ 1938860 h 2860834"/>
                  <a:gd name="connsiteX8" fmla="*/ 17831 w 903494"/>
                  <a:gd name="connsiteY8" fmla="*/ 660008 h 2860834"/>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74088 h 2874914"/>
                  <a:gd name="connsiteX1" fmla="*/ 227828 w 903612"/>
                  <a:gd name="connsiteY1" fmla="*/ 171626 h 2874914"/>
                  <a:gd name="connsiteX2" fmla="*/ 499404 w 903612"/>
                  <a:gd name="connsiteY2" fmla="*/ 19166 h 2874914"/>
                  <a:gd name="connsiteX3" fmla="*/ 840824 w 903612"/>
                  <a:gd name="connsiteY3" fmla="*/ 316039 h 2874914"/>
                  <a:gd name="connsiteX4" fmla="*/ 880711 w 903612"/>
                  <a:gd name="connsiteY4" fmla="*/ 1414576 h 2874914"/>
                  <a:gd name="connsiteX5" fmla="*/ 696981 w 903612"/>
                  <a:gd name="connsiteY5" fmla="*/ 2487614 h 2874914"/>
                  <a:gd name="connsiteX6" fmla="*/ 382413 w 903612"/>
                  <a:gd name="connsiteY6" fmla="*/ 2852672 h 2874914"/>
                  <a:gd name="connsiteX7" fmla="*/ 64806 w 903612"/>
                  <a:gd name="connsiteY7" fmla="*/ 1952940 h 2874914"/>
                  <a:gd name="connsiteX8" fmla="*/ 17949 w 903612"/>
                  <a:gd name="connsiteY8" fmla="*/ 674088 h 2874914"/>
                  <a:gd name="connsiteX0" fmla="*/ 26925 w 891376"/>
                  <a:gd name="connsiteY0" fmla="*/ 717064 h 2874914"/>
                  <a:gd name="connsiteX1" fmla="*/ 215592 w 891376"/>
                  <a:gd name="connsiteY1" fmla="*/ 171626 h 2874914"/>
                  <a:gd name="connsiteX2" fmla="*/ 487168 w 891376"/>
                  <a:gd name="connsiteY2" fmla="*/ 19166 h 2874914"/>
                  <a:gd name="connsiteX3" fmla="*/ 828588 w 891376"/>
                  <a:gd name="connsiteY3" fmla="*/ 316039 h 2874914"/>
                  <a:gd name="connsiteX4" fmla="*/ 868475 w 891376"/>
                  <a:gd name="connsiteY4" fmla="*/ 1414576 h 2874914"/>
                  <a:gd name="connsiteX5" fmla="*/ 684745 w 891376"/>
                  <a:gd name="connsiteY5" fmla="*/ 2487614 h 2874914"/>
                  <a:gd name="connsiteX6" fmla="*/ 370177 w 891376"/>
                  <a:gd name="connsiteY6" fmla="*/ 2852672 h 2874914"/>
                  <a:gd name="connsiteX7" fmla="*/ 52570 w 891376"/>
                  <a:gd name="connsiteY7" fmla="*/ 1952940 h 2874914"/>
                  <a:gd name="connsiteX8" fmla="*/ 26925 w 891376"/>
                  <a:gd name="connsiteY8" fmla="*/ 717064 h 2874914"/>
                  <a:gd name="connsiteX0" fmla="*/ 47530 w 911981"/>
                  <a:gd name="connsiteY0" fmla="*/ 717064 h 2874914"/>
                  <a:gd name="connsiteX1" fmla="*/ 236197 w 911981"/>
                  <a:gd name="connsiteY1" fmla="*/ 171626 h 2874914"/>
                  <a:gd name="connsiteX2" fmla="*/ 507773 w 911981"/>
                  <a:gd name="connsiteY2" fmla="*/ 19166 h 2874914"/>
                  <a:gd name="connsiteX3" fmla="*/ 849193 w 911981"/>
                  <a:gd name="connsiteY3" fmla="*/ 316039 h 2874914"/>
                  <a:gd name="connsiteX4" fmla="*/ 889080 w 911981"/>
                  <a:gd name="connsiteY4" fmla="*/ 1414576 h 2874914"/>
                  <a:gd name="connsiteX5" fmla="*/ 705350 w 911981"/>
                  <a:gd name="connsiteY5" fmla="*/ 2487614 h 2874914"/>
                  <a:gd name="connsiteX6" fmla="*/ 390782 w 911981"/>
                  <a:gd name="connsiteY6" fmla="*/ 2852672 h 2874914"/>
                  <a:gd name="connsiteX7" fmla="*/ 73175 w 911981"/>
                  <a:gd name="connsiteY7" fmla="*/ 1952940 h 2874914"/>
                  <a:gd name="connsiteX8" fmla="*/ 47530 w 911981"/>
                  <a:gd name="connsiteY8" fmla="*/ 717064 h 2874914"/>
                  <a:gd name="connsiteX0" fmla="*/ 27966 w 892417"/>
                  <a:gd name="connsiteY0" fmla="*/ 717064 h 2874914"/>
                  <a:gd name="connsiteX1" fmla="*/ 216633 w 892417"/>
                  <a:gd name="connsiteY1" fmla="*/ 171626 h 2874914"/>
                  <a:gd name="connsiteX2" fmla="*/ 488209 w 892417"/>
                  <a:gd name="connsiteY2" fmla="*/ 19166 h 2874914"/>
                  <a:gd name="connsiteX3" fmla="*/ 829629 w 892417"/>
                  <a:gd name="connsiteY3" fmla="*/ 316039 h 2874914"/>
                  <a:gd name="connsiteX4" fmla="*/ 869516 w 892417"/>
                  <a:gd name="connsiteY4" fmla="*/ 1414576 h 2874914"/>
                  <a:gd name="connsiteX5" fmla="*/ 685786 w 892417"/>
                  <a:gd name="connsiteY5" fmla="*/ 2487614 h 2874914"/>
                  <a:gd name="connsiteX6" fmla="*/ 371218 w 892417"/>
                  <a:gd name="connsiteY6" fmla="*/ 2852672 h 2874914"/>
                  <a:gd name="connsiteX7" fmla="*/ 53611 w 892417"/>
                  <a:gd name="connsiteY7" fmla="*/ 1952940 h 2874914"/>
                  <a:gd name="connsiteX8" fmla="*/ 27966 w 892417"/>
                  <a:gd name="connsiteY8" fmla="*/ 717064 h 2874914"/>
                  <a:gd name="connsiteX0" fmla="*/ 12170 w 876621"/>
                  <a:gd name="connsiteY0" fmla="*/ 717064 h 2882802"/>
                  <a:gd name="connsiteX1" fmla="*/ 200837 w 876621"/>
                  <a:gd name="connsiteY1" fmla="*/ 171626 h 2882802"/>
                  <a:gd name="connsiteX2" fmla="*/ 472413 w 876621"/>
                  <a:gd name="connsiteY2" fmla="*/ 19166 h 2882802"/>
                  <a:gd name="connsiteX3" fmla="*/ 813833 w 876621"/>
                  <a:gd name="connsiteY3" fmla="*/ 316039 h 2882802"/>
                  <a:gd name="connsiteX4" fmla="*/ 853720 w 876621"/>
                  <a:gd name="connsiteY4" fmla="*/ 1414576 h 2882802"/>
                  <a:gd name="connsiteX5" fmla="*/ 669990 w 876621"/>
                  <a:gd name="connsiteY5" fmla="*/ 2487614 h 2882802"/>
                  <a:gd name="connsiteX6" fmla="*/ 355422 w 876621"/>
                  <a:gd name="connsiteY6" fmla="*/ 2852672 h 2882802"/>
                  <a:gd name="connsiteX7" fmla="*/ 70151 w 876621"/>
                  <a:gd name="connsiteY7" fmla="*/ 1821981 h 2882802"/>
                  <a:gd name="connsiteX8" fmla="*/ 12170 w 87662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35559 w 900010"/>
                  <a:gd name="connsiteY0" fmla="*/ 717064 h 2882802"/>
                  <a:gd name="connsiteX1" fmla="*/ 224226 w 900010"/>
                  <a:gd name="connsiteY1" fmla="*/ 171626 h 2882802"/>
                  <a:gd name="connsiteX2" fmla="*/ 495802 w 900010"/>
                  <a:gd name="connsiteY2" fmla="*/ 19166 h 2882802"/>
                  <a:gd name="connsiteX3" fmla="*/ 837222 w 900010"/>
                  <a:gd name="connsiteY3" fmla="*/ 316039 h 2882802"/>
                  <a:gd name="connsiteX4" fmla="*/ 877109 w 900010"/>
                  <a:gd name="connsiteY4" fmla="*/ 1414576 h 2882802"/>
                  <a:gd name="connsiteX5" fmla="*/ 693379 w 900010"/>
                  <a:gd name="connsiteY5" fmla="*/ 2487614 h 2882802"/>
                  <a:gd name="connsiteX6" fmla="*/ 378811 w 900010"/>
                  <a:gd name="connsiteY6" fmla="*/ 2852672 h 2882802"/>
                  <a:gd name="connsiteX7" fmla="*/ 93540 w 900010"/>
                  <a:gd name="connsiteY7" fmla="*/ 1821981 h 2882802"/>
                  <a:gd name="connsiteX8" fmla="*/ 35559 w 900010"/>
                  <a:gd name="connsiteY8" fmla="*/ 717064 h 2882802"/>
                  <a:gd name="connsiteX0" fmla="*/ 26171 w 890622"/>
                  <a:gd name="connsiteY0" fmla="*/ 717064 h 2882802"/>
                  <a:gd name="connsiteX1" fmla="*/ 214838 w 890622"/>
                  <a:gd name="connsiteY1" fmla="*/ 171626 h 2882802"/>
                  <a:gd name="connsiteX2" fmla="*/ 486414 w 890622"/>
                  <a:gd name="connsiteY2" fmla="*/ 19166 h 2882802"/>
                  <a:gd name="connsiteX3" fmla="*/ 827834 w 890622"/>
                  <a:gd name="connsiteY3" fmla="*/ 316039 h 2882802"/>
                  <a:gd name="connsiteX4" fmla="*/ 867721 w 890622"/>
                  <a:gd name="connsiteY4" fmla="*/ 1414576 h 2882802"/>
                  <a:gd name="connsiteX5" fmla="*/ 683991 w 890622"/>
                  <a:gd name="connsiteY5" fmla="*/ 2487614 h 2882802"/>
                  <a:gd name="connsiteX6" fmla="*/ 369423 w 890622"/>
                  <a:gd name="connsiteY6" fmla="*/ 2852672 h 2882802"/>
                  <a:gd name="connsiteX7" fmla="*/ 84152 w 890622"/>
                  <a:gd name="connsiteY7" fmla="*/ 1821981 h 2882802"/>
                  <a:gd name="connsiteX8" fmla="*/ 26171 w 890622"/>
                  <a:gd name="connsiteY8" fmla="*/ 717064 h 2882802"/>
                  <a:gd name="connsiteX0" fmla="*/ 29461 w 893912"/>
                  <a:gd name="connsiteY0" fmla="*/ 717064 h 2882802"/>
                  <a:gd name="connsiteX1" fmla="*/ 218128 w 893912"/>
                  <a:gd name="connsiteY1" fmla="*/ 171626 h 2882802"/>
                  <a:gd name="connsiteX2" fmla="*/ 489704 w 893912"/>
                  <a:gd name="connsiteY2" fmla="*/ 19166 h 2882802"/>
                  <a:gd name="connsiteX3" fmla="*/ 831124 w 893912"/>
                  <a:gd name="connsiteY3" fmla="*/ 316039 h 2882802"/>
                  <a:gd name="connsiteX4" fmla="*/ 871011 w 893912"/>
                  <a:gd name="connsiteY4" fmla="*/ 1414576 h 2882802"/>
                  <a:gd name="connsiteX5" fmla="*/ 687281 w 893912"/>
                  <a:gd name="connsiteY5" fmla="*/ 2487614 h 2882802"/>
                  <a:gd name="connsiteX6" fmla="*/ 372713 w 893912"/>
                  <a:gd name="connsiteY6" fmla="*/ 2852672 h 2882802"/>
                  <a:gd name="connsiteX7" fmla="*/ 87442 w 893912"/>
                  <a:gd name="connsiteY7" fmla="*/ 1821981 h 2882802"/>
                  <a:gd name="connsiteX8" fmla="*/ 29461 w 893912"/>
                  <a:gd name="connsiteY8" fmla="*/ 717064 h 2882802"/>
                  <a:gd name="connsiteX0" fmla="*/ 25528 w 904861"/>
                  <a:gd name="connsiteY0" fmla="*/ 700008 h 2882802"/>
                  <a:gd name="connsiteX1" fmla="*/ 229077 w 904861"/>
                  <a:gd name="connsiteY1" fmla="*/ 171626 h 2882802"/>
                  <a:gd name="connsiteX2" fmla="*/ 500653 w 904861"/>
                  <a:gd name="connsiteY2" fmla="*/ 19166 h 2882802"/>
                  <a:gd name="connsiteX3" fmla="*/ 842073 w 904861"/>
                  <a:gd name="connsiteY3" fmla="*/ 316039 h 2882802"/>
                  <a:gd name="connsiteX4" fmla="*/ 881960 w 904861"/>
                  <a:gd name="connsiteY4" fmla="*/ 1414576 h 2882802"/>
                  <a:gd name="connsiteX5" fmla="*/ 698230 w 904861"/>
                  <a:gd name="connsiteY5" fmla="*/ 2487614 h 2882802"/>
                  <a:gd name="connsiteX6" fmla="*/ 383662 w 904861"/>
                  <a:gd name="connsiteY6" fmla="*/ 2852672 h 2882802"/>
                  <a:gd name="connsiteX7" fmla="*/ 98391 w 904861"/>
                  <a:gd name="connsiteY7" fmla="*/ 1821981 h 2882802"/>
                  <a:gd name="connsiteX8" fmla="*/ 25528 w 904861"/>
                  <a:gd name="connsiteY8" fmla="*/ 700008 h 2882802"/>
                  <a:gd name="connsiteX0" fmla="*/ 3067 w 882400"/>
                  <a:gd name="connsiteY0" fmla="*/ 700008 h 2882802"/>
                  <a:gd name="connsiteX1" fmla="*/ 206616 w 882400"/>
                  <a:gd name="connsiteY1" fmla="*/ 171626 h 2882802"/>
                  <a:gd name="connsiteX2" fmla="*/ 478192 w 882400"/>
                  <a:gd name="connsiteY2" fmla="*/ 19166 h 2882802"/>
                  <a:gd name="connsiteX3" fmla="*/ 819612 w 882400"/>
                  <a:gd name="connsiteY3" fmla="*/ 316039 h 2882802"/>
                  <a:gd name="connsiteX4" fmla="*/ 859499 w 882400"/>
                  <a:gd name="connsiteY4" fmla="*/ 1414576 h 2882802"/>
                  <a:gd name="connsiteX5" fmla="*/ 675769 w 882400"/>
                  <a:gd name="connsiteY5" fmla="*/ 2487614 h 2882802"/>
                  <a:gd name="connsiteX6" fmla="*/ 361201 w 882400"/>
                  <a:gd name="connsiteY6" fmla="*/ 2852672 h 2882802"/>
                  <a:gd name="connsiteX7" fmla="*/ 75930 w 882400"/>
                  <a:gd name="connsiteY7" fmla="*/ 1821981 h 2882802"/>
                  <a:gd name="connsiteX8" fmla="*/ 3067 w 882400"/>
                  <a:gd name="connsiteY8" fmla="*/ 700008 h 2882802"/>
                  <a:gd name="connsiteX0" fmla="*/ 3067 w 890413"/>
                  <a:gd name="connsiteY0" fmla="*/ 697657 h 2880451"/>
                  <a:gd name="connsiteX1" fmla="*/ 206616 w 890413"/>
                  <a:gd name="connsiteY1" fmla="*/ 169275 h 2880451"/>
                  <a:gd name="connsiteX2" fmla="*/ 478192 w 890413"/>
                  <a:gd name="connsiteY2" fmla="*/ 16815 h 2880451"/>
                  <a:gd name="connsiteX3" fmla="*/ 837597 w 890413"/>
                  <a:gd name="connsiteY3" fmla="*/ 181227 h 2880451"/>
                  <a:gd name="connsiteX4" fmla="*/ 859499 w 890413"/>
                  <a:gd name="connsiteY4" fmla="*/ 1412225 h 2880451"/>
                  <a:gd name="connsiteX5" fmla="*/ 675769 w 890413"/>
                  <a:gd name="connsiteY5" fmla="*/ 2485263 h 2880451"/>
                  <a:gd name="connsiteX6" fmla="*/ 361201 w 890413"/>
                  <a:gd name="connsiteY6" fmla="*/ 2850321 h 2880451"/>
                  <a:gd name="connsiteX7" fmla="*/ 75930 w 890413"/>
                  <a:gd name="connsiteY7" fmla="*/ 1819630 h 2880451"/>
                  <a:gd name="connsiteX8" fmla="*/ 3067 w 890413"/>
                  <a:gd name="connsiteY8" fmla="*/ 697657 h 2880451"/>
                  <a:gd name="connsiteX0" fmla="*/ 3067 w 890413"/>
                  <a:gd name="connsiteY0" fmla="*/ 747934 h 2930728"/>
                  <a:gd name="connsiteX1" fmla="*/ 206616 w 890413"/>
                  <a:gd name="connsiteY1" fmla="*/ 219552 h 2930728"/>
                  <a:gd name="connsiteX2" fmla="*/ 490783 w 890413"/>
                  <a:gd name="connsiteY2" fmla="*/ 356 h 2930728"/>
                  <a:gd name="connsiteX3" fmla="*/ 837597 w 890413"/>
                  <a:gd name="connsiteY3" fmla="*/ 231504 h 2930728"/>
                  <a:gd name="connsiteX4" fmla="*/ 859499 w 890413"/>
                  <a:gd name="connsiteY4" fmla="*/ 1462502 h 2930728"/>
                  <a:gd name="connsiteX5" fmla="*/ 675769 w 890413"/>
                  <a:gd name="connsiteY5" fmla="*/ 2535540 h 2930728"/>
                  <a:gd name="connsiteX6" fmla="*/ 361201 w 890413"/>
                  <a:gd name="connsiteY6" fmla="*/ 2900598 h 2930728"/>
                  <a:gd name="connsiteX7" fmla="*/ 75930 w 890413"/>
                  <a:gd name="connsiteY7" fmla="*/ 1869907 h 2930728"/>
                  <a:gd name="connsiteX8" fmla="*/ 3067 w 890413"/>
                  <a:gd name="connsiteY8" fmla="*/ 747934 h 2930728"/>
                  <a:gd name="connsiteX0" fmla="*/ 1927 w 896675"/>
                  <a:gd name="connsiteY0" fmla="*/ 1130640 h 2930728"/>
                  <a:gd name="connsiteX1" fmla="*/ 212878 w 896675"/>
                  <a:gd name="connsiteY1" fmla="*/ 219552 h 2930728"/>
                  <a:gd name="connsiteX2" fmla="*/ 497045 w 896675"/>
                  <a:gd name="connsiteY2" fmla="*/ 356 h 2930728"/>
                  <a:gd name="connsiteX3" fmla="*/ 843859 w 896675"/>
                  <a:gd name="connsiteY3" fmla="*/ 231504 h 2930728"/>
                  <a:gd name="connsiteX4" fmla="*/ 865761 w 896675"/>
                  <a:gd name="connsiteY4" fmla="*/ 1462502 h 2930728"/>
                  <a:gd name="connsiteX5" fmla="*/ 682031 w 896675"/>
                  <a:gd name="connsiteY5" fmla="*/ 2535540 h 2930728"/>
                  <a:gd name="connsiteX6" fmla="*/ 367463 w 896675"/>
                  <a:gd name="connsiteY6" fmla="*/ 2900598 h 2930728"/>
                  <a:gd name="connsiteX7" fmla="*/ 82192 w 896675"/>
                  <a:gd name="connsiteY7" fmla="*/ 1869907 h 2930728"/>
                  <a:gd name="connsiteX8" fmla="*/ 1927 w 896675"/>
                  <a:gd name="connsiteY8" fmla="*/ 1130640 h 2930728"/>
                  <a:gd name="connsiteX0" fmla="*/ 3863 w 898611"/>
                  <a:gd name="connsiteY0" fmla="*/ 1130640 h 2920786"/>
                  <a:gd name="connsiteX1" fmla="*/ 214814 w 898611"/>
                  <a:gd name="connsiteY1" fmla="*/ 219552 h 2920786"/>
                  <a:gd name="connsiteX2" fmla="*/ 498981 w 898611"/>
                  <a:gd name="connsiteY2" fmla="*/ 356 h 2920786"/>
                  <a:gd name="connsiteX3" fmla="*/ 845795 w 898611"/>
                  <a:gd name="connsiteY3" fmla="*/ 231504 h 2920786"/>
                  <a:gd name="connsiteX4" fmla="*/ 867697 w 898611"/>
                  <a:gd name="connsiteY4" fmla="*/ 1462502 h 2920786"/>
                  <a:gd name="connsiteX5" fmla="*/ 683967 w 898611"/>
                  <a:gd name="connsiteY5" fmla="*/ 2535540 h 2920786"/>
                  <a:gd name="connsiteX6" fmla="*/ 369399 w 898611"/>
                  <a:gd name="connsiteY6" fmla="*/ 2900598 h 2920786"/>
                  <a:gd name="connsiteX7" fmla="*/ 114047 w 898611"/>
                  <a:gd name="connsiteY7" fmla="*/ 2036227 h 2920786"/>
                  <a:gd name="connsiteX8" fmla="*/ 3863 w 898611"/>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357 w 895105"/>
                  <a:gd name="connsiteY0" fmla="*/ 1130640 h 2920786"/>
                  <a:gd name="connsiteX1" fmla="*/ 211308 w 895105"/>
                  <a:gd name="connsiteY1" fmla="*/ 219552 h 2920786"/>
                  <a:gd name="connsiteX2" fmla="*/ 495475 w 895105"/>
                  <a:gd name="connsiteY2" fmla="*/ 356 h 2920786"/>
                  <a:gd name="connsiteX3" fmla="*/ 842289 w 895105"/>
                  <a:gd name="connsiteY3" fmla="*/ 231504 h 2920786"/>
                  <a:gd name="connsiteX4" fmla="*/ 864191 w 895105"/>
                  <a:gd name="connsiteY4" fmla="*/ 1462502 h 2920786"/>
                  <a:gd name="connsiteX5" fmla="*/ 680461 w 895105"/>
                  <a:gd name="connsiteY5" fmla="*/ 2535540 h 2920786"/>
                  <a:gd name="connsiteX6" fmla="*/ 365893 w 895105"/>
                  <a:gd name="connsiteY6" fmla="*/ 2900598 h 2920786"/>
                  <a:gd name="connsiteX7" fmla="*/ 110541 w 895105"/>
                  <a:gd name="connsiteY7" fmla="*/ 2036227 h 2920786"/>
                  <a:gd name="connsiteX8" fmla="*/ 357 w 895105"/>
                  <a:gd name="connsiteY8" fmla="*/ 1130640 h 2920786"/>
                  <a:gd name="connsiteX0" fmla="*/ 357 w 895105"/>
                  <a:gd name="connsiteY0" fmla="*/ 1130835 h 2920981"/>
                  <a:gd name="connsiteX1" fmla="*/ 211308 w 895105"/>
                  <a:gd name="connsiteY1" fmla="*/ 219747 h 2920981"/>
                  <a:gd name="connsiteX2" fmla="*/ 495475 w 895105"/>
                  <a:gd name="connsiteY2" fmla="*/ 551 h 2920981"/>
                  <a:gd name="connsiteX3" fmla="*/ 842289 w 895105"/>
                  <a:gd name="connsiteY3" fmla="*/ 231699 h 2920981"/>
                  <a:gd name="connsiteX4" fmla="*/ 864191 w 895105"/>
                  <a:gd name="connsiteY4" fmla="*/ 1462697 h 2920981"/>
                  <a:gd name="connsiteX5" fmla="*/ 680461 w 895105"/>
                  <a:gd name="connsiteY5" fmla="*/ 2535735 h 2920981"/>
                  <a:gd name="connsiteX6" fmla="*/ 365893 w 895105"/>
                  <a:gd name="connsiteY6" fmla="*/ 2900793 h 2920981"/>
                  <a:gd name="connsiteX7" fmla="*/ 110541 w 895105"/>
                  <a:gd name="connsiteY7" fmla="*/ 2036422 h 2920981"/>
                  <a:gd name="connsiteX8" fmla="*/ 357 w 895105"/>
                  <a:gd name="connsiteY8" fmla="*/ 1130835 h 2920981"/>
                  <a:gd name="connsiteX0" fmla="*/ 357 w 894783"/>
                  <a:gd name="connsiteY0" fmla="*/ 1130518 h 2920664"/>
                  <a:gd name="connsiteX1" fmla="*/ 211308 w 894783"/>
                  <a:gd name="connsiteY1" fmla="*/ 219430 h 2920664"/>
                  <a:gd name="connsiteX2" fmla="*/ 495475 w 894783"/>
                  <a:gd name="connsiteY2" fmla="*/ 234 h 2920664"/>
                  <a:gd name="connsiteX3" fmla="*/ 842289 w 894783"/>
                  <a:gd name="connsiteY3" fmla="*/ 231382 h 2920664"/>
                  <a:gd name="connsiteX4" fmla="*/ 864191 w 894783"/>
                  <a:gd name="connsiteY4" fmla="*/ 1462380 h 2920664"/>
                  <a:gd name="connsiteX5" fmla="*/ 680461 w 894783"/>
                  <a:gd name="connsiteY5" fmla="*/ 2535418 h 2920664"/>
                  <a:gd name="connsiteX6" fmla="*/ 365893 w 894783"/>
                  <a:gd name="connsiteY6" fmla="*/ 2900476 h 2920664"/>
                  <a:gd name="connsiteX7" fmla="*/ 110541 w 894783"/>
                  <a:gd name="connsiteY7" fmla="*/ 2036105 h 2920664"/>
                  <a:gd name="connsiteX8" fmla="*/ 357 w 894783"/>
                  <a:gd name="connsiteY8" fmla="*/ 1130518 h 2920664"/>
                  <a:gd name="connsiteX0" fmla="*/ 357 w 894783"/>
                  <a:gd name="connsiteY0" fmla="*/ 1132310 h 2922456"/>
                  <a:gd name="connsiteX1" fmla="*/ 211308 w 894783"/>
                  <a:gd name="connsiteY1" fmla="*/ 221222 h 2922456"/>
                  <a:gd name="connsiteX2" fmla="*/ 495475 w 894783"/>
                  <a:gd name="connsiteY2" fmla="*/ 2026 h 2922456"/>
                  <a:gd name="connsiteX3" fmla="*/ 842289 w 894783"/>
                  <a:gd name="connsiteY3" fmla="*/ 233174 h 2922456"/>
                  <a:gd name="connsiteX4" fmla="*/ 864191 w 894783"/>
                  <a:gd name="connsiteY4" fmla="*/ 1464172 h 2922456"/>
                  <a:gd name="connsiteX5" fmla="*/ 680461 w 894783"/>
                  <a:gd name="connsiteY5" fmla="*/ 2537210 h 2922456"/>
                  <a:gd name="connsiteX6" fmla="*/ 365893 w 894783"/>
                  <a:gd name="connsiteY6" fmla="*/ 2902268 h 2922456"/>
                  <a:gd name="connsiteX7" fmla="*/ 110541 w 894783"/>
                  <a:gd name="connsiteY7" fmla="*/ 2037897 h 2922456"/>
                  <a:gd name="connsiteX8" fmla="*/ 357 w 894783"/>
                  <a:gd name="connsiteY8" fmla="*/ 1132310 h 2922456"/>
                  <a:gd name="connsiteX0" fmla="*/ 511 w 876967"/>
                  <a:gd name="connsiteY0" fmla="*/ 941598 h 2922458"/>
                  <a:gd name="connsiteX1" fmla="*/ 193492 w 876967"/>
                  <a:gd name="connsiteY1" fmla="*/ 221224 h 2922458"/>
                  <a:gd name="connsiteX2" fmla="*/ 477659 w 876967"/>
                  <a:gd name="connsiteY2" fmla="*/ 2028 h 2922458"/>
                  <a:gd name="connsiteX3" fmla="*/ 824473 w 876967"/>
                  <a:gd name="connsiteY3" fmla="*/ 233176 h 2922458"/>
                  <a:gd name="connsiteX4" fmla="*/ 846375 w 876967"/>
                  <a:gd name="connsiteY4" fmla="*/ 1464174 h 2922458"/>
                  <a:gd name="connsiteX5" fmla="*/ 662645 w 876967"/>
                  <a:gd name="connsiteY5" fmla="*/ 2537212 h 2922458"/>
                  <a:gd name="connsiteX6" fmla="*/ 348077 w 876967"/>
                  <a:gd name="connsiteY6" fmla="*/ 2902270 h 2922458"/>
                  <a:gd name="connsiteX7" fmla="*/ 92725 w 876967"/>
                  <a:gd name="connsiteY7" fmla="*/ 2037899 h 2922458"/>
                  <a:gd name="connsiteX8" fmla="*/ 511 w 876967"/>
                  <a:gd name="connsiteY8" fmla="*/ 941598 h 2922458"/>
                  <a:gd name="connsiteX0" fmla="*/ 393 w 876849"/>
                  <a:gd name="connsiteY0" fmla="*/ 941598 h 2922458"/>
                  <a:gd name="connsiteX1" fmla="*/ 193374 w 876849"/>
                  <a:gd name="connsiteY1" fmla="*/ 221224 h 2922458"/>
                  <a:gd name="connsiteX2" fmla="*/ 477541 w 876849"/>
                  <a:gd name="connsiteY2" fmla="*/ 2028 h 2922458"/>
                  <a:gd name="connsiteX3" fmla="*/ 824355 w 876849"/>
                  <a:gd name="connsiteY3" fmla="*/ 233176 h 2922458"/>
                  <a:gd name="connsiteX4" fmla="*/ 846257 w 876849"/>
                  <a:gd name="connsiteY4" fmla="*/ 1464174 h 2922458"/>
                  <a:gd name="connsiteX5" fmla="*/ 662527 w 876849"/>
                  <a:gd name="connsiteY5" fmla="*/ 2537212 h 2922458"/>
                  <a:gd name="connsiteX6" fmla="*/ 347959 w 876849"/>
                  <a:gd name="connsiteY6" fmla="*/ 2902270 h 2922458"/>
                  <a:gd name="connsiteX7" fmla="*/ 92607 w 876849"/>
                  <a:gd name="connsiteY7" fmla="*/ 2037899 h 2922458"/>
                  <a:gd name="connsiteX8" fmla="*/ 393 w 876849"/>
                  <a:gd name="connsiteY8" fmla="*/ 941598 h 2922458"/>
                  <a:gd name="connsiteX0" fmla="*/ 393 w 876849"/>
                  <a:gd name="connsiteY0" fmla="*/ 941598 h 2922458"/>
                  <a:gd name="connsiteX1" fmla="*/ 193374 w 876849"/>
                  <a:gd name="connsiteY1" fmla="*/ 221224 h 2922458"/>
                  <a:gd name="connsiteX2" fmla="*/ 477541 w 876849"/>
                  <a:gd name="connsiteY2" fmla="*/ 2028 h 2922458"/>
                  <a:gd name="connsiteX3" fmla="*/ 824355 w 876849"/>
                  <a:gd name="connsiteY3" fmla="*/ 233176 h 2922458"/>
                  <a:gd name="connsiteX4" fmla="*/ 846257 w 876849"/>
                  <a:gd name="connsiteY4" fmla="*/ 1464174 h 2922458"/>
                  <a:gd name="connsiteX5" fmla="*/ 662527 w 876849"/>
                  <a:gd name="connsiteY5" fmla="*/ 2537212 h 2922458"/>
                  <a:gd name="connsiteX6" fmla="*/ 347959 w 876849"/>
                  <a:gd name="connsiteY6" fmla="*/ 2902270 h 2922458"/>
                  <a:gd name="connsiteX7" fmla="*/ 92607 w 876849"/>
                  <a:gd name="connsiteY7" fmla="*/ 2037899 h 2922458"/>
                  <a:gd name="connsiteX8" fmla="*/ 393 w 876849"/>
                  <a:gd name="connsiteY8" fmla="*/ 941598 h 2922458"/>
                  <a:gd name="connsiteX0" fmla="*/ 393 w 876849"/>
                  <a:gd name="connsiteY0" fmla="*/ 941598 h 2922458"/>
                  <a:gd name="connsiteX1" fmla="*/ 193374 w 876849"/>
                  <a:gd name="connsiteY1" fmla="*/ 221224 h 2922458"/>
                  <a:gd name="connsiteX2" fmla="*/ 477541 w 876849"/>
                  <a:gd name="connsiteY2" fmla="*/ 2028 h 2922458"/>
                  <a:gd name="connsiteX3" fmla="*/ 824355 w 876849"/>
                  <a:gd name="connsiteY3" fmla="*/ 233176 h 2922458"/>
                  <a:gd name="connsiteX4" fmla="*/ 846257 w 876849"/>
                  <a:gd name="connsiteY4" fmla="*/ 1464174 h 2922458"/>
                  <a:gd name="connsiteX5" fmla="*/ 662527 w 876849"/>
                  <a:gd name="connsiteY5" fmla="*/ 2537212 h 2922458"/>
                  <a:gd name="connsiteX6" fmla="*/ 347959 w 876849"/>
                  <a:gd name="connsiteY6" fmla="*/ 2902270 h 2922458"/>
                  <a:gd name="connsiteX7" fmla="*/ 92607 w 876849"/>
                  <a:gd name="connsiteY7" fmla="*/ 2037899 h 2922458"/>
                  <a:gd name="connsiteX8" fmla="*/ 393 w 876849"/>
                  <a:gd name="connsiteY8" fmla="*/ 941598 h 2922458"/>
                  <a:gd name="connsiteX0" fmla="*/ 393 w 853551"/>
                  <a:gd name="connsiteY0" fmla="*/ 1130240 h 3111100"/>
                  <a:gd name="connsiteX1" fmla="*/ 193374 w 853551"/>
                  <a:gd name="connsiteY1" fmla="*/ 409866 h 3111100"/>
                  <a:gd name="connsiteX2" fmla="*/ 477541 w 853551"/>
                  <a:gd name="connsiteY2" fmla="*/ 190670 h 3111100"/>
                  <a:gd name="connsiteX3" fmla="*/ 773027 w 853551"/>
                  <a:gd name="connsiteY3" fmla="*/ 74422 h 3111100"/>
                  <a:gd name="connsiteX4" fmla="*/ 846257 w 853551"/>
                  <a:gd name="connsiteY4" fmla="*/ 1652816 h 3111100"/>
                  <a:gd name="connsiteX5" fmla="*/ 662527 w 853551"/>
                  <a:gd name="connsiteY5" fmla="*/ 2725854 h 3111100"/>
                  <a:gd name="connsiteX6" fmla="*/ 347959 w 853551"/>
                  <a:gd name="connsiteY6" fmla="*/ 3090912 h 3111100"/>
                  <a:gd name="connsiteX7" fmla="*/ 92607 w 853551"/>
                  <a:gd name="connsiteY7" fmla="*/ 2226541 h 3111100"/>
                  <a:gd name="connsiteX8" fmla="*/ 393 w 853551"/>
                  <a:gd name="connsiteY8" fmla="*/ 1130240 h 3111100"/>
                  <a:gd name="connsiteX0" fmla="*/ 393 w 851692"/>
                  <a:gd name="connsiteY0" fmla="*/ 1186647 h 3167507"/>
                  <a:gd name="connsiteX1" fmla="*/ 193374 w 851692"/>
                  <a:gd name="connsiteY1" fmla="*/ 466273 h 3167507"/>
                  <a:gd name="connsiteX2" fmla="*/ 472561 w 851692"/>
                  <a:gd name="connsiteY2" fmla="*/ 129610 h 3167507"/>
                  <a:gd name="connsiteX3" fmla="*/ 773027 w 851692"/>
                  <a:gd name="connsiteY3" fmla="*/ 130829 h 3167507"/>
                  <a:gd name="connsiteX4" fmla="*/ 846257 w 851692"/>
                  <a:gd name="connsiteY4" fmla="*/ 1709223 h 3167507"/>
                  <a:gd name="connsiteX5" fmla="*/ 662527 w 851692"/>
                  <a:gd name="connsiteY5" fmla="*/ 2782261 h 3167507"/>
                  <a:gd name="connsiteX6" fmla="*/ 347959 w 851692"/>
                  <a:gd name="connsiteY6" fmla="*/ 3147319 h 3167507"/>
                  <a:gd name="connsiteX7" fmla="*/ 92607 w 851692"/>
                  <a:gd name="connsiteY7" fmla="*/ 2282948 h 3167507"/>
                  <a:gd name="connsiteX8" fmla="*/ 393 w 851692"/>
                  <a:gd name="connsiteY8" fmla="*/ 1186647 h 3167507"/>
                  <a:gd name="connsiteX0" fmla="*/ 393 w 859871"/>
                  <a:gd name="connsiteY0" fmla="*/ 1117495 h 3098355"/>
                  <a:gd name="connsiteX1" fmla="*/ 193374 w 859871"/>
                  <a:gd name="connsiteY1" fmla="*/ 397121 h 3098355"/>
                  <a:gd name="connsiteX2" fmla="*/ 773027 w 859871"/>
                  <a:gd name="connsiteY2" fmla="*/ 61677 h 3098355"/>
                  <a:gd name="connsiteX3" fmla="*/ 846257 w 859871"/>
                  <a:gd name="connsiteY3" fmla="*/ 1640071 h 3098355"/>
                  <a:gd name="connsiteX4" fmla="*/ 662527 w 859871"/>
                  <a:gd name="connsiteY4" fmla="*/ 2713109 h 3098355"/>
                  <a:gd name="connsiteX5" fmla="*/ 347959 w 859871"/>
                  <a:gd name="connsiteY5" fmla="*/ 3078167 h 3098355"/>
                  <a:gd name="connsiteX6" fmla="*/ 92607 w 859871"/>
                  <a:gd name="connsiteY6" fmla="*/ 2213796 h 3098355"/>
                  <a:gd name="connsiteX7" fmla="*/ 393 w 859871"/>
                  <a:gd name="connsiteY7" fmla="*/ 1117495 h 3098355"/>
                  <a:gd name="connsiteX0" fmla="*/ 446 w 855068"/>
                  <a:gd name="connsiteY0" fmla="*/ 966137 h 3095856"/>
                  <a:gd name="connsiteX1" fmla="*/ 188571 w 855068"/>
                  <a:gd name="connsiteY1" fmla="*/ 394622 h 3095856"/>
                  <a:gd name="connsiteX2" fmla="*/ 768224 w 855068"/>
                  <a:gd name="connsiteY2" fmla="*/ 59178 h 3095856"/>
                  <a:gd name="connsiteX3" fmla="*/ 841454 w 855068"/>
                  <a:gd name="connsiteY3" fmla="*/ 1637572 h 3095856"/>
                  <a:gd name="connsiteX4" fmla="*/ 657724 w 855068"/>
                  <a:gd name="connsiteY4" fmla="*/ 2710610 h 3095856"/>
                  <a:gd name="connsiteX5" fmla="*/ 343156 w 855068"/>
                  <a:gd name="connsiteY5" fmla="*/ 3075668 h 3095856"/>
                  <a:gd name="connsiteX6" fmla="*/ 87804 w 855068"/>
                  <a:gd name="connsiteY6" fmla="*/ 2211297 h 3095856"/>
                  <a:gd name="connsiteX7" fmla="*/ 446 w 855068"/>
                  <a:gd name="connsiteY7" fmla="*/ 966137 h 3095856"/>
                  <a:gd name="connsiteX0" fmla="*/ 446 w 864683"/>
                  <a:gd name="connsiteY0" fmla="*/ 919567 h 3049286"/>
                  <a:gd name="connsiteX1" fmla="*/ 768224 w 864683"/>
                  <a:gd name="connsiteY1" fmla="*/ 12608 h 3049286"/>
                  <a:gd name="connsiteX2" fmla="*/ 841454 w 864683"/>
                  <a:gd name="connsiteY2" fmla="*/ 1591002 h 3049286"/>
                  <a:gd name="connsiteX3" fmla="*/ 657724 w 864683"/>
                  <a:gd name="connsiteY3" fmla="*/ 2664040 h 3049286"/>
                  <a:gd name="connsiteX4" fmla="*/ 343156 w 864683"/>
                  <a:gd name="connsiteY4" fmla="*/ 3029098 h 3049286"/>
                  <a:gd name="connsiteX5" fmla="*/ 87804 w 864683"/>
                  <a:gd name="connsiteY5" fmla="*/ 2164727 h 3049286"/>
                  <a:gd name="connsiteX6" fmla="*/ 446 w 864683"/>
                  <a:gd name="connsiteY6" fmla="*/ 919567 h 3049286"/>
                  <a:gd name="connsiteX0" fmla="*/ 31643 w 893616"/>
                  <a:gd name="connsiteY0" fmla="*/ 936284 h 3066003"/>
                  <a:gd name="connsiteX1" fmla="*/ 72133 w 893616"/>
                  <a:gd name="connsiteY1" fmla="*/ 606566 h 3066003"/>
                  <a:gd name="connsiteX2" fmla="*/ 799421 w 893616"/>
                  <a:gd name="connsiteY2" fmla="*/ 29325 h 3066003"/>
                  <a:gd name="connsiteX3" fmla="*/ 872651 w 893616"/>
                  <a:gd name="connsiteY3" fmla="*/ 1607719 h 3066003"/>
                  <a:gd name="connsiteX4" fmla="*/ 688921 w 893616"/>
                  <a:gd name="connsiteY4" fmla="*/ 2680757 h 3066003"/>
                  <a:gd name="connsiteX5" fmla="*/ 374353 w 893616"/>
                  <a:gd name="connsiteY5" fmla="*/ 3045815 h 3066003"/>
                  <a:gd name="connsiteX6" fmla="*/ 119001 w 893616"/>
                  <a:gd name="connsiteY6" fmla="*/ 2181444 h 3066003"/>
                  <a:gd name="connsiteX7" fmla="*/ 31643 w 893616"/>
                  <a:gd name="connsiteY7" fmla="*/ 936284 h 3066003"/>
                  <a:gd name="connsiteX0" fmla="*/ 0 w 864237"/>
                  <a:gd name="connsiteY0" fmla="*/ 919567 h 3049286"/>
                  <a:gd name="connsiteX1" fmla="*/ 767778 w 864237"/>
                  <a:gd name="connsiteY1" fmla="*/ 12608 h 3049286"/>
                  <a:gd name="connsiteX2" fmla="*/ 841008 w 864237"/>
                  <a:gd name="connsiteY2" fmla="*/ 1591002 h 3049286"/>
                  <a:gd name="connsiteX3" fmla="*/ 657278 w 864237"/>
                  <a:gd name="connsiteY3" fmla="*/ 2664040 h 3049286"/>
                  <a:gd name="connsiteX4" fmla="*/ 342710 w 864237"/>
                  <a:gd name="connsiteY4" fmla="*/ 3029098 h 3049286"/>
                  <a:gd name="connsiteX5" fmla="*/ 87358 w 864237"/>
                  <a:gd name="connsiteY5" fmla="*/ 2164727 h 3049286"/>
                  <a:gd name="connsiteX6" fmla="*/ 0 w 864237"/>
                  <a:gd name="connsiteY6" fmla="*/ 919567 h 3049286"/>
                  <a:gd name="connsiteX0" fmla="*/ 43154 w 907391"/>
                  <a:gd name="connsiteY0" fmla="*/ 919567 h 3049286"/>
                  <a:gd name="connsiteX1" fmla="*/ 810932 w 907391"/>
                  <a:gd name="connsiteY1" fmla="*/ 12608 h 3049286"/>
                  <a:gd name="connsiteX2" fmla="*/ 884162 w 907391"/>
                  <a:gd name="connsiteY2" fmla="*/ 1591002 h 3049286"/>
                  <a:gd name="connsiteX3" fmla="*/ 700432 w 907391"/>
                  <a:gd name="connsiteY3" fmla="*/ 2664040 h 3049286"/>
                  <a:gd name="connsiteX4" fmla="*/ 385864 w 907391"/>
                  <a:gd name="connsiteY4" fmla="*/ 3029098 h 3049286"/>
                  <a:gd name="connsiteX5" fmla="*/ 130512 w 907391"/>
                  <a:gd name="connsiteY5" fmla="*/ 2164727 h 3049286"/>
                  <a:gd name="connsiteX6" fmla="*/ 43154 w 907391"/>
                  <a:gd name="connsiteY6" fmla="*/ 919567 h 3049286"/>
                  <a:gd name="connsiteX0" fmla="*/ 361 w 864598"/>
                  <a:gd name="connsiteY0" fmla="*/ 926059 h 3055778"/>
                  <a:gd name="connsiteX1" fmla="*/ 768139 w 864598"/>
                  <a:gd name="connsiteY1" fmla="*/ 19100 h 3055778"/>
                  <a:gd name="connsiteX2" fmla="*/ 841369 w 864598"/>
                  <a:gd name="connsiteY2" fmla="*/ 1597494 h 3055778"/>
                  <a:gd name="connsiteX3" fmla="*/ 657639 w 864598"/>
                  <a:gd name="connsiteY3" fmla="*/ 2670532 h 3055778"/>
                  <a:gd name="connsiteX4" fmla="*/ 343071 w 864598"/>
                  <a:gd name="connsiteY4" fmla="*/ 3035590 h 3055778"/>
                  <a:gd name="connsiteX5" fmla="*/ 87719 w 864598"/>
                  <a:gd name="connsiteY5" fmla="*/ 2171219 h 3055778"/>
                  <a:gd name="connsiteX6" fmla="*/ 361 w 864598"/>
                  <a:gd name="connsiteY6" fmla="*/ 926059 h 3055778"/>
                  <a:gd name="connsiteX0" fmla="*/ 10583 w 874820"/>
                  <a:gd name="connsiteY0" fmla="*/ 922402 h 3052121"/>
                  <a:gd name="connsiteX1" fmla="*/ 778361 w 874820"/>
                  <a:gd name="connsiteY1" fmla="*/ 15443 h 3052121"/>
                  <a:gd name="connsiteX2" fmla="*/ 851591 w 874820"/>
                  <a:gd name="connsiteY2" fmla="*/ 1593837 h 3052121"/>
                  <a:gd name="connsiteX3" fmla="*/ 667861 w 874820"/>
                  <a:gd name="connsiteY3" fmla="*/ 2666875 h 3052121"/>
                  <a:gd name="connsiteX4" fmla="*/ 353293 w 874820"/>
                  <a:gd name="connsiteY4" fmla="*/ 3031933 h 3052121"/>
                  <a:gd name="connsiteX5" fmla="*/ 10583 w 874820"/>
                  <a:gd name="connsiteY5" fmla="*/ 922402 h 3052121"/>
                  <a:gd name="connsiteX0" fmla="*/ 10583 w 874820"/>
                  <a:gd name="connsiteY0" fmla="*/ 922402 h 3134675"/>
                  <a:gd name="connsiteX1" fmla="*/ 778361 w 874820"/>
                  <a:gd name="connsiteY1" fmla="*/ 15443 h 3134675"/>
                  <a:gd name="connsiteX2" fmla="*/ 851591 w 874820"/>
                  <a:gd name="connsiteY2" fmla="*/ 1593837 h 3134675"/>
                  <a:gd name="connsiteX3" fmla="*/ 667861 w 874820"/>
                  <a:gd name="connsiteY3" fmla="*/ 2666875 h 3134675"/>
                  <a:gd name="connsiteX4" fmla="*/ 353293 w 874820"/>
                  <a:gd name="connsiteY4" fmla="*/ 3031933 h 3134675"/>
                  <a:gd name="connsiteX5" fmla="*/ 10583 w 874820"/>
                  <a:gd name="connsiteY5" fmla="*/ 922402 h 3134675"/>
                  <a:gd name="connsiteX0" fmla="*/ 13642 w 877879"/>
                  <a:gd name="connsiteY0" fmla="*/ 922402 h 3132256"/>
                  <a:gd name="connsiteX1" fmla="*/ 781420 w 877879"/>
                  <a:gd name="connsiteY1" fmla="*/ 15443 h 3132256"/>
                  <a:gd name="connsiteX2" fmla="*/ 854650 w 877879"/>
                  <a:gd name="connsiteY2" fmla="*/ 1593837 h 3132256"/>
                  <a:gd name="connsiteX3" fmla="*/ 670920 w 877879"/>
                  <a:gd name="connsiteY3" fmla="*/ 2666875 h 3132256"/>
                  <a:gd name="connsiteX4" fmla="*/ 356352 w 877879"/>
                  <a:gd name="connsiteY4" fmla="*/ 3031933 h 3132256"/>
                  <a:gd name="connsiteX5" fmla="*/ 13642 w 877879"/>
                  <a:gd name="connsiteY5" fmla="*/ 922402 h 3132256"/>
                  <a:gd name="connsiteX0" fmla="*/ 13642 w 877879"/>
                  <a:gd name="connsiteY0" fmla="*/ 922402 h 3132258"/>
                  <a:gd name="connsiteX1" fmla="*/ 781420 w 877879"/>
                  <a:gd name="connsiteY1" fmla="*/ 15443 h 3132258"/>
                  <a:gd name="connsiteX2" fmla="*/ 854650 w 877879"/>
                  <a:gd name="connsiteY2" fmla="*/ 1593837 h 3132258"/>
                  <a:gd name="connsiteX3" fmla="*/ 670920 w 877879"/>
                  <a:gd name="connsiteY3" fmla="*/ 2666875 h 3132258"/>
                  <a:gd name="connsiteX4" fmla="*/ 356352 w 877879"/>
                  <a:gd name="connsiteY4" fmla="*/ 3031933 h 3132258"/>
                  <a:gd name="connsiteX5" fmla="*/ 13642 w 877879"/>
                  <a:gd name="connsiteY5" fmla="*/ 922402 h 3132258"/>
                  <a:gd name="connsiteX0" fmla="*/ 13642 w 877879"/>
                  <a:gd name="connsiteY0" fmla="*/ 922402 h 3141850"/>
                  <a:gd name="connsiteX1" fmla="*/ 781420 w 877879"/>
                  <a:gd name="connsiteY1" fmla="*/ 15443 h 3141850"/>
                  <a:gd name="connsiteX2" fmla="*/ 854650 w 877879"/>
                  <a:gd name="connsiteY2" fmla="*/ 1593837 h 3141850"/>
                  <a:gd name="connsiteX3" fmla="*/ 670920 w 877879"/>
                  <a:gd name="connsiteY3" fmla="*/ 2666875 h 3141850"/>
                  <a:gd name="connsiteX4" fmla="*/ 356352 w 877879"/>
                  <a:gd name="connsiteY4" fmla="*/ 3031933 h 3141850"/>
                  <a:gd name="connsiteX5" fmla="*/ 13642 w 877879"/>
                  <a:gd name="connsiteY5" fmla="*/ 922402 h 3141850"/>
                  <a:gd name="connsiteX0" fmla="*/ 13642 w 820338"/>
                  <a:gd name="connsiteY0" fmla="*/ 975667 h 3228998"/>
                  <a:gd name="connsiteX1" fmla="*/ 781420 w 820338"/>
                  <a:gd name="connsiteY1" fmla="*/ 68708 h 3228998"/>
                  <a:gd name="connsiteX2" fmla="*/ 670920 w 820338"/>
                  <a:gd name="connsiteY2" fmla="*/ 2720140 h 3228998"/>
                  <a:gd name="connsiteX3" fmla="*/ 356352 w 820338"/>
                  <a:gd name="connsiteY3" fmla="*/ 3085198 h 3228998"/>
                  <a:gd name="connsiteX4" fmla="*/ 13642 w 820338"/>
                  <a:gd name="connsiteY4" fmla="*/ 975667 h 3228998"/>
                  <a:gd name="connsiteX0" fmla="*/ 12701 w 742627"/>
                  <a:gd name="connsiteY0" fmla="*/ 1048064 h 3215601"/>
                  <a:gd name="connsiteX1" fmla="*/ 708754 w 742627"/>
                  <a:gd name="connsiteY1" fmla="*/ 58854 h 3215601"/>
                  <a:gd name="connsiteX2" fmla="*/ 598254 w 742627"/>
                  <a:gd name="connsiteY2" fmla="*/ 2710286 h 3215601"/>
                  <a:gd name="connsiteX3" fmla="*/ 283686 w 742627"/>
                  <a:gd name="connsiteY3" fmla="*/ 3075344 h 3215601"/>
                  <a:gd name="connsiteX4" fmla="*/ 12701 w 742627"/>
                  <a:gd name="connsiteY4" fmla="*/ 1048064 h 3215601"/>
                  <a:gd name="connsiteX0" fmla="*/ 13059 w 749566"/>
                  <a:gd name="connsiteY0" fmla="*/ 758846 h 2915136"/>
                  <a:gd name="connsiteX1" fmla="*/ 716644 w 749566"/>
                  <a:gd name="connsiteY1" fmla="*/ 79002 h 2915136"/>
                  <a:gd name="connsiteX2" fmla="*/ 598612 w 749566"/>
                  <a:gd name="connsiteY2" fmla="*/ 2421068 h 2915136"/>
                  <a:gd name="connsiteX3" fmla="*/ 284044 w 749566"/>
                  <a:gd name="connsiteY3" fmla="*/ 2786126 h 2915136"/>
                  <a:gd name="connsiteX4" fmla="*/ 13059 w 749566"/>
                  <a:gd name="connsiteY4" fmla="*/ 758846 h 2915136"/>
                  <a:gd name="connsiteX0" fmla="*/ 12737 w 740398"/>
                  <a:gd name="connsiteY0" fmla="*/ 773071 h 3017984"/>
                  <a:gd name="connsiteX1" fmla="*/ 716322 w 740398"/>
                  <a:gd name="connsiteY1" fmla="*/ 93227 h 3017984"/>
                  <a:gd name="connsiteX2" fmla="*/ 549963 w 740398"/>
                  <a:gd name="connsiteY2" fmla="*/ 2656219 h 3017984"/>
                  <a:gd name="connsiteX3" fmla="*/ 283722 w 740398"/>
                  <a:gd name="connsiteY3" fmla="*/ 2800351 h 3017984"/>
                  <a:gd name="connsiteX4" fmla="*/ 12737 w 740398"/>
                  <a:gd name="connsiteY4" fmla="*/ 773071 h 3017984"/>
                  <a:gd name="connsiteX0" fmla="*/ 12645 w 740290"/>
                  <a:gd name="connsiteY0" fmla="*/ 771527 h 2961777"/>
                  <a:gd name="connsiteX1" fmla="*/ 716230 w 740290"/>
                  <a:gd name="connsiteY1" fmla="*/ 91683 h 2961777"/>
                  <a:gd name="connsiteX2" fmla="*/ 549871 w 740290"/>
                  <a:gd name="connsiteY2" fmla="*/ 2654675 h 2961777"/>
                  <a:gd name="connsiteX3" fmla="*/ 284681 w 740290"/>
                  <a:gd name="connsiteY3" fmla="*/ 2706546 h 2961777"/>
                  <a:gd name="connsiteX4" fmla="*/ 12645 w 740290"/>
                  <a:gd name="connsiteY4" fmla="*/ 771527 h 2961777"/>
                  <a:gd name="connsiteX0" fmla="*/ 13856 w 792271"/>
                  <a:gd name="connsiteY0" fmla="*/ 680761 h 2615960"/>
                  <a:gd name="connsiteX1" fmla="*/ 717441 w 792271"/>
                  <a:gd name="connsiteY1" fmla="*/ 917 h 2615960"/>
                  <a:gd name="connsiteX2" fmla="*/ 723320 w 792271"/>
                  <a:gd name="connsiteY2" fmla="*/ 791710 h 2615960"/>
                  <a:gd name="connsiteX3" fmla="*/ 285892 w 792271"/>
                  <a:gd name="connsiteY3" fmla="*/ 2615780 h 2615960"/>
                  <a:gd name="connsiteX4" fmla="*/ 13856 w 792271"/>
                  <a:gd name="connsiteY4" fmla="*/ 680761 h 2615960"/>
                  <a:gd name="connsiteX0" fmla="*/ 39639 w 827063"/>
                  <a:gd name="connsiteY0" fmla="*/ 680361 h 1297969"/>
                  <a:gd name="connsiteX1" fmla="*/ 743224 w 827063"/>
                  <a:gd name="connsiteY1" fmla="*/ 517 h 1297969"/>
                  <a:gd name="connsiteX2" fmla="*/ 749103 w 827063"/>
                  <a:gd name="connsiteY2" fmla="*/ 791310 h 1297969"/>
                  <a:gd name="connsiteX3" fmla="*/ 158864 w 827063"/>
                  <a:gd name="connsiteY3" fmla="*/ 1297175 h 1297969"/>
                  <a:gd name="connsiteX4" fmla="*/ 39639 w 827063"/>
                  <a:gd name="connsiteY4" fmla="*/ 680361 h 1297969"/>
                  <a:gd name="connsiteX0" fmla="*/ 38969 w 814396"/>
                  <a:gd name="connsiteY0" fmla="*/ 680290 h 1297519"/>
                  <a:gd name="connsiteX1" fmla="*/ 742554 w 814396"/>
                  <a:gd name="connsiteY1" fmla="*/ 446 h 1297519"/>
                  <a:gd name="connsiteX2" fmla="*/ 725082 w 814396"/>
                  <a:gd name="connsiteY2" fmla="*/ 587935 h 1297519"/>
                  <a:gd name="connsiteX3" fmla="*/ 158194 w 814396"/>
                  <a:gd name="connsiteY3" fmla="*/ 1297104 h 1297519"/>
                  <a:gd name="connsiteX4" fmla="*/ 38969 w 814396"/>
                  <a:gd name="connsiteY4" fmla="*/ 680290 h 12975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396" h="1297519">
                    <a:moveTo>
                      <a:pt x="38969" y="680290"/>
                    </a:moveTo>
                    <a:cubicBezTo>
                      <a:pt x="136362" y="464180"/>
                      <a:pt x="628202" y="15839"/>
                      <a:pt x="742554" y="446"/>
                    </a:cubicBezTo>
                    <a:cubicBezTo>
                      <a:pt x="856906" y="-14947"/>
                      <a:pt x="822475" y="371825"/>
                      <a:pt x="725082" y="587935"/>
                    </a:cubicBezTo>
                    <a:cubicBezTo>
                      <a:pt x="627689" y="804045"/>
                      <a:pt x="272546" y="1281711"/>
                      <a:pt x="158194" y="1297104"/>
                    </a:cubicBezTo>
                    <a:cubicBezTo>
                      <a:pt x="43842" y="1312497"/>
                      <a:pt x="-58424" y="896400"/>
                      <a:pt x="38969" y="680290"/>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a:off x="6336863" y="71936"/>
              <a:ext cx="1985228" cy="1707802"/>
              <a:chOff x="642890" y="282134"/>
              <a:chExt cx="1985228" cy="1707802"/>
            </a:xfrm>
          </p:grpSpPr>
          <p:sp>
            <p:nvSpPr>
              <p:cNvPr id="15" name="菱形 14"/>
              <p:cNvSpPr/>
              <p:nvPr/>
            </p:nvSpPr>
            <p:spPr>
              <a:xfrm>
                <a:off x="2178688" y="548680"/>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6" name="菱形 15"/>
              <p:cNvSpPr/>
              <p:nvPr/>
            </p:nvSpPr>
            <p:spPr>
              <a:xfrm>
                <a:off x="1215663" y="1556792"/>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7" name="菱形 16"/>
              <p:cNvSpPr/>
              <p:nvPr/>
            </p:nvSpPr>
            <p:spPr>
              <a:xfrm>
                <a:off x="642890" y="1196752"/>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8" name="TextBox 17"/>
              <p:cNvSpPr txBox="1"/>
              <p:nvPr/>
            </p:nvSpPr>
            <p:spPr>
              <a:xfrm>
                <a:off x="2230252" y="282134"/>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1</a:t>
                </a:r>
                <a:endParaRPr lang="zh-CN" altLang="en-US" sz="1600" dirty="0">
                  <a:latin typeface="Arial Unicode MS" pitchFamily="34" charset="-122"/>
                  <a:ea typeface="Arial Unicode MS" pitchFamily="34" charset="-122"/>
                  <a:cs typeface="Arial Unicode MS" pitchFamily="34" charset="-122"/>
                </a:endParaRPr>
              </a:p>
            </p:txBody>
          </p:sp>
          <p:sp>
            <p:nvSpPr>
              <p:cNvPr id="19" name="TextBox 18"/>
              <p:cNvSpPr txBox="1"/>
              <p:nvPr/>
            </p:nvSpPr>
            <p:spPr>
              <a:xfrm>
                <a:off x="1234536" y="1268760"/>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2</a:t>
                </a:r>
                <a:endParaRPr lang="zh-CN" altLang="en-US" sz="1600" dirty="0">
                  <a:latin typeface="Arial Unicode MS" pitchFamily="34" charset="-122"/>
                  <a:ea typeface="Arial Unicode MS" pitchFamily="34" charset="-122"/>
                  <a:cs typeface="Arial Unicode MS" pitchFamily="34" charset="-122"/>
                </a:endParaRPr>
              </a:p>
            </p:txBody>
          </p:sp>
          <p:sp>
            <p:nvSpPr>
              <p:cNvPr id="20" name="TextBox 19"/>
              <p:cNvSpPr txBox="1"/>
              <p:nvPr/>
            </p:nvSpPr>
            <p:spPr>
              <a:xfrm>
                <a:off x="642890" y="836712"/>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5</a:t>
                </a:r>
                <a:endParaRPr lang="zh-CN" altLang="en-US" sz="1600" dirty="0">
                  <a:latin typeface="Arial Unicode MS" pitchFamily="34" charset="-122"/>
                  <a:ea typeface="Arial Unicode MS" pitchFamily="34" charset="-122"/>
                  <a:cs typeface="Arial Unicode MS" pitchFamily="34" charset="-122"/>
                </a:endParaRPr>
              </a:p>
            </p:txBody>
          </p:sp>
          <p:sp>
            <p:nvSpPr>
              <p:cNvPr id="21" name="椭圆 150"/>
              <p:cNvSpPr/>
              <p:nvPr/>
            </p:nvSpPr>
            <p:spPr>
              <a:xfrm rot="14115175">
                <a:off x="533649" y="1152444"/>
                <a:ext cx="1041951" cy="633033"/>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 name="connsiteX0" fmla="*/ 18564 w 976213"/>
                  <a:gd name="connsiteY0" fmla="*/ 1584058 h 3079356"/>
                  <a:gd name="connsiteX1" fmla="*/ 109752 w 976213"/>
                  <a:gd name="connsiteY1" fmla="*/ 477572 h 3079356"/>
                  <a:gd name="connsiteX2" fmla="*/ 491500 w 976213"/>
                  <a:gd name="connsiteY2" fmla="*/ 73 h 3079356"/>
                  <a:gd name="connsiteX3" fmla="*/ 880247 w 976213"/>
                  <a:gd name="connsiteY3" fmla="*/ 451467 h 3079356"/>
                  <a:gd name="connsiteX4" fmla="*/ 964436 w 976213"/>
                  <a:gd name="connsiteY4" fmla="*/ 1584058 h 3079356"/>
                  <a:gd name="connsiteX5" fmla="*/ 780706 w 976213"/>
                  <a:gd name="connsiteY5" fmla="*/ 2657096 h 3079356"/>
                  <a:gd name="connsiteX6" fmla="*/ 340923 w 976213"/>
                  <a:gd name="connsiteY6" fmla="*/ 3079237 h 3079356"/>
                  <a:gd name="connsiteX7" fmla="*/ 48387 w 976213"/>
                  <a:gd name="connsiteY7" fmla="*/ 2626099 h 3079356"/>
                  <a:gd name="connsiteX8" fmla="*/ 18564 w 976213"/>
                  <a:gd name="connsiteY8" fmla="*/ 1584058 h 3079356"/>
                  <a:gd name="connsiteX0" fmla="*/ 18564 w 976213"/>
                  <a:gd name="connsiteY0" fmla="*/ 1584058 h 3022333"/>
                  <a:gd name="connsiteX1" fmla="*/ 109752 w 976213"/>
                  <a:gd name="connsiteY1" fmla="*/ 477572 h 3022333"/>
                  <a:gd name="connsiteX2" fmla="*/ 491500 w 976213"/>
                  <a:gd name="connsiteY2" fmla="*/ 73 h 3022333"/>
                  <a:gd name="connsiteX3" fmla="*/ 880247 w 976213"/>
                  <a:gd name="connsiteY3" fmla="*/ 451467 h 3022333"/>
                  <a:gd name="connsiteX4" fmla="*/ 964436 w 976213"/>
                  <a:gd name="connsiteY4" fmla="*/ 1584058 h 3022333"/>
                  <a:gd name="connsiteX5" fmla="*/ 780706 w 976213"/>
                  <a:gd name="connsiteY5" fmla="*/ 2657096 h 3022333"/>
                  <a:gd name="connsiteX6" fmla="*/ 466138 w 976213"/>
                  <a:gd name="connsiteY6" fmla="*/ 3022154 h 3022333"/>
                  <a:gd name="connsiteX7" fmla="*/ 48387 w 976213"/>
                  <a:gd name="connsiteY7" fmla="*/ 2626099 h 3022333"/>
                  <a:gd name="connsiteX8" fmla="*/ 18564 w 976213"/>
                  <a:gd name="connsiteY8" fmla="*/ 1584058 h 3022333"/>
                  <a:gd name="connsiteX0" fmla="*/ 1175 w 958824"/>
                  <a:gd name="connsiteY0" fmla="*/ 1584058 h 3044396"/>
                  <a:gd name="connsiteX1" fmla="*/ 92363 w 958824"/>
                  <a:gd name="connsiteY1" fmla="*/ 477572 h 3044396"/>
                  <a:gd name="connsiteX2" fmla="*/ 474111 w 958824"/>
                  <a:gd name="connsiteY2" fmla="*/ 73 h 3044396"/>
                  <a:gd name="connsiteX3" fmla="*/ 862858 w 958824"/>
                  <a:gd name="connsiteY3" fmla="*/ 451467 h 3044396"/>
                  <a:gd name="connsiteX4" fmla="*/ 947047 w 958824"/>
                  <a:gd name="connsiteY4" fmla="*/ 1584058 h 3044396"/>
                  <a:gd name="connsiteX5" fmla="*/ 763317 w 958824"/>
                  <a:gd name="connsiteY5" fmla="*/ 2657096 h 3044396"/>
                  <a:gd name="connsiteX6" fmla="*/ 448749 w 958824"/>
                  <a:gd name="connsiteY6" fmla="*/ 3022154 h 3044396"/>
                  <a:gd name="connsiteX7" fmla="*/ 131142 w 958824"/>
                  <a:gd name="connsiteY7" fmla="*/ 2122422 h 3044396"/>
                  <a:gd name="connsiteX8" fmla="*/ 1175 w 958824"/>
                  <a:gd name="connsiteY8" fmla="*/ 1584058 h 3044396"/>
                  <a:gd name="connsiteX0" fmla="*/ 6125 w 927920"/>
                  <a:gd name="connsiteY0" fmla="*/ 1023420 h 3044396"/>
                  <a:gd name="connsiteX1" fmla="*/ 61459 w 927920"/>
                  <a:gd name="connsiteY1" fmla="*/ 477572 h 3044396"/>
                  <a:gd name="connsiteX2" fmla="*/ 443207 w 927920"/>
                  <a:gd name="connsiteY2" fmla="*/ 73 h 3044396"/>
                  <a:gd name="connsiteX3" fmla="*/ 831954 w 927920"/>
                  <a:gd name="connsiteY3" fmla="*/ 451467 h 3044396"/>
                  <a:gd name="connsiteX4" fmla="*/ 916143 w 927920"/>
                  <a:gd name="connsiteY4" fmla="*/ 1584058 h 3044396"/>
                  <a:gd name="connsiteX5" fmla="*/ 732413 w 927920"/>
                  <a:gd name="connsiteY5" fmla="*/ 2657096 h 3044396"/>
                  <a:gd name="connsiteX6" fmla="*/ 417845 w 927920"/>
                  <a:gd name="connsiteY6" fmla="*/ 3022154 h 3044396"/>
                  <a:gd name="connsiteX7" fmla="*/ 100238 w 927920"/>
                  <a:gd name="connsiteY7" fmla="*/ 2122422 h 3044396"/>
                  <a:gd name="connsiteX8" fmla="*/ 6125 w 927920"/>
                  <a:gd name="connsiteY8" fmla="*/ 1023420 h 3044396"/>
                  <a:gd name="connsiteX0" fmla="*/ 6125 w 927920"/>
                  <a:gd name="connsiteY0" fmla="*/ 762296 h 2783272"/>
                  <a:gd name="connsiteX1" fmla="*/ 61459 w 927920"/>
                  <a:gd name="connsiteY1" fmla="*/ 216448 h 2783272"/>
                  <a:gd name="connsiteX2" fmla="*/ 539850 w 927920"/>
                  <a:gd name="connsiteY2" fmla="*/ 16843 h 2783272"/>
                  <a:gd name="connsiteX3" fmla="*/ 831954 w 927920"/>
                  <a:gd name="connsiteY3" fmla="*/ 190343 h 2783272"/>
                  <a:gd name="connsiteX4" fmla="*/ 916143 w 927920"/>
                  <a:gd name="connsiteY4" fmla="*/ 1322934 h 2783272"/>
                  <a:gd name="connsiteX5" fmla="*/ 732413 w 927920"/>
                  <a:gd name="connsiteY5" fmla="*/ 2395972 h 2783272"/>
                  <a:gd name="connsiteX6" fmla="*/ 417845 w 927920"/>
                  <a:gd name="connsiteY6" fmla="*/ 2761030 h 2783272"/>
                  <a:gd name="connsiteX7" fmla="*/ 100238 w 927920"/>
                  <a:gd name="connsiteY7" fmla="*/ 1861298 h 2783272"/>
                  <a:gd name="connsiteX8" fmla="*/ 6125 w 927920"/>
                  <a:gd name="connsiteY8" fmla="*/ 762296 h 2783272"/>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834817 h 2855793"/>
                  <a:gd name="connsiteX1" fmla="*/ 61459 w 939044"/>
                  <a:gd name="connsiteY1" fmla="*/ 288969 h 2855793"/>
                  <a:gd name="connsiteX2" fmla="*/ 534836 w 939044"/>
                  <a:gd name="connsiteY2" fmla="*/ 45 h 2855793"/>
                  <a:gd name="connsiteX3" fmla="*/ 876256 w 939044"/>
                  <a:gd name="connsiteY3" fmla="*/ 296918 h 2855793"/>
                  <a:gd name="connsiteX4" fmla="*/ 916143 w 939044"/>
                  <a:gd name="connsiteY4" fmla="*/ 1395455 h 2855793"/>
                  <a:gd name="connsiteX5" fmla="*/ 732413 w 939044"/>
                  <a:gd name="connsiteY5" fmla="*/ 2468493 h 2855793"/>
                  <a:gd name="connsiteX6" fmla="*/ 417845 w 939044"/>
                  <a:gd name="connsiteY6" fmla="*/ 2833551 h 2855793"/>
                  <a:gd name="connsiteX7" fmla="*/ 100238 w 939044"/>
                  <a:gd name="connsiteY7" fmla="*/ 1933819 h 2855793"/>
                  <a:gd name="connsiteX8" fmla="*/ 6125 w 939044"/>
                  <a:gd name="connsiteY8" fmla="*/ 834817 h 2855793"/>
                  <a:gd name="connsiteX0" fmla="*/ 8111 w 941030"/>
                  <a:gd name="connsiteY0" fmla="*/ 839858 h 2860834"/>
                  <a:gd name="connsiteX1" fmla="*/ 263598 w 941030"/>
                  <a:gd name="connsiteY1" fmla="*/ 239230 h 2860834"/>
                  <a:gd name="connsiteX2" fmla="*/ 536822 w 941030"/>
                  <a:gd name="connsiteY2" fmla="*/ 5086 h 2860834"/>
                  <a:gd name="connsiteX3" fmla="*/ 878242 w 941030"/>
                  <a:gd name="connsiteY3" fmla="*/ 301959 h 2860834"/>
                  <a:gd name="connsiteX4" fmla="*/ 918129 w 941030"/>
                  <a:gd name="connsiteY4" fmla="*/ 1400496 h 2860834"/>
                  <a:gd name="connsiteX5" fmla="*/ 734399 w 941030"/>
                  <a:gd name="connsiteY5" fmla="*/ 2473534 h 2860834"/>
                  <a:gd name="connsiteX6" fmla="*/ 419831 w 941030"/>
                  <a:gd name="connsiteY6" fmla="*/ 2838592 h 2860834"/>
                  <a:gd name="connsiteX7" fmla="*/ 102224 w 941030"/>
                  <a:gd name="connsiteY7" fmla="*/ 1938860 h 2860834"/>
                  <a:gd name="connsiteX8" fmla="*/ 8111 w 941030"/>
                  <a:gd name="connsiteY8" fmla="*/ 839858 h 2860834"/>
                  <a:gd name="connsiteX0" fmla="*/ 17831 w 903494"/>
                  <a:gd name="connsiteY0" fmla="*/ 660008 h 2860834"/>
                  <a:gd name="connsiteX1" fmla="*/ 226062 w 903494"/>
                  <a:gd name="connsiteY1" fmla="*/ 239230 h 2860834"/>
                  <a:gd name="connsiteX2" fmla="*/ 499286 w 903494"/>
                  <a:gd name="connsiteY2" fmla="*/ 5086 h 2860834"/>
                  <a:gd name="connsiteX3" fmla="*/ 840706 w 903494"/>
                  <a:gd name="connsiteY3" fmla="*/ 301959 h 2860834"/>
                  <a:gd name="connsiteX4" fmla="*/ 880593 w 903494"/>
                  <a:gd name="connsiteY4" fmla="*/ 1400496 h 2860834"/>
                  <a:gd name="connsiteX5" fmla="*/ 696863 w 903494"/>
                  <a:gd name="connsiteY5" fmla="*/ 2473534 h 2860834"/>
                  <a:gd name="connsiteX6" fmla="*/ 382295 w 903494"/>
                  <a:gd name="connsiteY6" fmla="*/ 2838592 h 2860834"/>
                  <a:gd name="connsiteX7" fmla="*/ 64688 w 903494"/>
                  <a:gd name="connsiteY7" fmla="*/ 1938860 h 2860834"/>
                  <a:gd name="connsiteX8" fmla="*/ 17831 w 903494"/>
                  <a:gd name="connsiteY8" fmla="*/ 660008 h 2860834"/>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74088 h 2874914"/>
                  <a:gd name="connsiteX1" fmla="*/ 227828 w 903612"/>
                  <a:gd name="connsiteY1" fmla="*/ 171626 h 2874914"/>
                  <a:gd name="connsiteX2" fmla="*/ 499404 w 903612"/>
                  <a:gd name="connsiteY2" fmla="*/ 19166 h 2874914"/>
                  <a:gd name="connsiteX3" fmla="*/ 840824 w 903612"/>
                  <a:gd name="connsiteY3" fmla="*/ 316039 h 2874914"/>
                  <a:gd name="connsiteX4" fmla="*/ 880711 w 903612"/>
                  <a:gd name="connsiteY4" fmla="*/ 1414576 h 2874914"/>
                  <a:gd name="connsiteX5" fmla="*/ 696981 w 903612"/>
                  <a:gd name="connsiteY5" fmla="*/ 2487614 h 2874914"/>
                  <a:gd name="connsiteX6" fmla="*/ 382413 w 903612"/>
                  <a:gd name="connsiteY6" fmla="*/ 2852672 h 2874914"/>
                  <a:gd name="connsiteX7" fmla="*/ 64806 w 903612"/>
                  <a:gd name="connsiteY7" fmla="*/ 1952940 h 2874914"/>
                  <a:gd name="connsiteX8" fmla="*/ 17949 w 903612"/>
                  <a:gd name="connsiteY8" fmla="*/ 674088 h 2874914"/>
                  <a:gd name="connsiteX0" fmla="*/ 26925 w 891376"/>
                  <a:gd name="connsiteY0" fmla="*/ 717064 h 2874914"/>
                  <a:gd name="connsiteX1" fmla="*/ 215592 w 891376"/>
                  <a:gd name="connsiteY1" fmla="*/ 171626 h 2874914"/>
                  <a:gd name="connsiteX2" fmla="*/ 487168 w 891376"/>
                  <a:gd name="connsiteY2" fmla="*/ 19166 h 2874914"/>
                  <a:gd name="connsiteX3" fmla="*/ 828588 w 891376"/>
                  <a:gd name="connsiteY3" fmla="*/ 316039 h 2874914"/>
                  <a:gd name="connsiteX4" fmla="*/ 868475 w 891376"/>
                  <a:gd name="connsiteY4" fmla="*/ 1414576 h 2874914"/>
                  <a:gd name="connsiteX5" fmla="*/ 684745 w 891376"/>
                  <a:gd name="connsiteY5" fmla="*/ 2487614 h 2874914"/>
                  <a:gd name="connsiteX6" fmla="*/ 370177 w 891376"/>
                  <a:gd name="connsiteY6" fmla="*/ 2852672 h 2874914"/>
                  <a:gd name="connsiteX7" fmla="*/ 52570 w 891376"/>
                  <a:gd name="connsiteY7" fmla="*/ 1952940 h 2874914"/>
                  <a:gd name="connsiteX8" fmla="*/ 26925 w 891376"/>
                  <a:gd name="connsiteY8" fmla="*/ 717064 h 2874914"/>
                  <a:gd name="connsiteX0" fmla="*/ 47530 w 911981"/>
                  <a:gd name="connsiteY0" fmla="*/ 717064 h 2874914"/>
                  <a:gd name="connsiteX1" fmla="*/ 236197 w 911981"/>
                  <a:gd name="connsiteY1" fmla="*/ 171626 h 2874914"/>
                  <a:gd name="connsiteX2" fmla="*/ 507773 w 911981"/>
                  <a:gd name="connsiteY2" fmla="*/ 19166 h 2874914"/>
                  <a:gd name="connsiteX3" fmla="*/ 849193 w 911981"/>
                  <a:gd name="connsiteY3" fmla="*/ 316039 h 2874914"/>
                  <a:gd name="connsiteX4" fmla="*/ 889080 w 911981"/>
                  <a:gd name="connsiteY4" fmla="*/ 1414576 h 2874914"/>
                  <a:gd name="connsiteX5" fmla="*/ 705350 w 911981"/>
                  <a:gd name="connsiteY5" fmla="*/ 2487614 h 2874914"/>
                  <a:gd name="connsiteX6" fmla="*/ 390782 w 911981"/>
                  <a:gd name="connsiteY6" fmla="*/ 2852672 h 2874914"/>
                  <a:gd name="connsiteX7" fmla="*/ 73175 w 911981"/>
                  <a:gd name="connsiteY7" fmla="*/ 1952940 h 2874914"/>
                  <a:gd name="connsiteX8" fmla="*/ 47530 w 911981"/>
                  <a:gd name="connsiteY8" fmla="*/ 717064 h 2874914"/>
                  <a:gd name="connsiteX0" fmla="*/ 27966 w 892417"/>
                  <a:gd name="connsiteY0" fmla="*/ 717064 h 2874914"/>
                  <a:gd name="connsiteX1" fmla="*/ 216633 w 892417"/>
                  <a:gd name="connsiteY1" fmla="*/ 171626 h 2874914"/>
                  <a:gd name="connsiteX2" fmla="*/ 488209 w 892417"/>
                  <a:gd name="connsiteY2" fmla="*/ 19166 h 2874914"/>
                  <a:gd name="connsiteX3" fmla="*/ 829629 w 892417"/>
                  <a:gd name="connsiteY3" fmla="*/ 316039 h 2874914"/>
                  <a:gd name="connsiteX4" fmla="*/ 869516 w 892417"/>
                  <a:gd name="connsiteY4" fmla="*/ 1414576 h 2874914"/>
                  <a:gd name="connsiteX5" fmla="*/ 685786 w 892417"/>
                  <a:gd name="connsiteY5" fmla="*/ 2487614 h 2874914"/>
                  <a:gd name="connsiteX6" fmla="*/ 371218 w 892417"/>
                  <a:gd name="connsiteY6" fmla="*/ 2852672 h 2874914"/>
                  <a:gd name="connsiteX7" fmla="*/ 53611 w 892417"/>
                  <a:gd name="connsiteY7" fmla="*/ 1952940 h 2874914"/>
                  <a:gd name="connsiteX8" fmla="*/ 27966 w 892417"/>
                  <a:gd name="connsiteY8" fmla="*/ 717064 h 2874914"/>
                  <a:gd name="connsiteX0" fmla="*/ 12170 w 876621"/>
                  <a:gd name="connsiteY0" fmla="*/ 717064 h 2882802"/>
                  <a:gd name="connsiteX1" fmla="*/ 200837 w 876621"/>
                  <a:gd name="connsiteY1" fmla="*/ 171626 h 2882802"/>
                  <a:gd name="connsiteX2" fmla="*/ 472413 w 876621"/>
                  <a:gd name="connsiteY2" fmla="*/ 19166 h 2882802"/>
                  <a:gd name="connsiteX3" fmla="*/ 813833 w 876621"/>
                  <a:gd name="connsiteY3" fmla="*/ 316039 h 2882802"/>
                  <a:gd name="connsiteX4" fmla="*/ 853720 w 876621"/>
                  <a:gd name="connsiteY4" fmla="*/ 1414576 h 2882802"/>
                  <a:gd name="connsiteX5" fmla="*/ 669990 w 876621"/>
                  <a:gd name="connsiteY5" fmla="*/ 2487614 h 2882802"/>
                  <a:gd name="connsiteX6" fmla="*/ 355422 w 876621"/>
                  <a:gd name="connsiteY6" fmla="*/ 2852672 h 2882802"/>
                  <a:gd name="connsiteX7" fmla="*/ 70151 w 876621"/>
                  <a:gd name="connsiteY7" fmla="*/ 1821981 h 2882802"/>
                  <a:gd name="connsiteX8" fmla="*/ 12170 w 87662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35559 w 900010"/>
                  <a:gd name="connsiteY0" fmla="*/ 717064 h 2882802"/>
                  <a:gd name="connsiteX1" fmla="*/ 224226 w 900010"/>
                  <a:gd name="connsiteY1" fmla="*/ 171626 h 2882802"/>
                  <a:gd name="connsiteX2" fmla="*/ 495802 w 900010"/>
                  <a:gd name="connsiteY2" fmla="*/ 19166 h 2882802"/>
                  <a:gd name="connsiteX3" fmla="*/ 837222 w 900010"/>
                  <a:gd name="connsiteY3" fmla="*/ 316039 h 2882802"/>
                  <a:gd name="connsiteX4" fmla="*/ 877109 w 900010"/>
                  <a:gd name="connsiteY4" fmla="*/ 1414576 h 2882802"/>
                  <a:gd name="connsiteX5" fmla="*/ 693379 w 900010"/>
                  <a:gd name="connsiteY5" fmla="*/ 2487614 h 2882802"/>
                  <a:gd name="connsiteX6" fmla="*/ 378811 w 900010"/>
                  <a:gd name="connsiteY6" fmla="*/ 2852672 h 2882802"/>
                  <a:gd name="connsiteX7" fmla="*/ 93540 w 900010"/>
                  <a:gd name="connsiteY7" fmla="*/ 1821981 h 2882802"/>
                  <a:gd name="connsiteX8" fmla="*/ 35559 w 900010"/>
                  <a:gd name="connsiteY8" fmla="*/ 717064 h 2882802"/>
                  <a:gd name="connsiteX0" fmla="*/ 26171 w 890622"/>
                  <a:gd name="connsiteY0" fmla="*/ 717064 h 2882802"/>
                  <a:gd name="connsiteX1" fmla="*/ 214838 w 890622"/>
                  <a:gd name="connsiteY1" fmla="*/ 171626 h 2882802"/>
                  <a:gd name="connsiteX2" fmla="*/ 486414 w 890622"/>
                  <a:gd name="connsiteY2" fmla="*/ 19166 h 2882802"/>
                  <a:gd name="connsiteX3" fmla="*/ 827834 w 890622"/>
                  <a:gd name="connsiteY3" fmla="*/ 316039 h 2882802"/>
                  <a:gd name="connsiteX4" fmla="*/ 867721 w 890622"/>
                  <a:gd name="connsiteY4" fmla="*/ 1414576 h 2882802"/>
                  <a:gd name="connsiteX5" fmla="*/ 683991 w 890622"/>
                  <a:gd name="connsiteY5" fmla="*/ 2487614 h 2882802"/>
                  <a:gd name="connsiteX6" fmla="*/ 369423 w 890622"/>
                  <a:gd name="connsiteY6" fmla="*/ 2852672 h 2882802"/>
                  <a:gd name="connsiteX7" fmla="*/ 84152 w 890622"/>
                  <a:gd name="connsiteY7" fmla="*/ 1821981 h 2882802"/>
                  <a:gd name="connsiteX8" fmla="*/ 26171 w 890622"/>
                  <a:gd name="connsiteY8" fmla="*/ 717064 h 2882802"/>
                  <a:gd name="connsiteX0" fmla="*/ 29461 w 893912"/>
                  <a:gd name="connsiteY0" fmla="*/ 717064 h 2882802"/>
                  <a:gd name="connsiteX1" fmla="*/ 218128 w 893912"/>
                  <a:gd name="connsiteY1" fmla="*/ 171626 h 2882802"/>
                  <a:gd name="connsiteX2" fmla="*/ 489704 w 893912"/>
                  <a:gd name="connsiteY2" fmla="*/ 19166 h 2882802"/>
                  <a:gd name="connsiteX3" fmla="*/ 831124 w 893912"/>
                  <a:gd name="connsiteY3" fmla="*/ 316039 h 2882802"/>
                  <a:gd name="connsiteX4" fmla="*/ 871011 w 893912"/>
                  <a:gd name="connsiteY4" fmla="*/ 1414576 h 2882802"/>
                  <a:gd name="connsiteX5" fmla="*/ 687281 w 893912"/>
                  <a:gd name="connsiteY5" fmla="*/ 2487614 h 2882802"/>
                  <a:gd name="connsiteX6" fmla="*/ 372713 w 893912"/>
                  <a:gd name="connsiteY6" fmla="*/ 2852672 h 2882802"/>
                  <a:gd name="connsiteX7" fmla="*/ 87442 w 893912"/>
                  <a:gd name="connsiteY7" fmla="*/ 1821981 h 2882802"/>
                  <a:gd name="connsiteX8" fmla="*/ 29461 w 893912"/>
                  <a:gd name="connsiteY8" fmla="*/ 717064 h 2882802"/>
                  <a:gd name="connsiteX0" fmla="*/ 25528 w 904861"/>
                  <a:gd name="connsiteY0" fmla="*/ 700008 h 2882802"/>
                  <a:gd name="connsiteX1" fmla="*/ 229077 w 904861"/>
                  <a:gd name="connsiteY1" fmla="*/ 171626 h 2882802"/>
                  <a:gd name="connsiteX2" fmla="*/ 500653 w 904861"/>
                  <a:gd name="connsiteY2" fmla="*/ 19166 h 2882802"/>
                  <a:gd name="connsiteX3" fmla="*/ 842073 w 904861"/>
                  <a:gd name="connsiteY3" fmla="*/ 316039 h 2882802"/>
                  <a:gd name="connsiteX4" fmla="*/ 881960 w 904861"/>
                  <a:gd name="connsiteY4" fmla="*/ 1414576 h 2882802"/>
                  <a:gd name="connsiteX5" fmla="*/ 698230 w 904861"/>
                  <a:gd name="connsiteY5" fmla="*/ 2487614 h 2882802"/>
                  <a:gd name="connsiteX6" fmla="*/ 383662 w 904861"/>
                  <a:gd name="connsiteY6" fmla="*/ 2852672 h 2882802"/>
                  <a:gd name="connsiteX7" fmla="*/ 98391 w 904861"/>
                  <a:gd name="connsiteY7" fmla="*/ 1821981 h 2882802"/>
                  <a:gd name="connsiteX8" fmla="*/ 25528 w 904861"/>
                  <a:gd name="connsiteY8" fmla="*/ 700008 h 2882802"/>
                  <a:gd name="connsiteX0" fmla="*/ 3067 w 882400"/>
                  <a:gd name="connsiteY0" fmla="*/ 700008 h 2882802"/>
                  <a:gd name="connsiteX1" fmla="*/ 206616 w 882400"/>
                  <a:gd name="connsiteY1" fmla="*/ 171626 h 2882802"/>
                  <a:gd name="connsiteX2" fmla="*/ 478192 w 882400"/>
                  <a:gd name="connsiteY2" fmla="*/ 19166 h 2882802"/>
                  <a:gd name="connsiteX3" fmla="*/ 819612 w 882400"/>
                  <a:gd name="connsiteY3" fmla="*/ 316039 h 2882802"/>
                  <a:gd name="connsiteX4" fmla="*/ 859499 w 882400"/>
                  <a:gd name="connsiteY4" fmla="*/ 1414576 h 2882802"/>
                  <a:gd name="connsiteX5" fmla="*/ 675769 w 882400"/>
                  <a:gd name="connsiteY5" fmla="*/ 2487614 h 2882802"/>
                  <a:gd name="connsiteX6" fmla="*/ 361201 w 882400"/>
                  <a:gd name="connsiteY6" fmla="*/ 2852672 h 2882802"/>
                  <a:gd name="connsiteX7" fmla="*/ 75930 w 882400"/>
                  <a:gd name="connsiteY7" fmla="*/ 1821981 h 2882802"/>
                  <a:gd name="connsiteX8" fmla="*/ 3067 w 882400"/>
                  <a:gd name="connsiteY8" fmla="*/ 700008 h 2882802"/>
                  <a:gd name="connsiteX0" fmla="*/ 3067 w 890413"/>
                  <a:gd name="connsiteY0" fmla="*/ 697657 h 2880451"/>
                  <a:gd name="connsiteX1" fmla="*/ 206616 w 890413"/>
                  <a:gd name="connsiteY1" fmla="*/ 169275 h 2880451"/>
                  <a:gd name="connsiteX2" fmla="*/ 478192 w 890413"/>
                  <a:gd name="connsiteY2" fmla="*/ 16815 h 2880451"/>
                  <a:gd name="connsiteX3" fmla="*/ 837597 w 890413"/>
                  <a:gd name="connsiteY3" fmla="*/ 181227 h 2880451"/>
                  <a:gd name="connsiteX4" fmla="*/ 859499 w 890413"/>
                  <a:gd name="connsiteY4" fmla="*/ 1412225 h 2880451"/>
                  <a:gd name="connsiteX5" fmla="*/ 675769 w 890413"/>
                  <a:gd name="connsiteY5" fmla="*/ 2485263 h 2880451"/>
                  <a:gd name="connsiteX6" fmla="*/ 361201 w 890413"/>
                  <a:gd name="connsiteY6" fmla="*/ 2850321 h 2880451"/>
                  <a:gd name="connsiteX7" fmla="*/ 75930 w 890413"/>
                  <a:gd name="connsiteY7" fmla="*/ 1819630 h 2880451"/>
                  <a:gd name="connsiteX8" fmla="*/ 3067 w 890413"/>
                  <a:gd name="connsiteY8" fmla="*/ 697657 h 2880451"/>
                  <a:gd name="connsiteX0" fmla="*/ 3067 w 890413"/>
                  <a:gd name="connsiteY0" fmla="*/ 747934 h 2930728"/>
                  <a:gd name="connsiteX1" fmla="*/ 206616 w 890413"/>
                  <a:gd name="connsiteY1" fmla="*/ 219552 h 2930728"/>
                  <a:gd name="connsiteX2" fmla="*/ 490783 w 890413"/>
                  <a:gd name="connsiteY2" fmla="*/ 356 h 2930728"/>
                  <a:gd name="connsiteX3" fmla="*/ 837597 w 890413"/>
                  <a:gd name="connsiteY3" fmla="*/ 231504 h 2930728"/>
                  <a:gd name="connsiteX4" fmla="*/ 859499 w 890413"/>
                  <a:gd name="connsiteY4" fmla="*/ 1462502 h 2930728"/>
                  <a:gd name="connsiteX5" fmla="*/ 675769 w 890413"/>
                  <a:gd name="connsiteY5" fmla="*/ 2535540 h 2930728"/>
                  <a:gd name="connsiteX6" fmla="*/ 361201 w 890413"/>
                  <a:gd name="connsiteY6" fmla="*/ 2900598 h 2930728"/>
                  <a:gd name="connsiteX7" fmla="*/ 75930 w 890413"/>
                  <a:gd name="connsiteY7" fmla="*/ 1869907 h 2930728"/>
                  <a:gd name="connsiteX8" fmla="*/ 3067 w 890413"/>
                  <a:gd name="connsiteY8" fmla="*/ 747934 h 2930728"/>
                  <a:gd name="connsiteX0" fmla="*/ 1927 w 896675"/>
                  <a:gd name="connsiteY0" fmla="*/ 1130640 h 2930728"/>
                  <a:gd name="connsiteX1" fmla="*/ 212878 w 896675"/>
                  <a:gd name="connsiteY1" fmla="*/ 219552 h 2930728"/>
                  <a:gd name="connsiteX2" fmla="*/ 497045 w 896675"/>
                  <a:gd name="connsiteY2" fmla="*/ 356 h 2930728"/>
                  <a:gd name="connsiteX3" fmla="*/ 843859 w 896675"/>
                  <a:gd name="connsiteY3" fmla="*/ 231504 h 2930728"/>
                  <a:gd name="connsiteX4" fmla="*/ 865761 w 896675"/>
                  <a:gd name="connsiteY4" fmla="*/ 1462502 h 2930728"/>
                  <a:gd name="connsiteX5" fmla="*/ 682031 w 896675"/>
                  <a:gd name="connsiteY5" fmla="*/ 2535540 h 2930728"/>
                  <a:gd name="connsiteX6" fmla="*/ 367463 w 896675"/>
                  <a:gd name="connsiteY6" fmla="*/ 2900598 h 2930728"/>
                  <a:gd name="connsiteX7" fmla="*/ 82192 w 896675"/>
                  <a:gd name="connsiteY7" fmla="*/ 1869907 h 2930728"/>
                  <a:gd name="connsiteX8" fmla="*/ 1927 w 896675"/>
                  <a:gd name="connsiteY8" fmla="*/ 1130640 h 2930728"/>
                  <a:gd name="connsiteX0" fmla="*/ 3863 w 898611"/>
                  <a:gd name="connsiteY0" fmla="*/ 1130640 h 2920786"/>
                  <a:gd name="connsiteX1" fmla="*/ 214814 w 898611"/>
                  <a:gd name="connsiteY1" fmla="*/ 219552 h 2920786"/>
                  <a:gd name="connsiteX2" fmla="*/ 498981 w 898611"/>
                  <a:gd name="connsiteY2" fmla="*/ 356 h 2920786"/>
                  <a:gd name="connsiteX3" fmla="*/ 845795 w 898611"/>
                  <a:gd name="connsiteY3" fmla="*/ 231504 h 2920786"/>
                  <a:gd name="connsiteX4" fmla="*/ 867697 w 898611"/>
                  <a:gd name="connsiteY4" fmla="*/ 1462502 h 2920786"/>
                  <a:gd name="connsiteX5" fmla="*/ 683967 w 898611"/>
                  <a:gd name="connsiteY5" fmla="*/ 2535540 h 2920786"/>
                  <a:gd name="connsiteX6" fmla="*/ 369399 w 898611"/>
                  <a:gd name="connsiteY6" fmla="*/ 2900598 h 2920786"/>
                  <a:gd name="connsiteX7" fmla="*/ 114047 w 898611"/>
                  <a:gd name="connsiteY7" fmla="*/ 2036227 h 2920786"/>
                  <a:gd name="connsiteX8" fmla="*/ 3863 w 898611"/>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2681 w 897429"/>
                  <a:gd name="connsiteY0" fmla="*/ 1130835 h 2920981"/>
                  <a:gd name="connsiteX1" fmla="*/ 213632 w 897429"/>
                  <a:gd name="connsiteY1" fmla="*/ 219747 h 2920981"/>
                  <a:gd name="connsiteX2" fmla="*/ 497799 w 897429"/>
                  <a:gd name="connsiteY2" fmla="*/ 551 h 2920981"/>
                  <a:gd name="connsiteX3" fmla="*/ 844613 w 897429"/>
                  <a:gd name="connsiteY3" fmla="*/ 231699 h 2920981"/>
                  <a:gd name="connsiteX4" fmla="*/ 866515 w 897429"/>
                  <a:gd name="connsiteY4" fmla="*/ 1462697 h 2920981"/>
                  <a:gd name="connsiteX5" fmla="*/ 682785 w 897429"/>
                  <a:gd name="connsiteY5" fmla="*/ 2535735 h 2920981"/>
                  <a:gd name="connsiteX6" fmla="*/ 368217 w 897429"/>
                  <a:gd name="connsiteY6" fmla="*/ 2900793 h 2920981"/>
                  <a:gd name="connsiteX7" fmla="*/ 112865 w 897429"/>
                  <a:gd name="connsiteY7" fmla="*/ 2036422 h 2920981"/>
                  <a:gd name="connsiteX8" fmla="*/ 2681 w 897429"/>
                  <a:gd name="connsiteY8" fmla="*/ 1130835 h 2920981"/>
                  <a:gd name="connsiteX0" fmla="*/ 2681 w 897429"/>
                  <a:gd name="connsiteY0" fmla="*/ 1130835 h 2920981"/>
                  <a:gd name="connsiteX1" fmla="*/ 213632 w 897429"/>
                  <a:gd name="connsiteY1" fmla="*/ 219747 h 2920981"/>
                  <a:gd name="connsiteX2" fmla="*/ 497799 w 897429"/>
                  <a:gd name="connsiteY2" fmla="*/ 551 h 2920981"/>
                  <a:gd name="connsiteX3" fmla="*/ 844613 w 897429"/>
                  <a:gd name="connsiteY3" fmla="*/ 231699 h 2920981"/>
                  <a:gd name="connsiteX4" fmla="*/ 866515 w 897429"/>
                  <a:gd name="connsiteY4" fmla="*/ 1462697 h 2920981"/>
                  <a:gd name="connsiteX5" fmla="*/ 682785 w 897429"/>
                  <a:gd name="connsiteY5" fmla="*/ 2535735 h 2920981"/>
                  <a:gd name="connsiteX6" fmla="*/ 368217 w 897429"/>
                  <a:gd name="connsiteY6" fmla="*/ 2900793 h 2920981"/>
                  <a:gd name="connsiteX7" fmla="*/ 112865 w 897429"/>
                  <a:gd name="connsiteY7" fmla="*/ 2036422 h 2920981"/>
                  <a:gd name="connsiteX8" fmla="*/ 2681 w 897429"/>
                  <a:gd name="connsiteY8" fmla="*/ 1130835 h 2920981"/>
                  <a:gd name="connsiteX0" fmla="*/ 2681 w 897429"/>
                  <a:gd name="connsiteY0" fmla="*/ 1148878 h 2939024"/>
                  <a:gd name="connsiteX1" fmla="*/ 213632 w 897429"/>
                  <a:gd name="connsiteY1" fmla="*/ 237790 h 2939024"/>
                  <a:gd name="connsiteX2" fmla="*/ 497799 w 897429"/>
                  <a:gd name="connsiteY2" fmla="*/ 18594 h 2939024"/>
                  <a:gd name="connsiteX3" fmla="*/ 844613 w 897429"/>
                  <a:gd name="connsiteY3" fmla="*/ 249742 h 2939024"/>
                  <a:gd name="connsiteX4" fmla="*/ 866515 w 897429"/>
                  <a:gd name="connsiteY4" fmla="*/ 1480740 h 2939024"/>
                  <a:gd name="connsiteX5" fmla="*/ 682785 w 897429"/>
                  <a:gd name="connsiteY5" fmla="*/ 2553778 h 2939024"/>
                  <a:gd name="connsiteX6" fmla="*/ 368217 w 897429"/>
                  <a:gd name="connsiteY6" fmla="*/ 2918836 h 2939024"/>
                  <a:gd name="connsiteX7" fmla="*/ 112865 w 897429"/>
                  <a:gd name="connsiteY7" fmla="*/ 2054465 h 2939024"/>
                  <a:gd name="connsiteX8" fmla="*/ 2681 w 897429"/>
                  <a:gd name="connsiteY8" fmla="*/ 1148878 h 2939024"/>
                  <a:gd name="connsiteX0" fmla="*/ 2681 w 897429"/>
                  <a:gd name="connsiteY0" fmla="*/ 1148879 h 2939025"/>
                  <a:gd name="connsiteX1" fmla="*/ 213632 w 897429"/>
                  <a:gd name="connsiteY1" fmla="*/ 237791 h 2939025"/>
                  <a:gd name="connsiteX2" fmla="*/ 497799 w 897429"/>
                  <a:gd name="connsiteY2" fmla="*/ 18595 h 2939025"/>
                  <a:gd name="connsiteX3" fmla="*/ 844613 w 897429"/>
                  <a:gd name="connsiteY3" fmla="*/ 249743 h 2939025"/>
                  <a:gd name="connsiteX4" fmla="*/ 866515 w 897429"/>
                  <a:gd name="connsiteY4" fmla="*/ 1480741 h 2939025"/>
                  <a:gd name="connsiteX5" fmla="*/ 682785 w 897429"/>
                  <a:gd name="connsiteY5" fmla="*/ 2553779 h 2939025"/>
                  <a:gd name="connsiteX6" fmla="*/ 368217 w 897429"/>
                  <a:gd name="connsiteY6" fmla="*/ 2918837 h 2939025"/>
                  <a:gd name="connsiteX7" fmla="*/ 112865 w 897429"/>
                  <a:gd name="connsiteY7" fmla="*/ 2054466 h 2939025"/>
                  <a:gd name="connsiteX8" fmla="*/ 2681 w 897429"/>
                  <a:gd name="connsiteY8" fmla="*/ 1148879 h 2939025"/>
                  <a:gd name="connsiteX0" fmla="*/ 2681 w 897429"/>
                  <a:gd name="connsiteY0" fmla="*/ 1148879 h 2939025"/>
                  <a:gd name="connsiteX1" fmla="*/ 213632 w 897429"/>
                  <a:gd name="connsiteY1" fmla="*/ 237791 h 2939025"/>
                  <a:gd name="connsiteX2" fmla="*/ 497799 w 897429"/>
                  <a:gd name="connsiteY2" fmla="*/ 18595 h 2939025"/>
                  <a:gd name="connsiteX3" fmla="*/ 844613 w 897429"/>
                  <a:gd name="connsiteY3" fmla="*/ 249743 h 2939025"/>
                  <a:gd name="connsiteX4" fmla="*/ 866515 w 897429"/>
                  <a:gd name="connsiteY4" fmla="*/ 1480741 h 2939025"/>
                  <a:gd name="connsiteX5" fmla="*/ 682785 w 897429"/>
                  <a:gd name="connsiteY5" fmla="*/ 2553779 h 2939025"/>
                  <a:gd name="connsiteX6" fmla="*/ 368217 w 897429"/>
                  <a:gd name="connsiteY6" fmla="*/ 2918837 h 2939025"/>
                  <a:gd name="connsiteX7" fmla="*/ 112865 w 897429"/>
                  <a:gd name="connsiteY7" fmla="*/ 2054466 h 2939025"/>
                  <a:gd name="connsiteX8" fmla="*/ 2681 w 897429"/>
                  <a:gd name="connsiteY8" fmla="*/ 1148879 h 2939025"/>
                  <a:gd name="connsiteX0" fmla="*/ 2681 w 897429"/>
                  <a:gd name="connsiteY0" fmla="*/ 1143610 h 2933756"/>
                  <a:gd name="connsiteX1" fmla="*/ 213632 w 897429"/>
                  <a:gd name="connsiteY1" fmla="*/ 232522 h 2933756"/>
                  <a:gd name="connsiteX2" fmla="*/ 497799 w 897429"/>
                  <a:gd name="connsiteY2" fmla="*/ 13326 h 2933756"/>
                  <a:gd name="connsiteX3" fmla="*/ 844613 w 897429"/>
                  <a:gd name="connsiteY3" fmla="*/ 244474 h 2933756"/>
                  <a:gd name="connsiteX4" fmla="*/ 866515 w 897429"/>
                  <a:gd name="connsiteY4" fmla="*/ 1475472 h 2933756"/>
                  <a:gd name="connsiteX5" fmla="*/ 682785 w 897429"/>
                  <a:gd name="connsiteY5" fmla="*/ 2548510 h 2933756"/>
                  <a:gd name="connsiteX6" fmla="*/ 368217 w 897429"/>
                  <a:gd name="connsiteY6" fmla="*/ 2913568 h 2933756"/>
                  <a:gd name="connsiteX7" fmla="*/ 112865 w 897429"/>
                  <a:gd name="connsiteY7" fmla="*/ 2049197 h 2933756"/>
                  <a:gd name="connsiteX8" fmla="*/ 2681 w 897429"/>
                  <a:gd name="connsiteY8" fmla="*/ 1143610 h 2933756"/>
                  <a:gd name="connsiteX0" fmla="*/ 16 w 894764"/>
                  <a:gd name="connsiteY0" fmla="*/ 1143609 h 2933755"/>
                  <a:gd name="connsiteX1" fmla="*/ 210967 w 894764"/>
                  <a:gd name="connsiteY1" fmla="*/ 232521 h 2933755"/>
                  <a:gd name="connsiteX2" fmla="*/ 495134 w 894764"/>
                  <a:gd name="connsiteY2" fmla="*/ 13325 h 2933755"/>
                  <a:gd name="connsiteX3" fmla="*/ 841948 w 894764"/>
                  <a:gd name="connsiteY3" fmla="*/ 244473 h 2933755"/>
                  <a:gd name="connsiteX4" fmla="*/ 863850 w 894764"/>
                  <a:gd name="connsiteY4" fmla="*/ 1475471 h 2933755"/>
                  <a:gd name="connsiteX5" fmla="*/ 680120 w 894764"/>
                  <a:gd name="connsiteY5" fmla="*/ 2548509 h 2933755"/>
                  <a:gd name="connsiteX6" fmla="*/ 365552 w 894764"/>
                  <a:gd name="connsiteY6" fmla="*/ 2913567 h 2933755"/>
                  <a:gd name="connsiteX7" fmla="*/ 110200 w 894764"/>
                  <a:gd name="connsiteY7" fmla="*/ 2049196 h 2933755"/>
                  <a:gd name="connsiteX8" fmla="*/ 16 w 894764"/>
                  <a:gd name="connsiteY8" fmla="*/ 1143609 h 2933755"/>
                  <a:gd name="connsiteX0" fmla="*/ 16 w 894764"/>
                  <a:gd name="connsiteY0" fmla="*/ 1143609 h 2933755"/>
                  <a:gd name="connsiteX1" fmla="*/ 210967 w 894764"/>
                  <a:gd name="connsiteY1" fmla="*/ 232521 h 2933755"/>
                  <a:gd name="connsiteX2" fmla="*/ 495134 w 894764"/>
                  <a:gd name="connsiteY2" fmla="*/ 13325 h 2933755"/>
                  <a:gd name="connsiteX3" fmla="*/ 841948 w 894764"/>
                  <a:gd name="connsiteY3" fmla="*/ 244473 h 2933755"/>
                  <a:gd name="connsiteX4" fmla="*/ 863850 w 894764"/>
                  <a:gd name="connsiteY4" fmla="*/ 1475471 h 2933755"/>
                  <a:gd name="connsiteX5" fmla="*/ 680120 w 894764"/>
                  <a:gd name="connsiteY5" fmla="*/ 2548509 h 2933755"/>
                  <a:gd name="connsiteX6" fmla="*/ 365552 w 894764"/>
                  <a:gd name="connsiteY6" fmla="*/ 2913567 h 2933755"/>
                  <a:gd name="connsiteX7" fmla="*/ 110200 w 894764"/>
                  <a:gd name="connsiteY7" fmla="*/ 2049196 h 2933755"/>
                  <a:gd name="connsiteX8" fmla="*/ 16 w 894764"/>
                  <a:gd name="connsiteY8" fmla="*/ 1143609 h 2933755"/>
                  <a:gd name="connsiteX0" fmla="*/ 14 w 894762"/>
                  <a:gd name="connsiteY0" fmla="*/ 1143609 h 2933755"/>
                  <a:gd name="connsiteX1" fmla="*/ 210965 w 894762"/>
                  <a:gd name="connsiteY1" fmla="*/ 232521 h 2933755"/>
                  <a:gd name="connsiteX2" fmla="*/ 495132 w 894762"/>
                  <a:gd name="connsiteY2" fmla="*/ 13325 h 2933755"/>
                  <a:gd name="connsiteX3" fmla="*/ 841946 w 894762"/>
                  <a:gd name="connsiteY3" fmla="*/ 244473 h 2933755"/>
                  <a:gd name="connsiteX4" fmla="*/ 863848 w 894762"/>
                  <a:gd name="connsiteY4" fmla="*/ 1475471 h 2933755"/>
                  <a:gd name="connsiteX5" fmla="*/ 680118 w 894762"/>
                  <a:gd name="connsiteY5" fmla="*/ 2548509 h 2933755"/>
                  <a:gd name="connsiteX6" fmla="*/ 365550 w 894762"/>
                  <a:gd name="connsiteY6" fmla="*/ 2913567 h 2933755"/>
                  <a:gd name="connsiteX7" fmla="*/ 110198 w 894762"/>
                  <a:gd name="connsiteY7" fmla="*/ 2049196 h 2933755"/>
                  <a:gd name="connsiteX8" fmla="*/ 14 w 894762"/>
                  <a:gd name="connsiteY8" fmla="*/ 1143609 h 2933755"/>
                  <a:gd name="connsiteX0" fmla="*/ 14 w 894762"/>
                  <a:gd name="connsiteY0" fmla="*/ 1143609 h 2933755"/>
                  <a:gd name="connsiteX1" fmla="*/ 210965 w 894762"/>
                  <a:gd name="connsiteY1" fmla="*/ 232521 h 2933755"/>
                  <a:gd name="connsiteX2" fmla="*/ 495132 w 894762"/>
                  <a:gd name="connsiteY2" fmla="*/ 13325 h 2933755"/>
                  <a:gd name="connsiteX3" fmla="*/ 841946 w 894762"/>
                  <a:gd name="connsiteY3" fmla="*/ 244473 h 2933755"/>
                  <a:gd name="connsiteX4" fmla="*/ 863848 w 894762"/>
                  <a:gd name="connsiteY4" fmla="*/ 1475471 h 2933755"/>
                  <a:gd name="connsiteX5" fmla="*/ 680118 w 894762"/>
                  <a:gd name="connsiteY5" fmla="*/ 2548509 h 2933755"/>
                  <a:gd name="connsiteX6" fmla="*/ 365550 w 894762"/>
                  <a:gd name="connsiteY6" fmla="*/ 2913567 h 2933755"/>
                  <a:gd name="connsiteX7" fmla="*/ 110198 w 894762"/>
                  <a:gd name="connsiteY7" fmla="*/ 2049196 h 2933755"/>
                  <a:gd name="connsiteX8" fmla="*/ 14 w 894762"/>
                  <a:gd name="connsiteY8" fmla="*/ 1143609 h 2933755"/>
                  <a:gd name="connsiteX0" fmla="*/ 14 w 894762"/>
                  <a:gd name="connsiteY0" fmla="*/ 1143609 h 2939128"/>
                  <a:gd name="connsiteX1" fmla="*/ 210965 w 894762"/>
                  <a:gd name="connsiteY1" fmla="*/ 232521 h 2939128"/>
                  <a:gd name="connsiteX2" fmla="*/ 495132 w 894762"/>
                  <a:gd name="connsiteY2" fmla="*/ 13325 h 2939128"/>
                  <a:gd name="connsiteX3" fmla="*/ 841946 w 894762"/>
                  <a:gd name="connsiteY3" fmla="*/ 244473 h 2939128"/>
                  <a:gd name="connsiteX4" fmla="*/ 863848 w 894762"/>
                  <a:gd name="connsiteY4" fmla="*/ 1475471 h 2939128"/>
                  <a:gd name="connsiteX5" fmla="*/ 680118 w 894762"/>
                  <a:gd name="connsiteY5" fmla="*/ 2548509 h 2939128"/>
                  <a:gd name="connsiteX6" fmla="*/ 365550 w 894762"/>
                  <a:gd name="connsiteY6" fmla="*/ 2913567 h 2939128"/>
                  <a:gd name="connsiteX7" fmla="*/ 110198 w 894762"/>
                  <a:gd name="connsiteY7" fmla="*/ 2049196 h 2939128"/>
                  <a:gd name="connsiteX8" fmla="*/ 14 w 894762"/>
                  <a:gd name="connsiteY8" fmla="*/ 1143609 h 2939128"/>
                  <a:gd name="connsiteX0" fmla="*/ 14 w 891097"/>
                  <a:gd name="connsiteY0" fmla="*/ 1143609 h 2914478"/>
                  <a:gd name="connsiteX1" fmla="*/ 210965 w 891097"/>
                  <a:gd name="connsiteY1" fmla="*/ 232521 h 2914478"/>
                  <a:gd name="connsiteX2" fmla="*/ 495132 w 891097"/>
                  <a:gd name="connsiteY2" fmla="*/ 13325 h 2914478"/>
                  <a:gd name="connsiteX3" fmla="*/ 841946 w 891097"/>
                  <a:gd name="connsiteY3" fmla="*/ 244473 h 2914478"/>
                  <a:gd name="connsiteX4" fmla="*/ 863848 w 891097"/>
                  <a:gd name="connsiteY4" fmla="*/ 1475471 h 2914478"/>
                  <a:gd name="connsiteX5" fmla="*/ 705863 w 891097"/>
                  <a:gd name="connsiteY5" fmla="*/ 2196507 h 2914478"/>
                  <a:gd name="connsiteX6" fmla="*/ 365550 w 891097"/>
                  <a:gd name="connsiteY6" fmla="*/ 2913567 h 2914478"/>
                  <a:gd name="connsiteX7" fmla="*/ 110198 w 891097"/>
                  <a:gd name="connsiteY7" fmla="*/ 2049196 h 2914478"/>
                  <a:gd name="connsiteX8" fmla="*/ 14 w 891097"/>
                  <a:gd name="connsiteY8" fmla="*/ 1143609 h 2914478"/>
                  <a:gd name="connsiteX0" fmla="*/ 14 w 849653"/>
                  <a:gd name="connsiteY0" fmla="*/ 1166330 h 2937199"/>
                  <a:gd name="connsiteX1" fmla="*/ 210965 w 849653"/>
                  <a:gd name="connsiteY1" fmla="*/ 255242 h 2937199"/>
                  <a:gd name="connsiteX2" fmla="*/ 495132 w 849653"/>
                  <a:gd name="connsiteY2" fmla="*/ 36046 h 2937199"/>
                  <a:gd name="connsiteX3" fmla="*/ 841946 w 849653"/>
                  <a:gd name="connsiteY3" fmla="*/ 267194 h 2937199"/>
                  <a:gd name="connsiteX4" fmla="*/ 705863 w 849653"/>
                  <a:gd name="connsiteY4" fmla="*/ 2219228 h 2937199"/>
                  <a:gd name="connsiteX5" fmla="*/ 365550 w 849653"/>
                  <a:gd name="connsiteY5" fmla="*/ 2936288 h 2937199"/>
                  <a:gd name="connsiteX6" fmla="*/ 110198 w 849653"/>
                  <a:gd name="connsiteY6" fmla="*/ 2071917 h 2937199"/>
                  <a:gd name="connsiteX7" fmla="*/ 14 w 849653"/>
                  <a:gd name="connsiteY7" fmla="*/ 1166330 h 2937199"/>
                  <a:gd name="connsiteX0" fmla="*/ 14 w 849620"/>
                  <a:gd name="connsiteY0" fmla="*/ 1166330 h 2937199"/>
                  <a:gd name="connsiteX1" fmla="*/ 210965 w 849620"/>
                  <a:gd name="connsiteY1" fmla="*/ 255242 h 2937199"/>
                  <a:gd name="connsiteX2" fmla="*/ 495132 w 849620"/>
                  <a:gd name="connsiteY2" fmla="*/ 36046 h 2937199"/>
                  <a:gd name="connsiteX3" fmla="*/ 841946 w 849620"/>
                  <a:gd name="connsiteY3" fmla="*/ 267194 h 2937199"/>
                  <a:gd name="connsiteX4" fmla="*/ 705863 w 849620"/>
                  <a:gd name="connsiteY4" fmla="*/ 2219228 h 2937199"/>
                  <a:gd name="connsiteX5" fmla="*/ 365550 w 849620"/>
                  <a:gd name="connsiteY5" fmla="*/ 2936288 h 2937199"/>
                  <a:gd name="connsiteX6" fmla="*/ 110198 w 849620"/>
                  <a:gd name="connsiteY6" fmla="*/ 2071917 h 2937199"/>
                  <a:gd name="connsiteX7" fmla="*/ 14 w 849620"/>
                  <a:gd name="connsiteY7" fmla="*/ 1166330 h 2937199"/>
                  <a:gd name="connsiteX0" fmla="*/ 14 w 849247"/>
                  <a:gd name="connsiteY0" fmla="*/ 1166330 h 2937445"/>
                  <a:gd name="connsiteX1" fmla="*/ 210965 w 849247"/>
                  <a:gd name="connsiteY1" fmla="*/ 255242 h 2937445"/>
                  <a:gd name="connsiteX2" fmla="*/ 495132 w 849247"/>
                  <a:gd name="connsiteY2" fmla="*/ 36046 h 2937445"/>
                  <a:gd name="connsiteX3" fmla="*/ 841946 w 849247"/>
                  <a:gd name="connsiteY3" fmla="*/ 267194 h 2937445"/>
                  <a:gd name="connsiteX4" fmla="*/ 705863 w 849247"/>
                  <a:gd name="connsiteY4" fmla="*/ 2219228 h 2937445"/>
                  <a:gd name="connsiteX5" fmla="*/ 365550 w 849247"/>
                  <a:gd name="connsiteY5" fmla="*/ 2936288 h 2937445"/>
                  <a:gd name="connsiteX6" fmla="*/ 110198 w 849247"/>
                  <a:gd name="connsiteY6" fmla="*/ 2071917 h 2937445"/>
                  <a:gd name="connsiteX7" fmla="*/ 14 w 849247"/>
                  <a:gd name="connsiteY7" fmla="*/ 1166330 h 2937445"/>
                  <a:gd name="connsiteX0" fmla="*/ 25 w 848624"/>
                  <a:gd name="connsiteY0" fmla="*/ 1166330 h 2223268"/>
                  <a:gd name="connsiteX1" fmla="*/ 210976 w 848624"/>
                  <a:gd name="connsiteY1" fmla="*/ 255242 h 2223268"/>
                  <a:gd name="connsiteX2" fmla="*/ 495143 w 848624"/>
                  <a:gd name="connsiteY2" fmla="*/ 36046 h 2223268"/>
                  <a:gd name="connsiteX3" fmla="*/ 841957 w 848624"/>
                  <a:gd name="connsiteY3" fmla="*/ 267194 h 2223268"/>
                  <a:gd name="connsiteX4" fmla="*/ 705874 w 848624"/>
                  <a:gd name="connsiteY4" fmla="*/ 2219228 h 2223268"/>
                  <a:gd name="connsiteX5" fmla="*/ 488169 w 848624"/>
                  <a:gd name="connsiteY5" fmla="*/ 812641 h 2223268"/>
                  <a:gd name="connsiteX6" fmla="*/ 110209 w 848624"/>
                  <a:gd name="connsiteY6" fmla="*/ 2071917 h 2223268"/>
                  <a:gd name="connsiteX7" fmla="*/ 25 w 848624"/>
                  <a:gd name="connsiteY7" fmla="*/ 1166330 h 2223268"/>
                  <a:gd name="connsiteX0" fmla="*/ 25 w 841960"/>
                  <a:gd name="connsiteY0" fmla="*/ 1134401 h 2044788"/>
                  <a:gd name="connsiteX1" fmla="*/ 210976 w 841960"/>
                  <a:gd name="connsiteY1" fmla="*/ 223313 h 2044788"/>
                  <a:gd name="connsiteX2" fmla="*/ 495143 w 841960"/>
                  <a:gd name="connsiteY2" fmla="*/ 4117 h 2044788"/>
                  <a:gd name="connsiteX3" fmla="*/ 841957 w 841960"/>
                  <a:gd name="connsiteY3" fmla="*/ 235265 h 2044788"/>
                  <a:gd name="connsiteX4" fmla="*/ 488169 w 841960"/>
                  <a:gd name="connsiteY4" fmla="*/ 780712 h 2044788"/>
                  <a:gd name="connsiteX5" fmla="*/ 110209 w 841960"/>
                  <a:gd name="connsiteY5" fmla="*/ 2039988 h 2044788"/>
                  <a:gd name="connsiteX6" fmla="*/ 25 w 841960"/>
                  <a:gd name="connsiteY6" fmla="*/ 1134401 h 2044788"/>
                  <a:gd name="connsiteX0" fmla="*/ 7873 w 849808"/>
                  <a:gd name="connsiteY0" fmla="*/ 1134401 h 1152057"/>
                  <a:gd name="connsiteX1" fmla="*/ 218824 w 849808"/>
                  <a:gd name="connsiteY1" fmla="*/ 223313 h 1152057"/>
                  <a:gd name="connsiteX2" fmla="*/ 502991 w 849808"/>
                  <a:gd name="connsiteY2" fmla="*/ 4117 h 1152057"/>
                  <a:gd name="connsiteX3" fmla="*/ 849805 w 849808"/>
                  <a:gd name="connsiteY3" fmla="*/ 235265 h 1152057"/>
                  <a:gd name="connsiteX4" fmla="*/ 496017 w 849808"/>
                  <a:gd name="connsiteY4" fmla="*/ 780712 h 1152057"/>
                  <a:gd name="connsiteX5" fmla="*/ 7873 w 849808"/>
                  <a:gd name="connsiteY5" fmla="*/ 1134401 h 1152057"/>
                  <a:gd name="connsiteX0" fmla="*/ 27213 w 869148"/>
                  <a:gd name="connsiteY0" fmla="*/ 1134401 h 1134405"/>
                  <a:gd name="connsiteX1" fmla="*/ 238164 w 869148"/>
                  <a:gd name="connsiteY1" fmla="*/ 223313 h 1134405"/>
                  <a:gd name="connsiteX2" fmla="*/ 522331 w 869148"/>
                  <a:gd name="connsiteY2" fmla="*/ 4117 h 1134405"/>
                  <a:gd name="connsiteX3" fmla="*/ 869145 w 869148"/>
                  <a:gd name="connsiteY3" fmla="*/ 235265 h 1134405"/>
                  <a:gd name="connsiteX4" fmla="*/ 27213 w 869148"/>
                  <a:gd name="connsiteY4" fmla="*/ 1134401 h 1134405"/>
                  <a:gd name="connsiteX0" fmla="*/ 26228 w 888096"/>
                  <a:gd name="connsiteY0" fmla="*/ 862838 h 862843"/>
                  <a:gd name="connsiteX1" fmla="*/ 244243 w 888096"/>
                  <a:gd name="connsiteY1" fmla="*/ 223679 h 862843"/>
                  <a:gd name="connsiteX2" fmla="*/ 528410 w 888096"/>
                  <a:gd name="connsiteY2" fmla="*/ 4483 h 862843"/>
                  <a:gd name="connsiteX3" fmla="*/ 875224 w 888096"/>
                  <a:gd name="connsiteY3" fmla="*/ 235631 h 862843"/>
                  <a:gd name="connsiteX4" fmla="*/ 26228 w 888096"/>
                  <a:gd name="connsiteY4" fmla="*/ 862838 h 862843"/>
                  <a:gd name="connsiteX0" fmla="*/ 12401 w 874269"/>
                  <a:gd name="connsiteY0" fmla="*/ 862838 h 898665"/>
                  <a:gd name="connsiteX1" fmla="*/ 230416 w 874269"/>
                  <a:gd name="connsiteY1" fmla="*/ 223679 h 898665"/>
                  <a:gd name="connsiteX2" fmla="*/ 514583 w 874269"/>
                  <a:gd name="connsiteY2" fmla="*/ 4483 h 898665"/>
                  <a:gd name="connsiteX3" fmla="*/ 861397 w 874269"/>
                  <a:gd name="connsiteY3" fmla="*/ 235631 h 898665"/>
                  <a:gd name="connsiteX4" fmla="*/ 12401 w 874269"/>
                  <a:gd name="connsiteY4" fmla="*/ 862838 h 898665"/>
                  <a:gd name="connsiteX0" fmla="*/ 23473 w 840817"/>
                  <a:gd name="connsiteY0" fmla="*/ 859294 h 859380"/>
                  <a:gd name="connsiteX1" fmla="*/ 241488 w 840817"/>
                  <a:gd name="connsiteY1" fmla="*/ 220135 h 859380"/>
                  <a:gd name="connsiteX2" fmla="*/ 525655 w 840817"/>
                  <a:gd name="connsiteY2" fmla="*/ 939 h 859380"/>
                  <a:gd name="connsiteX3" fmla="*/ 825687 w 840817"/>
                  <a:gd name="connsiteY3" fmla="*/ 174090 h 859380"/>
                  <a:gd name="connsiteX4" fmla="*/ 23473 w 840817"/>
                  <a:gd name="connsiteY4" fmla="*/ 859294 h 859380"/>
                  <a:gd name="connsiteX0" fmla="*/ 4126 w 823107"/>
                  <a:gd name="connsiteY0" fmla="*/ 899602 h 899602"/>
                  <a:gd name="connsiteX1" fmla="*/ 506308 w 823107"/>
                  <a:gd name="connsiteY1" fmla="*/ 41247 h 899602"/>
                  <a:gd name="connsiteX2" fmla="*/ 806340 w 823107"/>
                  <a:gd name="connsiteY2" fmla="*/ 214398 h 899602"/>
                  <a:gd name="connsiteX3" fmla="*/ 4126 w 823107"/>
                  <a:gd name="connsiteY3" fmla="*/ 899602 h 899602"/>
                  <a:gd name="connsiteX0" fmla="*/ 2521 w 821502"/>
                  <a:gd name="connsiteY0" fmla="*/ 899602 h 937901"/>
                  <a:gd name="connsiteX1" fmla="*/ 504703 w 821502"/>
                  <a:gd name="connsiteY1" fmla="*/ 41247 h 937901"/>
                  <a:gd name="connsiteX2" fmla="*/ 804735 w 821502"/>
                  <a:gd name="connsiteY2" fmla="*/ 214398 h 937901"/>
                  <a:gd name="connsiteX3" fmla="*/ 2521 w 821502"/>
                  <a:gd name="connsiteY3" fmla="*/ 899602 h 937901"/>
                  <a:gd name="connsiteX0" fmla="*/ 2510 w 823783"/>
                  <a:gd name="connsiteY0" fmla="*/ 711193 h 756698"/>
                  <a:gd name="connsiteX1" fmla="*/ 506855 w 823783"/>
                  <a:gd name="connsiteY1" fmla="*/ 25807 h 756698"/>
                  <a:gd name="connsiteX2" fmla="*/ 806887 w 823783"/>
                  <a:gd name="connsiteY2" fmla="*/ 198958 h 756698"/>
                  <a:gd name="connsiteX3" fmla="*/ 2510 w 823783"/>
                  <a:gd name="connsiteY3" fmla="*/ 711193 h 756698"/>
                  <a:gd name="connsiteX0" fmla="*/ 2510 w 506855"/>
                  <a:gd name="connsiteY0" fmla="*/ 685386 h 685386"/>
                  <a:gd name="connsiteX1" fmla="*/ 506855 w 506855"/>
                  <a:gd name="connsiteY1" fmla="*/ 0 h 685386"/>
                  <a:gd name="connsiteX2" fmla="*/ 2510 w 506855"/>
                  <a:gd name="connsiteY2" fmla="*/ 685386 h 685386"/>
                  <a:gd name="connsiteX0" fmla="*/ 0 w 768072"/>
                  <a:gd name="connsiteY0" fmla="*/ 606118 h 606118"/>
                  <a:gd name="connsiteX1" fmla="*/ 768072 w 768072"/>
                  <a:gd name="connsiteY1" fmla="*/ -1 h 606118"/>
                  <a:gd name="connsiteX2" fmla="*/ 0 w 768072"/>
                  <a:gd name="connsiteY2" fmla="*/ 606118 h 606118"/>
                  <a:gd name="connsiteX0" fmla="*/ 0 w 771740"/>
                  <a:gd name="connsiteY0" fmla="*/ 679627 h 679627"/>
                  <a:gd name="connsiteX1" fmla="*/ 768072 w 771740"/>
                  <a:gd name="connsiteY1" fmla="*/ 73508 h 679627"/>
                  <a:gd name="connsiteX2" fmla="*/ 0 w 771740"/>
                  <a:gd name="connsiteY2" fmla="*/ 679627 h 679627"/>
                  <a:gd name="connsiteX0" fmla="*/ 7554 w 778531"/>
                  <a:gd name="connsiteY0" fmla="*/ 714537 h 845376"/>
                  <a:gd name="connsiteX1" fmla="*/ 775626 w 778531"/>
                  <a:gd name="connsiteY1" fmla="*/ 108418 h 845376"/>
                  <a:gd name="connsiteX2" fmla="*/ 7554 w 778531"/>
                  <a:gd name="connsiteY2" fmla="*/ 714537 h 845376"/>
                </a:gdLst>
                <a:ahLst/>
                <a:cxnLst>
                  <a:cxn ang="0">
                    <a:pos x="connsiteX0" y="connsiteY0"/>
                  </a:cxn>
                  <a:cxn ang="0">
                    <a:pos x="connsiteX1" y="connsiteY1"/>
                  </a:cxn>
                  <a:cxn ang="0">
                    <a:pos x="connsiteX2" y="connsiteY2"/>
                  </a:cxn>
                </a:cxnLst>
                <a:rect l="l" t="t" r="r" b="b"/>
                <a:pathLst>
                  <a:path w="778531" h="845376">
                    <a:moveTo>
                      <a:pt x="7554" y="714537"/>
                    </a:moveTo>
                    <a:cubicBezTo>
                      <a:pt x="-86114" y="297385"/>
                      <a:pt x="721139" y="-230888"/>
                      <a:pt x="775626" y="108418"/>
                    </a:cubicBezTo>
                    <a:cubicBezTo>
                      <a:pt x="830113" y="447724"/>
                      <a:pt x="101222" y="1131689"/>
                      <a:pt x="7554" y="714537"/>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2" name="内容占位符 1"/>
          <p:cNvSpPr>
            <a:spLocks noGrp="1"/>
          </p:cNvSpPr>
          <p:nvPr>
            <p:ph idx="1"/>
          </p:nvPr>
        </p:nvSpPr>
        <p:spPr>
          <a:xfrm>
            <a:off x="162765" y="1508790"/>
            <a:ext cx="8917735" cy="4678936"/>
          </a:xfrm>
        </p:spPr>
        <p:txBody>
          <a:bodyPr/>
          <a:lstStyle/>
          <a:p>
            <a:r>
              <a:rPr lang="en-US" altLang="zh-CN" dirty="0"/>
              <a:t>MAX</a:t>
            </a:r>
            <a:r>
              <a:rPr lang="zh-CN" altLang="en-US" dirty="0"/>
              <a:t>（全链）</a:t>
            </a:r>
            <a:endParaRPr lang="en-US" altLang="zh-CN" dirty="0"/>
          </a:p>
          <a:p>
            <a:pPr lvl="1"/>
            <a:r>
              <a:rPr lang="zh-CN" altLang="en-US" dirty="0"/>
              <a:t>两个</a:t>
            </a:r>
            <a:r>
              <a:rPr lang="en-US" altLang="zh-CN" dirty="0"/>
              <a:t>Cluster</a:t>
            </a:r>
            <a:r>
              <a:rPr lang="zh-CN" altLang="en-US" dirty="0"/>
              <a:t>的相似性定义为基于</a:t>
            </a:r>
            <a:br>
              <a:rPr lang="en-US" altLang="zh-CN" dirty="0"/>
            </a:br>
            <a:r>
              <a:rPr lang="zh-CN" altLang="en-US" dirty="0"/>
              <a:t>这两个</a:t>
            </a:r>
            <a:r>
              <a:rPr lang="en-US" altLang="zh-CN" dirty="0"/>
              <a:t>Cluster</a:t>
            </a:r>
            <a:r>
              <a:rPr lang="zh-CN" altLang="en-US" dirty="0"/>
              <a:t>中最小相似度（最远距离）</a:t>
            </a:r>
          </a:p>
          <a:p>
            <a:pPr lvl="1"/>
            <a:endParaRPr lang="zh-CN" altLang="en-US" dirty="0"/>
          </a:p>
        </p:txBody>
      </p:sp>
      <p:sp>
        <p:nvSpPr>
          <p:cNvPr id="23" name="矩形 22"/>
          <p:cNvSpPr/>
          <p:nvPr/>
        </p:nvSpPr>
        <p:spPr>
          <a:xfrm>
            <a:off x="3589737" y="3056246"/>
            <a:ext cx="2492990" cy="400110"/>
          </a:xfrm>
          <a:prstGeom prst="rect">
            <a:avLst/>
          </a:prstGeom>
        </p:spPr>
        <p:txBody>
          <a:bodyPr wrap="none">
            <a:spAutoFit/>
          </a:bodyPr>
          <a:lstStyle/>
          <a:p>
            <a:r>
              <a:rPr lang="zh-CN" altLang="en-US" sz="2000" dirty="0">
                <a:solidFill>
                  <a:srgbClr val="C00000"/>
                </a:solidFill>
                <a:latin typeface="幼圆" pitchFamily="49" charset="-122"/>
                <a:ea typeface="幼圆" pitchFamily="49" charset="-122"/>
              </a:rPr>
              <a:t>由一对最远离点决定</a:t>
            </a:r>
          </a:p>
        </p:txBody>
      </p:sp>
      <p:graphicFrame>
        <p:nvGraphicFramePr>
          <p:cNvPr id="24" name="表格 23"/>
          <p:cNvGraphicFramePr>
            <a:graphicFrameLocks noGrp="1"/>
          </p:cNvGraphicFramePr>
          <p:nvPr/>
        </p:nvGraphicFramePr>
        <p:xfrm>
          <a:off x="937800" y="3505201"/>
          <a:ext cx="4320001" cy="1979999"/>
        </p:xfrm>
        <a:graphic>
          <a:graphicData uri="http://schemas.openxmlformats.org/drawingml/2006/table">
            <a:tbl>
              <a:tblPr firstRow="1" bandRow="1">
                <a:solidFill>
                  <a:srgbClr val="E9F19D"/>
                </a:solidFill>
                <a:tableStyleId>{5940675A-B579-460E-94D1-54222C63F5DA}</a:tableStyleId>
              </a:tblPr>
              <a:tblGrid>
                <a:gridCol w="617143">
                  <a:extLst>
                    <a:ext uri="{9D8B030D-6E8A-4147-A177-3AD203B41FA5}">
                      <a16:colId xmlns:a16="http://schemas.microsoft.com/office/drawing/2014/main" val="20000"/>
                    </a:ext>
                  </a:extLst>
                </a:gridCol>
                <a:gridCol w="617143">
                  <a:extLst>
                    <a:ext uri="{9D8B030D-6E8A-4147-A177-3AD203B41FA5}">
                      <a16:colId xmlns:a16="http://schemas.microsoft.com/office/drawing/2014/main" val="20001"/>
                    </a:ext>
                  </a:extLst>
                </a:gridCol>
                <a:gridCol w="617143">
                  <a:extLst>
                    <a:ext uri="{9D8B030D-6E8A-4147-A177-3AD203B41FA5}">
                      <a16:colId xmlns:a16="http://schemas.microsoft.com/office/drawing/2014/main" val="20002"/>
                    </a:ext>
                  </a:extLst>
                </a:gridCol>
                <a:gridCol w="617143">
                  <a:extLst>
                    <a:ext uri="{9D8B030D-6E8A-4147-A177-3AD203B41FA5}">
                      <a16:colId xmlns:a16="http://schemas.microsoft.com/office/drawing/2014/main" val="20003"/>
                    </a:ext>
                  </a:extLst>
                </a:gridCol>
                <a:gridCol w="617143">
                  <a:extLst>
                    <a:ext uri="{9D8B030D-6E8A-4147-A177-3AD203B41FA5}">
                      <a16:colId xmlns:a16="http://schemas.microsoft.com/office/drawing/2014/main" val="20004"/>
                    </a:ext>
                  </a:extLst>
                </a:gridCol>
                <a:gridCol w="617143">
                  <a:extLst>
                    <a:ext uri="{9D8B030D-6E8A-4147-A177-3AD203B41FA5}">
                      <a16:colId xmlns:a16="http://schemas.microsoft.com/office/drawing/2014/main" val="20005"/>
                    </a:ext>
                  </a:extLst>
                </a:gridCol>
                <a:gridCol w="617143">
                  <a:extLst>
                    <a:ext uri="{9D8B030D-6E8A-4147-A177-3AD203B41FA5}">
                      <a16:colId xmlns:a16="http://schemas.microsoft.com/office/drawing/2014/main" val="20006"/>
                    </a:ext>
                  </a:extLst>
                </a:gridCol>
              </a:tblGrid>
              <a:tr h="340391">
                <a:tc>
                  <a:txBody>
                    <a:bodyPr/>
                    <a:lstStyle/>
                    <a:p>
                      <a:pPr algn="ctr"/>
                      <a:endParaRPr lang="zh-CN" altLang="en-US" sz="1600" dirty="0">
                        <a:latin typeface="Times New Roman" pitchFamily="18" charset="0"/>
                        <a:cs typeface="Times New Roman" pitchFamily="18" charset="0"/>
                      </a:endParaRPr>
                    </a:p>
                  </a:txBody>
                  <a:tcPr>
                    <a:solidFill>
                      <a:schemeClr val="bg1"/>
                    </a:solidFill>
                  </a:tcPr>
                </a:tc>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p1</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p2</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p5</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p4</a:t>
                      </a:r>
                    </a:p>
                  </a:txBody>
                  <a:tcPr marL="9525" marR="9525" marT="9525" marB="0" anchor="ctr">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p3</a:t>
                      </a:r>
                    </a:p>
                  </a:txBody>
                  <a:tcPr marL="9525" marR="9525" marT="9525" marB="0" anchor="ctr">
                    <a:solidFill>
                      <a:schemeClr val="bg1"/>
                    </a:solidFill>
                  </a:tcPr>
                </a:tc>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p6</a:t>
                      </a:r>
                    </a:p>
                  </a:txBody>
                  <a:tcPr marL="9525" marR="9525" marT="9525" marB="0" anchor="ctr">
                    <a:solidFill>
                      <a:schemeClr val="bg1"/>
                    </a:solidFill>
                  </a:tcPr>
                </a:tc>
                <a:extLst>
                  <a:ext uri="{0D108BD9-81ED-4DB2-BD59-A6C34878D82A}">
                    <a16:rowId xmlns:a16="http://schemas.microsoft.com/office/drawing/2014/main" val="10000"/>
                  </a:ext>
                </a:extLst>
              </a:tr>
              <a:tr h="273268">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p1</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extLst>
                  <a:ext uri="{0D108BD9-81ED-4DB2-BD59-A6C34878D82A}">
                    <a16:rowId xmlns:a16="http://schemas.microsoft.com/office/drawing/2014/main" val="10001"/>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p2</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altLang="zh-CN" sz="1600" b="0" i="0" u="none" strike="noStrike" dirty="0">
                          <a:solidFill>
                            <a:srgbClr val="000000"/>
                          </a:solidFill>
                          <a:effectLst/>
                          <a:latin typeface="Times New Roman" pitchFamily="18" charset="0"/>
                          <a:cs typeface="Times New Roman" pitchFamily="18" charset="0"/>
                        </a:rPr>
                        <a:t>15.6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extLst>
                  <a:ext uri="{0D108BD9-81ED-4DB2-BD59-A6C34878D82A}">
                    <a16:rowId xmlns:a16="http://schemas.microsoft.com/office/drawing/2014/main" val="10002"/>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p5</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altLang="zh-CN" sz="1600" b="0" i="0" u="none" strike="noStrike" dirty="0">
                          <a:solidFill>
                            <a:srgbClr val="FF0000"/>
                          </a:solidFill>
                          <a:effectLst/>
                          <a:latin typeface="Times New Roman" pitchFamily="18" charset="0"/>
                          <a:cs typeface="Times New Roman" pitchFamily="18" charset="0"/>
                        </a:rPr>
                        <a:t>18.4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p4</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zh-CN" sz="1600" b="0" i="0" u="none" strike="noStrike" dirty="0">
                          <a:solidFill>
                            <a:srgbClr val="000000"/>
                          </a:solidFill>
                          <a:effectLst/>
                          <a:latin typeface="Times New Roman" pitchFamily="18" charset="0"/>
                          <a:cs typeface="Times New Roman" pitchFamily="18" charset="0"/>
                        </a:rPr>
                        <a:t>13.3</a:t>
                      </a:r>
                    </a:p>
                  </a:txBody>
                  <a:tcPr marL="9525" marR="9525" marT="9525" marB="0" anchor="ctr">
                    <a:lnL w="12700" cap="flat" cmpd="sng" algn="ctr">
                      <a:solidFill>
                        <a:schemeClr val="tx1"/>
                      </a:solidFill>
                      <a:prstDash val="solid"/>
                      <a:round/>
                      <a:headEnd type="none" w="med" len="med"/>
                      <a:tailEnd type="none" w="med" len="med"/>
                    </a:lnL>
                    <a:solidFill>
                      <a:schemeClr val="bg2">
                        <a:lumMod val="90000"/>
                      </a:schemeClr>
                    </a:solidFill>
                  </a:tcPr>
                </a:tc>
                <a:tc>
                  <a:txBody>
                    <a:bodyPr/>
                    <a:lstStyle/>
                    <a:p>
                      <a:pPr algn="r" fontAlgn="ctr"/>
                      <a:r>
                        <a:rPr lang="en-US" altLang="zh-CN" sz="1600" b="0" i="0" u="none" strike="noStrike" dirty="0">
                          <a:solidFill>
                            <a:srgbClr val="FF0000"/>
                          </a:solidFill>
                          <a:effectLst/>
                          <a:latin typeface="Times New Roman" pitchFamily="18" charset="0"/>
                          <a:cs typeface="Times New Roman" pitchFamily="18" charset="0"/>
                        </a:rPr>
                        <a:t>20.6</a:t>
                      </a:r>
                    </a:p>
                  </a:txBody>
                  <a:tcPr marL="9525" marR="9525" marT="9525" marB="0" anchor="ctr">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p3</a:t>
                      </a:r>
                    </a:p>
                  </a:txBody>
                  <a:tcPr marL="9525" marR="9525" marT="9525" marB="0" anchor="ctr">
                    <a:solidFill>
                      <a:schemeClr val="bg1"/>
                    </a:solidFill>
                  </a:tcPr>
                </a:tc>
                <a:tc>
                  <a:txBody>
                    <a:bodyPr/>
                    <a:lstStyle/>
                    <a:p>
                      <a:pPr algn="r" fontAlgn="ctr"/>
                      <a:r>
                        <a:rPr lang="en-US" altLang="zh-CN" sz="1600" b="0" i="0" u="none" strike="noStrike" dirty="0">
                          <a:solidFill>
                            <a:srgbClr val="000000"/>
                          </a:solidFill>
                          <a:effectLst/>
                          <a:latin typeface="Times New Roman" pitchFamily="18" charset="0"/>
                          <a:cs typeface="Times New Roman" pitchFamily="18" charset="0"/>
                        </a:rPr>
                        <a:t>16</a:t>
                      </a:r>
                    </a:p>
                  </a:txBody>
                  <a:tcPr marL="9525" marR="9525" marT="9525" marB="0" anchor="ct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lgn="r" fontAlgn="ctr"/>
                      <a:r>
                        <a:rPr lang="en-US" altLang="zh-CN" sz="1600" b="0" i="0" u="none" strike="noStrike" dirty="0">
                          <a:solidFill>
                            <a:srgbClr val="000000"/>
                          </a:solidFill>
                          <a:effectLst/>
                          <a:latin typeface="Times New Roman" pitchFamily="18" charset="0"/>
                          <a:cs typeface="Times New Roman" pitchFamily="18" charset="0"/>
                        </a:rPr>
                        <a:t>9.8</a:t>
                      </a:r>
                    </a:p>
                  </a:txBody>
                  <a:tcPr marL="9525" marR="9525" marT="9525" marB="0" anchor="ctr">
                    <a:solidFill>
                      <a:schemeClr val="accent2">
                        <a:lumMod val="20000"/>
                        <a:lumOff val="80000"/>
                      </a:schemeClr>
                    </a:solidFill>
                  </a:tcPr>
                </a:tc>
                <a:tc>
                  <a:txBody>
                    <a:bodyPr/>
                    <a:lstStyle/>
                    <a:p>
                      <a:pPr algn="r" fontAlgn="ctr"/>
                      <a:r>
                        <a:rPr lang="en-US" altLang="zh-CN" sz="1600" b="0" i="0" u="none" strike="noStrike" dirty="0">
                          <a:solidFill>
                            <a:srgbClr val="000000"/>
                          </a:solidFill>
                          <a:effectLst/>
                          <a:latin typeface="Times New Roman" pitchFamily="18" charset="0"/>
                          <a:cs typeface="Times New Roman" pitchFamily="18" charset="0"/>
                        </a:rPr>
                        <a:t>18.4</a:t>
                      </a:r>
                    </a:p>
                  </a:txBody>
                  <a:tcPr marL="9525" marR="9525" marT="9525" marB="0" anchor="ctr">
                    <a:lnR w="12700" cap="flat" cmpd="sng" algn="ctr">
                      <a:solidFill>
                        <a:schemeClr val="tx1"/>
                      </a:solidFill>
                      <a:prstDash val="solid"/>
                      <a:round/>
                      <a:headEnd type="none" w="med" len="med"/>
                      <a:tailEnd type="none" w="med" len="med"/>
                    </a:lnR>
                    <a:solidFill>
                      <a:schemeClr val="accent2">
                        <a:lumMod val="20000"/>
                        <a:lumOff val="80000"/>
                      </a:schemeClr>
                    </a:solidFill>
                  </a:tcPr>
                </a:tc>
                <a:tc>
                  <a:txBody>
                    <a:bodyPr/>
                    <a:lstStyle/>
                    <a:p>
                      <a:pPr algn="r" fontAlgn="ctr"/>
                      <a:r>
                        <a:rPr lang="en-US" altLang="zh-CN" sz="1600" b="0" i="0" u="none" strike="noStrike" dirty="0">
                          <a:solidFill>
                            <a:schemeClr val="tx1"/>
                          </a:solidFill>
                          <a:effectLst/>
                          <a:latin typeface="Times New Roman" pitchFamily="18" charset="0"/>
                          <a:cs typeface="Times New Roman" pitchFamily="18" charset="0"/>
                        </a:rPr>
                        <a:t>10.8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73268">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p6</a:t>
                      </a:r>
                    </a:p>
                  </a:txBody>
                  <a:tcPr marL="9525" marR="9525" marT="9525" marB="0" anchor="ctr">
                    <a:solidFill>
                      <a:schemeClr val="bg1"/>
                    </a:solidFill>
                  </a:tcPr>
                </a:tc>
                <a:tc>
                  <a:txBody>
                    <a:bodyPr/>
                    <a:lstStyle/>
                    <a:p>
                      <a:pPr algn="r" fontAlgn="ctr"/>
                      <a:r>
                        <a:rPr lang="en-US" altLang="zh-CN" sz="1600" b="0" i="0" u="none" strike="noStrike" dirty="0">
                          <a:solidFill>
                            <a:srgbClr val="FF0000"/>
                          </a:solidFill>
                          <a:effectLst/>
                          <a:latin typeface="Times New Roman" pitchFamily="18" charset="0"/>
                          <a:cs typeface="Times New Roman" pitchFamily="18" charset="0"/>
                        </a:rPr>
                        <a:t>20.6</a:t>
                      </a:r>
                    </a:p>
                  </a:txBody>
                  <a:tcPr marL="9525" marR="9525" marT="9525" marB="0" anchor="ctr">
                    <a:solidFill>
                      <a:schemeClr val="accent6">
                        <a:lumMod val="20000"/>
                        <a:lumOff val="80000"/>
                      </a:schemeClr>
                    </a:solidFill>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17</a:t>
                      </a:r>
                    </a:p>
                  </a:txBody>
                  <a:tcPr marL="9525" marR="9525" marT="9525" marB="0" anchor="ctr">
                    <a:solidFill>
                      <a:schemeClr val="accent2">
                        <a:lumMod val="20000"/>
                        <a:lumOff val="80000"/>
                      </a:schemeClr>
                    </a:solidFill>
                  </a:tcPr>
                </a:tc>
                <a:tc>
                  <a:txBody>
                    <a:bodyPr/>
                    <a:lstStyle/>
                    <a:p>
                      <a:pPr algn="r" fontAlgn="ctr"/>
                      <a:r>
                        <a:rPr lang="en-US" altLang="zh-CN" sz="1600" b="0" i="0" u="none" strike="noStrike" dirty="0">
                          <a:solidFill>
                            <a:srgbClr val="FF0000"/>
                          </a:solidFill>
                          <a:effectLst/>
                          <a:latin typeface="Times New Roman" pitchFamily="18" charset="0"/>
                          <a:cs typeface="Times New Roman" pitchFamily="18" charset="0"/>
                        </a:rPr>
                        <a:t>25.6</a:t>
                      </a:r>
                    </a:p>
                  </a:txBody>
                  <a:tcPr marL="9525" marR="9525" marT="9525" marB="0" anchor="ctr">
                    <a:lnR w="12700" cap="flat" cmpd="sng" algn="ctr">
                      <a:solidFill>
                        <a:schemeClr val="tx1"/>
                      </a:solidFill>
                      <a:prstDash val="solid"/>
                      <a:round/>
                      <a:headEnd type="none" w="med" len="med"/>
                      <a:tailEnd type="none" w="med" len="med"/>
                    </a:lnR>
                    <a:solidFill>
                      <a:schemeClr val="accent2">
                        <a:lumMod val="20000"/>
                        <a:lumOff val="80000"/>
                      </a:schemeClr>
                    </a:solidFill>
                  </a:tcPr>
                </a:tc>
                <a:tc>
                  <a:txBody>
                    <a:bodyPr/>
                    <a:lstStyle/>
                    <a:p>
                      <a:pPr algn="r" fontAlgn="ctr"/>
                      <a:r>
                        <a:rPr lang="en-US" altLang="zh-CN" sz="1600" b="1" i="0" u="none" strike="noStrike" dirty="0">
                          <a:solidFill>
                            <a:srgbClr val="FF0000"/>
                          </a:solidFill>
                          <a:effectLst/>
                          <a:latin typeface="Times New Roman" pitchFamily="18" charset="0"/>
                          <a:cs typeface="Times New Roman" pitchFamily="18" charset="0"/>
                        </a:rPr>
                        <a:t>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bg1"/>
                    </a:solidFill>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solidFill>
                      <a:schemeClr val="bg1"/>
                    </a:solidFill>
                  </a:tcPr>
                </a:tc>
                <a:extLst>
                  <a:ext uri="{0D108BD9-81ED-4DB2-BD59-A6C34878D82A}">
                    <a16:rowId xmlns:a16="http://schemas.microsoft.com/office/drawing/2014/main" val="10006"/>
                  </a:ext>
                </a:extLst>
              </a:tr>
            </a:tbl>
          </a:graphicData>
        </a:graphic>
      </p:graphicFrame>
      <p:grpSp>
        <p:nvGrpSpPr>
          <p:cNvPr id="28" name="组合 27"/>
          <p:cNvGrpSpPr/>
          <p:nvPr/>
        </p:nvGrpSpPr>
        <p:grpSpPr>
          <a:xfrm>
            <a:off x="6538960" y="5222400"/>
            <a:ext cx="576000" cy="619200"/>
            <a:chOff x="6102883" y="4579320"/>
            <a:chExt cx="741362" cy="518400"/>
          </a:xfrm>
        </p:grpSpPr>
        <p:sp>
          <p:nvSpPr>
            <p:cNvPr id="48" name="Line 6"/>
            <p:cNvSpPr>
              <a:spLocks noChangeShapeType="1"/>
            </p:cNvSpPr>
            <p:nvPr/>
          </p:nvSpPr>
          <p:spPr bwMode="auto">
            <a:xfrm flipV="1">
              <a:off x="6102883" y="4579320"/>
              <a:ext cx="0" cy="518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8"/>
            <p:cNvSpPr>
              <a:spLocks noChangeShapeType="1"/>
            </p:cNvSpPr>
            <p:nvPr/>
          </p:nvSpPr>
          <p:spPr bwMode="auto">
            <a:xfrm>
              <a:off x="6844245" y="4579320"/>
              <a:ext cx="0" cy="518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9" name="Text Box 22"/>
          <p:cNvSpPr txBox="1">
            <a:spLocks noChangeArrowheads="1"/>
          </p:cNvSpPr>
          <p:nvPr/>
        </p:nvSpPr>
        <p:spPr bwMode="auto">
          <a:xfrm>
            <a:off x="6386561" y="5703799"/>
            <a:ext cx="428625" cy="369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p2</a:t>
            </a:r>
          </a:p>
        </p:txBody>
      </p:sp>
      <p:sp>
        <p:nvSpPr>
          <p:cNvPr id="30" name="Text Box 23"/>
          <p:cNvSpPr txBox="1">
            <a:spLocks noChangeArrowheads="1"/>
          </p:cNvSpPr>
          <p:nvPr/>
        </p:nvSpPr>
        <p:spPr bwMode="auto">
          <a:xfrm>
            <a:off x="6949941"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p5</a:t>
            </a:r>
          </a:p>
        </p:txBody>
      </p:sp>
      <p:sp>
        <p:nvSpPr>
          <p:cNvPr id="31" name="Text Box 24"/>
          <p:cNvSpPr txBox="1">
            <a:spLocks noChangeArrowheads="1"/>
          </p:cNvSpPr>
          <p:nvPr/>
        </p:nvSpPr>
        <p:spPr bwMode="auto">
          <a:xfrm>
            <a:off x="7513322"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p3</a:t>
            </a:r>
          </a:p>
        </p:txBody>
      </p:sp>
      <p:sp>
        <p:nvSpPr>
          <p:cNvPr id="32" name="Text Box 25"/>
          <p:cNvSpPr txBox="1">
            <a:spLocks noChangeArrowheads="1"/>
          </p:cNvSpPr>
          <p:nvPr/>
        </p:nvSpPr>
        <p:spPr bwMode="auto">
          <a:xfrm>
            <a:off x="8076400"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p6</a:t>
            </a:r>
          </a:p>
        </p:txBody>
      </p:sp>
      <p:sp>
        <p:nvSpPr>
          <p:cNvPr id="34" name="Text Box 26"/>
          <p:cNvSpPr txBox="1">
            <a:spLocks noChangeArrowheads="1"/>
          </p:cNvSpPr>
          <p:nvPr/>
        </p:nvSpPr>
        <p:spPr bwMode="auto">
          <a:xfrm>
            <a:off x="8639478"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p4</a:t>
            </a:r>
          </a:p>
        </p:txBody>
      </p:sp>
      <p:sp>
        <p:nvSpPr>
          <p:cNvPr id="35" name="Text Box 26"/>
          <p:cNvSpPr txBox="1">
            <a:spLocks noChangeArrowheads="1"/>
          </p:cNvSpPr>
          <p:nvPr/>
        </p:nvSpPr>
        <p:spPr bwMode="auto">
          <a:xfrm>
            <a:off x="5853160" y="5715000"/>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p1</a:t>
            </a:r>
          </a:p>
        </p:txBody>
      </p:sp>
      <p:grpSp>
        <p:nvGrpSpPr>
          <p:cNvPr id="36" name="组合 35"/>
          <p:cNvGrpSpPr/>
          <p:nvPr/>
        </p:nvGrpSpPr>
        <p:grpSpPr>
          <a:xfrm>
            <a:off x="7681960" y="5323200"/>
            <a:ext cx="576000" cy="518400"/>
            <a:chOff x="6102883" y="4579320"/>
            <a:chExt cx="741362" cy="530490"/>
          </a:xfrm>
        </p:grpSpPr>
        <p:sp>
          <p:nvSpPr>
            <p:cNvPr id="45" name="Line 6"/>
            <p:cNvSpPr>
              <a:spLocks noChangeShapeType="1"/>
            </p:cNvSpPr>
            <p:nvPr/>
          </p:nvSpPr>
          <p:spPr bwMode="auto">
            <a:xfrm flipV="1">
              <a:off x="6102883" y="4579320"/>
              <a:ext cx="0" cy="530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8"/>
            <p:cNvSpPr>
              <a:spLocks noChangeShapeType="1"/>
            </p:cNvSpPr>
            <p:nvPr/>
          </p:nvSpPr>
          <p:spPr bwMode="auto">
            <a:xfrm>
              <a:off x="6844245" y="4579320"/>
              <a:ext cx="0" cy="530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 name="组合 50"/>
          <p:cNvGrpSpPr/>
          <p:nvPr/>
        </p:nvGrpSpPr>
        <p:grpSpPr>
          <a:xfrm>
            <a:off x="7948660" y="4909499"/>
            <a:ext cx="879864" cy="936001"/>
            <a:chOff x="6102883" y="4579319"/>
            <a:chExt cx="741362" cy="864001"/>
          </a:xfrm>
        </p:grpSpPr>
        <p:sp>
          <p:nvSpPr>
            <p:cNvPr id="52" name="Line 6"/>
            <p:cNvSpPr>
              <a:spLocks noChangeShapeType="1"/>
            </p:cNvSpPr>
            <p:nvPr/>
          </p:nvSpPr>
          <p:spPr bwMode="auto">
            <a:xfrm flipV="1">
              <a:off x="6102883" y="4579319"/>
              <a:ext cx="0" cy="36553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8"/>
            <p:cNvSpPr>
              <a:spLocks noChangeShapeType="1"/>
            </p:cNvSpPr>
            <p:nvPr/>
          </p:nvSpPr>
          <p:spPr bwMode="auto">
            <a:xfrm>
              <a:off x="6844245" y="4579320"/>
              <a:ext cx="0" cy="864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5" name="TextBox 54"/>
          <p:cNvSpPr txBox="1"/>
          <p:nvPr/>
        </p:nvSpPr>
        <p:spPr>
          <a:xfrm>
            <a:off x="597477" y="5472269"/>
            <a:ext cx="5472973" cy="830997"/>
          </a:xfrm>
          <a:prstGeom prst="rect">
            <a:avLst/>
          </a:prstGeom>
          <a:noFill/>
        </p:spPr>
        <p:txBody>
          <a:bodyPr wrap="none" rtlCol="0">
            <a:spAutoFit/>
          </a:bodyPr>
          <a:lstStyle/>
          <a:p>
            <a:r>
              <a:rPr lang="en-US" altLang="zh-CN" sz="1600" dirty="0" err="1">
                <a:latin typeface="Times New Roman" pitchFamily="18" charset="0"/>
                <a:cs typeface="Times New Roman" pitchFamily="18" charset="0"/>
              </a:rPr>
              <a:t>dist</a:t>
            </a:r>
            <a:r>
              <a:rPr lang="en-US" altLang="zh-CN" sz="1600" dirty="0">
                <a:latin typeface="Times New Roman" pitchFamily="18" charset="0"/>
                <a:cs typeface="Times New Roman" pitchFamily="18" charset="0"/>
              </a:rPr>
              <a:t>({3,6},{2,5}) =max(</a:t>
            </a:r>
            <a:r>
              <a:rPr lang="en-US" altLang="zh-CN" sz="1600" dirty="0" err="1">
                <a:latin typeface="Times New Roman" pitchFamily="18" charset="0"/>
                <a:cs typeface="Times New Roman" pitchFamily="18" charset="0"/>
              </a:rPr>
              <a:t>dist</a:t>
            </a:r>
            <a:r>
              <a:rPr lang="en-US" altLang="zh-CN" sz="1600" dirty="0">
                <a:latin typeface="Times New Roman" pitchFamily="18" charset="0"/>
                <a:cs typeface="Times New Roman" pitchFamily="18" charset="0"/>
              </a:rPr>
              <a:t>(3,2), </a:t>
            </a:r>
            <a:r>
              <a:rPr lang="en-US" altLang="zh-CN" sz="1600" dirty="0" err="1">
                <a:latin typeface="Times New Roman" pitchFamily="18" charset="0"/>
                <a:cs typeface="Times New Roman" pitchFamily="18" charset="0"/>
              </a:rPr>
              <a:t>dist</a:t>
            </a:r>
            <a:r>
              <a:rPr lang="en-US" altLang="zh-CN" sz="1600" dirty="0">
                <a:latin typeface="Times New Roman" pitchFamily="18" charset="0"/>
                <a:cs typeface="Times New Roman" pitchFamily="18" charset="0"/>
              </a:rPr>
              <a:t>(3,5), </a:t>
            </a:r>
            <a:r>
              <a:rPr lang="en-US" altLang="zh-CN" sz="1600" dirty="0" err="1">
                <a:latin typeface="Times New Roman" pitchFamily="18" charset="0"/>
                <a:cs typeface="Times New Roman" pitchFamily="18" charset="0"/>
              </a:rPr>
              <a:t>dist</a:t>
            </a:r>
            <a:r>
              <a:rPr lang="en-US" altLang="zh-CN" sz="1600" dirty="0">
                <a:latin typeface="Times New Roman" pitchFamily="18" charset="0"/>
                <a:cs typeface="Times New Roman" pitchFamily="18" charset="0"/>
              </a:rPr>
              <a:t>(6,2), </a:t>
            </a:r>
            <a:r>
              <a:rPr lang="en-US" altLang="zh-CN" sz="1600" dirty="0" err="1">
                <a:latin typeface="Times New Roman" pitchFamily="18" charset="0"/>
                <a:cs typeface="Times New Roman" pitchFamily="18" charset="0"/>
              </a:rPr>
              <a:t>dist</a:t>
            </a:r>
            <a:r>
              <a:rPr lang="en-US" altLang="zh-CN" sz="1600" dirty="0">
                <a:latin typeface="Times New Roman" pitchFamily="18" charset="0"/>
                <a:cs typeface="Times New Roman" pitchFamily="18" charset="0"/>
              </a:rPr>
              <a:t>(6,5))</a:t>
            </a:r>
          </a:p>
          <a:p>
            <a:r>
              <a:rPr lang="en-US" altLang="zh-CN" sz="1600" dirty="0">
                <a:latin typeface="Times New Roman" pitchFamily="18" charset="0"/>
                <a:cs typeface="Times New Roman" pitchFamily="18" charset="0"/>
              </a:rPr>
              <a:t>                            =max(9.8, 18.4, 17, </a:t>
            </a:r>
            <a:r>
              <a:rPr lang="en-US" altLang="zh-CN" sz="1600" dirty="0">
                <a:solidFill>
                  <a:srgbClr val="C00000"/>
                </a:solidFill>
                <a:latin typeface="Times New Roman" pitchFamily="18" charset="0"/>
                <a:cs typeface="Times New Roman" pitchFamily="18" charset="0"/>
              </a:rPr>
              <a:t>25.6</a:t>
            </a:r>
            <a:r>
              <a:rPr lang="en-US" altLang="zh-CN" sz="1600" dirty="0">
                <a:latin typeface="Times New Roman" pitchFamily="18" charset="0"/>
                <a:cs typeface="Times New Roman" pitchFamily="18" charset="0"/>
              </a:rPr>
              <a:t>)</a:t>
            </a:r>
          </a:p>
          <a:p>
            <a:r>
              <a:rPr lang="en-US" altLang="zh-CN" sz="1600" dirty="0">
                <a:latin typeface="Times New Roman" pitchFamily="18" charset="0"/>
                <a:cs typeface="Times New Roman" pitchFamily="18" charset="0"/>
              </a:rPr>
              <a:t>                            =</a:t>
            </a:r>
            <a:r>
              <a:rPr lang="en-US" altLang="zh-CN" sz="1600" dirty="0">
                <a:solidFill>
                  <a:srgbClr val="C00000"/>
                </a:solidFill>
                <a:latin typeface="Times New Roman" pitchFamily="18" charset="0"/>
                <a:cs typeface="Times New Roman" pitchFamily="18" charset="0"/>
              </a:rPr>
              <a:t>25.6</a:t>
            </a:r>
            <a:endParaRPr lang="zh-CN" altLang="en-US" sz="1600" dirty="0">
              <a:solidFill>
                <a:srgbClr val="C00000"/>
              </a:solidFill>
              <a:latin typeface="Times New Roman" pitchFamily="18" charset="0"/>
              <a:cs typeface="Times New Roman" pitchFamily="18" charset="0"/>
            </a:endParaRPr>
          </a:p>
        </p:txBody>
      </p:sp>
    </p:spTree>
    <p:extLst>
      <p:ext uri="{BB962C8B-B14F-4D97-AF65-F5344CB8AC3E}">
        <p14:creationId xmlns:p14="http://schemas.microsoft.com/office/powerpoint/2010/main" val="1878310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6466" name="Rectangle 2"/>
          <p:cNvSpPr>
            <a:spLocks noGrp="1" noChangeArrowheads="1"/>
          </p:cNvSpPr>
          <p:nvPr>
            <p:ph type="title"/>
          </p:nvPr>
        </p:nvSpPr>
        <p:spPr/>
        <p:txBody>
          <a:bodyPr/>
          <a:lstStyle/>
          <a:p>
            <a:r>
              <a:rPr lang="en-US" altLang="zh-CN" dirty="0"/>
              <a:t>Cluster</a:t>
            </a:r>
            <a:r>
              <a:rPr lang="zh-CN" altLang="en-US" dirty="0"/>
              <a:t>间的相似性</a:t>
            </a:r>
          </a:p>
        </p:txBody>
      </p:sp>
      <p:sp>
        <p:nvSpPr>
          <p:cNvPr id="22" name="内容占位符 1"/>
          <p:cNvSpPr>
            <a:spLocks noGrp="1"/>
          </p:cNvSpPr>
          <p:nvPr>
            <p:ph idx="1"/>
          </p:nvPr>
        </p:nvSpPr>
        <p:spPr>
          <a:xfrm>
            <a:off x="162765" y="1508790"/>
            <a:ext cx="8917735" cy="4678936"/>
          </a:xfrm>
        </p:spPr>
        <p:txBody>
          <a:bodyPr/>
          <a:lstStyle/>
          <a:p>
            <a:r>
              <a:rPr lang="en-US" altLang="zh-CN" dirty="0"/>
              <a:t>MAX</a:t>
            </a:r>
            <a:r>
              <a:rPr lang="zh-CN" altLang="en-US" dirty="0"/>
              <a:t>（全链）</a:t>
            </a:r>
            <a:endParaRPr lang="en-US" altLang="zh-CN" dirty="0"/>
          </a:p>
          <a:p>
            <a:pPr lvl="1"/>
            <a:endParaRPr lang="zh-CN" altLang="en-US" dirty="0"/>
          </a:p>
        </p:txBody>
      </p:sp>
      <p:grpSp>
        <p:nvGrpSpPr>
          <p:cNvPr id="28" name="组合 27"/>
          <p:cNvGrpSpPr/>
          <p:nvPr/>
        </p:nvGrpSpPr>
        <p:grpSpPr>
          <a:xfrm>
            <a:off x="6538960" y="5222400"/>
            <a:ext cx="576000" cy="619200"/>
            <a:chOff x="6102883" y="4579320"/>
            <a:chExt cx="741362" cy="518400"/>
          </a:xfrm>
        </p:grpSpPr>
        <p:sp>
          <p:nvSpPr>
            <p:cNvPr id="48" name="Line 6"/>
            <p:cNvSpPr>
              <a:spLocks noChangeShapeType="1"/>
            </p:cNvSpPr>
            <p:nvPr/>
          </p:nvSpPr>
          <p:spPr bwMode="auto">
            <a:xfrm flipV="1">
              <a:off x="6102883" y="4579320"/>
              <a:ext cx="0" cy="518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8"/>
            <p:cNvSpPr>
              <a:spLocks noChangeShapeType="1"/>
            </p:cNvSpPr>
            <p:nvPr/>
          </p:nvSpPr>
          <p:spPr bwMode="auto">
            <a:xfrm>
              <a:off x="6844245" y="4579320"/>
              <a:ext cx="0" cy="518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9" name="Text Box 22"/>
          <p:cNvSpPr txBox="1">
            <a:spLocks noChangeArrowheads="1"/>
          </p:cNvSpPr>
          <p:nvPr/>
        </p:nvSpPr>
        <p:spPr bwMode="auto">
          <a:xfrm>
            <a:off x="6386561" y="5703799"/>
            <a:ext cx="428625" cy="369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p2</a:t>
            </a:r>
          </a:p>
        </p:txBody>
      </p:sp>
      <p:sp>
        <p:nvSpPr>
          <p:cNvPr id="30" name="Text Box 23"/>
          <p:cNvSpPr txBox="1">
            <a:spLocks noChangeArrowheads="1"/>
          </p:cNvSpPr>
          <p:nvPr/>
        </p:nvSpPr>
        <p:spPr bwMode="auto">
          <a:xfrm>
            <a:off x="6949941"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p5</a:t>
            </a:r>
          </a:p>
        </p:txBody>
      </p:sp>
      <p:sp>
        <p:nvSpPr>
          <p:cNvPr id="31" name="Text Box 24"/>
          <p:cNvSpPr txBox="1">
            <a:spLocks noChangeArrowheads="1"/>
          </p:cNvSpPr>
          <p:nvPr/>
        </p:nvSpPr>
        <p:spPr bwMode="auto">
          <a:xfrm>
            <a:off x="7513322"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p3</a:t>
            </a:r>
          </a:p>
        </p:txBody>
      </p:sp>
      <p:sp>
        <p:nvSpPr>
          <p:cNvPr id="32" name="Text Box 25"/>
          <p:cNvSpPr txBox="1">
            <a:spLocks noChangeArrowheads="1"/>
          </p:cNvSpPr>
          <p:nvPr/>
        </p:nvSpPr>
        <p:spPr bwMode="auto">
          <a:xfrm>
            <a:off x="8076400"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p6</a:t>
            </a:r>
          </a:p>
        </p:txBody>
      </p:sp>
      <p:sp>
        <p:nvSpPr>
          <p:cNvPr id="34" name="Text Box 26"/>
          <p:cNvSpPr txBox="1">
            <a:spLocks noChangeArrowheads="1"/>
          </p:cNvSpPr>
          <p:nvPr/>
        </p:nvSpPr>
        <p:spPr bwMode="auto">
          <a:xfrm>
            <a:off x="8639478"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p4</a:t>
            </a:r>
          </a:p>
        </p:txBody>
      </p:sp>
      <p:sp>
        <p:nvSpPr>
          <p:cNvPr id="35" name="Text Box 26"/>
          <p:cNvSpPr txBox="1">
            <a:spLocks noChangeArrowheads="1"/>
          </p:cNvSpPr>
          <p:nvPr/>
        </p:nvSpPr>
        <p:spPr bwMode="auto">
          <a:xfrm>
            <a:off x="5853160" y="5715000"/>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p1</a:t>
            </a:r>
          </a:p>
        </p:txBody>
      </p:sp>
      <p:grpSp>
        <p:nvGrpSpPr>
          <p:cNvPr id="36" name="组合 35"/>
          <p:cNvGrpSpPr/>
          <p:nvPr/>
        </p:nvGrpSpPr>
        <p:grpSpPr>
          <a:xfrm>
            <a:off x="7681960" y="5323200"/>
            <a:ext cx="576000" cy="518400"/>
            <a:chOff x="6102883" y="4579320"/>
            <a:chExt cx="741362" cy="530490"/>
          </a:xfrm>
        </p:grpSpPr>
        <p:sp>
          <p:nvSpPr>
            <p:cNvPr id="45" name="Line 6"/>
            <p:cNvSpPr>
              <a:spLocks noChangeShapeType="1"/>
            </p:cNvSpPr>
            <p:nvPr/>
          </p:nvSpPr>
          <p:spPr bwMode="auto">
            <a:xfrm flipV="1">
              <a:off x="6102883" y="4579320"/>
              <a:ext cx="0" cy="530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8"/>
            <p:cNvSpPr>
              <a:spLocks noChangeShapeType="1"/>
            </p:cNvSpPr>
            <p:nvPr/>
          </p:nvSpPr>
          <p:spPr bwMode="auto">
            <a:xfrm>
              <a:off x="6844245" y="4579320"/>
              <a:ext cx="0" cy="530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 name="组合 50"/>
          <p:cNvGrpSpPr/>
          <p:nvPr/>
        </p:nvGrpSpPr>
        <p:grpSpPr>
          <a:xfrm>
            <a:off x="7959326" y="4914900"/>
            <a:ext cx="879874" cy="927000"/>
            <a:chOff x="6102883" y="4579319"/>
            <a:chExt cx="741371" cy="864001"/>
          </a:xfrm>
        </p:grpSpPr>
        <p:sp>
          <p:nvSpPr>
            <p:cNvPr id="52" name="Line 6"/>
            <p:cNvSpPr>
              <a:spLocks noChangeShapeType="1"/>
            </p:cNvSpPr>
            <p:nvPr/>
          </p:nvSpPr>
          <p:spPr bwMode="auto">
            <a:xfrm flipV="1">
              <a:off x="6102883" y="4579319"/>
              <a:ext cx="0" cy="3690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7"/>
            <p:cNvSpPr>
              <a:spLocks noChangeShapeType="1"/>
            </p:cNvSpPr>
            <p:nvPr/>
          </p:nvSpPr>
          <p:spPr bwMode="auto">
            <a:xfrm>
              <a:off x="6102891" y="4579320"/>
              <a:ext cx="74136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8"/>
            <p:cNvSpPr>
              <a:spLocks noChangeShapeType="1"/>
            </p:cNvSpPr>
            <p:nvPr/>
          </p:nvSpPr>
          <p:spPr bwMode="auto">
            <a:xfrm>
              <a:off x="6844245" y="4579320"/>
              <a:ext cx="0" cy="864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4" name="组合 43"/>
          <p:cNvGrpSpPr/>
          <p:nvPr/>
        </p:nvGrpSpPr>
        <p:grpSpPr>
          <a:xfrm>
            <a:off x="6238616" y="853634"/>
            <a:ext cx="2530277" cy="2282770"/>
            <a:chOff x="660042" y="282134"/>
            <a:chExt cx="2648742" cy="2282770"/>
          </a:xfrm>
        </p:grpSpPr>
        <p:sp>
          <p:nvSpPr>
            <p:cNvPr id="56" name="菱形 55"/>
            <p:cNvSpPr/>
            <p:nvPr/>
          </p:nvSpPr>
          <p:spPr>
            <a:xfrm>
              <a:off x="2267744" y="548680"/>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7" name="菱形 56"/>
            <p:cNvSpPr/>
            <p:nvPr/>
          </p:nvSpPr>
          <p:spPr>
            <a:xfrm>
              <a:off x="1259632" y="155679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8" name="菱形 57"/>
            <p:cNvSpPr/>
            <p:nvPr/>
          </p:nvSpPr>
          <p:spPr>
            <a:xfrm>
              <a:off x="2195736" y="206084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9" name="菱形 58"/>
            <p:cNvSpPr/>
            <p:nvPr/>
          </p:nvSpPr>
          <p:spPr>
            <a:xfrm>
              <a:off x="660042" y="119675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0" name="菱形 59"/>
            <p:cNvSpPr/>
            <p:nvPr/>
          </p:nvSpPr>
          <p:spPr>
            <a:xfrm>
              <a:off x="2843808" y="242088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1" name="TextBox 60"/>
            <p:cNvSpPr txBox="1"/>
            <p:nvPr/>
          </p:nvSpPr>
          <p:spPr>
            <a:xfrm>
              <a:off x="2321723" y="282134"/>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1</a:t>
              </a:r>
              <a:endParaRPr lang="zh-CN" altLang="en-US" sz="1600" dirty="0">
                <a:latin typeface="Arial Unicode MS" pitchFamily="34" charset="-122"/>
                <a:ea typeface="Arial Unicode MS" pitchFamily="34" charset="-122"/>
                <a:cs typeface="Arial Unicode MS" pitchFamily="34" charset="-122"/>
              </a:endParaRPr>
            </a:p>
          </p:txBody>
        </p:sp>
        <p:sp>
          <p:nvSpPr>
            <p:cNvPr id="62" name="TextBox 61"/>
            <p:cNvSpPr txBox="1"/>
            <p:nvPr/>
          </p:nvSpPr>
          <p:spPr>
            <a:xfrm>
              <a:off x="1279388" y="1268760"/>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2</a:t>
              </a:r>
              <a:endParaRPr lang="zh-CN" altLang="en-US" sz="1600" dirty="0">
                <a:latin typeface="Arial Unicode MS" pitchFamily="34" charset="-122"/>
                <a:ea typeface="Arial Unicode MS" pitchFamily="34" charset="-122"/>
                <a:cs typeface="Arial Unicode MS" pitchFamily="34" charset="-122"/>
              </a:endParaRPr>
            </a:p>
          </p:txBody>
        </p:sp>
        <p:sp>
          <p:nvSpPr>
            <p:cNvPr id="63" name="TextBox 62"/>
            <p:cNvSpPr txBox="1"/>
            <p:nvPr/>
          </p:nvSpPr>
          <p:spPr>
            <a:xfrm>
              <a:off x="2215492" y="1794302"/>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3</a:t>
              </a:r>
              <a:endParaRPr lang="zh-CN" altLang="en-US" sz="1600" dirty="0">
                <a:latin typeface="Arial Unicode MS" pitchFamily="34" charset="-122"/>
                <a:ea typeface="Arial Unicode MS" pitchFamily="34" charset="-122"/>
                <a:cs typeface="Arial Unicode MS" pitchFamily="34" charset="-122"/>
              </a:endParaRPr>
            </a:p>
          </p:txBody>
        </p:sp>
        <p:sp>
          <p:nvSpPr>
            <p:cNvPr id="64" name="TextBox 63"/>
            <p:cNvSpPr txBox="1"/>
            <p:nvPr/>
          </p:nvSpPr>
          <p:spPr>
            <a:xfrm>
              <a:off x="660042" y="836712"/>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5</a:t>
              </a:r>
              <a:endParaRPr lang="zh-CN" altLang="en-US" sz="1600" dirty="0">
                <a:latin typeface="Arial Unicode MS" pitchFamily="34" charset="-122"/>
                <a:ea typeface="Arial Unicode MS" pitchFamily="34" charset="-122"/>
                <a:cs typeface="Arial Unicode MS" pitchFamily="34" charset="-122"/>
              </a:endParaRPr>
            </a:p>
          </p:txBody>
        </p:sp>
        <p:sp>
          <p:nvSpPr>
            <p:cNvPr id="65" name="TextBox 64"/>
            <p:cNvSpPr txBox="1"/>
            <p:nvPr/>
          </p:nvSpPr>
          <p:spPr>
            <a:xfrm>
              <a:off x="2892290" y="2204864"/>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6</a:t>
              </a:r>
              <a:endParaRPr lang="zh-CN" altLang="en-US" sz="1600" dirty="0">
                <a:latin typeface="Arial Unicode MS" pitchFamily="34" charset="-122"/>
                <a:ea typeface="Arial Unicode MS" pitchFamily="34" charset="-122"/>
                <a:cs typeface="Arial Unicode MS" pitchFamily="34" charset="-122"/>
              </a:endParaRPr>
            </a:p>
          </p:txBody>
        </p:sp>
      </p:grpSp>
      <p:sp>
        <p:nvSpPr>
          <p:cNvPr id="66" name="椭圆 65"/>
          <p:cNvSpPr/>
          <p:nvPr/>
        </p:nvSpPr>
        <p:spPr>
          <a:xfrm rot="18322284">
            <a:off x="6307042" y="1447700"/>
            <a:ext cx="612000" cy="1066087"/>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17886886">
            <a:off x="7801161" y="2311796"/>
            <a:ext cx="612000" cy="1066087"/>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菱形 67"/>
          <p:cNvSpPr/>
          <p:nvPr/>
        </p:nvSpPr>
        <p:spPr>
          <a:xfrm>
            <a:off x="7155327" y="3496444"/>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9" name="TextBox 68"/>
          <p:cNvSpPr txBox="1"/>
          <p:nvPr/>
        </p:nvSpPr>
        <p:spPr>
          <a:xfrm>
            <a:off x="7242986" y="3229898"/>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4</a:t>
            </a:r>
            <a:endParaRPr lang="zh-CN" altLang="en-US" sz="1600" dirty="0">
              <a:latin typeface="Arial Unicode MS" pitchFamily="34" charset="-122"/>
              <a:ea typeface="Arial Unicode MS" pitchFamily="34" charset="-122"/>
              <a:cs typeface="Arial Unicode MS" pitchFamily="34" charset="-122"/>
            </a:endParaRPr>
          </a:p>
        </p:txBody>
      </p:sp>
      <p:sp>
        <p:nvSpPr>
          <p:cNvPr id="70" name="椭圆 150"/>
          <p:cNvSpPr/>
          <p:nvPr/>
        </p:nvSpPr>
        <p:spPr>
          <a:xfrm rot="14219823">
            <a:off x="6432765" y="561992"/>
            <a:ext cx="1180965" cy="2186655"/>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 name="connsiteX0" fmla="*/ 18564 w 976213"/>
              <a:gd name="connsiteY0" fmla="*/ 1584058 h 3079356"/>
              <a:gd name="connsiteX1" fmla="*/ 109752 w 976213"/>
              <a:gd name="connsiteY1" fmla="*/ 477572 h 3079356"/>
              <a:gd name="connsiteX2" fmla="*/ 491500 w 976213"/>
              <a:gd name="connsiteY2" fmla="*/ 73 h 3079356"/>
              <a:gd name="connsiteX3" fmla="*/ 880247 w 976213"/>
              <a:gd name="connsiteY3" fmla="*/ 451467 h 3079356"/>
              <a:gd name="connsiteX4" fmla="*/ 964436 w 976213"/>
              <a:gd name="connsiteY4" fmla="*/ 1584058 h 3079356"/>
              <a:gd name="connsiteX5" fmla="*/ 780706 w 976213"/>
              <a:gd name="connsiteY5" fmla="*/ 2657096 h 3079356"/>
              <a:gd name="connsiteX6" fmla="*/ 340923 w 976213"/>
              <a:gd name="connsiteY6" fmla="*/ 3079237 h 3079356"/>
              <a:gd name="connsiteX7" fmla="*/ 48387 w 976213"/>
              <a:gd name="connsiteY7" fmla="*/ 2626099 h 3079356"/>
              <a:gd name="connsiteX8" fmla="*/ 18564 w 976213"/>
              <a:gd name="connsiteY8" fmla="*/ 1584058 h 3079356"/>
              <a:gd name="connsiteX0" fmla="*/ 18564 w 976213"/>
              <a:gd name="connsiteY0" fmla="*/ 1584058 h 3022333"/>
              <a:gd name="connsiteX1" fmla="*/ 109752 w 976213"/>
              <a:gd name="connsiteY1" fmla="*/ 477572 h 3022333"/>
              <a:gd name="connsiteX2" fmla="*/ 491500 w 976213"/>
              <a:gd name="connsiteY2" fmla="*/ 73 h 3022333"/>
              <a:gd name="connsiteX3" fmla="*/ 880247 w 976213"/>
              <a:gd name="connsiteY3" fmla="*/ 451467 h 3022333"/>
              <a:gd name="connsiteX4" fmla="*/ 964436 w 976213"/>
              <a:gd name="connsiteY4" fmla="*/ 1584058 h 3022333"/>
              <a:gd name="connsiteX5" fmla="*/ 780706 w 976213"/>
              <a:gd name="connsiteY5" fmla="*/ 2657096 h 3022333"/>
              <a:gd name="connsiteX6" fmla="*/ 466138 w 976213"/>
              <a:gd name="connsiteY6" fmla="*/ 3022154 h 3022333"/>
              <a:gd name="connsiteX7" fmla="*/ 48387 w 976213"/>
              <a:gd name="connsiteY7" fmla="*/ 2626099 h 3022333"/>
              <a:gd name="connsiteX8" fmla="*/ 18564 w 976213"/>
              <a:gd name="connsiteY8" fmla="*/ 1584058 h 3022333"/>
              <a:gd name="connsiteX0" fmla="*/ 1175 w 958824"/>
              <a:gd name="connsiteY0" fmla="*/ 1584058 h 3044396"/>
              <a:gd name="connsiteX1" fmla="*/ 92363 w 958824"/>
              <a:gd name="connsiteY1" fmla="*/ 477572 h 3044396"/>
              <a:gd name="connsiteX2" fmla="*/ 474111 w 958824"/>
              <a:gd name="connsiteY2" fmla="*/ 73 h 3044396"/>
              <a:gd name="connsiteX3" fmla="*/ 862858 w 958824"/>
              <a:gd name="connsiteY3" fmla="*/ 451467 h 3044396"/>
              <a:gd name="connsiteX4" fmla="*/ 947047 w 958824"/>
              <a:gd name="connsiteY4" fmla="*/ 1584058 h 3044396"/>
              <a:gd name="connsiteX5" fmla="*/ 763317 w 958824"/>
              <a:gd name="connsiteY5" fmla="*/ 2657096 h 3044396"/>
              <a:gd name="connsiteX6" fmla="*/ 448749 w 958824"/>
              <a:gd name="connsiteY6" fmla="*/ 3022154 h 3044396"/>
              <a:gd name="connsiteX7" fmla="*/ 131142 w 958824"/>
              <a:gd name="connsiteY7" fmla="*/ 2122422 h 3044396"/>
              <a:gd name="connsiteX8" fmla="*/ 1175 w 958824"/>
              <a:gd name="connsiteY8" fmla="*/ 1584058 h 3044396"/>
              <a:gd name="connsiteX0" fmla="*/ 6125 w 927920"/>
              <a:gd name="connsiteY0" fmla="*/ 1023420 h 3044396"/>
              <a:gd name="connsiteX1" fmla="*/ 61459 w 927920"/>
              <a:gd name="connsiteY1" fmla="*/ 477572 h 3044396"/>
              <a:gd name="connsiteX2" fmla="*/ 443207 w 927920"/>
              <a:gd name="connsiteY2" fmla="*/ 73 h 3044396"/>
              <a:gd name="connsiteX3" fmla="*/ 831954 w 927920"/>
              <a:gd name="connsiteY3" fmla="*/ 451467 h 3044396"/>
              <a:gd name="connsiteX4" fmla="*/ 916143 w 927920"/>
              <a:gd name="connsiteY4" fmla="*/ 1584058 h 3044396"/>
              <a:gd name="connsiteX5" fmla="*/ 732413 w 927920"/>
              <a:gd name="connsiteY5" fmla="*/ 2657096 h 3044396"/>
              <a:gd name="connsiteX6" fmla="*/ 417845 w 927920"/>
              <a:gd name="connsiteY6" fmla="*/ 3022154 h 3044396"/>
              <a:gd name="connsiteX7" fmla="*/ 100238 w 927920"/>
              <a:gd name="connsiteY7" fmla="*/ 2122422 h 3044396"/>
              <a:gd name="connsiteX8" fmla="*/ 6125 w 927920"/>
              <a:gd name="connsiteY8" fmla="*/ 1023420 h 3044396"/>
              <a:gd name="connsiteX0" fmla="*/ 6125 w 927920"/>
              <a:gd name="connsiteY0" fmla="*/ 762296 h 2783272"/>
              <a:gd name="connsiteX1" fmla="*/ 61459 w 927920"/>
              <a:gd name="connsiteY1" fmla="*/ 216448 h 2783272"/>
              <a:gd name="connsiteX2" fmla="*/ 539850 w 927920"/>
              <a:gd name="connsiteY2" fmla="*/ 16843 h 2783272"/>
              <a:gd name="connsiteX3" fmla="*/ 831954 w 927920"/>
              <a:gd name="connsiteY3" fmla="*/ 190343 h 2783272"/>
              <a:gd name="connsiteX4" fmla="*/ 916143 w 927920"/>
              <a:gd name="connsiteY4" fmla="*/ 1322934 h 2783272"/>
              <a:gd name="connsiteX5" fmla="*/ 732413 w 927920"/>
              <a:gd name="connsiteY5" fmla="*/ 2395972 h 2783272"/>
              <a:gd name="connsiteX6" fmla="*/ 417845 w 927920"/>
              <a:gd name="connsiteY6" fmla="*/ 2761030 h 2783272"/>
              <a:gd name="connsiteX7" fmla="*/ 100238 w 927920"/>
              <a:gd name="connsiteY7" fmla="*/ 1861298 h 2783272"/>
              <a:gd name="connsiteX8" fmla="*/ 6125 w 927920"/>
              <a:gd name="connsiteY8" fmla="*/ 762296 h 2783272"/>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834817 h 2855793"/>
              <a:gd name="connsiteX1" fmla="*/ 61459 w 939044"/>
              <a:gd name="connsiteY1" fmla="*/ 288969 h 2855793"/>
              <a:gd name="connsiteX2" fmla="*/ 534836 w 939044"/>
              <a:gd name="connsiteY2" fmla="*/ 45 h 2855793"/>
              <a:gd name="connsiteX3" fmla="*/ 876256 w 939044"/>
              <a:gd name="connsiteY3" fmla="*/ 296918 h 2855793"/>
              <a:gd name="connsiteX4" fmla="*/ 916143 w 939044"/>
              <a:gd name="connsiteY4" fmla="*/ 1395455 h 2855793"/>
              <a:gd name="connsiteX5" fmla="*/ 732413 w 939044"/>
              <a:gd name="connsiteY5" fmla="*/ 2468493 h 2855793"/>
              <a:gd name="connsiteX6" fmla="*/ 417845 w 939044"/>
              <a:gd name="connsiteY6" fmla="*/ 2833551 h 2855793"/>
              <a:gd name="connsiteX7" fmla="*/ 100238 w 939044"/>
              <a:gd name="connsiteY7" fmla="*/ 1933819 h 2855793"/>
              <a:gd name="connsiteX8" fmla="*/ 6125 w 939044"/>
              <a:gd name="connsiteY8" fmla="*/ 834817 h 2855793"/>
              <a:gd name="connsiteX0" fmla="*/ 8111 w 941030"/>
              <a:gd name="connsiteY0" fmla="*/ 839858 h 2860834"/>
              <a:gd name="connsiteX1" fmla="*/ 263598 w 941030"/>
              <a:gd name="connsiteY1" fmla="*/ 239230 h 2860834"/>
              <a:gd name="connsiteX2" fmla="*/ 536822 w 941030"/>
              <a:gd name="connsiteY2" fmla="*/ 5086 h 2860834"/>
              <a:gd name="connsiteX3" fmla="*/ 878242 w 941030"/>
              <a:gd name="connsiteY3" fmla="*/ 301959 h 2860834"/>
              <a:gd name="connsiteX4" fmla="*/ 918129 w 941030"/>
              <a:gd name="connsiteY4" fmla="*/ 1400496 h 2860834"/>
              <a:gd name="connsiteX5" fmla="*/ 734399 w 941030"/>
              <a:gd name="connsiteY5" fmla="*/ 2473534 h 2860834"/>
              <a:gd name="connsiteX6" fmla="*/ 419831 w 941030"/>
              <a:gd name="connsiteY6" fmla="*/ 2838592 h 2860834"/>
              <a:gd name="connsiteX7" fmla="*/ 102224 w 941030"/>
              <a:gd name="connsiteY7" fmla="*/ 1938860 h 2860834"/>
              <a:gd name="connsiteX8" fmla="*/ 8111 w 941030"/>
              <a:gd name="connsiteY8" fmla="*/ 839858 h 2860834"/>
              <a:gd name="connsiteX0" fmla="*/ 17831 w 903494"/>
              <a:gd name="connsiteY0" fmla="*/ 660008 h 2860834"/>
              <a:gd name="connsiteX1" fmla="*/ 226062 w 903494"/>
              <a:gd name="connsiteY1" fmla="*/ 239230 h 2860834"/>
              <a:gd name="connsiteX2" fmla="*/ 499286 w 903494"/>
              <a:gd name="connsiteY2" fmla="*/ 5086 h 2860834"/>
              <a:gd name="connsiteX3" fmla="*/ 840706 w 903494"/>
              <a:gd name="connsiteY3" fmla="*/ 301959 h 2860834"/>
              <a:gd name="connsiteX4" fmla="*/ 880593 w 903494"/>
              <a:gd name="connsiteY4" fmla="*/ 1400496 h 2860834"/>
              <a:gd name="connsiteX5" fmla="*/ 696863 w 903494"/>
              <a:gd name="connsiteY5" fmla="*/ 2473534 h 2860834"/>
              <a:gd name="connsiteX6" fmla="*/ 382295 w 903494"/>
              <a:gd name="connsiteY6" fmla="*/ 2838592 h 2860834"/>
              <a:gd name="connsiteX7" fmla="*/ 64688 w 903494"/>
              <a:gd name="connsiteY7" fmla="*/ 1938860 h 2860834"/>
              <a:gd name="connsiteX8" fmla="*/ 17831 w 903494"/>
              <a:gd name="connsiteY8" fmla="*/ 660008 h 2860834"/>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74088 h 2874914"/>
              <a:gd name="connsiteX1" fmla="*/ 227828 w 903612"/>
              <a:gd name="connsiteY1" fmla="*/ 171626 h 2874914"/>
              <a:gd name="connsiteX2" fmla="*/ 499404 w 903612"/>
              <a:gd name="connsiteY2" fmla="*/ 19166 h 2874914"/>
              <a:gd name="connsiteX3" fmla="*/ 840824 w 903612"/>
              <a:gd name="connsiteY3" fmla="*/ 316039 h 2874914"/>
              <a:gd name="connsiteX4" fmla="*/ 880711 w 903612"/>
              <a:gd name="connsiteY4" fmla="*/ 1414576 h 2874914"/>
              <a:gd name="connsiteX5" fmla="*/ 696981 w 903612"/>
              <a:gd name="connsiteY5" fmla="*/ 2487614 h 2874914"/>
              <a:gd name="connsiteX6" fmla="*/ 382413 w 903612"/>
              <a:gd name="connsiteY6" fmla="*/ 2852672 h 2874914"/>
              <a:gd name="connsiteX7" fmla="*/ 64806 w 903612"/>
              <a:gd name="connsiteY7" fmla="*/ 1952940 h 2874914"/>
              <a:gd name="connsiteX8" fmla="*/ 17949 w 903612"/>
              <a:gd name="connsiteY8" fmla="*/ 674088 h 2874914"/>
              <a:gd name="connsiteX0" fmla="*/ 26925 w 891376"/>
              <a:gd name="connsiteY0" fmla="*/ 717064 h 2874914"/>
              <a:gd name="connsiteX1" fmla="*/ 215592 w 891376"/>
              <a:gd name="connsiteY1" fmla="*/ 171626 h 2874914"/>
              <a:gd name="connsiteX2" fmla="*/ 487168 w 891376"/>
              <a:gd name="connsiteY2" fmla="*/ 19166 h 2874914"/>
              <a:gd name="connsiteX3" fmla="*/ 828588 w 891376"/>
              <a:gd name="connsiteY3" fmla="*/ 316039 h 2874914"/>
              <a:gd name="connsiteX4" fmla="*/ 868475 w 891376"/>
              <a:gd name="connsiteY4" fmla="*/ 1414576 h 2874914"/>
              <a:gd name="connsiteX5" fmla="*/ 684745 w 891376"/>
              <a:gd name="connsiteY5" fmla="*/ 2487614 h 2874914"/>
              <a:gd name="connsiteX6" fmla="*/ 370177 w 891376"/>
              <a:gd name="connsiteY6" fmla="*/ 2852672 h 2874914"/>
              <a:gd name="connsiteX7" fmla="*/ 52570 w 891376"/>
              <a:gd name="connsiteY7" fmla="*/ 1952940 h 2874914"/>
              <a:gd name="connsiteX8" fmla="*/ 26925 w 891376"/>
              <a:gd name="connsiteY8" fmla="*/ 717064 h 2874914"/>
              <a:gd name="connsiteX0" fmla="*/ 47530 w 911981"/>
              <a:gd name="connsiteY0" fmla="*/ 717064 h 2874914"/>
              <a:gd name="connsiteX1" fmla="*/ 236197 w 911981"/>
              <a:gd name="connsiteY1" fmla="*/ 171626 h 2874914"/>
              <a:gd name="connsiteX2" fmla="*/ 507773 w 911981"/>
              <a:gd name="connsiteY2" fmla="*/ 19166 h 2874914"/>
              <a:gd name="connsiteX3" fmla="*/ 849193 w 911981"/>
              <a:gd name="connsiteY3" fmla="*/ 316039 h 2874914"/>
              <a:gd name="connsiteX4" fmla="*/ 889080 w 911981"/>
              <a:gd name="connsiteY4" fmla="*/ 1414576 h 2874914"/>
              <a:gd name="connsiteX5" fmla="*/ 705350 w 911981"/>
              <a:gd name="connsiteY5" fmla="*/ 2487614 h 2874914"/>
              <a:gd name="connsiteX6" fmla="*/ 390782 w 911981"/>
              <a:gd name="connsiteY6" fmla="*/ 2852672 h 2874914"/>
              <a:gd name="connsiteX7" fmla="*/ 73175 w 911981"/>
              <a:gd name="connsiteY7" fmla="*/ 1952940 h 2874914"/>
              <a:gd name="connsiteX8" fmla="*/ 47530 w 911981"/>
              <a:gd name="connsiteY8" fmla="*/ 717064 h 2874914"/>
              <a:gd name="connsiteX0" fmla="*/ 27966 w 892417"/>
              <a:gd name="connsiteY0" fmla="*/ 717064 h 2874914"/>
              <a:gd name="connsiteX1" fmla="*/ 216633 w 892417"/>
              <a:gd name="connsiteY1" fmla="*/ 171626 h 2874914"/>
              <a:gd name="connsiteX2" fmla="*/ 488209 w 892417"/>
              <a:gd name="connsiteY2" fmla="*/ 19166 h 2874914"/>
              <a:gd name="connsiteX3" fmla="*/ 829629 w 892417"/>
              <a:gd name="connsiteY3" fmla="*/ 316039 h 2874914"/>
              <a:gd name="connsiteX4" fmla="*/ 869516 w 892417"/>
              <a:gd name="connsiteY4" fmla="*/ 1414576 h 2874914"/>
              <a:gd name="connsiteX5" fmla="*/ 685786 w 892417"/>
              <a:gd name="connsiteY5" fmla="*/ 2487614 h 2874914"/>
              <a:gd name="connsiteX6" fmla="*/ 371218 w 892417"/>
              <a:gd name="connsiteY6" fmla="*/ 2852672 h 2874914"/>
              <a:gd name="connsiteX7" fmla="*/ 53611 w 892417"/>
              <a:gd name="connsiteY7" fmla="*/ 1952940 h 2874914"/>
              <a:gd name="connsiteX8" fmla="*/ 27966 w 892417"/>
              <a:gd name="connsiteY8" fmla="*/ 717064 h 2874914"/>
              <a:gd name="connsiteX0" fmla="*/ 12170 w 876621"/>
              <a:gd name="connsiteY0" fmla="*/ 717064 h 2882802"/>
              <a:gd name="connsiteX1" fmla="*/ 200837 w 876621"/>
              <a:gd name="connsiteY1" fmla="*/ 171626 h 2882802"/>
              <a:gd name="connsiteX2" fmla="*/ 472413 w 876621"/>
              <a:gd name="connsiteY2" fmla="*/ 19166 h 2882802"/>
              <a:gd name="connsiteX3" fmla="*/ 813833 w 876621"/>
              <a:gd name="connsiteY3" fmla="*/ 316039 h 2882802"/>
              <a:gd name="connsiteX4" fmla="*/ 853720 w 876621"/>
              <a:gd name="connsiteY4" fmla="*/ 1414576 h 2882802"/>
              <a:gd name="connsiteX5" fmla="*/ 669990 w 876621"/>
              <a:gd name="connsiteY5" fmla="*/ 2487614 h 2882802"/>
              <a:gd name="connsiteX6" fmla="*/ 355422 w 876621"/>
              <a:gd name="connsiteY6" fmla="*/ 2852672 h 2882802"/>
              <a:gd name="connsiteX7" fmla="*/ 70151 w 876621"/>
              <a:gd name="connsiteY7" fmla="*/ 1821981 h 2882802"/>
              <a:gd name="connsiteX8" fmla="*/ 12170 w 87662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35559 w 900010"/>
              <a:gd name="connsiteY0" fmla="*/ 717064 h 2882802"/>
              <a:gd name="connsiteX1" fmla="*/ 224226 w 900010"/>
              <a:gd name="connsiteY1" fmla="*/ 171626 h 2882802"/>
              <a:gd name="connsiteX2" fmla="*/ 495802 w 900010"/>
              <a:gd name="connsiteY2" fmla="*/ 19166 h 2882802"/>
              <a:gd name="connsiteX3" fmla="*/ 837222 w 900010"/>
              <a:gd name="connsiteY3" fmla="*/ 316039 h 2882802"/>
              <a:gd name="connsiteX4" fmla="*/ 877109 w 900010"/>
              <a:gd name="connsiteY4" fmla="*/ 1414576 h 2882802"/>
              <a:gd name="connsiteX5" fmla="*/ 693379 w 900010"/>
              <a:gd name="connsiteY5" fmla="*/ 2487614 h 2882802"/>
              <a:gd name="connsiteX6" fmla="*/ 378811 w 900010"/>
              <a:gd name="connsiteY6" fmla="*/ 2852672 h 2882802"/>
              <a:gd name="connsiteX7" fmla="*/ 93540 w 900010"/>
              <a:gd name="connsiteY7" fmla="*/ 1821981 h 2882802"/>
              <a:gd name="connsiteX8" fmla="*/ 35559 w 900010"/>
              <a:gd name="connsiteY8" fmla="*/ 717064 h 2882802"/>
              <a:gd name="connsiteX0" fmla="*/ 26171 w 890622"/>
              <a:gd name="connsiteY0" fmla="*/ 717064 h 2882802"/>
              <a:gd name="connsiteX1" fmla="*/ 214838 w 890622"/>
              <a:gd name="connsiteY1" fmla="*/ 171626 h 2882802"/>
              <a:gd name="connsiteX2" fmla="*/ 486414 w 890622"/>
              <a:gd name="connsiteY2" fmla="*/ 19166 h 2882802"/>
              <a:gd name="connsiteX3" fmla="*/ 827834 w 890622"/>
              <a:gd name="connsiteY3" fmla="*/ 316039 h 2882802"/>
              <a:gd name="connsiteX4" fmla="*/ 867721 w 890622"/>
              <a:gd name="connsiteY4" fmla="*/ 1414576 h 2882802"/>
              <a:gd name="connsiteX5" fmla="*/ 683991 w 890622"/>
              <a:gd name="connsiteY5" fmla="*/ 2487614 h 2882802"/>
              <a:gd name="connsiteX6" fmla="*/ 369423 w 890622"/>
              <a:gd name="connsiteY6" fmla="*/ 2852672 h 2882802"/>
              <a:gd name="connsiteX7" fmla="*/ 84152 w 890622"/>
              <a:gd name="connsiteY7" fmla="*/ 1821981 h 2882802"/>
              <a:gd name="connsiteX8" fmla="*/ 26171 w 890622"/>
              <a:gd name="connsiteY8" fmla="*/ 717064 h 2882802"/>
              <a:gd name="connsiteX0" fmla="*/ 29461 w 893912"/>
              <a:gd name="connsiteY0" fmla="*/ 717064 h 2882802"/>
              <a:gd name="connsiteX1" fmla="*/ 218128 w 893912"/>
              <a:gd name="connsiteY1" fmla="*/ 171626 h 2882802"/>
              <a:gd name="connsiteX2" fmla="*/ 489704 w 893912"/>
              <a:gd name="connsiteY2" fmla="*/ 19166 h 2882802"/>
              <a:gd name="connsiteX3" fmla="*/ 831124 w 893912"/>
              <a:gd name="connsiteY3" fmla="*/ 316039 h 2882802"/>
              <a:gd name="connsiteX4" fmla="*/ 871011 w 893912"/>
              <a:gd name="connsiteY4" fmla="*/ 1414576 h 2882802"/>
              <a:gd name="connsiteX5" fmla="*/ 687281 w 893912"/>
              <a:gd name="connsiteY5" fmla="*/ 2487614 h 2882802"/>
              <a:gd name="connsiteX6" fmla="*/ 372713 w 893912"/>
              <a:gd name="connsiteY6" fmla="*/ 2852672 h 2882802"/>
              <a:gd name="connsiteX7" fmla="*/ 87442 w 893912"/>
              <a:gd name="connsiteY7" fmla="*/ 1821981 h 2882802"/>
              <a:gd name="connsiteX8" fmla="*/ 29461 w 893912"/>
              <a:gd name="connsiteY8" fmla="*/ 717064 h 2882802"/>
              <a:gd name="connsiteX0" fmla="*/ 25528 w 904861"/>
              <a:gd name="connsiteY0" fmla="*/ 700008 h 2882802"/>
              <a:gd name="connsiteX1" fmla="*/ 229077 w 904861"/>
              <a:gd name="connsiteY1" fmla="*/ 171626 h 2882802"/>
              <a:gd name="connsiteX2" fmla="*/ 500653 w 904861"/>
              <a:gd name="connsiteY2" fmla="*/ 19166 h 2882802"/>
              <a:gd name="connsiteX3" fmla="*/ 842073 w 904861"/>
              <a:gd name="connsiteY3" fmla="*/ 316039 h 2882802"/>
              <a:gd name="connsiteX4" fmla="*/ 881960 w 904861"/>
              <a:gd name="connsiteY4" fmla="*/ 1414576 h 2882802"/>
              <a:gd name="connsiteX5" fmla="*/ 698230 w 904861"/>
              <a:gd name="connsiteY5" fmla="*/ 2487614 h 2882802"/>
              <a:gd name="connsiteX6" fmla="*/ 383662 w 904861"/>
              <a:gd name="connsiteY6" fmla="*/ 2852672 h 2882802"/>
              <a:gd name="connsiteX7" fmla="*/ 98391 w 904861"/>
              <a:gd name="connsiteY7" fmla="*/ 1821981 h 2882802"/>
              <a:gd name="connsiteX8" fmla="*/ 25528 w 904861"/>
              <a:gd name="connsiteY8" fmla="*/ 700008 h 2882802"/>
              <a:gd name="connsiteX0" fmla="*/ 3067 w 882400"/>
              <a:gd name="connsiteY0" fmla="*/ 700008 h 2882802"/>
              <a:gd name="connsiteX1" fmla="*/ 206616 w 882400"/>
              <a:gd name="connsiteY1" fmla="*/ 171626 h 2882802"/>
              <a:gd name="connsiteX2" fmla="*/ 478192 w 882400"/>
              <a:gd name="connsiteY2" fmla="*/ 19166 h 2882802"/>
              <a:gd name="connsiteX3" fmla="*/ 819612 w 882400"/>
              <a:gd name="connsiteY3" fmla="*/ 316039 h 2882802"/>
              <a:gd name="connsiteX4" fmla="*/ 859499 w 882400"/>
              <a:gd name="connsiteY4" fmla="*/ 1414576 h 2882802"/>
              <a:gd name="connsiteX5" fmla="*/ 675769 w 882400"/>
              <a:gd name="connsiteY5" fmla="*/ 2487614 h 2882802"/>
              <a:gd name="connsiteX6" fmla="*/ 361201 w 882400"/>
              <a:gd name="connsiteY6" fmla="*/ 2852672 h 2882802"/>
              <a:gd name="connsiteX7" fmla="*/ 75930 w 882400"/>
              <a:gd name="connsiteY7" fmla="*/ 1821981 h 2882802"/>
              <a:gd name="connsiteX8" fmla="*/ 3067 w 882400"/>
              <a:gd name="connsiteY8" fmla="*/ 700008 h 2882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2400" h="2882802">
                <a:moveTo>
                  <a:pt x="3067" y="700008"/>
                </a:moveTo>
                <a:cubicBezTo>
                  <a:pt x="7586" y="601184"/>
                  <a:pt x="16248" y="558514"/>
                  <a:pt x="206616" y="171626"/>
                </a:cubicBezTo>
                <a:cubicBezTo>
                  <a:pt x="371709" y="-43653"/>
                  <a:pt x="376026" y="-4903"/>
                  <a:pt x="478192" y="19166"/>
                </a:cubicBezTo>
                <a:cubicBezTo>
                  <a:pt x="580358" y="43235"/>
                  <a:pt x="626219" y="54467"/>
                  <a:pt x="819612" y="316039"/>
                </a:cubicBezTo>
                <a:cubicBezTo>
                  <a:pt x="898435" y="580036"/>
                  <a:pt x="892306" y="1030010"/>
                  <a:pt x="859499" y="1414576"/>
                </a:cubicBezTo>
                <a:cubicBezTo>
                  <a:pt x="826692" y="1799142"/>
                  <a:pt x="754592" y="2223617"/>
                  <a:pt x="675769" y="2487614"/>
                </a:cubicBezTo>
                <a:cubicBezTo>
                  <a:pt x="596946" y="2751611"/>
                  <a:pt x="461174" y="2963611"/>
                  <a:pt x="361201" y="2852672"/>
                </a:cubicBezTo>
                <a:cubicBezTo>
                  <a:pt x="261228" y="2741733"/>
                  <a:pt x="273547" y="2726154"/>
                  <a:pt x="75930" y="1821981"/>
                </a:cubicBezTo>
                <a:cubicBezTo>
                  <a:pt x="-12867" y="995842"/>
                  <a:pt x="-1452" y="798832"/>
                  <a:pt x="3067" y="700008"/>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150"/>
          <p:cNvSpPr/>
          <p:nvPr/>
        </p:nvSpPr>
        <p:spPr>
          <a:xfrm rot="3290537">
            <a:off x="7194577" y="2244995"/>
            <a:ext cx="1201079" cy="1738939"/>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 name="connsiteX0" fmla="*/ 18564 w 976213"/>
              <a:gd name="connsiteY0" fmla="*/ 1584058 h 3079356"/>
              <a:gd name="connsiteX1" fmla="*/ 109752 w 976213"/>
              <a:gd name="connsiteY1" fmla="*/ 477572 h 3079356"/>
              <a:gd name="connsiteX2" fmla="*/ 491500 w 976213"/>
              <a:gd name="connsiteY2" fmla="*/ 73 h 3079356"/>
              <a:gd name="connsiteX3" fmla="*/ 880247 w 976213"/>
              <a:gd name="connsiteY3" fmla="*/ 451467 h 3079356"/>
              <a:gd name="connsiteX4" fmla="*/ 964436 w 976213"/>
              <a:gd name="connsiteY4" fmla="*/ 1584058 h 3079356"/>
              <a:gd name="connsiteX5" fmla="*/ 780706 w 976213"/>
              <a:gd name="connsiteY5" fmla="*/ 2657096 h 3079356"/>
              <a:gd name="connsiteX6" fmla="*/ 340923 w 976213"/>
              <a:gd name="connsiteY6" fmla="*/ 3079237 h 3079356"/>
              <a:gd name="connsiteX7" fmla="*/ 48387 w 976213"/>
              <a:gd name="connsiteY7" fmla="*/ 2626099 h 3079356"/>
              <a:gd name="connsiteX8" fmla="*/ 18564 w 976213"/>
              <a:gd name="connsiteY8" fmla="*/ 1584058 h 3079356"/>
              <a:gd name="connsiteX0" fmla="*/ 18564 w 976213"/>
              <a:gd name="connsiteY0" fmla="*/ 1584058 h 3022333"/>
              <a:gd name="connsiteX1" fmla="*/ 109752 w 976213"/>
              <a:gd name="connsiteY1" fmla="*/ 477572 h 3022333"/>
              <a:gd name="connsiteX2" fmla="*/ 491500 w 976213"/>
              <a:gd name="connsiteY2" fmla="*/ 73 h 3022333"/>
              <a:gd name="connsiteX3" fmla="*/ 880247 w 976213"/>
              <a:gd name="connsiteY3" fmla="*/ 451467 h 3022333"/>
              <a:gd name="connsiteX4" fmla="*/ 964436 w 976213"/>
              <a:gd name="connsiteY4" fmla="*/ 1584058 h 3022333"/>
              <a:gd name="connsiteX5" fmla="*/ 780706 w 976213"/>
              <a:gd name="connsiteY5" fmla="*/ 2657096 h 3022333"/>
              <a:gd name="connsiteX6" fmla="*/ 466138 w 976213"/>
              <a:gd name="connsiteY6" fmla="*/ 3022154 h 3022333"/>
              <a:gd name="connsiteX7" fmla="*/ 48387 w 976213"/>
              <a:gd name="connsiteY7" fmla="*/ 2626099 h 3022333"/>
              <a:gd name="connsiteX8" fmla="*/ 18564 w 976213"/>
              <a:gd name="connsiteY8" fmla="*/ 1584058 h 3022333"/>
              <a:gd name="connsiteX0" fmla="*/ 1175 w 958824"/>
              <a:gd name="connsiteY0" fmla="*/ 1584058 h 3044396"/>
              <a:gd name="connsiteX1" fmla="*/ 92363 w 958824"/>
              <a:gd name="connsiteY1" fmla="*/ 477572 h 3044396"/>
              <a:gd name="connsiteX2" fmla="*/ 474111 w 958824"/>
              <a:gd name="connsiteY2" fmla="*/ 73 h 3044396"/>
              <a:gd name="connsiteX3" fmla="*/ 862858 w 958824"/>
              <a:gd name="connsiteY3" fmla="*/ 451467 h 3044396"/>
              <a:gd name="connsiteX4" fmla="*/ 947047 w 958824"/>
              <a:gd name="connsiteY4" fmla="*/ 1584058 h 3044396"/>
              <a:gd name="connsiteX5" fmla="*/ 763317 w 958824"/>
              <a:gd name="connsiteY5" fmla="*/ 2657096 h 3044396"/>
              <a:gd name="connsiteX6" fmla="*/ 448749 w 958824"/>
              <a:gd name="connsiteY6" fmla="*/ 3022154 h 3044396"/>
              <a:gd name="connsiteX7" fmla="*/ 131142 w 958824"/>
              <a:gd name="connsiteY7" fmla="*/ 2122422 h 3044396"/>
              <a:gd name="connsiteX8" fmla="*/ 1175 w 958824"/>
              <a:gd name="connsiteY8" fmla="*/ 1584058 h 3044396"/>
              <a:gd name="connsiteX0" fmla="*/ 6125 w 927920"/>
              <a:gd name="connsiteY0" fmla="*/ 1023420 h 3044396"/>
              <a:gd name="connsiteX1" fmla="*/ 61459 w 927920"/>
              <a:gd name="connsiteY1" fmla="*/ 477572 h 3044396"/>
              <a:gd name="connsiteX2" fmla="*/ 443207 w 927920"/>
              <a:gd name="connsiteY2" fmla="*/ 73 h 3044396"/>
              <a:gd name="connsiteX3" fmla="*/ 831954 w 927920"/>
              <a:gd name="connsiteY3" fmla="*/ 451467 h 3044396"/>
              <a:gd name="connsiteX4" fmla="*/ 916143 w 927920"/>
              <a:gd name="connsiteY4" fmla="*/ 1584058 h 3044396"/>
              <a:gd name="connsiteX5" fmla="*/ 732413 w 927920"/>
              <a:gd name="connsiteY5" fmla="*/ 2657096 h 3044396"/>
              <a:gd name="connsiteX6" fmla="*/ 417845 w 927920"/>
              <a:gd name="connsiteY6" fmla="*/ 3022154 h 3044396"/>
              <a:gd name="connsiteX7" fmla="*/ 100238 w 927920"/>
              <a:gd name="connsiteY7" fmla="*/ 2122422 h 3044396"/>
              <a:gd name="connsiteX8" fmla="*/ 6125 w 927920"/>
              <a:gd name="connsiteY8" fmla="*/ 1023420 h 3044396"/>
              <a:gd name="connsiteX0" fmla="*/ 6125 w 927920"/>
              <a:gd name="connsiteY0" fmla="*/ 762296 h 2783272"/>
              <a:gd name="connsiteX1" fmla="*/ 61459 w 927920"/>
              <a:gd name="connsiteY1" fmla="*/ 216448 h 2783272"/>
              <a:gd name="connsiteX2" fmla="*/ 539850 w 927920"/>
              <a:gd name="connsiteY2" fmla="*/ 16843 h 2783272"/>
              <a:gd name="connsiteX3" fmla="*/ 831954 w 927920"/>
              <a:gd name="connsiteY3" fmla="*/ 190343 h 2783272"/>
              <a:gd name="connsiteX4" fmla="*/ 916143 w 927920"/>
              <a:gd name="connsiteY4" fmla="*/ 1322934 h 2783272"/>
              <a:gd name="connsiteX5" fmla="*/ 732413 w 927920"/>
              <a:gd name="connsiteY5" fmla="*/ 2395972 h 2783272"/>
              <a:gd name="connsiteX6" fmla="*/ 417845 w 927920"/>
              <a:gd name="connsiteY6" fmla="*/ 2761030 h 2783272"/>
              <a:gd name="connsiteX7" fmla="*/ 100238 w 927920"/>
              <a:gd name="connsiteY7" fmla="*/ 1861298 h 2783272"/>
              <a:gd name="connsiteX8" fmla="*/ 6125 w 927920"/>
              <a:gd name="connsiteY8" fmla="*/ 762296 h 2783272"/>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834817 h 2855793"/>
              <a:gd name="connsiteX1" fmla="*/ 61459 w 939044"/>
              <a:gd name="connsiteY1" fmla="*/ 288969 h 2855793"/>
              <a:gd name="connsiteX2" fmla="*/ 534836 w 939044"/>
              <a:gd name="connsiteY2" fmla="*/ 45 h 2855793"/>
              <a:gd name="connsiteX3" fmla="*/ 876256 w 939044"/>
              <a:gd name="connsiteY3" fmla="*/ 296918 h 2855793"/>
              <a:gd name="connsiteX4" fmla="*/ 916143 w 939044"/>
              <a:gd name="connsiteY4" fmla="*/ 1395455 h 2855793"/>
              <a:gd name="connsiteX5" fmla="*/ 732413 w 939044"/>
              <a:gd name="connsiteY5" fmla="*/ 2468493 h 2855793"/>
              <a:gd name="connsiteX6" fmla="*/ 417845 w 939044"/>
              <a:gd name="connsiteY6" fmla="*/ 2833551 h 2855793"/>
              <a:gd name="connsiteX7" fmla="*/ 100238 w 939044"/>
              <a:gd name="connsiteY7" fmla="*/ 1933819 h 2855793"/>
              <a:gd name="connsiteX8" fmla="*/ 6125 w 939044"/>
              <a:gd name="connsiteY8" fmla="*/ 834817 h 2855793"/>
              <a:gd name="connsiteX0" fmla="*/ 8111 w 941030"/>
              <a:gd name="connsiteY0" fmla="*/ 839858 h 2860834"/>
              <a:gd name="connsiteX1" fmla="*/ 263598 w 941030"/>
              <a:gd name="connsiteY1" fmla="*/ 239230 h 2860834"/>
              <a:gd name="connsiteX2" fmla="*/ 536822 w 941030"/>
              <a:gd name="connsiteY2" fmla="*/ 5086 h 2860834"/>
              <a:gd name="connsiteX3" fmla="*/ 878242 w 941030"/>
              <a:gd name="connsiteY3" fmla="*/ 301959 h 2860834"/>
              <a:gd name="connsiteX4" fmla="*/ 918129 w 941030"/>
              <a:gd name="connsiteY4" fmla="*/ 1400496 h 2860834"/>
              <a:gd name="connsiteX5" fmla="*/ 734399 w 941030"/>
              <a:gd name="connsiteY5" fmla="*/ 2473534 h 2860834"/>
              <a:gd name="connsiteX6" fmla="*/ 419831 w 941030"/>
              <a:gd name="connsiteY6" fmla="*/ 2838592 h 2860834"/>
              <a:gd name="connsiteX7" fmla="*/ 102224 w 941030"/>
              <a:gd name="connsiteY7" fmla="*/ 1938860 h 2860834"/>
              <a:gd name="connsiteX8" fmla="*/ 8111 w 941030"/>
              <a:gd name="connsiteY8" fmla="*/ 839858 h 2860834"/>
              <a:gd name="connsiteX0" fmla="*/ 17831 w 903494"/>
              <a:gd name="connsiteY0" fmla="*/ 660008 h 2860834"/>
              <a:gd name="connsiteX1" fmla="*/ 226062 w 903494"/>
              <a:gd name="connsiteY1" fmla="*/ 239230 h 2860834"/>
              <a:gd name="connsiteX2" fmla="*/ 499286 w 903494"/>
              <a:gd name="connsiteY2" fmla="*/ 5086 h 2860834"/>
              <a:gd name="connsiteX3" fmla="*/ 840706 w 903494"/>
              <a:gd name="connsiteY3" fmla="*/ 301959 h 2860834"/>
              <a:gd name="connsiteX4" fmla="*/ 880593 w 903494"/>
              <a:gd name="connsiteY4" fmla="*/ 1400496 h 2860834"/>
              <a:gd name="connsiteX5" fmla="*/ 696863 w 903494"/>
              <a:gd name="connsiteY5" fmla="*/ 2473534 h 2860834"/>
              <a:gd name="connsiteX6" fmla="*/ 382295 w 903494"/>
              <a:gd name="connsiteY6" fmla="*/ 2838592 h 2860834"/>
              <a:gd name="connsiteX7" fmla="*/ 64688 w 903494"/>
              <a:gd name="connsiteY7" fmla="*/ 1938860 h 2860834"/>
              <a:gd name="connsiteX8" fmla="*/ 17831 w 903494"/>
              <a:gd name="connsiteY8" fmla="*/ 660008 h 2860834"/>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74088 h 2874914"/>
              <a:gd name="connsiteX1" fmla="*/ 227828 w 903612"/>
              <a:gd name="connsiteY1" fmla="*/ 171626 h 2874914"/>
              <a:gd name="connsiteX2" fmla="*/ 499404 w 903612"/>
              <a:gd name="connsiteY2" fmla="*/ 19166 h 2874914"/>
              <a:gd name="connsiteX3" fmla="*/ 840824 w 903612"/>
              <a:gd name="connsiteY3" fmla="*/ 316039 h 2874914"/>
              <a:gd name="connsiteX4" fmla="*/ 880711 w 903612"/>
              <a:gd name="connsiteY4" fmla="*/ 1414576 h 2874914"/>
              <a:gd name="connsiteX5" fmla="*/ 696981 w 903612"/>
              <a:gd name="connsiteY5" fmla="*/ 2487614 h 2874914"/>
              <a:gd name="connsiteX6" fmla="*/ 382413 w 903612"/>
              <a:gd name="connsiteY6" fmla="*/ 2852672 h 2874914"/>
              <a:gd name="connsiteX7" fmla="*/ 64806 w 903612"/>
              <a:gd name="connsiteY7" fmla="*/ 1952940 h 2874914"/>
              <a:gd name="connsiteX8" fmla="*/ 17949 w 903612"/>
              <a:gd name="connsiteY8" fmla="*/ 674088 h 2874914"/>
              <a:gd name="connsiteX0" fmla="*/ 26925 w 891376"/>
              <a:gd name="connsiteY0" fmla="*/ 717064 h 2874914"/>
              <a:gd name="connsiteX1" fmla="*/ 215592 w 891376"/>
              <a:gd name="connsiteY1" fmla="*/ 171626 h 2874914"/>
              <a:gd name="connsiteX2" fmla="*/ 487168 w 891376"/>
              <a:gd name="connsiteY2" fmla="*/ 19166 h 2874914"/>
              <a:gd name="connsiteX3" fmla="*/ 828588 w 891376"/>
              <a:gd name="connsiteY3" fmla="*/ 316039 h 2874914"/>
              <a:gd name="connsiteX4" fmla="*/ 868475 w 891376"/>
              <a:gd name="connsiteY4" fmla="*/ 1414576 h 2874914"/>
              <a:gd name="connsiteX5" fmla="*/ 684745 w 891376"/>
              <a:gd name="connsiteY5" fmla="*/ 2487614 h 2874914"/>
              <a:gd name="connsiteX6" fmla="*/ 370177 w 891376"/>
              <a:gd name="connsiteY6" fmla="*/ 2852672 h 2874914"/>
              <a:gd name="connsiteX7" fmla="*/ 52570 w 891376"/>
              <a:gd name="connsiteY7" fmla="*/ 1952940 h 2874914"/>
              <a:gd name="connsiteX8" fmla="*/ 26925 w 891376"/>
              <a:gd name="connsiteY8" fmla="*/ 717064 h 2874914"/>
              <a:gd name="connsiteX0" fmla="*/ 47530 w 911981"/>
              <a:gd name="connsiteY0" fmla="*/ 717064 h 2874914"/>
              <a:gd name="connsiteX1" fmla="*/ 236197 w 911981"/>
              <a:gd name="connsiteY1" fmla="*/ 171626 h 2874914"/>
              <a:gd name="connsiteX2" fmla="*/ 507773 w 911981"/>
              <a:gd name="connsiteY2" fmla="*/ 19166 h 2874914"/>
              <a:gd name="connsiteX3" fmla="*/ 849193 w 911981"/>
              <a:gd name="connsiteY3" fmla="*/ 316039 h 2874914"/>
              <a:gd name="connsiteX4" fmla="*/ 889080 w 911981"/>
              <a:gd name="connsiteY4" fmla="*/ 1414576 h 2874914"/>
              <a:gd name="connsiteX5" fmla="*/ 705350 w 911981"/>
              <a:gd name="connsiteY5" fmla="*/ 2487614 h 2874914"/>
              <a:gd name="connsiteX6" fmla="*/ 390782 w 911981"/>
              <a:gd name="connsiteY6" fmla="*/ 2852672 h 2874914"/>
              <a:gd name="connsiteX7" fmla="*/ 73175 w 911981"/>
              <a:gd name="connsiteY7" fmla="*/ 1952940 h 2874914"/>
              <a:gd name="connsiteX8" fmla="*/ 47530 w 911981"/>
              <a:gd name="connsiteY8" fmla="*/ 717064 h 2874914"/>
              <a:gd name="connsiteX0" fmla="*/ 27966 w 892417"/>
              <a:gd name="connsiteY0" fmla="*/ 717064 h 2874914"/>
              <a:gd name="connsiteX1" fmla="*/ 216633 w 892417"/>
              <a:gd name="connsiteY1" fmla="*/ 171626 h 2874914"/>
              <a:gd name="connsiteX2" fmla="*/ 488209 w 892417"/>
              <a:gd name="connsiteY2" fmla="*/ 19166 h 2874914"/>
              <a:gd name="connsiteX3" fmla="*/ 829629 w 892417"/>
              <a:gd name="connsiteY3" fmla="*/ 316039 h 2874914"/>
              <a:gd name="connsiteX4" fmla="*/ 869516 w 892417"/>
              <a:gd name="connsiteY4" fmla="*/ 1414576 h 2874914"/>
              <a:gd name="connsiteX5" fmla="*/ 685786 w 892417"/>
              <a:gd name="connsiteY5" fmla="*/ 2487614 h 2874914"/>
              <a:gd name="connsiteX6" fmla="*/ 371218 w 892417"/>
              <a:gd name="connsiteY6" fmla="*/ 2852672 h 2874914"/>
              <a:gd name="connsiteX7" fmla="*/ 53611 w 892417"/>
              <a:gd name="connsiteY7" fmla="*/ 1952940 h 2874914"/>
              <a:gd name="connsiteX8" fmla="*/ 27966 w 892417"/>
              <a:gd name="connsiteY8" fmla="*/ 717064 h 2874914"/>
              <a:gd name="connsiteX0" fmla="*/ 12170 w 876621"/>
              <a:gd name="connsiteY0" fmla="*/ 717064 h 2882802"/>
              <a:gd name="connsiteX1" fmla="*/ 200837 w 876621"/>
              <a:gd name="connsiteY1" fmla="*/ 171626 h 2882802"/>
              <a:gd name="connsiteX2" fmla="*/ 472413 w 876621"/>
              <a:gd name="connsiteY2" fmla="*/ 19166 h 2882802"/>
              <a:gd name="connsiteX3" fmla="*/ 813833 w 876621"/>
              <a:gd name="connsiteY3" fmla="*/ 316039 h 2882802"/>
              <a:gd name="connsiteX4" fmla="*/ 853720 w 876621"/>
              <a:gd name="connsiteY4" fmla="*/ 1414576 h 2882802"/>
              <a:gd name="connsiteX5" fmla="*/ 669990 w 876621"/>
              <a:gd name="connsiteY5" fmla="*/ 2487614 h 2882802"/>
              <a:gd name="connsiteX6" fmla="*/ 355422 w 876621"/>
              <a:gd name="connsiteY6" fmla="*/ 2852672 h 2882802"/>
              <a:gd name="connsiteX7" fmla="*/ 70151 w 876621"/>
              <a:gd name="connsiteY7" fmla="*/ 1821981 h 2882802"/>
              <a:gd name="connsiteX8" fmla="*/ 12170 w 87662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35559 w 900010"/>
              <a:gd name="connsiteY0" fmla="*/ 717064 h 2882802"/>
              <a:gd name="connsiteX1" fmla="*/ 224226 w 900010"/>
              <a:gd name="connsiteY1" fmla="*/ 171626 h 2882802"/>
              <a:gd name="connsiteX2" fmla="*/ 495802 w 900010"/>
              <a:gd name="connsiteY2" fmla="*/ 19166 h 2882802"/>
              <a:gd name="connsiteX3" fmla="*/ 837222 w 900010"/>
              <a:gd name="connsiteY3" fmla="*/ 316039 h 2882802"/>
              <a:gd name="connsiteX4" fmla="*/ 877109 w 900010"/>
              <a:gd name="connsiteY4" fmla="*/ 1414576 h 2882802"/>
              <a:gd name="connsiteX5" fmla="*/ 693379 w 900010"/>
              <a:gd name="connsiteY5" fmla="*/ 2487614 h 2882802"/>
              <a:gd name="connsiteX6" fmla="*/ 378811 w 900010"/>
              <a:gd name="connsiteY6" fmla="*/ 2852672 h 2882802"/>
              <a:gd name="connsiteX7" fmla="*/ 93540 w 900010"/>
              <a:gd name="connsiteY7" fmla="*/ 1821981 h 2882802"/>
              <a:gd name="connsiteX8" fmla="*/ 35559 w 900010"/>
              <a:gd name="connsiteY8" fmla="*/ 717064 h 2882802"/>
              <a:gd name="connsiteX0" fmla="*/ 26171 w 890622"/>
              <a:gd name="connsiteY0" fmla="*/ 717064 h 2882802"/>
              <a:gd name="connsiteX1" fmla="*/ 214838 w 890622"/>
              <a:gd name="connsiteY1" fmla="*/ 171626 h 2882802"/>
              <a:gd name="connsiteX2" fmla="*/ 486414 w 890622"/>
              <a:gd name="connsiteY2" fmla="*/ 19166 h 2882802"/>
              <a:gd name="connsiteX3" fmla="*/ 827834 w 890622"/>
              <a:gd name="connsiteY3" fmla="*/ 316039 h 2882802"/>
              <a:gd name="connsiteX4" fmla="*/ 867721 w 890622"/>
              <a:gd name="connsiteY4" fmla="*/ 1414576 h 2882802"/>
              <a:gd name="connsiteX5" fmla="*/ 683991 w 890622"/>
              <a:gd name="connsiteY5" fmla="*/ 2487614 h 2882802"/>
              <a:gd name="connsiteX6" fmla="*/ 369423 w 890622"/>
              <a:gd name="connsiteY6" fmla="*/ 2852672 h 2882802"/>
              <a:gd name="connsiteX7" fmla="*/ 84152 w 890622"/>
              <a:gd name="connsiteY7" fmla="*/ 1821981 h 2882802"/>
              <a:gd name="connsiteX8" fmla="*/ 26171 w 890622"/>
              <a:gd name="connsiteY8" fmla="*/ 717064 h 2882802"/>
              <a:gd name="connsiteX0" fmla="*/ 29461 w 893912"/>
              <a:gd name="connsiteY0" fmla="*/ 717064 h 2882802"/>
              <a:gd name="connsiteX1" fmla="*/ 218128 w 893912"/>
              <a:gd name="connsiteY1" fmla="*/ 171626 h 2882802"/>
              <a:gd name="connsiteX2" fmla="*/ 489704 w 893912"/>
              <a:gd name="connsiteY2" fmla="*/ 19166 h 2882802"/>
              <a:gd name="connsiteX3" fmla="*/ 831124 w 893912"/>
              <a:gd name="connsiteY3" fmla="*/ 316039 h 2882802"/>
              <a:gd name="connsiteX4" fmla="*/ 871011 w 893912"/>
              <a:gd name="connsiteY4" fmla="*/ 1414576 h 2882802"/>
              <a:gd name="connsiteX5" fmla="*/ 687281 w 893912"/>
              <a:gd name="connsiteY5" fmla="*/ 2487614 h 2882802"/>
              <a:gd name="connsiteX6" fmla="*/ 372713 w 893912"/>
              <a:gd name="connsiteY6" fmla="*/ 2852672 h 2882802"/>
              <a:gd name="connsiteX7" fmla="*/ 87442 w 893912"/>
              <a:gd name="connsiteY7" fmla="*/ 1821981 h 2882802"/>
              <a:gd name="connsiteX8" fmla="*/ 29461 w 893912"/>
              <a:gd name="connsiteY8" fmla="*/ 717064 h 2882802"/>
              <a:gd name="connsiteX0" fmla="*/ 25528 w 904861"/>
              <a:gd name="connsiteY0" fmla="*/ 700008 h 2882802"/>
              <a:gd name="connsiteX1" fmla="*/ 229077 w 904861"/>
              <a:gd name="connsiteY1" fmla="*/ 171626 h 2882802"/>
              <a:gd name="connsiteX2" fmla="*/ 500653 w 904861"/>
              <a:gd name="connsiteY2" fmla="*/ 19166 h 2882802"/>
              <a:gd name="connsiteX3" fmla="*/ 842073 w 904861"/>
              <a:gd name="connsiteY3" fmla="*/ 316039 h 2882802"/>
              <a:gd name="connsiteX4" fmla="*/ 881960 w 904861"/>
              <a:gd name="connsiteY4" fmla="*/ 1414576 h 2882802"/>
              <a:gd name="connsiteX5" fmla="*/ 698230 w 904861"/>
              <a:gd name="connsiteY5" fmla="*/ 2487614 h 2882802"/>
              <a:gd name="connsiteX6" fmla="*/ 383662 w 904861"/>
              <a:gd name="connsiteY6" fmla="*/ 2852672 h 2882802"/>
              <a:gd name="connsiteX7" fmla="*/ 98391 w 904861"/>
              <a:gd name="connsiteY7" fmla="*/ 1821981 h 2882802"/>
              <a:gd name="connsiteX8" fmla="*/ 25528 w 904861"/>
              <a:gd name="connsiteY8" fmla="*/ 700008 h 2882802"/>
              <a:gd name="connsiteX0" fmla="*/ 3067 w 882400"/>
              <a:gd name="connsiteY0" fmla="*/ 700008 h 2882802"/>
              <a:gd name="connsiteX1" fmla="*/ 206616 w 882400"/>
              <a:gd name="connsiteY1" fmla="*/ 171626 h 2882802"/>
              <a:gd name="connsiteX2" fmla="*/ 478192 w 882400"/>
              <a:gd name="connsiteY2" fmla="*/ 19166 h 2882802"/>
              <a:gd name="connsiteX3" fmla="*/ 819612 w 882400"/>
              <a:gd name="connsiteY3" fmla="*/ 316039 h 2882802"/>
              <a:gd name="connsiteX4" fmla="*/ 859499 w 882400"/>
              <a:gd name="connsiteY4" fmla="*/ 1414576 h 2882802"/>
              <a:gd name="connsiteX5" fmla="*/ 675769 w 882400"/>
              <a:gd name="connsiteY5" fmla="*/ 2487614 h 2882802"/>
              <a:gd name="connsiteX6" fmla="*/ 361201 w 882400"/>
              <a:gd name="connsiteY6" fmla="*/ 2852672 h 2882802"/>
              <a:gd name="connsiteX7" fmla="*/ 75930 w 882400"/>
              <a:gd name="connsiteY7" fmla="*/ 1821981 h 2882802"/>
              <a:gd name="connsiteX8" fmla="*/ 3067 w 882400"/>
              <a:gd name="connsiteY8" fmla="*/ 700008 h 2882802"/>
              <a:gd name="connsiteX0" fmla="*/ 3067 w 890413"/>
              <a:gd name="connsiteY0" fmla="*/ 697657 h 2880451"/>
              <a:gd name="connsiteX1" fmla="*/ 206616 w 890413"/>
              <a:gd name="connsiteY1" fmla="*/ 169275 h 2880451"/>
              <a:gd name="connsiteX2" fmla="*/ 478192 w 890413"/>
              <a:gd name="connsiteY2" fmla="*/ 16815 h 2880451"/>
              <a:gd name="connsiteX3" fmla="*/ 837597 w 890413"/>
              <a:gd name="connsiteY3" fmla="*/ 181227 h 2880451"/>
              <a:gd name="connsiteX4" fmla="*/ 859499 w 890413"/>
              <a:gd name="connsiteY4" fmla="*/ 1412225 h 2880451"/>
              <a:gd name="connsiteX5" fmla="*/ 675769 w 890413"/>
              <a:gd name="connsiteY5" fmla="*/ 2485263 h 2880451"/>
              <a:gd name="connsiteX6" fmla="*/ 361201 w 890413"/>
              <a:gd name="connsiteY6" fmla="*/ 2850321 h 2880451"/>
              <a:gd name="connsiteX7" fmla="*/ 75930 w 890413"/>
              <a:gd name="connsiteY7" fmla="*/ 1819630 h 2880451"/>
              <a:gd name="connsiteX8" fmla="*/ 3067 w 890413"/>
              <a:gd name="connsiteY8" fmla="*/ 697657 h 2880451"/>
              <a:gd name="connsiteX0" fmla="*/ 3067 w 890413"/>
              <a:gd name="connsiteY0" fmla="*/ 747934 h 2930728"/>
              <a:gd name="connsiteX1" fmla="*/ 206616 w 890413"/>
              <a:gd name="connsiteY1" fmla="*/ 219552 h 2930728"/>
              <a:gd name="connsiteX2" fmla="*/ 490783 w 890413"/>
              <a:gd name="connsiteY2" fmla="*/ 356 h 2930728"/>
              <a:gd name="connsiteX3" fmla="*/ 837597 w 890413"/>
              <a:gd name="connsiteY3" fmla="*/ 231504 h 2930728"/>
              <a:gd name="connsiteX4" fmla="*/ 859499 w 890413"/>
              <a:gd name="connsiteY4" fmla="*/ 1462502 h 2930728"/>
              <a:gd name="connsiteX5" fmla="*/ 675769 w 890413"/>
              <a:gd name="connsiteY5" fmla="*/ 2535540 h 2930728"/>
              <a:gd name="connsiteX6" fmla="*/ 361201 w 890413"/>
              <a:gd name="connsiteY6" fmla="*/ 2900598 h 2930728"/>
              <a:gd name="connsiteX7" fmla="*/ 75930 w 890413"/>
              <a:gd name="connsiteY7" fmla="*/ 1869907 h 2930728"/>
              <a:gd name="connsiteX8" fmla="*/ 3067 w 890413"/>
              <a:gd name="connsiteY8" fmla="*/ 747934 h 2930728"/>
              <a:gd name="connsiteX0" fmla="*/ 1927 w 896675"/>
              <a:gd name="connsiteY0" fmla="*/ 1130640 h 2930728"/>
              <a:gd name="connsiteX1" fmla="*/ 212878 w 896675"/>
              <a:gd name="connsiteY1" fmla="*/ 219552 h 2930728"/>
              <a:gd name="connsiteX2" fmla="*/ 497045 w 896675"/>
              <a:gd name="connsiteY2" fmla="*/ 356 h 2930728"/>
              <a:gd name="connsiteX3" fmla="*/ 843859 w 896675"/>
              <a:gd name="connsiteY3" fmla="*/ 231504 h 2930728"/>
              <a:gd name="connsiteX4" fmla="*/ 865761 w 896675"/>
              <a:gd name="connsiteY4" fmla="*/ 1462502 h 2930728"/>
              <a:gd name="connsiteX5" fmla="*/ 682031 w 896675"/>
              <a:gd name="connsiteY5" fmla="*/ 2535540 h 2930728"/>
              <a:gd name="connsiteX6" fmla="*/ 367463 w 896675"/>
              <a:gd name="connsiteY6" fmla="*/ 2900598 h 2930728"/>
              <a:gd name="connsiteX7" fmla="*/ 82192 w 896675"/>
              <a:gd name="connsiteY7" fmla="*/ 1869907 h 2930728"/>
              <a:gd name="connsiteX8" fmla="*/ 1927 w 896675"/>
              <a:gd name="connsiteY8" fmla="*/ 1130640 h 2930728"/>
              <a:gd name="connsiteX0" fmla="*/ 3863 w 898611"/>
              <a:gd name="connsiteY0" fmla="*/ 1130640 h 2920786"/>
              <a:gd name="connsiteX1" fmla="*/ 214814 w 898611"/>
              <a:gd name="connsiteY1" fmla="*/ 219552 h 2920786"/>
              <a:gd name="connsiteX2" fmla="*/ 498981 w 898611"/>
              <a:gd name="connsiteY2" fmla="*/ 356 h 2920786"/>
              <a:gd name="connsiteX3" fmla="*/ 845795 w 898611"/>
              <a:gd name="connsiteY3" fmla="*/ 231504 h 2920786"/>
              <a:gd name="connsiteX4" fmla="*/ 867697 w 898611"/>
              <a:gd name="connsiteY4" fmla="*/ 1462502 h 2920786"/>
              <a:gd name="connsiteX5" fmla="*/ 683967 w 898611"/>
              <a:gd name="connsiteY5" fmla="*/ 2535540 h 2920786"/>
              <a:gd name="connsiteX6" fmla="*/ 369399 w 898611"/>
              <a:gd name="connsiteY6" fmla="*/ 2900598 h 2920786"/>
              <a:gd name="connsiteX7" fmla="*/ 114047 w 898611"/>
              <a:gd name="connsiteY7" fmla="*/ 2036227 h 2920786"/>
              <a:gd name="connsiteX8" fmla="*/ 3863 w 898611"/>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7429" h="2920786">
                <a:moveTo>
                  <a:pt x="2681" y="1130640"/>
                </a:moveTo>
                <a:cubicBezTo>
                  <a:pt x="19476" y="827861"/>
                  <a:pt x="23264" y="606440"/>
                  <a:pt x="213632" y="219552"/>
                </a:cubicBezTo>
                <a:cubicBezTo>
                  <a:pt x="378725" y="4273"/>
                  <a:pt x="392636" y="-1636"/>
                  <a:pt x="497799" y="356"/>
                </a:cubicBezTo>
                <a:cubicBezTo>
                  <a:pt x="602962" y="2348"/>
                  <a:pt x="651220" y="-30068"/>
                  <a:pt x="844613" y="231504"/>
                </a:cubicBezTo>
                <a:cubicBezTo>
                  <a:pt x="923436" y="495501"/>
                  <a:pt x="899322" y="1077936"/>
                  <a:pt x="866515" y="1462502"/>
                </a:cubicBezTo>
                <a:cubicBezTo>
                  <a:pt x="833708" y="1847068"/>
                  <a:pt x="761608" y="2271543"/>
                  <a:pt x="682785" y="2535540"/>
                </a:cubicBezTo>
                <a:cubicBezTo>
                  <a:pt x="603962" y="2799537"/>
                  <a:pt x="463204" y="2983817"/>
                  <a:pt x="368217" y="2900598"/>
                </a:cubicBezTo>
                <a:cubicBezTo>
                  <a:pt x="273230" y="2817379"/>
                  <a:pt x="204979" y="2394937"/>
                  <a:pt x="112865" y="2036227"/>
                </a:cubicBezTo>
                <a:cubicBezTo>
                  <a:pt x="51078" y="1661032"/>
                  <a:pt x="-14114" y="1433419"/>
                  <a:pt x="2681" y="1130640"/>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153"/>
          <p:cNvSpPr/>
          <p:nvPr/>
        </p:nvSpPr>
        <p:spPr>
          <a:xfrm rot="17801342">
            <a:off x="6006117" y="587039"/>
            <a:ext cx="2916000" cy="3384000"/>
          </a:xfrm>
          <a:custGeom>
            <a:avLst/>
            <a:gdLst>
              <a:gd name="connsiteX0" fmla="*/ 0 w 2900800"/>
              <a:gd name="connsiteY0" fmla="*/ 1793865 h 3587730"/>
              <a:gd name="connsiteX1" fmla="*/ 1450400 w 2900800"/>
              <a:gd name="connsiteY1" fmla="*/ 0 h 3587730"/>
              <a:gd name="connsiteX2" fmla="*/ 2900800 w 2900800"/>
              <a:gd name="connsiteY2" fmla="*/ 1793865 h 3587730"/>
              <a:gd name="connsiteX3" fmla="*/ 1450400 w 2900800"/>
              <a:gd name="connsiteY3" fmla="*/ 3587730 h 3587730"/>
              <a:gd name="connsiteX4" fmla="*/ 0 w 2900800"/>
              <a:gd name="connsiteY4" fmla="*/ 1793865 h 3587730"/>
              <a:gd name="connsiteX0" fmla="*/ 0 w 2897956"/>
              <a:gd name="connsiteY0" fmla="*/ 1796934 h 3592863"/>
              <a:gd name="connsiteX1" fmla="*/ 1450400 w 2897956"/>
              <a:gd name="connsiteY1" fmla="*/ 3069 h 3592863"/>
              <a:gd name="connsiteX2" fmla="*/ 2897956 w 2897956"/>
              <a:gd name="connsiteY2" fmla="*/ 1499047 h 3592863"/>
              <a:gd name="connsiteX3" fmla="*/ 1450400 w 2897956"/>
              <a:gd name="connsiteY3" fmla="*/ 3590799 h 3592863"/>
              <a:gd name="connsiteX4" fmla="*/ 0 w 2897956"/>
              <a:gd name="connsiteY4" fmla="*/ 1796934 h 3592863"/>
              <a:gd name="connsiteX0" fmla="*/ 0 w 2930395"/>
              <a:gd name="connsiteY0" fmla="*/ 1848367 h 3644296"/>
              <a:gd name="connsiteX1" fmla="*/ 1450400 w 2930395"/>
              <a:gd name="connsiteY1" fmla="*/ 54502 h 3644296"/>
              <a:gd name="connsiteX2" fmla="*/ 2245322 w 2930395"/>
              <a:gd name="connsiteY2" fmla="*/ 560759 h 3644296"/>
              <a:gd name="connsiteX3" fmla="*/ 2897956 w 2930395"/>
              <a:gd name="connsiteY3" fmla="*/ 1550480 h 3644296"/>
              <a:gd name="connsiteX4" fmla="*/ 1450400 w 2930395"/>
              <a:gd name="connsiteY4" fmla="*/ 3642232 h 3644296"/>
              <a:gd name="connsiteX5" fmla="*/ 0 w 2930395"/>
              <a:gd name="connsiteY5" fmla="*/ 1848367 h 3644296"/>
              <a:gd name="connsiteX0" fmla="*/ 3866 w 2934261"/>
              <a:gd name="connsiteY0" fmla="*/ 1742589 h 3537873"/>
              <a:gd name="connsiteX1" fmla="*/ 1068288 w 2934261"/>
              <a:gd name="connsiteY1" fmla="*/ 66262 h 3537873"/>
              <a:gd name="connsiteX2" fmla="*/ 2249188 w 2934261"/>
              <a:gd name="connsiteY2" fmla="*/ 454981 h 3537873"/>
              <a:gd name="connsiteX3" fmla="*/ 2901822 w 2934261"/>
              <a:gd name="connsiteY3" fmla="*/ 1444702 h 3537873"/>
              <a:gd name="connsiteX4" fmla="*/ 1454266 w 2934261"/>
              <a:gd name="connsiteY4" fmla="*/ 3536454 h 3537873"/>
              <a:gd name="connsiteX5" fmla="*/ 3866 w 2934261"/>
              <a:gd name="connsiteY5" fmla="*/ 1742589 h 3537873"/>
              <a:gd name="connsiteX0" fmla="*/ 4557 w 2788296"/>
              <a:gd name="connsiteY0" fmla="*/ 2355611 h 3593109"/>
              <a:gd name="connsiteX1" fmla="*/ 922323 w 2788296"/>
              <a:gd name="connsiteY1" fmla="*/ 105348 h 3593109"/>
              <a:gd name="connsiteX2" fmla="*/ 2103223 w 2788296"/>
              <a:gd name="connsiteY2" fmla="*/ 494067 h 3593109"/>
              <a:gd name="connsiteX3" fmla="*/ 2755857 w 2788296"/>
              <a:gd name="connsiteY3" fmla="*/ 1483788 h 3593109"/>
              <a:gd name="connsiteX4" fmla="*/ 1308301 w 2788296"/>
              <a:gd name="connsiteY4" fmla="*/ 3575540 h 3593109"/>
              <a:gd name="connsiteX5" fmla="*/ 4557 w 2788296"/>
              <a:gd name="connsiteY5" fmla="*/ 2355611 h 3593109"/>
              <a:gd name="connsiteX0" fmla="*/ 13374 w 2797113"/>
              <a:gd name="connsiteY0" fmla="*/ 2355611 h 3601319"/>
              <a:gd name="connsiteX1" fmla="*/ 931140 w 2797113"/>
              <a:gd name="connsiteY1" fmla="*/ 105348 h 3601319"/>
              <a:gd name="connsiteX2" fmla="*/ 2112040 w 2797113"/>
              <a:gd name="connsiteY2" fmla="*/ 494067 h 3601319"/>
              <a:gd name="connsiteX3" fmla="*/ 2764674 w 2797113"/>
              <a:gd name="connsiteY3" fmla="*/ 1483788 h 3601319"/>
              <a:gd name="connsiteX4" fmla="*/ 1635985 w 2797113"/>
              <a:gd name="connsiteY4" fmla="*/ 3583882 h 3601319"/>
              <a:gd name="connsiteX5" fmla="*/ 13374 w 2797113"/>
              <a:gd name="connsiteY5" fmla="*/ 2355611 h 3601319"/>
              <a:gd name="connsiteX0" fmla="*/ 13374 w 2737531"/>
              <a:gd name="connsiteY0" fmla="*/ 2355611 h 3592744"/>
              <a:gd name="connsiteX1" fmla="*/ 931140 w 2737531"/>
              <a:gd name="connsiteY1" fmla="*/ 105348 h 3592744"/>
              <a:gd name="connsiteX2" fmla="*/ 2112040 w 2737531"/>
              <a:gd name="connsiteY2" fmla="*/ 494067 h 3592744"/>
              <a:gd name="connsiteX3" fmla="*/ 2702063 w 2737531"/>
              <a:gd name="connsiteY3" fmla="*/ 1762945 h 3592744"/>
              <a:gd name="connsiteX4" fmla="*/ 1635985 w 2737531"/>
              <a:gd name="connsiteY4" fmla="*/ 3583882 h 3592744"/>
              <a:gd name="connsiteX5" fmla="*/ 13374 w 2737531"/>
              <a:gd name="connsiteY5" fmla="*/ 2355611 h 3592744"/>
              <a:gd name="connsiteX0" fmla="*/ 13167 w 2733685"/>
              <a:gd name="connsiteY0" fmla="*/ 2355129 h 3592262"/>
              <a:gd name="connsiteX1" fmla="*/ 930933 w 2733685"/>
              <a:gd name="connsiteY1" fmla="*/ 104866 h 3592262"/>
              <a:gd name="connsiteX2" fmla="*/ 2035194 w 2733685"/>
              <a:gd name="connsiteY2" fmla="*/ 495834 h 3592262"/>
              <a:gd name="connsiteX3" fmla="*/ 2701856 w 2733685"/>
              <a:gd name="connsiteY3" fmla="*/ 1762463 h 3592262"/>
              <a:gd name="connsiteX4" fmla="*/ 1635778 w 2733685"/>
              <a:gd name="connsiteY4" fmla="*/ 3583400 h 3592262"/>
              <a:gd name="connsiteX5" fmla="*/ 13167 w 2733685"/>
              <a:gd name="connsiteY5" fmla="*/ 2355129 h 3592262"/>
              <a:gd name="connsiteX0" fmla="*/ 13167 w 2733685"/>
              <a:gd name="connsiteY0" fmla="*/ 2394145 h 3631278"/>
              <a:gd name="connsiteX1" fmla="*/ 930933 w 2733685"/>
              <a:gd name="connsiteY1" fmla="*/ 143882 h 3631278"/>
              <a:gd name="connsiteX2" fmla="*/ 2035194 w 2733685"/>
              <a:gd name="connsiteY2" fmla="*/ 534850 h 3631278"/>
              <a:gd name="connsiteX3" fmla="*/ 2701856 w 2733685"/>
              <a:gd name="connsiteY3" fmla="*/ 1801479 h 3631278"/>
              <a:gd name="connsiteX4" fmla="*/ 1635778 w 2733685"/>
              <a:gd name="connsiteY4" fmla="*/ 3622416 h 3631278"/>
              <a:gd name="connsiteX5" fmla="*/ 13167 w 2733685"/>
              <a:gd name="connsiteY5" fmla="*/ 2394145 h 3631278"/>
              <a:gd name="connsiteX0" fmla="*/ 13167 w 2743188"/>
              <a:gd name="connsiteY0" fmla="*/ 2394145 h 3631278"/>
              <a:gd name="connsiteX1" fmla="*/ 930933 w 2743188"/>
              <a:gd name="connsiteY1" fmla="*/ 143882 h 3631278"/>
              <a:gd name="connsiteX2" fmla="*/ 2035194 w 2743188"/>
              <a:gd name="connsiteY2" fmla="*/ 534850 h 3631278"/>
              <a:gd name="connsiteX3" fmla="*/ 2701856 w 2743188"/>
              <a:gd name="connsiteY3" fmla="*/ 1801479 h 3631278"/>
              <a:gd name="connsiteX4" fmla="*/ 1635778 w 2743188"/>
              <a:gd name="connsiteY4" fmla="*/ 3622416 h 3631278"/>
              <a:gd name="connsiteX5" fmla="*/ 13167 w 2743188"/>
              <a:gd name="connsiteY5" fmla="*/ 2394145 h 3631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43188" h="3631278">
                <a:moveTo>
                  <a:pt x="13167" y="2394145"/>
                </a:moveTo>
                <a:cubicBezTo>
                  <a:pt x="-104307" y="1814389"/>
                  <a:pt x="593929" y="453765"/>
                  <a:pt x="930933" y="143882"/>
                </a:cubicBezTo>
                <a:cubicBezTo>
                  <a:pt x="1267938" y="-166001"/>
                  <a:pt x="1497967" y="52290"/>
                  <a:pt x="2035194" y="534850"/>
                </a:cubicBezTo>
                <a:cubicBezTo>
                  <a:pt x="2459975" y="1005959"/>
                  <a:pt x="2878023" y="1285143"/>
                  <a:pt x="2701856" y="1801479"/>
                </a:cubicBezTo>
                <a:cubicBezTo>
                  <a:pt x="2525689" y="2317815"/>
                  <a:pt x="2083893" y="3523638"/>
                  <a:pt x="1635778" y="3622416"/>
                </a:cubicBezTo>
                <a:cubicBezTo>
                  <a:pt x="1187663" y="3721194"/>
                  <a:pt x="130641" y="2973901"/>
                  <a:pt x="13167" y="2394145"/>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4" name="表格 73"/>
          <p:cNvGraphicFramePr>
            <a:graphicFrameLocks noGrp="1"/>
          </p:cNvGraphicFramePr>
          <p:nvPr/>
        </p:nvGraphicFramePr>
        <p:xfrm>
          <a:off x="685801" y="2057401"/>
          <a:ext cx="4320001" cy="1979999"/>
        </p:xfrm>
        <a:graphic>
          <a:graphicData uri="http://schemas.openxmlformats.org/drawingml/2006/table">
            <a:tbl>
              <a:tblPr firstRow="1" bandRow="1">
                <a:solidFill>
                  <a:srgbClr val="E9F19D"/>
                </a:solidFill>
                <a:tableStyleId>{5940675A-B579-460E-94D1-54222C63F5DA}</a:tableStyleId>
              </a:tblPr>
              <a:tblGrid>
                <a:gridCol w="617143">
                  <a:extLst>
                    <a:ext uri="{9D8B030D-6E8A-4147-A177-3AD203B41FA5}">
                      <a16:colId xmlns:a16="http://schemas.microsoft.com/office/drawing/2014/main" val="20000"/>
                    </a:ext>
                  </a:extLst>
                </a:gridCol>
                <a:gridCol w="617143">
                  <a:extLst>
                    <a:ext uri="{9D8B030D-6E8A-4147-A177-3AD203B41FA5}">
                      <a16:colId xmlns:a16="http://schemas.microsoft.com/office/drawing/2014/main" val="20001"/>
                    </a:ext>
                  </a:extLst>
                </a:gridCol>
                <a:gridCol w="617143">
                  <a:extLst>
                    <a:ext uri="{9D8B030D-6E8A-4147-A177-3AD203B41FA5}">
                      <a16:colId xmlns:a16="http://schemas.microsoft.com/office/drawing/2014/main" val="20002"/>
                    </a:ext>
                  </a:extLst>
                </a:gridCol>
                <a:gridCol w="617143">
                  <a:extLst>
                    <a:ext uri="{9D8B030D-6E8A-4147-A177-3AD203B41FA5}">
                      <a16:colId xmlns:a16="http://schemas.microsoft.com/office/drawing/2014/main" val="20003"/>
                    </a:ext>
                  </a:extLst>
                </a:gridCol>
                <a:gridCol w="617143">
                  <a:extLst>
                    <a:ext uri="{9D8B030D-6E8A-4147-A177-3AD203B41FA5}">
                      <a16:colId xmlns:a16="http://schemas.microsoft.com/office/drawing/2014/main" val="20004"/>
                    </a:ext>
                  </a:extLst>
                </a:gridCol>
                <a:gridCol w="617143">
                  <a:extLst>
                    <a:ext uri="{9D8B030D-6E8A-4147-A177-3AD203B41FA5}">
                      <a16:colId xmlns:a16="http://schemas.microsoft.com/office/drawing/2014/main" val="20005"/>
                    </a:ext>
                  </a:extLst>
                </a:gridCol>
                <a:gridCol w="617143">
                  <a:extLst>
                    <a:ext uri="{9D8B030D-6E8A-4147-A177-3AD203B41FA5}">
                      <a16:colId xmlns:a16="http://schemas.microsoft.com/office/drawing/2014/main" val="20006"/>
                    </a:ext>
                  </a:extLst>
                </a:gridCol>
              </a:tblGrid>
              <a:tr h="340391">
                <a:tc>
                  <a:txBody>
                    <a:bodyPr/>
                    <a:lstStyle/>
                    <a:p>
                      <a:pPr algn="ctr"/>
                      <a:endParaRPr lang="zh-CN" altLang="en-US" sz="1600" dirty="0">
                        <a:latin typeface="Times New Roman" pitchFamily="18" charset="0"/>
                        <a:cs typeface="Times New Roman" pitchFamily="18" charset="0"/>
                      </a:endParaRPr>
                    </a:p>
                  </a:txBody>
                  <a:tcPr>
                    <a:solidFill>
                      <a:schemeClr val="bg1"/>
                    </a:solidFill>
                  </a:tcPr>
                </a:tc>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p1</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p2</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p5</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p4</a:t>
                      </a:r>
                    </a:p>
                  </a:txBody>
                  <a:tcPr marL="9525" marR="9525" marT="9525" marB="0" anchor="ctr">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p3</a:t>
                      </a:r>
                    </a:p>
                  </a:txBody>
                  <a:tcPr marL="9525" marR="9525" marT="9525" marB="0" anchor="ctr">
                    <a:solidFill>
                      <a:schemeClr val="bg1"/>
                    </a:solidFill>
                  </a:tcPr>
                </a:tc>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p6</a:t>
                      </a:r>
                    </a:p>
                  </a:txBody>
                  <a:tcPr marL="9525" marR="9525" marT="9525" marB="0" anchor="ctr">
                    <a:solidFill>
                      <a:schemeClr val="bg1"/>
                    </a:solidFill>
                  </a:tcPr>
                </a:tc>
                <a:extLst>
                  <a:ext uri="{0D108BD9-81ED-4DB2-BD59-A6C34878D82A}">
                    <a16:rowId xmlns:a16="http://schemas.microsoft.com/office/drawing/2014/main" val="10000"/>
                  </a:ext>
                </a:extLst>
              </a:tr>
              <a:tr h="273268">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p1</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endParaRPr lang="zh-CN" alt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extLst>
                  <a:ext uri="{0D108BD9-81ED-4DB2-BD59-A6C34878D82A}">
                    <a16:rowId xmlns:a16="http://schemas.microsoft.com/office/drawing/2014/main" val="10001"/>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p2</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altLang="zh-CN" sz="1600" b="0" i="0" u="none" strike="noStrike" dirty="0">
                          <a:solidFill>
                            <a:srgbClr val="000000"/>
                          </a:solidFill>
                          <a:effectLst/>
                          <a:latin typeface="Times New Roman" pitchFamily="18" charset="0"/>
                          <a:cs typeface="Times New Roman" pitchFamily="18" charset="0"/>
                        </a:rPr>
                        <a:t>15.6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endParaRPr lang="zh-CN" alt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endParaRPr lang="zh-CN" alt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extLst>
                  <a:ext uri="{0D108BD9-81ED-4DB2-BD59-A6C34878D82A}">
                    <a16:rowId xmlns:a16="http://schemas.microsoft.com/office/drawing/2014/main" val="10002"/>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p5</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altLang="zh-CN" sz="1600" b="0" i="0" u="none" strike="noStrike" dirty="0">
                          <a:solidFill>
                            <a:srgbClr val="FF0000"/>
                          </a:solidFill>
                          <a:effectLst/>
                          <a:latin typeface="Times New Roman" pitchFamily="18" charset="0"/>
                          <a:cs typeface="Times New Roman" pitchFamily="18" charset="0"/>
                        </a:rPr>
                        <a:t>18.4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endParaRPr lang="zh-CN" alt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endParaRPr lang="zh-CN" alt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p4</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altLang="zh-CN" sz="1600" b="0" i="0" u="none" strike="noStrike" dirty="0">
                          <a:solidFill>
                            <a:srgbClr val="FF0000"/>
                          </a:solidFill>
                          <a:effectLst/>
                          <a:latin typeface="Times New Roman" pitchFamily="18" charset="0"/>
                          <a:cs typeface="Times New Roman" pitchFamily="18" charset="0"/>
                        </a:rPr>
                        <a:t>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zh-CN" sz="1600" b="0" i="0" u="none" strike="noStrike" dirty="0">
                          <a:solidFill>
                            <a:srgbClr val="000000"/>
                          </a:solidFill>
                          <a:effectLst/>
                          <a:latin typeface="Times New Roman" pitchFamily="18" charset="0"/>
                          <a:cs typeface="Times New Roman" pitchFamily="18" charset="0"/>
                        </a:rPr>
                        <a:t>13.3</a:t>
                      </a:r>
                    </a:p>
                  </a:txBody>
                  <a:tcPr marL="9525" marR="9525" marT="9525" marB="0" anchor="ctr">
                    <a:lnL w="12700" cap="flat" cmpd="sng" algn="ctr">
                      <a:solidFill>
                        <a:schemeClr val="tx1"/>
                      </a:solidFill>
                      <a:prstDash val="solid"/>
                      <a:round/>
                      <a:headEnd type="none" w="med" len="med"/>
                      <a:tailEnd type="none" w="med" len="med"/>
                    </a:lnL>
                    <a:solidFill>
                      <a:schemeClr val="accent4">
                        <a:lumMod val="20000"/>
                        <a:lumOff val="80000"/>
                      </a:schemeClr>
                    </a:solidFill>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20.6</a:t>
                      </a:r>
                    </a:p>
                  </a:txBody>
                  <a:tcPr marL="9525" marR="9525" marT="9525" marB="0" anchor="ctr">
                    <a:lnR w="12700" cap="flat" cmpd="sng" algn="ctr">
                      <a:solidFill>
                        <a:schemeClr val="tx1"/>
                      </a:solidFill>
                      <a:prstDash val="solid"/>
                      <a:round/>
                      <a:headEnd type="none" w="med" len="med"/>
                      <a:tailEnd type="none" w="med" len="med"/>
                    </a:lnR>
                    <a:solidFill>
                      <a:schemeClr val="accent4">
                        <a:lumMod val="20000"/>
                        <a:lumOff val="8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endParaRPr lang="zh-CN" alt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endParaRPr lang="zh-CN" alt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p3</a:t>
                      </a:r>
                    </a:p>
                  </a:txBody>
                  <a:tcPr marL="9525" marR="9525" marT="9525" marB="0" anchor="ctr">
                    <a:solidFill>
                      <a:schemeClr val="bg1"/>
                    </a:solidFill>
                  </a:tcPr>
                </a:tc>
                <a:tc>
                  <a:txBody>
                    <a:bodyPr/>
                    <a:lstStyle/>
                    <a:p>
                      <a:pPr algn="r" fontAlgn="ctr"/>
                      <a:r>
                        <a:rPr lang="en-US" altLang="zh-CN" sz="1600" b="0" i="0" u="none" strike="noStrike" dirty="0">
                          <a:solidFill>
                            <a:srgbClr val="000000"/>
                          </a:solidFill>
                          <a:effectLst/>
                          <a:latin typeface="Times New Roman" pitchFamily="18" charset="0"/>
                          <a:cs typeface="Times New Roman" pitchFamily="18" charset="0"/>
                        </a:rPr>
                        <a:t>16</a:t>
                      </a:r>
                    </a:p>
                  </a:txBody>
                  <a:tcPr marL="9525" marR="9525" marT="9525" marB="0" anchor="ctr">
                    <a:lnT w="12700" cap="flat" cmpd="sng" algn="ctr">
                      <a:solidFill>
                        <a:schemeClr val="tx1"/>
                      </a:solidFill>
                      <a:prstDash val="solid"/>
                      <a:round/>
                      <a:headEnd type="none" w="med" len="med"/>
                      <a:tailEnd type="none" w="med" len="med"/>
                    </a:lnT>
                    <a:solidFill>
                      <a:schemeClr val="accent3">
                        <a:lumMod val="20000"/>
                        <a:lumOff val="80000"/>
                      </a:schemeClr>
                    </a:solidFill>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9.8</a:t>
                      </a:r>
                    </a:p>
                  </a:txBody>
                  <a:tcPr marL="9525" marR="9525" marT="9525" marB="0" anchor="ctr">
                    <a:solidFill>
                      <a:schemeClr val="accent4">
                        <a:lumMod val="20000"/>
                        <a:lumOff val="80000"/>
                      </a:schemeClr>
                    </a:solidFill>
                  </a:tcPr>
                </a:tc>
                <a:tc>
                  <a:txBody>
                    <a:bodyPr/>
                    <a:lstStyle/>
                    <a:p>
                      <a:pPr algn="r" fontAlgn="ctr"/>
                      <a:r>
                        <a:rPr lang="en-US" altLang="zh-CN" sz="1600" b="0" i="0" u="none" strike="noStrike" dirty="0">
                          <a:solidFill>
                            <a:srgbClr val="000000"/>
                          </a:solidFill>
                          <a:effectLst/>
                          <a:latin typeface="Times New Roman" pitchFamily="18" charset="0"/>
                          <a:cs typeface="Times New Roman" pitchFamily="18" charset="0"/>
                        </a:rPr>
                        <a:t>18.4</a:t>
                      </a:r>
                    </a:p>
                  </a:txBody>
                  <a:tcPr marL="9525" marR="9525" marT="9525" marB="0" anchor="ctr">
                    <a:lnR w="12700" cap="flat" cmpd="sng" algn="ctr">
                      <a:solidFill>
                        <a:schemeClr val="tx1"/>
                      </a:solidFill>
                      <a:prstDash val="solid"/>
                      <a:round/>
                      <a:headEnd type="none" w="med" len="med"/>
                      <a:tailEnd type="none" w="med" len="med"/>
                    </a:lnR>
                    <a:solidFill>
                      <a:schemeClr val="accent4">
                        <a:lumMod val="20000"/>
                        <a:lumOff val="8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endParaRPr lang="zh-CN" alt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endParaRPr lang="zh-CN" alt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endParaRPr lang="zh-CN" alt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73268">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p6</a:t>
                      </a:r>
                    </a:p>
                  </a:txBody>
                  <a:tcPr marL="9525" marR="9525" marT="9525" marB="0" anchor="ctr">
                    <a:solidFill>
                      <a:schemeClr val="bg1"/>
                    </a:solidFill>
                  </a:tcPr>
                </a:tc>
                <a:tc>
                  <a:txBody>
                    <a:bodyPr/>
                    <a:lstStyle/>
                    <a:p>
                      <a:pPr algn="r" fontAlgn="ctr"/>
                      <a:r>
                        <a:rPr lang="en-US" altLang="zh-CN" sz="1600" b="0" i="0" u="none" strike="noStrike" dirty="0">
                          <a:solidFill>
                            <a:srgbClr val="000000"/>
                          </a:solidFill>
                          <a:effectLst/>
                          <a:latin typeface="Times New Roman" pitchFamily="18" charset="0"/>
                          <a:cs typeface="Times New Roman" pitchFamily="18" charset="0"/>
                        </a:rPr>
                        <a:t>20.6</a:t>
                      </a:r>
                    </a:p>
                  </a:txBody>
                  <a:tcPr marL="9525" marR="9525" marT="9525" marB="0" anchor="ctr">
                    <a:solidFill>
                      <a:schemeClr val="accent3">
                        <a:lumMod val="20000"/>
                        <a:lumOff val="80000"/>
                      </a:schemeClr>
                    </a:solidFill>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17</a:t>
                      </a:r>
                    </a:p>
                  </a:txBody>
                  <a:tcPr marL="9525" marR="9525" marT="9525" marB="0" anchor="ctr">
                    <a:solidFill>
                      <a:schemeClr val="accent4">
                        <a:lumMod val="20000"/>
                        <a:lumOff val="80000"/>
                      </a:schemeClr>
                    </a:solidFill>
                  </a:tcPr>
                </a:tc>
                <a:tc>
                  <a:txBody>
                    <a:bodyPr/>
                    <a:lstStyle/>
                    <a:p>
                      <a:pPr algn="r" fontAlgn="ctr"/>
                      <a:r>
                        <a:rPr lang="en-US" altLang="zh-CN" sz="1600" b="0" i="0" u="none" strike="noStrike" dirty="0">
                          <a:solidFill>
                            <a:srgbClr val="FF0000"/>
                          </a:solidFill>
                          <a:effectLst/>
                          <a:latin typeface="Times New Roman" pitchFamily="18" charset="0"/>
                          <a:cs typeface="Times New Roman" pitchFamily="18" charset="0"/>
                        </a:rPr>
                        <a:t>25.6</a:t>
                      </a:r>
                    </a:p>
                  </a:txBody>
                  <a:tcPr marL="9525" marR="9525" marT="9525" marB="0" anchor="ctr">
                    <a:lnR w="12700" cap="flat" cmpd="sng" algn="ctr">
                      <a:solidFill>
                        <a:schemeClr val="tx1"/>
                      </a:solidFill>
                      <a:prstDash val="solid"/>
                      <a:round/>
                      <a:headEnd type="none" w="med" len="med"/>
                      <a:tailEnd type="none" w="med" len="med"/>
                    </a:lnR>
                    <a:solidFill>
                      <a:schemeClr val="accent4">
                        <a:lumMod val="20000"/>
                        <a:lumOff val="8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endParaRPr lang="zh-CN" alt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bg1"/>
                    </a:solidFill>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solidFill>
                      <a:schemeClr val="bg1"/>
                    </a:solidFill>
                  </a:tcPr>
                </a:tc>
                <a:extLst>
                  <a:ext uri="{0D108BD9-81ED-4DB2-BD59-A6C34878D82A}">
                    <a16:rowId xmlns:a16="http://schemas.microsoft.com/office/drawing/2014/main" val="10006"/>
                  </a:ext>
                </a:extLst>
              </a:tr>
            </a:tbl>
          </a:graphicData>
        </a:graphic>
      </p:graphicFrame>
      <p:grpSp>
        <p:nvGrpSpPr>
          <p:cNvPr id="75" name="组合 74"/>
          <p:cNvGrpSpPr/>
          <p:nvPr/>
        </p:nvGrpSpPr>
        <p:grpSpPr>
          <a:xfrm flipH="1">
            <a:off x="6028936" y="4524376"/>
            <a:ext cx="790964" cy="1317527"/>
            <a:chOff x="6102883" y="4579315"/>
            <a:chExt cx="741362" cy="864005"/>
          </a:xfrm>
        </p:grpSpPr>
        <p:sp>
          <p:nvSpPr>
            <p:cNvPr id="76" name="Line 6"/>
            <p:cNvSpPr>
              <a:spLocks noChangeShapeType="1"/>
            </p:cNvSpPr>
            <p:nvPr/>
          </p:nvSpPr>
          <p:spPr bwMode="auto">
            <a:xfrm flipV="1">
              <a:off x="6102883" y="4579315"/>
              <a:ext cx="0" cy="4485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8"/>
            <p:cNvSpPr>
              <a:spLocks noChangeShapeType="1"/>
            </p:cNvSpPr>
            <p:nvPr/>
          </p:nvSpPr>
          <p:spPr bwMode="auto">
            <a:xfrm>
              <a:off x="6844245" y="4579320"/>
              <a:ext cx="0" cy="864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9" name="组合 78"/>
          <p:cNvGrpSpPr/>
          <p:nvPr/>
        </p:nvGrpSpPr>
        <p:grpSpPr>
          <a:xfrm>
            <a:off x="6376190" y="3962383"/>
            <a:ext cx="2023866" cy="936002"/>
            <a:chOff x="6102883" y="4579319"/>
            <a:chExt cx="741371" cy="431933"/>
          </a:xfrm>
        </p:grpSpPr>
        <p:sp>
          <p:nvSpPr>
            <p:cNvPr id="80" name="Line 6"/>
            <p:cNvSpPr>
              <a:spLocks noChangeShapeType="1"/>
            </p:cNvSpPr>
            <p:nvPr/>
          </p:nvSpPr>
          <p:spPr bwMode="auto">
            <a:xfrm flipV="1">
              <a:off x="6102883" y="4579319"/>
              <a:ext cx="0" cy="249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7"/>
            <p:cNvSpPr>
              <a:spLocks noChangeShapeType="1"/>
            </p:cNvSpPr>
            <p:nvPr/>
          </p:nvSpPr>
          <p:spPr bwMode="auto">
            <a:xfrm>
              <a:off x="6102891" y="4579320"/>
              <a:ext cx="74136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8"/>
            <p:cNvSpPr>
              <a:spLocks noChangeShapeType="1"/>
            </p:cNvSpPr>
            <p:nvPr/>
          </p:nvSpPr>
          <p:spPr bwMode="auto">
            <a:xfrm>
              <a:off x="6844245" y="4579320"/>
              <a:ext cx="0" cy="4319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83" name="表格 82"/>
          <p:cNvGraphicFramePr>
            <a:graphicFrameLocks noGrp="1"/>
          </p:cNvGraphicFramePr>
          <p:nvPr/>
        </p:nvGraphicFramePr>
        <p:xfrm>
          <a:off x="685801" y="4143272"/>
          <a:ext cx="4320001" cy="1979999"/>
        </p:xfrm>
        <a:graphic>
          <a:graphicData uri="http://schemas.openxmlformats.org/drawingml/2006/table">
            <a:tbl>
              <a:tblPr firstRow="1" bandRow="1">
                <a:solidFill>
                  <a:srgbClr val="E9F19D"/>
                </a:solidFill>
                <a:tableStyleId>{5940675A-B579-460E-94D1-54222C63F5DA}</a:tableStyleId>
              </a:tblPr>
              <a:tblGrid>
                <a:gridCol w="617143">
                  <a:extLst>
                    <a:ext uri="{9D8B030D-6E8A-4147-A177-3AD203B41FA5}">
                      <a16:colId xmlns:a16="http://schemas.microsoft.com/office/drawing/2014/main" val="20000"/>
                    </a:ext>
                  </a:extLst>
                </a:gridCol>
                <a:gridCol w="617143">
                  <a:extLst>
                    <a:ext uri="{9D8B030D-6E8A-4147-A177-3AD203B41FA5}">
                      <a16:colId xmlns:a16="http://schemas.microsoft.com/office/drawing/2014/main" val="20001"/>
                    </a:ext>
                  </a:extLst>
                </a:gridCol>
                <a:gridCol w="617143">
                  <a:extLst>
                    <a:ext uri="{9D8B030D-6E8A-4147-A177-3AD203B41FA5}">
                      <a16:colId xmlns:a16="http://schemas.microsoft.com/office/drawing/2014/main" val="20002"/>
                    </a:ext>
                  </a:extLst>
                </a:gridCol>
                <a:gridCol w="617143">
                  <a:extLst>
                    <a:ext uri="{9D8B030D-6E8A-4147-A177-3AD203B41FA5}">
                      <a16:colId xmlns:a16="http://schemas.microsoft.com/office/drawing/2014/main" val="20003"/>
                    </a:ext>
                  </a:extLst>
                </a:gridCol>
                <a:gridCol w="617143">
                  <a:extLst>
                    <a:ext uri="{9D8B030D-6E8A-4147-A177-3AD203B41FA5}">
                      <a16:colId xmlns:a16="http://schemas.microsoft.com/office/drawing/2014/main" val="20004"/>
                    </a:ext>
                  </a:extLst>
                </a:gridCol>
                <a:gridCol w="617143">
                  <a:extLst>
                    <a:ext uri="{9D8B030D-6E8A-4147-A177-3AD203B41FA5}">
                      <a16:colId xmlns:a16="http://schemas.microsoft.com/office/drawing/2014/main" val="20005"/>
                    </a:ext>
                  </a:extLst>
                </a:gridCol>
                <a:gridCol w="617143">
                  <a:extLst>
                    <a:ext uri="{9D8B030D-6E8A-4147-A177-3AD203B41FA5}">
                      <a16:colId xmlns:a16="http://schemas.microsoft.com/office/drawing/2014/main" val="20006"/>
                    </a:ext>
                  </a:extLst>
                </a:gridCol>
              </a:tblGrid>
              <a:tr h="340391">
                <a:tc>
                  <a:txBody>
                    <a:bodyPr/>
                    <a:lstStyle/>
                    <a:p>
                      <a:pPr algn="ctr"/>
                      <a:endParaRPr lang="zh-CN" altLang="en-US" sz="1600" dirty="0">
                        <a:latin typeface="Times New Roman" pitchFamily="18" charset="0"/>
                        <a:cs typeface="Times New Roman" pitchFamily="18" charset="0"/>
                      </a:endParaRPr>
                    </a:p>
                  </a:txBody>
                  <a:tcPr>
                    <a:solidFill>
                      <a:schemeClr val="bg1"/>
                    </a:solidFill>
                  </a:tcPr>
                </a:tc>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p1</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p2</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p5</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p4</a:t>
                      </a:r>
                    </a:p>
                  </a:txBody>
                  <a:tcPr marL="9525" marR="9525" marT="9525" marB="0" anchor="ctr">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p3</a:t>
                      </a:r>
                    </a:p>
                  </a:txBody>
                  <a:tcPr marL="9525" marR="9525" marT="9525" marB="0" anchor="ctr">
                    <a:solidFill>
                      <a:schemeClr val="bg1"/>
                    </a:solidFill>
                  </a:tcPr>
                </a:tc>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p6</a:t>
                      </a:r>
                    </a:p>
                  </a:txBody>
                  <a:tcPr marL="9525" marR="9525" marT="9525" marB="0" anchor="ctr">
                    <a:solidFill>
                      <a:schemeClr val="bg1"/>
                    </a:solidFill>
                  </a:tcPr>
                </a:tc>
                <a:extLst>
                  <a:ext uri="{0D108BD9-81ED-4DB2-BD59-A6C34878D82A}">
                    <a16:rowId xmlns:a16="http://schemas.microsoft.com/office/drawing/2014/main" val="10000"/>
                  </a:ext>
                </a:extLst>
              </a:tr>
              <a:tr h="273268">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p1</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extLst>
                  <a:ext uri="{0D108BD9-81ED-4DB2-BD59-A6C34878D82A}">
                    <a16:rowId xmlns:a16="http://schemas.microsoft.com/office/drawing/2014/main" val="10001"/>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p2</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endParaRPr lang="zh-CN" alt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extLst>
                  <a:ext uri="{0D108BD9-81ED-4DB2-BD59-A6C34878D82A}">
                    <a16:rowId xmlns:a16="http://schemas.microsoft.com/office/drawing/2014/main" val="10002"/>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p5</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l" fontAlgn="ctr"/>
                      <a:r>
                        <a:rPr lang="zh-CN" altLang="en-US" sz="1600" b="0" i="0" u="none" strike="noStrike">
                          <a:solidFill>
                            <a:srgbClr val="FF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bg1"/>
                    </a:solidFill>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p4</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altLang="zh-CN" sz="1600" b="0" i="0" u="none" strike="noStrike">
                          <a:solidFill>
                            <a:srgbClr val="FF0000"/>
                          </a:solidFill>
                          <a:effectLst/>
                          <a:latin typeface="Times New Roman" pitchFamily="18" charset="0"/>
                          <a:cs typeface="Times New Roman" pitchFamily="18" charset="0"/>
                        </a:rPr>
                        <a:t>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13.3</a:t>
                      </a:r>
                    </a:p>
                  </a:txBody>
                  <a:tcPr marL="9525" marR="9525" marT="9525" marB="0" anchor="ctr">
                    <a:lnL w="12700" cap="flat" cmpd="sng" algn="ctr">
                      <a:solidFill>
                        <a:schemeClr val="tx1"/>
                      </a:solidFill>
                      <a:prstDash val="solid"/>
                      <a:round/>
                      <a:headEnd type="none" w="med" len="med"/>
                      <a:tailEnd type="none" w="med" len="med"/>
                    </a:lnL>
                    <a:solidFill>
                      <a:schemeClr val="accent4">
                        <a:lumMod val="20000"/>
                        <a:lumOff val="80000"/>
                      </a:schemeClr>
                    </a:solidFill>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20.6</a:t>
                      </a:r>
                    </a:p>
                  </a:txBody>
                  <a:tcPr marL="9525" marR="9525" marT="9525" marB="0" anchor="ctr">
                    <a:lnR w="12700" cap="flat" cmpd="sng" algn="ctr">
                      <a:solidFill>
                        <a:schemeClr val="tx1"/>
                      </a:solidFill>
                      <a:prstDash val="solid"/>
                      <a:round/>
                      <a:headEnd type="none" w="med" len="med"/>
                      <a:tailEnd type="none" w="med" len="med"/>
                    </a:lnR>
                    <a:solidFill>
                      <a:schemeClr val="accent4">
                        <a:lumMod val="20000"/>
                        <a:lumOff val="8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p3</a:t>
                      </a:r>
                    </a:p>
                  </a:txBody>
                  <a:tcPr marL="9525" marR="9525" marT="9525" marB="0" anchor="ctr">
                    <a:solidFill>
                      <a:schemeClr val="bg1"/>
                    </a:solidFill>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16</a:t>
                      </a:r>
                    </a:p>
                  </a:txBody>
                  <a:tcPr marL="9525" marR="9525" marT="9525" marB="0" anchor="ctr">
                    <a:lnT w="12700" cap="flat" cmpd="sng" algn="ctr">
                      <a:solidFill>
                        <a:schemeClr val="tx1"/>
                      </a:solidFill>
                      <a:prstDash val="solid"/>
                      <a:round/>
                      <a:headEnd type="none" w="med" len="med"/>
                      <a:tailEnd type="none" w="med" len="med"/>
                    </a:lnT>
                    <a:solidFill>
                      <a:schemeClr val="accent3">
                        <a:lumMod val="20000"/>
                        <a:lumOff val="80000"/>
                      </a:schemeClr>
                    </a:solidFill>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9.8</a:t>
                      </a:r>
                    </a:p>
                  </a:txBody>
                  <a:tcPr marL="9525" marR="9525" marT="9525" marB="0" anchor="ctr">
                    <a:solidFill>
                      <a:schemeClr val="accent4">
                        <a:lumMod val="20000"/>
                        <a:lumOff val="80000"/>
                      </a:schemeClr>
                    </a:solidFill>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18.4</a:t>
                      </a:r>
                    </a:p>
                  </a:txBody>
                  <a:tcPr marL="9525" marR="9525" marT="9525" marB="0" anchor="ctr">
                    <a:lnR w="12700" cap="flat" cmpd="sng" algn="ctr">
                      <a:solidFill>
                        <a:schemeClr val="tx1"/>
                      </a:solidFill>
                      <a:prstDash val="solid"/>
                      <a:round/>
                      <a:headEnd type="none" w="med" len="med"/>
                      <a:tailEnd type="none" w="med" len="med"/>
                    </a:lnR>
                    <a:solidFill>
                      <a:schemeClr val="accent4">
                        <a:lumMod val="20000"/>
                        <a:lumOff val="8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endParaRPr lang="zh-CN" alt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73268">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p6</a:t>
                      </a:r>
                    </a:p>
                  </a:txBody>
                  <a:tcPr marL="9525" marR="9525" marT="9525" marB="0" anchor="ctr">
                    <a:solidFill>
                      <a:schemeClr val="bg1"/>
                    </a:solidFill>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20.6</a:t>
                      </a:r>
                    </a:p>
                  </a:txBody>
                  <a:tcPr marL="9525" marR="9525" marT="9525" marB="0" anchor="ctr">
                    <a:solidFill>
                      <a:schemeClr val="accent3">
                        <a:lumMod val="20000"/>
                        <a:lumOff val="80000"/>
                      </a:schemeClr>
                    </a:solidFill>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17</a:t>
                      </a:r>
                    </a:p>
                  </a:txBody>
                  <a:tcPr marL="9525" marR="9525" marT="9525" marB="0" anchor="ctr">
                    <a:solidFill>
                      <a:schemeClr val="accent4">
                        <a:lumMod val="20000"/>
                        <a:lumOff val="80000"/>
                      </a:schemeClr>
                    </a:solidFill>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25.6</a:t>
                      </a:r>
                    </a:p>
                  </a:txBody>
                  <a:tcPr marL="9525" marR="9525" marT="9525" marB="0" anchor="ctr">
                    <a:lnR w="12700" cap="flat" cmpd="sng" algn="ctr">
                      <a:solidFill>
                        <a:schemeClr val="tx1"/>
                      </a:solidFill>
                      <a:prstDash val="solid"/>
                      <a:round/>
                      <a:headEnd type="none" w="med" len="med"/>
                      <a:tailEnd type="none" w="med" len="med"/>
                    </a:lnR>
                    <a:solidFill>
                      <a:schemeClr val="accent4">
                        <a:lumMod val="20000"/>
                        <a:lumOff val="8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bg1"/>
                    </a:solidFill>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solidFill>
                      <a:schemeClr val="bg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8601791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6466" name="Rectangle 2"/>
          <p:cNvSpPr>
            <a:spLocks noGrp="1" noChangeArrowheads="1"/>
          </p:cNvSpPr>
          <p:nvPr>
            <p:ph type="title"/>
          </p:nvPr>
        </p:nvSpPr>
        <p:spPr/>
        <p:txBody>
          <a:bodyPr/>
          <a:lstStyle/>
          <a:p>
            <a:r>
              <a:rPr lang="en-US" altLang="zh-CN" dirty="0"/>
              <a:t>Cluster</a:t>
            </a:r>
            <a:r>
              <a:rPr lang="zh-CN" altLang="en-US" dirty="0"/>
              <a:t>间的相似性</a:t>
            </a:r>
          </a:p>
        </p:txBody>
      </p:sp>
      <p:sp>
        <p:nvSpPr>
          <p:cNvPr id="22" name="内容占位符 1"/>
          <p:cNvSpPr>
            <a:spLocks noGrp="1"/>
          </p:cNvSpPr>
          <p:nvPr>
            <p:ph idx="1"/>
          </p:nvPr>
        </p:nvSpPr>
        <p:spPr>
          <a:xfrm>
            <a:off x="162765" y="1508790"/>
            <a:ext cx="8917735" cy="4678936"/>
          </a:xfrm>
        </p:spPr>
        <p:txBody>
          <a:bodyPr/>
          <a:lstStyle/>
          <a:p>
            <a:r>
              <a:rPr lang="en-US" altLang="zh-CN" dirty="0"/>
              <a:t>MAX</a:t>
            </a:r>
            <a:r>
              <a:rPr lang="zh-CN" altLang="en-US" dirty="0"/>
              <a:t>（全链）</a:t>
            </a:r>
            <a:endParaRPr lang="en-US" altLang="zh-CN" dirty="0"/>
          </a:p>
          <a:p>
            <a:pPr lvl="1"/>
            <a:r>
              <a:rPr lang="zh-CN" altLang="en-US" dirty="0"/>
              <a:t>对噪音和离群不敏感</a:t>
            </a:r>
            <a:endParaRPr lang="en-US" altLang="zh-CN" dirty="0"/>
          </a:p>
          <a:p>
            <a:pPr lvl="1"/>
            <a:endParaRPr lang="zh-CN" altLang="en-US" dirty="0"/>
          </a:p>
        </p:txBody>
      </p:sp>
      <p:pic>
        <p:nvPicPr>
          <p:cNvPr id="55" name="Picture 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720000" y="3055500"/>
            <a:ext cx="3240000" cy="2429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 name="Picture 7"/>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5220000" y="3055500"/>
            <a:ext cx="3240000" cy="2429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4250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6466" name="Rectangle 2"/>
          <p:cNvSpPr>
            <a:spLocks noGrp="1" noChangeArrowheads="1"/>
          </p:cNvSpPr>
          <p:nvPr>
            <p:ph type="title"/>
          </p:nvPr>
        </p:nvSpPr>
        <p:spPr/>
        <p:txBody>
          <a:bodyPr/>
          <a:lstStyle/>
          <a:p>
            <a:r>
              <a:rPr lang="en-US" altLang="zh-CN" dirty="0"/>
              <a:t>Cluster</a:t>
            </a:r>
            <a:r>
              <a:rPr lang="zh-CN" altLang="en-US" dirty="0"/>
              <a:t>间的相似性</a:t>
            </a:r>
          </a:p>
        </p:txBody>
      </p:sp>
      <p:sp>
        <p:nvSpPr>
          <p:cNvPr id="22" name="内容占位符 1"/>
          <p:cNvSpPr>
            <a:spLocks noGrp="1"/>
          </p:cNvSpPr>
          <p:nvPr>
            <p:ph idx="1"/>
          </p:nvPr>
        </p:nvSpPr>
        <p:spPr>
          <a:xfrm>
            <a:off x="162765" y="1508790"/>
            <a:ext cx="8917735" cy="4678936"/>
          </a:xfrm>
        </p:spPr>
        <p:txBody>
          <a:bodyPr/>
          <a:lstStyle/>
          <a:p>
            <a:r>
              <a:rPr lang="en-US" altLang="zh-CN" dirty="0"/>
              <a:t>MAX</a:t>
            </a:r>
            <a:r>
              <a:rPr lang="zh-CN" altLang="en-US" dirty="0"/>
              <a:t>（全链）</a:t>
            </a:r>
            <a:endParaRPr lang="en-US" altLang="zh-CN" dirty="0"/>
          </a:p>
          <a:p>
            <a:pPr lvl="1"/>
            <a:r>
              <a:rPr lang="zh-CN" altLang="en-US" dirty="0"/>
              <a:t>对噪音和离群不敏感</a:t>
            </a:r>
            <a:endParaRPr lang="en-US" altLang="zh-CN" dirty="0"/>
          </a:p>
          <a:p>
            <a:pPr lvl="1"/>
            <a:r>
              <a:rPr lang="zh-CN" altLang="en-US" dirty="0"/>
              <a:t>可能使大的簇破裂，偏好球型簇</a:t>
            </a:r>
          </a:p>
          <a:p>
            <a:pPr lvl="1"/>
            <a:endParaRPr lang="en-US" altLang="zh-CN" dirty="0"/>
          </a:p>
          <a:p>
            <a:pPr lvl="1"/>
            <a:endParaRPr lang="zh-CN" altLang="en-US" dirty="0"/>
          </a:p>
        </p:txBody>
      </p:sp>
      <p:pic>
        <p:nvPicPr>
          <p:cNvPr id="6" name="Picture 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720000" y="3055500"/>
            <a:ext cx="3240000" cy="2429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5220000" y="3055500"/>
            <a:ext cx="3240000" cy="2429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21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6466" name="Rectangle 2"/>
          <p:cNvSpPr>
            <a:spLocks noGrp="1" noChangeArrowheads="1"/>
          </p:cNvSpPr>
          <p:nvPr>
            <p:ph type="title"/>
          </p:nvPr>
        </p:nvSpPr>
        <p:spPr/>
        <p:txBody>
          <a:bodyPr/>
          <a:lstStyle/>
          <a:p>
            <a:r>
              <a:rPr lang="en-US" altLang="zh-CN" dirty="0"/>
              <a:t>Cluster</a:t>
            </a:r>
            <a:r>
              <a:rPr lang="zh-CN" altLang="en-US" dirty="0"/>
              <a:t>间的相似性</a:t>
            </a:r>
          </a:p>
        </p:txBody>
      </p:sp>
      <p:sp>
        <p:nvSpPr>
          <p:cNvPr id="22" name="内容占位符 1"/>
          <p:cNvSpPr>
            <a:spLocks noGrp="1"/>
          </p:cNvSpPr>
          <p:nvPr>
            <p:ph idx="1"/>
          </p:nvPr>
        </p:nvSpPr>
        <p:spPr>
          <a:xfrm>
            <a:off x="162765" y="1508790"/>
            <a:ext cx="8917735" cy="4678936"/>
          </a:xfrm>
        </p:spPr>
        <p:txBody>
          <a:bodyPr/>
          <a:lstStyle/>
          <a:p>
            <a:r>
              <a:rPr lang="en-US" altLang="zh-CN" dirty="0"/>
              <a:t>Group Average </a:t>
            </a:r>
            <a:r>
              <a:rPr lang="zh-CN" altLang="en-US" dirty="0"/>
              <a:t>组平均</a:t>
            </a:r>
            <a:endParaRPr lang="en-US" altLang="zh-CN" dirty="0"/>
          </a:p>
          <a:p>
            <a:pPr lvl="1"/>
            <a:r>
              <a:rPr lang="zh-CN" altLang="en-US" dirty="0"/>
              <a:t>两个簇的邻近度定义为不同的所有点</a:t>
            </a:r>
            <a:br>
              <a:rPr lang="en-US" altLang="zh-CN" dirty="0"/>
            </a:br>
            <a:r>
              <a:rPr lang="zh-CN" altLang="en-US" dirty="0"/>
              <a:t>对的平均逐对邻近度</a:t>
            </a:r>
            <a:endParaRPr lang="en-US" altLang="zh-CN" dirty="0"/>
          </a:p>
          <a:p>
            <a:pPr lvl="1"/>
            <a:r>
              <a:rPr lang="zh-CN" altLang="en-US" dirty="0"/>
              <a:t>是一种单链与全链的折中算法</a:t>
            </a:r>
            <a:endParaRPr lang="en-US" altLang="zh-CN" dirty="0"/>
          </a:p>
          <a:p>
            <a:pPr lvl="1"/>
            <a:endParaRPr lang="en-US" altLang="zh-CN" dirty="0"/>
          </a:p>
          <a:p>
            <a:pPr lvl="1"/>
            <a:endParaRPr lang="zh-CN" altLang="en-US" dirty="0"/>
          </a:p>
        </p:txBody>
      </p:sp>
      <p:grpSp>
        <p:nvGrpSpPr>
          <p:cNvPr id="28" name="组合 27"/>
          <p:cNvGrpSpPr/>
          <p:nvPr/>
        </p:nvGrpSpPr>
        <p:grpSpPr>
          <a:xfrm>
            <a:off x="6538960" y="5176800"/>
            <a:ext cx="576000" cy="619200"/>
            <a:chOff x="6102883" y="4579320"/>
            <a:chExt cx="741362" cy="518400"/>
          </a:xfrm>
        </p:grpSpPr>
        <p:sp>
          <p:nvSpPr>
            <p:cNvPr id="48" name="Line 6"/>
            <p:cNvSpPr>
              <a:spLocks noChangeShapeType="1"/>
            </p:cNvSpPr>
            <p:nvPr/>
          </p:nvSpPr>
          <p:spPr bwMode="auto">
            <a:xfrm flipV="1">
              <a:off x="6102883" y="4579320"/>
              <a:ext cx="0" cy="518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8"/>
            <p:cNvSpPr>
              <a:spLocks noChangeShapeType="1"/>
            </p:cNvSpPr>
            <p:nvPr/>
          </p:nvSpPr>
          <p:spPr bwMode="auto">
            <a:xfrm>
              <a:off x="6844245" y="4579320"/>
              <a:ext cx="0" cy="518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9" name="Text Box 22"/>
          <p:cNvSpPr txBox="1">
            <a:spLocks noChangeArrowheads="1"/>
          </p:cNvSpPr>
          <p:nvPr/>
        </p:nvSpPr>
        <p:spPr bwMode="auto">
          <a:xfrm>
            <a:off x="6386561" y="5703799"/>
            <a:ext cx="428625" cy="369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p2</a:t>
            </a:r>
          </a:p>
        </p:txBody>
      </p:sp>
      <p:sp>
        <p:nvSpPr>
          <p:cNvPr id="30" name="Text Box 23"/>
          <p:cNvSpPr txBox="1">
            <a:spLocks noChangeArrowheads="1"/>
          </p:cNvSpPr>
          <p:nvPr/>
        </p:nvSpPr>
        <p:spPr bwMode="auto">
          <a:xfrm>
            <a:off x="6949941"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p5</a:t>
            </a:r>
          </a:p>
        </p:txBody>
      </p:sp>
      <p:sp>
        <p:nvSpPr>
          <p:cNvPr id="31" name="Text Box 24"/>
          <p:cNvSpPr txBox="1">
            <a:spLocks noChangeArrowheads="1"/>
          </p:cNvSpPr>
          <p:nvPr/>
        </p:nvSpPr>
        <p:spPr bwMode="auto">
          <a:xfrm>
            <a:off x="7513322"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p3</a:t>
            </a:r>
          </a:p>
        </p:txBody>
      </p:sp>
      <p:sp>
        <p:nvSpPr>
          <p:cNvPr id="32" name="Text Box 25"/>
          <p:cNvSpPr txBox="1">
            <a:spLocks noChangeArrowheads="1"/>
          </p:cNvSpPr>
          <p:nvPr/>
        </p:nvSpPr>
        <p:spPr bwMode="auto">
          <a:xfrm>
            <a:off x="8076400"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p6</a:t>
            </a:r>
          </a:p>
        </p:txBody>
      </p:sp>
      <p:sp>
        <p:nvSpPr>
          <p:cNvPr id="34" name="Text Box 26"/>
          <p:cNvSpPr txBox="1">
            <a:spLocks noChangeArrowheads="1"/>
          </p:cNvSpPr>
          <p:nvPr/>
        </p:nvSpPr>
        <p:spPr bwMode="auto">
          <a:xfrm>
            <a:off x="8639478"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p4</a:t>
            </a:r>
          </a:p>
        </p:txBody>
      </p:sp>
      <p:sp>
        <p:nvSpPr>
          <p:cNvPr id="35" name="Text Box 26"/>
          <p:cNvSpPr txBox="1">
            <a:spLocks noChangeArrowheads="1"/>
          </p:cNvSpPr>
          <p:nvPr/>
        </p:nvSpPr>
        <p:spPr bwMode="auto">
          <a:xfrm>
            <a:off x="5853160" y="5715000"/>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p1</a:t>
            </a:r>
          </a:p>
        </p:txBody>
      </p:sp>
      <p:grpSp>
        <p:nvGrpSpPr>
          <p:cNvPr id="36" name="组合 35"/>
          <p:cNvGrpSpPr/>
          <p:nvPr/>
        </p:nvGrpSpPr>
        <p:grpSpPr>
          <a:xfrm>
            <a:off x="7681960" y="5277600"/>
            <a:ext cx="576000" cy="518400"/>
            <a:chOff x="6102883" y="4579320"/>
            <a:chExt cx="741362" cy="530490"/>
          </a:xfrm>
        </p:grpSpPr>
        <p:sp>
          <p:nvSpPr>
            <p:cNvPr id="45" name="Line 6"/>
            <p:cNvSpPr>
              <a:spLocks noChangeShapeType="1"/>
            </p:cNvSpPr>
            <p:nvPr/>
          </p:nvSpPr>
          <p:spPr bwMode="auto">
            <a:xfrm flipV="1">
              <a:off x="6102883" y="4579320"/>
              <a:ext cx="0" cy="530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8"/>
            <p:cNvSpPr>
              <a:spLocks noChangeShapeType="1"/>
            </p:cNvSpPr>
            <p:nvPr/>
          </p:nvSpPr>
          <p:spPr bwMode="auto">
            <a:xfrm>
              <a:off x="6844245" y="4579320"/>
              <a:ext cx="0" cy="530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 name="组合 50"/>
          <p:cNvGrpSpPr/>
          <p:nvPr/>
        </p:nvGrpSpPr>
        <p:grpSpPr>
          <a:xfrm>
            <a:off x="8001000" y="4939200"/>
            <a:ext cx="879874" cy="856800"/>
            <a:chOff x="6102883" y="4579319"/>
            <a:chExt cx="741371" cy="864001"/>
          </a:xfrm>
        </p:grpSpPr>
        <p:sp>
          <p:nvSpPr>
            <p:cNvPr id="52" name="Line 6"/>
            <p:cNvSpPr>
              <a:spLocks noChangeShapeType="1"/>
            </p:cNvSpPr>
            <p:nvPr/>
          </p:nvSpPr>
          <p:spPr bwMode="auto">
            <a:xfrm flipV="1">
              <a:off x="6102883" y="4579319"/>
              <a:ext cx="0" cy="32672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7"/>
            <p:cNvSpPr>
              <a:spLocks noChangeShapeType="1"/>
            </p:cNvSpPr>
            <p:nvPr/>
          </p:nvSpPr>
          <p:spPr bwMode="auto">
            <a:xfrm>
              <a:off x="6102891" y="4579320"/>
              <a:ext cx="74136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8"/>
            <p:cNvSpPr>
              <a:spLocks noChangeShapeType="1"/>
            </p:cNvSpPr>
            <p:nvPr/>
          </p:nvSpPr>
          <p:spPr bwMode="auto">
            <a:xfrm>
              <a:off x="6844245" y="4579320"/>
              <a:ext cx="0" cy="864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4" name="组合 43"/>
          <p:cNvGrpSpPr/>
          <p:nvPr/>
        </p:nvGrpSpPr>
        <p:grpSpPr>
          <a:xfrm>
            <a:off x="6238616" y="853634"/>
            <a:ext cx="2530277" cy="2282770"/>
            <a:chOff x="660042" y="282134"/>
            <a:chExt cx="2648742" cy="2282770"/>
          </a:xfrm>
        </p:grpSpPr>
        <p:sp>
          <p:nvSpPr>
            <p:cNvPr id="56" name="菱形 55"/>
            <p:cNvSpPr/>
            <p:nvPr/>
          </p:nvSpPr>
          <p:spPr>
            <a:xfrm>
              <a:off x="2267744" y="548680"/>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7" name="菱形 56"/>
            <p:cNvSpPr/>
            <p:nvPr/>
          </p:nvSpPr>
          <p:spPr>
            <a:xfrm>
              <a:off x="1259632" y="155679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8" name="菱形 57"/>
            <p:cNvSpPr/>
            <p:nvPr/>
          </p:nvSpPr>
          <p:spPr>
            <a:xfrm>
              <a:off x="2195736" y="206084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9" name="菱形 58"/>
            <p:cNvSpPr/>
            <p:nvPr/>
          </p:nvSpPr>
          <p:spPr>
            <a:xfrm>
              <a:off x="660042" y="119675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0" name="菱形 59"/>
            <p:cNvSpPr/>
            <p:nvPr/>
          </p:nvSpPr>
          <p:spPr>
            <a:xfrm>
              <a:off x="2843808" y="242088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1" name="TextBox 60"/>
            <p:cNvSpPr txBox="1"/>
            <p:nvPr/>
          </p:nvSpPr>
          <p:spPr>
            <a:xfrm>
              <a:off x="2321723" y="282134"/>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1</a:t>
              </a:r>
              <a:endParaRPr lang="zh-CN" altLang="en-US" sz="1600" dirty="0">
                <a:latin typeface="Arial Unicode MS" pitchFamily="34" charset="-122"/>
                <a:ea typeface="Arial Unicode MS" pitchFamily="34" charset="-122"/>
                <a:cs typeface="Arial Unicode MS" pitchFamily="34" charset="-122"/>
              </a:endParaRPr>
            </a:p>
          </p:txBody>
        </p:sp>
        <p:sp>
          <p:nvSpPr>
            <p:cNvPr id="62" name="TextBox 61"/>
            <p:cNvSpPr txBox="1"/>
            <p:nvPr/>
          </p:nvSpPr>
          <p:spPr>
            <a:xfrm>
              <a:off x="1279388" y="1268760"/>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2</a:t>
              </a:r>
              <a:endParaRPr lang="zh-CN" altLang="en-US" sz="1600" dirty="0">
                <a:latin typeface="Arial Unicode MS" pitchFamily="34" charset="-122"/>
                <a:ea typeface="Arial Unicode MS" pitchFamily="34" charset="-122"/>
                <a:cs typeface="Arial Unicode MS" pitchFamily="34" charset="-122"/>
              </a:endParaRPr>
            </a:p>
          </p:txBody>
        </p:sp>
        <p:sp>
          <p:nvSpPr>
            <p:cNvPr id="63" name="TextBox 62"/>
            <p:cNvSpPr txBox="1"/>
            <p:nvPr/>
          </p:nvSpPr>
          <p:spPr>
            <a:xfrm>
              <a:off x="2215492" y="1794302"/>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3</a:t>
              </a:r>
              <a:endParaRPr lang="zh-CN" altLang="en-US" sz="1600" dirty="0">
                <a:latin typeface="Arial Unicode MS" pitchFamily="34" charset="-122"/>
                <a:ea typeface="Arial Unicode MS" pitchFamily="34" charset="-122"/>
                <a:cs typeface="Arial Unicode MS" pitchFamily="34" charset="-122"/>
              </a:endParaRPr>
            </a:p>
          </p:txBody>
        </p:sp>
        <p:sp>
          <p:nvSpPr>
            <p:cNvPr id="64" name="TextBox 63"/>
            <p:cNvSpPr txBox="1"/>
            <p:nvPr/>
          </p:nvSpPr>
          <p:spPr>
            <a:xfrm>
              <a:off x="660042" y="836712"/>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5</a:t>
              </a:r>
              <a:endParaRPr lang="zh-CN" altLang="en-US" sz="1600" dirty="0">
                <a:latin typeface="Arial Unicode MS" pitchFamily="34" charset="-122"/>
                <a:ea typeface="Arial Unicode MS" pitchFamily="34" charset="-122"/>
                <a:cs typeface="Arial Unicode MS" pitchFamily="34" charset="-122"/>
              </a:endParaRPr>
            </a:p>
          </p:txBody>
        </p:sp>
        <p:sp>
          <p:nvSpPr>
            <p:cNvPr id="65" name="TextBox 64"/>
            <p:cNvSpPr txBox="1"/>
            <p:nvPr/>
          </p:nvSpPr>
          <p:spPr>
            <a:xfrm>
              <a:off x="2892290" y="2204864"/>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6</a:t>
              </a:r>
              <a:endParaRPr lang="zh-CN" altLang="en-US" sz="1600" dirty="0">
                <a:latin typeface="Arial Unicode MS" pitchFamily="34" charset="-122"/>
                <a:ea typeface="Arial Unicode MS" pitchFamily="34" charset="-122"/>
                <a:cs typeface="Arial Unicode MS" pitchFamily="34" charset="-122"/>
              </a:endParaRPr>
            </a:p>
          </p:txBody>
        </p:sp>
      </p:grpSp>
      <p:sp>
        <p:nvSpPr>
          <p:cNvPr id="66" name="椭圆 65"/>
          <p:cNvSpPr/>
          <p:nvPr/>
        </p:nvSpPr>
        <p:spPr>
          <a:xfrm rot="18322284">
            <a:off x="6307042" y="1447700"/>
            <a:ext cx="612000" cy="1066087"/>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17886886">
            <a:off x="7801161" y="2311796"/>
            <a:ext cx="612000" cy="1066087"/>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菱形 67"/>
          <p:cNvSpPr/>
          <p:nvPr/>
        </p:nvSpPr>
        <p:spPr>
          <a:xfrm>
            <a:off x="7155327" y="3496444"/>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9" name="TextBox 68"/>
          <p:cNvSpPr txBox="1"/>
          <p:nvPr/>
        </p:nvSpPr>
        <p:spPr>
          <a:xfrm>
            <a:off x="7242986" y="3229898"/>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4</a:t>
            </a:r>
            <a:endParaRPr lang="zh-CN" altLang="en-US" sz="1600" dirty="0">
              <a:latin typeface="Arial Unicode MS" pitchFamily="34" charset="-122"/>
              <a:ea typeface="Arial Unicode MS" pitchFamily="34" charset="-122"/>
              <a:cs typeface="Arial Unicode MS" pitchFamily="34" charset="-122"/>
            </a:endParaRPr>
          </a:p>
        </p:txBody>
      </p:sp>
      <p:sp>
        <p:nvSpPr>
          <p:cNvPr id="55" name="Text Box 30"/>
          <p:cNvSpPr txBox="1">
            <a:spLocks noChangeArrowheads="1"/>
          </p:cNvSpPr>
          <p:nvPr/>
        </p:nvSpPr>
        <p:spPr bwMode="auto">
          <a:xfrm>
            <a:off x="7161188" y="2080174"/>
            <a:ext cx="12388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dirty="0">
                <a:solidFill>
                  <a:srgbClr val="C00000"/>
                </a:solidFill>
                <a:latin typeface="华文细黑" pitchFamily="2" charset="-122"/>
                <a:ea typeface="华文细黑" pitchFamily="2" charset="-122"/>
              </a:rPr>
              <a:t>组平均</a:t>
            </a:r>
            <a:endParaRPr lang="en-US" altLang="zh-CN" dirty="0">
              <a:solidFill>
                <a:srgbClr val="C00000"/>
              </a:solidFill>
              <a:latin typeface="华文细黑" pitchFamily="2" charset="-122"/>
              <a:ea typeface="华文细黑" pitchFamily="2" charset="-122"/>
            </a:endParaRPr>
          </a:p>
        </p:txBody>
      </p:sp>
      <p:graphicFrame>
        <p:nvGraphicFramePr>
          <p:cNvPr id="2" name="对象 1"/>
          <p:cNvGraphicFramePr>
            <a:graphicFrameLocks noChangeAspect="1"/>
          </p:cNvGraphicFramePr>
          <p:nvPr/>
        </p:nvGraphicFramePr>
        <p:xfrm>
          <a:off x="662388" y="3857524"/>
          <a:ext cx="5411787" cy="1196975"/>
        </p:xfrm>
        <a:graphic>
          <a:graphicData uri="http://schemas.openxmlformats.org/presentationml/2006/ole">
            <mc:AlternateContent xmlns:mc="http://schemas.openxmlformats.org/markup-compatibility/2006">
              <mc:Choice xmlns:v="urn:schemas-microsoft-com:vml" Requires="v">
                <p:oleObj spid="_x0000_s12299" name="公式" r:id="rId3" imgW="3238200" imgH="723600" progId="Equation.3">
                  <p:embed/>
                </p:oleObj>
              </mc:Choice>
              <mc:Fallback>
                <p:oleObj name="公式" r:id="rId3" imgW="3238200" imgH="723600" progId="Equation.3">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388" y="3857524"/>
                        <a:ext cx="541178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 name="Line 39"/>
          <p:cNvSpPr>
            <a:spLocks noChangeShapeType="1"/>
          </p:cNvSpPr>
          <p:nvPr/>
        </p:nvSpPr>
        <p:spPr bwMode="auto">
          <a:xfrm>
            <a:off x="6403676" y="1873846"/>
            <a:ext cx="1309777" cy="804222"/>
          </a:xfrm>
          <a:custGeom>
            <a:avLst/>
            <a:gdLst>
              <a:gd name="connsiteX0" fmla="*/ 0 w 1408837"/>
              <a:gd name="connsiteY0" fmla="*/ 0 h 804222"/>
              <a:gd name="connsiteX1" fmla="*/ 1408837 w 1408837"/>
              <a:gd name="connsiteY1" fmla="*/ 804222 h 804222"/>
              <a:gd name="connsiteX0" fmla="*/ 0 w 1408837"/>
              <a:gd name="connsiteY0" fmla="*/ 0 h 804222"/>
              <a:gd name="connsiteX1" fmla="*/ 766745 w 1408837"/>
              <a:gd name="connsiteY1" fmla="*/ 556934 h 804222"/>
              <a:gd name="connsiteX2" fmla="*/ 1408837 w 1408837"/>
              <a:gd name="connsiteY2" fmla="*/ 804222 h 804222"/>
              <a:gd name="connsiteX0" fmla="*/ 0 w 1408837"/>
              <a:gd name="connsiteY0" fmla="*/ 0 h 804222"/>
              <a:gd name="connsiteX1" fmla="*/ 766745 w 1408837"/>
              <a:gd name="connsiteY1" fmla="*/ 556934 h 804222"/>
              <a:gd name="connsiteX2" fmla="*/ 1408837 w 1408837"/>
              <a:gd name="connsiteY2" fmla="*/ 804222 h 804222"/>
              <a:gd name="connsiteX0" fmla="*/ 0 w 1408837"/>
              <a:gd name="connsiteY0" fmla="*/ 0 h 804222"/>
              <a:gd name="connsiteX1" fmla="*/ 766745 w 1408837"/>
              <a:gd name="connsiteY1" fmla="*/ 556934 h 804222"/>
              <a:gd name="connsiteX2" fmla="*/ 1408837 w 1408837"/>
              <a:gd name="connsiteY2" fmla="*/ 804222 h 804222"/>
              <a:gd name="connsiteX0" fmla="*/ 0 w 1408837"/>
              <a:gd name="connsiteY0" fmla="*/ 0 h 804222"/>
              <a:gd name="connsiteX1" fmla="*/ 766745 w 1408837"/>
              <a:gd name="connsiteY1" fmla="*/ 556934 h 804222"/>
              <a:gd name="connsiteX2" fmla="*/ 1408837 w 1408837"/>
              <a:gd name="connsiteY2" fmla="*/ 804222 h 804222"/>
              <a:gd name="connsiteX0" fmla="*/ 0 w 1408837"/>
              <a:gd name="connsiteY0" fmla="*/ 0 h 804222"/>
              <a:gd name="connsiteX1" fmla="*/ 629585 w 1408837"/>
              <a:gd name="connsiteY1" fmla="*/ 518834 h 804222"/>
              <a:gd name="connsiteX2" fmla="*/ 1408837 w 1408837"/>
              <a:gd name="connsiteY2" fmla="*/ 804222 h 804222"/>
              <a:gd name="connsiteX0" fmla="*/ 0 w 1408837"/>
              <a:gd name="connsiteY0" fmla="*/ 0 h 804222"/>
              <a:gd name="connsiteX1" fmla="*/ 629585 w 1408837"/>
              <a:gd name="connsiteY1" fmla="*/ 518834 h 804222"/>
              <a:gd name="connsiteX2" fmla="*/ 1408837 w 1408837"/>
              <a:gd name="connsiteY2" fmla="*/ 804222 h 804222"/>
              <a:gd name="connsiteX0" fmla="*/ 0 w 1408837"/>
              <a:gd name="connsiteY0" fmla="*/ 0 h 804222"/>
              <a:gd name="connsiteX1" fmla="*/ 629585 w 1408837"/>
              <a:gd name="connsiteY1" fmla="*/ 518834 h 804222"/>
              <a:gd name="connsiteX2" fmla="*/ 1408837 w 1408837"/>
              <a:gd name="connsiteY2" fmla="*/ 804222 h 804222"/>
              <a:gd name="connsiteX0" fmla="*/ 0 w 1408837"/>
              <a:gd name="connsiteY0" fmla="*/ 0 h 804222"/>
              <a:gd name="connsiteX1" fmla="*/ 629585 w 1408837"/>
              <a:gd name="connsiteY1" fmla="*/ 518834 h 804222"/>
              <a:gd name="connsiteX2" fmla="*/ 1408837 w 1408837"/>
              <a:gd name="connsiteY2" fmla="*/ 804222 h 804222"/>
              <a:gd name="connsiteX0" fmla="*/ 0 w 1370737"/>
              <a:gd name="connsiteY0" fmla="*/ 0 h 758502"/>
              <a:gd name="connsiteX1" fmla="*/ 591485 w 1370737"/>
              <a:gd name="connsiteY1" fmla="*/ 473114 h 758502"/>
              <a:gd name="connsiteX2" fmla="*/ 1370737 w 1370737"/>
              <a:gd name="connsiteY2" fmla="*/ 758502 h 758502"/>
              <a:gd name="connsiteX0" fmla="*/ 0 w 1309777"/>
              <a:gd name="connsiteY0" fmla="*/ 0 h 804222"/>
              <a:gd name="connsiteX1" fmla="*/ 591485 w 1309777"/>
              <a:gd name="connsiteY1" fmla="*/ 473114 h 804222"/>
              <a:gd name="connsiteX2" fmla="*/ 1309777 w 1309777"/>
              <a:gd name="connsiteY2" fmla="*/ 804222 h 804222"/>
              <a:gd name="connsiteX0" fmla="*/ 0 w 1309777"/>
              <a:gd name="connsiteY0" fmla="*/ 0 h 804222"/>
              <a:gd name="connsiteX1" fmla="*/ 561005 w 1309777"/>
              <a:gd name="connsiteY1" fmla="*/ 556934 h 804222"/>
              <a:gd name="connsiteX2" fmla="*/ 1309777 w 1309777"/>
              <a:gd name="connsiteY2" fmla="*/ 804222 h 804222"/>
            </a:gdLst>
            <a:ahLst/>
            <a:cxnLst>
              <a:cxn ang="0">
                <a:pos x="connsiteX0" y="connsiteY0"/>
              </a:cxn>
              <a:cxn ang="0">
                <a:pos x="connsiteX1" y="connsiteY1"/>
              </a:cxn>
              <a:cxn ang="0">
                <a:pos x="connsiteX2" y="connsiteY2"/>
              </a:cxn>
            </a:cxnLst>
            <a:rect l="l" t="t" r="r" b="b"/>
            <a:pathLst>
              <a:path w="1309777" h="804222">
                <a:moveTo>
                  <a:pt x="0" y="0"/>
                </a:moveTo>
                <a:cubicBezTo>
                  <a:pt x="230182" y="272005"/>
                  <a:pt x="342709" y="422897"/>
                  <a:pt x="561005" y="556934"/>
                </a:cubicBezTo>
                <a:cubicBezTo>
                  <a:pt x="779301" y="690971"/>
                  <a:pt x="962085" y="711408"/>
                  <a:pt x="1309777" y="804222"/>
                </a:cubicBezTo>
              </a:path>
            </a:pathLst>
          </a:custGeom>
          <a:noFill/>
          <a:ln w="25400">
            <a:solidFill>
              <a:srgbClr val="C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 name="Line 39"/>
          <p:cNvSpPr>
            <a:spLocks noChangeShapeType="1"/>
          </p:cNvSpPr>
          <p:nvPr/>
        </p:nvSpPr>
        <p:spPr bwMode="auto">
          <a:xfrm>
            <a:off x="6954592" y="2301978"/>
            <a:ext cx="1345478" cy="758790"/>
          </a:xfrm>
          <a:custGeom>
            <a:avLst/>
            <a:gdLst>
              <a:gd name="connsiteX0" fmla="*/ 0 w 1444538"/>
              <a:gd name="connsiteY0" fmla="*/ 0 h 842610"/>
              <a:gd name="connsiteX1" fmla="*/ 1444538 w 1444538"/>
              <a:gd name="connsiteY1" fmla="*/ 842610 h 842610"/>
              <a:gd name="connsiteX0" fmla="*/ 0 w 1200698"/>
              <a:gd name="connsiteY0" fmla="*/ 0 h 1185510"/>
              <a:gd name="connsiteX1" fmla="*/ 1200698 w 1200698"/>
              <a:gd name="connsiteY1" fmla="*/ 1185510 h 1185510"/>
              <a:gd name="connsiteX0" fmla="*/ 0 w 1200698"/>
              <a:gd name="connsiteY0" fmla="*/ 0 h 1185510"/>
              <a:gd name="connsiteX1" fmla="*/ 1200698 w 1200698"/>
              <a:gd name="connsiteY1" fmla="*/ 1185510 h 1185510"/>
              <a:gd name="connsiteX0" fmla="*/ 0 w 1345478"/>
              <a:gd name="connsiteY0" fmla="*/ 0 h 758790"/>
              <a:gd name="connsiteX1" fmla="*/ 1345478 w 1345478"/>
              <a:gd name="connsiteY1" fmla="*/ 758790 h 758790"/>
              <a:gd name="connsiteX0" fmla="*/ 0 w 1345478"/>
              <a:gd name="connsiteY0" fmla="*/ 0 h 758790"/>
              <a:gd name="connsiteX1" fmla="*/ 1345478 w 1345478"/>
              <a:gd name="connsiteY1" fmla="*/ 758790 h 758790"/>
            </a:gdLst>
            <a:ahLst/>
            <a:cxnLst>
              <a:cxn ang="0">
                <a:pos x="connsiteX0" y="connsiteY0"/>
              </a:cxn>
              <a:cxn ang="0">
                <a:pos x="connsiteX1" y="connsiteY1"/>
              </a:cxn>
            </a:cxnLst>
            <a:rect l="l" t="t" r="r" b="b"/>
            <a:pathLst>
              <a:path w="1345478" h="758790">
                <a:moveTo>
                  <a:pt x="0" y="0"/>
                </a:moveTo>
                <a:cubicBezTo>
                  <a:pt x="123373" y="258010"/>
                  <a:pt x="726805" y="599840"/>
                  <a:pt x="1345478" y="758790"/>
                </a:cubicBezTo>
              </a:path>
            </a:pathLst>
          </a:custGeom>
          <a:noFill/>
          <a:ln w="25400">
            <a:solidFill>
              <a:srgbClr val="C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 name="Line 39"/>
          <p:cNvSpPr>
            <a:spLocks noChangeShapeType="1"/>
          </p:cNvSpPr>
          <p:nvPr/>
        </p:nvSpPr>
        <p:spPr bwMode="auto">
          <a:xfrm>
            <a:off x="6401559" y="1843688"/>
            <a:ext cx="1908507" cy="1129268"/>
          </a:xfrm>
          <a:custGeom>
            <a:avLst/>
            <a:gdLst>
              <a:gd name="connsiteX0" fmla="*/ 0 w 1946607"/>
              <a:gd name="connsiteY0" fmla="*/ 0 h 1152128"/>
              <a:gd name="connsiteX1" fmla="*/ 1946607 w 1946607"/>
              <a:gd name="connsiteY1" fmla="*/ 1152128 h 1152128"/>
              <a:gd name="connsiteX0" fmla="*/ 0 w 1946607"/>
              <a:gd name="connsiteY0" fmla="*/ 0 h 1152128"/>
              <a:gd name="connsiteX1" fmla="*/ 1187962 w 1946607"/>
              <a:gd name="connsiteY1" fmla="*/ 434692 h 1152128"/>
              <a:gd name="connsiteX2" fmla="*/ 1946607 w 1946607"/>
              <a:gd name="connsiteY2" fmla="*/ 1152128 h 1152128"/>
              <a:gd name="connsiteX0" fmla="*/ 0 w 1946607"/>
              <a:gd name="connsiteY0" fmla="*/ 0 h 1152128"/>
              <a:gd name="connsiteX1" fmla="*/ 1187962 w 1946607"/>
              <a:gd name="connsiteY1" fmla="*/ 434692 h 1152128"/>
              <a:gd name="connsiteX2" fmla="*/ 1946607 w 1946607"/>
              <a:gd name="connsiteY2" fmla="*/ 1152128 h 1152128"/>
              <a:gd name="connsiteX0" fmla="*/ 0 w 1946607"/>
              <a:gd name="connsiteY0" fmla="*/ 0 h 1152128"/>
              <a:gd name="connsiteX1" fmla="*/ 1187962 w 1946607"/>
              <a:gd name="connsiteY1" fmla="*/ 434692 h 1152128"/>
              <a:gd name="connsiteX2" fmla="*/ 1946607 w 1946607"/>
              <a:gd name="connsiteY2" fmla="*/ 1152128 h 1152128"/>
              <a:gd name="connsiteX0" fmla="*/ 0 w 1946607"/>
              <a:gd name="connsiteY0" fmla="*/ 0 h 1152128"/>
              <a:gd name="connsiteX1" fmla="*/ 1187962 w 1946607"/>
              <a:gd name="connsiteY1" fmla="*/ 434692 h 1152128"/>
              <a:gd name="connsiteX2" fmla="*/ 1946607 w 1946607"/>
              <a:gd name="connsiteY2" fmla="*/ 1152128 h 1152128"/>
              <a:gd name="connsiteX0" fmla="*/ 0 w 1969467"/>
              <a:gd name="connsiteY0" fmla="*/ 0 h 1220708"/>
              <a:gd name="connsiteX1" fmla="*/ 1210822 w 1969467"/>
              <a:gd name="connsiteY1" fmla="*/ 503272 h 1220708"/>
              <a:gd name="connsiteX2" fmla="*/ 1969467 w 1969467"/>
              <a:gd name="connsiteY2" fmla="*/ 1220708 h 1220708"/>
              <a:gd name="connsiteX0" fmla="*/ 0 w 1969467"/>
              <a:gd name="connsiteY0" fmla="*/ 0 h 1220708"/>
              <a:gd name="connsiteX1" fmla="*/ 1210822 w 1969467"/>
              <a:gd name="connsiteY1" fmla="*/ 503272 h 1220708"/>
              <a:gd name="connsiteX2" fmla="*/ 1969467 w 1969467"/>
              <a:gd name="connsiteY2" fmla="*/ 1220708 h 1220708"/>
              <a:gd name="connsiteX0" fmla="*/ 0 w 1969467"/>
              <a:gd name="connsiteY0" fmla="*/ 0 h 1220708"/>
              <a:gd name="connsiteX1" fmla="*/ 1210822 w 1969467"/>
              <a:gd name="connsiteY1" fmla="*/ 503272 h 1220708"/>
              <a:gd name="connsiteX2" fmla="*/ 1969467 w 1969467"/>
              <a:gd name="connsiteY2" fmla="*/ 1220708 h 1220708"/>
              <a:gd name="connsiteX0" fmla="*/ 0 w 1908507"/>
              <a:gd name="connsiteY0" fmla="*/ 0 h 1129268"/>
              <a:gd name="connsiteX1" fmla="*/ 1210822 w 1908507"/>
              <a:gd name="connsiteY1" fmla="*/ 503272 h 1129268"/>
              <a:gd name="connsiteX2" fmla="*/ 1908507 w 1908507"/>
              <a:gd name="connsiteY2" fmla="*/ 1129268 h 1129268"/>
            </a:gdLst>
            <a:ahLst/>
            <a:cxnLst>
              <a:cxn ang="0">
                <a:pos x="connsiteX0" y="connsiteY0"/>
              </a:cxn>
              <a:cxn ang="0">
                <a:pos x="connsiteX1" y="connsiteY1"/>
              </a:cxn>
              <a:cxn ang="0">
                <a:pos x="connsiteX2" y="connsiteY2"/>
              </a:cxn>
            </a:cxnLst>
            <a:rect l="l" t="t" r="r" b="b"/>
            <a:pathLst>
              <a:path w="1908507" h="1129268">
                <a:moveTo>
                  <a:pt x="0" y="0"/>
                </a:moveTo>
                <a:cubicBezTo>
                  <a:pt x="411227" y="111877"/>
                  <a:pt x="892738" y="315061"/>
                  <a:pt x="1210822" y="503272"/>
                </a:cubicBezTo>
                <a:cubicBezTo>
                  <a:pt x="1528906" y="691483"/>
                  <a:pt x="1533958" y="722365"/>
                  <a:pt x="1908507" y="1129268"/>
                </a:cubicBezTo>
              </a:path>
            </a:pathLst>
          </a:custGeom>
          <a:noFill/>
          <a:ln w="25400">
            <a:solidFill>
              <a:srgbClr val="C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90" name="Line 39"/>
          <p:cNvSpPr>
            <a:spLocks noChangeShapeType="1"/>
          </p:cNvSpPr>
          <p:nvPr/>
        </p:nvSpPr>
        <p:spPr bwMode="auto">
          <a:xfrm>
            <a:off x="6955574" y="2251349"/>
            <a:ext cx="809208" cy="422025"/>
          </a:xfrm>
          <a:custGeom>
            <a:avLst/>
            <a:gdLst>
              <a:gd name="connsiteX0" fmla="*/ 0 w 847308"/>
              <a:gd name="connsiteY0" fmla="*/ 0 h 521085"/>
              <a:gd name="connsiteX1" fmla="*/ 847308 w 847308"/>
              <a:gd name="connsiteY1" fmla="*/ 521085 h 521085"/>
              <a:gd name="connsiteX0" fmla="*/ 0 w 588228"/>
              <a:gd name="connsiteY0" fmla="*/ 0 h 879225"/>
              <a:gd name="connsiteX1" fmla="*/ 588228 w 588228"/>
              <a:gd name="connsiteY1" fmla="*/ 879225 h 879225"/>
              <a:gd name="connsiteX0" fmla="*/ 0 w 839688"/>
              <a:gd name="connsiteY0" fmla="*/ 0 h 399165"/>
              <a:gd name="connsiteX1" fmla="*/ 839688 w 839688"/>
              <a:gd name="connsiteY1" fmla="*/ 399165 h 399165"/>
              <a:gd name="connsiteX0" fmla="*/ 0 w 839688"/>
              <a:gd name="connsiteY0" fmla="*/ 0 h 399165"/>
              <a:gd name="connsiteX1" fmla="*/ 839688 w 839688"/>
              <a:gd name="connsiteY1" fmla="*/ 399165 h 399165"/>
              <a:gd name="connsiteX0" fmla="*/ 0 w 839688"/>
              <a:gd name="connsiteY0" fmla="*/ 0 h 399165"/>
              <a:gd name="connsiteX1" fmla="*/ 839688 w 839688"/>
              <a:gd name="connsiteY1" fmla="*/ 399165 h 399165"/>
              <a:gd name="connsiteX0" fmla="*/ 0 w 809208"/>
              <a:gd name="connsiteY0" fmla="*/ 0 h 422025"/>
              <a:gd name="connsiteX1" fmla="*/ 809208 w 809208"/>
              <a:gd name="connsiteY1" fmla="*/ 422025 h 422025"/>
            </a:gdLst>
            <a:ahLst/>
            <a:cxnLst>
              <a:cxn ang="0">
                <a:pos x="connsiteX0" y="connsiteY0"/>
              </a:cxn>
              <a:cxn ang="0">
                <a:pos x="connsiteX1" y="connsiteY1"/>
              </a:cxn>
            </a:cxnLst>
            <a:rect l="l" t="t" r="r" b="b"/>
            <a:pathLst>
              <a:path w="809208" h="422025">
                <a:moveTo>
                  <a:pt x="0" y="0"/>
                </a:moveTo>
                <a:cubicBezTo>
                  <a:pt x="320536" y="105115"/>
                  <a:pt x="549632" y="217850"/>
                  <a:pt x="809208" y="422025"/>
                </a:cubicBezTo>
              </a:path>
            </a:pathLst>
          </a:custGeom>
          <a:noFill/>
          <a:ln w="25400">
            <a:solidFill>
              <a:srgbClr val="C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8922692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6466" name="Rectangle 2"/>
          <p:cNvSpPr>
            <a:spLocks noGrp="1" noChangeArrowheads="1"/>
          </p:cNvSpPr>
          <p:nvPr>
            <p:ph type="title"/>
          </p:nvPr>
        </p:nvSpPr>
        <p:spPr/>
        <p:txBody>
          <a:bodyPr/>
          <a:lstStyle/>
          <a:p>
            <a:r>
              <a:rPr lang="en-US" altLang="zh-CN" dirty="0"/>
              <a:t>Cluster</a:t>
            </a:r>
            <a:r>
              <a:rPr lang="zh-CN" altLang="en-US" dirty="0"/>
              <a:t>间的相似性</a:t>
            </a:r>
          </a:p>
        </p:txBody>
      </p:sp>
      <p:sp>
        <p:nvSpPr>
          <p:cNvPr id="22" name="内容占位符 1"/>
          <p:cNvSpPr>
            <a:spLocks noGrp="1"/>
          </p:cNvSpPr>
          <p:nvPr>
            <p:ph idx="1"/>
          </p:nvPr>
        </p:nvSpPr>
        <p:spPr>
          <a:xfrm>
            <a:off x="162765" y="1508790"/>
            <a:ext cx="8917735" cy="4678936"/>
          </a:xfrm>
        </p:spPr>
        <p:txBody>
          <a:bodyPr/>
          <a:lstStyle/>
          <a:p>
            <a:r>
              <a:rPr lang="en-US" altLang="zh-CN" dirty="0"/>
              <a:t>Group Average </a:t>
            </a:r>
            <a:r>
              <a:rPr lang="zh-CN" altLang="en-US" dirty="0"/>
              <a:t>组平均</a:t>
            </a:r>
            <a:endParaRPr lang="en-US" altLang="zh-CN" dirty="0"/>
          </a:p>
          <a:p>
            <a:pPr lvl="1"/>
            <a:r>
              <a:rPr lang="zh-CN" altLang="en-US" dirty="0"/>
              <a:t>两个簇的邻近度定义为不同簇的所有点</a:t>
            </a:r>
            <a:br>
              <a:rPr lang="en-US" altLang="zh-CN" dirty="0"/>
            </a:br>
            <a:r>
              <a:rPr lang="zh-CN" altLang="en-US" dirty="0"/>
              <a:t>对的平均逐对邻近度</a:t>
            </a:r>
            <a:endParaRPr lang="en-US" altLang="zh-CN" dirty="0"/>
          </a:p>
          <a:p>
            <a:pPr lvl="1"/>
            <a:r>
              <a:rPr lang="zh-CN" altLang="en-US" dirty="0"/>
              <a:t>是一种单链与全链的折中算法</a:t>
            </a:r>
            <a:endParaRPr lang="en-US" altLang="zh-CN" dirty="0"/>
          </a:p>
          <a:p>
            <a:pPr lvl="1"/>
            <a:endParaRPr lang="en-US" altLang="zh-CN" dirty="0"/>
          </a:p>
          <a:p>
            <a:pPr lvl="1"/>
            <a:endParaRPr lang="zh-CN" altLang="en-US" dirty="0"/>
          </a:p>
        </p:txBody>
      </p:sp>
      <p:grpSp>
        <p:nvGrpSpPr>
          <p:cNvPr id="28" name="组合 27"/>
          <p:cNvGrpSpPr/>
          <p:nvPr/>
        </p:nvGrpSpPr>
        <p:grpSpPr>
          <a:xfrm>
            <a:off x="6538960" y="5176800"/>
            <a:ext cx="576000" cy="619200"/>
            <a:chOff x="6102883" y="4579320"/>
            <a:chExt cx="741362" cy="518400"/>
          </a:xfrm>
        </p:grpSpPr>
        <p:sp>
          <p:nvSpPr>
            <p:cNvPr id="48" name="Line 6"/>
            <p:cNvSpPr>
              <a:spLocks noChangeShapeType="1"/>
            </p:cNvSpPr>
            <p:nvPr/>
          </p:nvSpPr>
          <p:spPr bwMode="auto">
            <a:xfrm flipV="1">
              <a:off x="6102883" y="4579320"/>
              <a:ext cx="0" cy="518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8"/>
            <p:cNvSpPr>
              <a:spLocks noChangeShapeType="1"/>
            </p:cNvSpPr>
            <p:nvPr/>
          </p:nvSpPr>
          <p:spPr bwMode="auto">
            <a:xfrm>
              <a:off x="6844245" y="4579320"/>
              <a:ext cx="0" cy="518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9" name="Text Box 22"/>
          <p:cNvSpPr txBox="1">
            <a:spLocks noChangeArrowheads="1"/>
          </p:cNvSpPr>
          <p:nvPr/>
        </p:nvSpPr>
        <p:spPr bwMode="auto">
          <a:xfrm>
            <a:off x="6386561" y="5703799"/>
            <a:ext cx="428625" cy="369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p2</a:t>
            </a:r>
          </a:p>
        </p:txBody>
      </p:sp>
      <p:sp>
        <p:nvSpPr>
          <p:cNvPr id="30" name="Text Box 23"/>
          <p:cNvSpPr txBox="1">
            <a:spLocks noChangeArrowheads="1"/>
          </p:cNvSpPr>
          <p:nvPr/>
        </p:nvSpPr>
        <p:spPr bwMode="auto">
          <a:xfrm>
            <a:off x="6949941"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p5</a:t>
            </a:r>
          </a:p>
        </p:txBody>
      </p:sp>
      <p:sp>
        <p:nvSpPr>
          <p:cNvPr id="31" name="Text Box 24"/>
          <p:cNvSpPr txBox="1">
            <a:spLocks noChangeArrowheads="1"/>
          </p:cNvSpPr>
          <p:nvPr/>
        </p:nvSpPr>
        <p:spPr bwMode="auto">
          <a:xfrm>
            <a:off x="7513322"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p3</a:t>
            </a:r>
          </a:p>
        </p:txBody>
      </p:sp>
      <p:sp>
        <p:nvSpPr>
          <p:cNvPr id="32" name="Text Box 25"/>
          <p:cNvSpPr txBox="1">
            <a:spLocks noChangeArrowheads="1"/>
          </p:cNvSpPr>
          <p:nvPr/>
        </p:nvSpPr>
        <p:spPr bwMode="auto">
          <a:xfrm>
            <a:off x="8076400"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p6</a:t>
            </a:r>
          </a:p>
        </p:txBody>
      </p:sp>
      <p:sp>
        <p:nvSpPr>
          <p:cNvPr id="34" name="Text Box 26"/>
          <p:cNvSpPr txBox="1">
            <a:spLocks noChangeArrowheads="1"/>
          </p:cNvSpPr>
          <p:nvPr/>
        </p:nvSpPr>
        <p:spPr bwMode="auto">
          <a:xfrm>
            <a:off x="8639478"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p4</a:t>
            </a:r>
          </a:p>
        </p:txBody>
      </p:sp>
      <p:sp>
        <p:nvSpPr>
          <p:cNvPr id="35" name="Text Box 26"/>
          <p:cNvSpPr txBox="1">
            <a:spLocks noChangeArrowheads="1"/>
          </p:cNvSpPr>
          <p:nvPr/>
        </p:nvSpPr>
        <p:spPr bwMode="auto">
          <a:xfrm>
            <a:off x="5853160" y="5715000"/>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p1</a:t>
            </a:r>
          </a:p>
        </p:txBody>
      </p:sp>
      <p:grpSp>
        <p:nvGrpSpPr>
          <p:cNvPr id="36" name="组合 35"/>
          <p:cNvGrpSpPr/>
          <p:nvPr/>
        </p:nvGrpSpPr>
        <p:grpSpPr>
          <a:xfrm>
            <a:off x="7681960" y="5277600"/>
            <a:ext cx="576000" cy="518400"/>
            <a:chOff x="6102883" y="4579320"/>
            <a:chExt cx="741362" cy="530490"/>
          </a:xfrm>
        </p:grpSpPr>
        <p:sp>
          <p:nvSpPr>
            <p:cNvPr id="45" name="Line 6"/>
            <p:cNvSpPr>
              <a:spLocks noChangeShapeType="1"/>
            </p:cNvSpPr>
            <p:nvPr/>
          </p:nvSpPr>
          <p:spPr bwMode="auto">
            <a:xfrm flipV="1">
              <a:off x="6102883" y="4579320"/>
              <a:ext cx="0" cy="530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8"/>
            <p:cNvSpPr>
              <a:spLocks noChangeShapeType="1"/>
            </p:cNvSpPr>
            <p:nvPr/>
          </p:nvSpPr>
          <p:spPr bwMode="auto">
            <a:xfrm>
              <a:off x="6844245" y="4579320"/>
              <a:ext cx="0" cy="530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 name="组合 50"/>
          <p:cNvGrpSpPr/>
          <p:nvPr/>
        </p:nvGrpSpPr>
        <p:grpSpPr>
          <a:xfrm>
            <a:off x="8001000" y="4939200"/>
            <a:ext cx="879874" cy="856800"/>
            <a:chOff x="6102883" y="4579319"/>
            <a:chExt cx="741371" cy="864001"/>
          </a:xfrm>
        </p:grpSpPr>
        <p:sp>
          <p:nvSpPr>
            <p:cNvPr id="52" name="Line 6"/>
            <p:cNvSpPr>
              <a:spLocks noChangeShapeType="1"/>
            </p:cNvSpPr>
            <p:nvPr/>
          </p:nvSpPr>
          <p:spPr bwMode="auto">
            <a:xfrm flipV="1">
              <a:off x="6102883" y="4579319"/>
              <a:ext cx="0" cy="32672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7"/>
            <p:cNvSpPr>
              <a:spLocks noChangeShapeType="1"/>
            </p:cNvSpPr>
            <p:nvPr/>
          </p:nvSpPr>
          <p:spPr bwMode="auto">
            <a:xfrm>
              <a:off x="6102891" y="4579320"/>
              <a:ext cx="74136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8"/>
            <p:cNvSpPr>
              <a:spLocks noChangeShapeType="1"/>
            </p:cNvSpPr>
            <p:nvPr/>
          </p:nvSpPr>
          <p:spPr bwMode="auto">
            <a:xfrm>
              <a:off x="6844245" y="4579320"/>
              <a:ext cx="0" cy="864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4" name="组合 43"/>
          <p:cNvGrpSpPr/>
          <p:nvPr/>
        </p:nvGrpSpPr>
        <p:grpSpPr>
          <a:xfrm>
            <a:off x="6238616" y="853634"/>
            <a:ext cx="2530277" cy="2282770"/>
            <a:chOff x="660042" y="282134"/>
            <a:chExt cx="2648742" cy="2282770"/>
          </a:xfrm>
        </p:grpSpPr>
        <p:sp>
          <p:nvSpPr>
            <p:cNvPr id="56" name="菱形 55"/>
            <p:cNvSpPr/>
            <p:nvPr/>
          </p:nvSpPr>
          <p:spPr>
            <a:xfrm>
              <a:off x="2267744" y="548680"/>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7" name="菱形 56"/>
            <p:cNvSpPr/>
            <p:nvPr/>
          </p:nvSpPr>
          <p:spPr>
            <a:xfrm>
              <a:off x="1259632" y="155679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8" name="菱形 57"/>
            <p:cNvSpPr/>
            <p:nvPr/>
          </p:nvSpPr>
          <p:spPr>
            <a:xfrm>
              <a:off x="2195736" y="206084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9" name="菱形 58"/>
            <p:cNvSpPr/>
            <p:nvPr/>
          </p:nvSpPr>
          <p:spPr>
            <a:xfrm>
              <a:off x="660042" y="119675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0" name="菱形 59"/>
            <p:cNvSpPr/>
            <p:nvPr/>
          </p:nvSpPr>
          <p:spPr>
            <a:xfrm>
              <a:off x="2843808" y="242088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1" name="TextBox 60"/>
            <p:cNvSpPr txBox="1"/>
            <p:nvPr/>
          </p:nvSpPr>
          <p:spPr>
            <a:xfrm>
              <a:off x="2321723" y="282134"/>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1</a:t>
              </a:r>
              <a:endParaRPr lang="zh-CN" altLang="en-US" sz="1600" dirty="0">
                <a:latin typeface="Arial Unicode MS" pitchFamily="34" charset="-122"/>
                <a:ea typeface="Arial Unicode MS" pitchFamily="34" charset="-122"/>
                <a:cs typeface="Arial Unicode MS" pitchFamily="34" charset="-122"/>
              </a:endParaRPr>
            </a:p>
          </p:txBody>
        </p:sp>
        <p:sp>
          <p:nvSpPr>
            <p:cNvPr id="62" name="TextBox 61"/>
            <p:cNvSpPr txBox="1"/>
            <p:nvPr/>
          </p:nvSpPr>
          <p:spPr>
            <a:xfrm>
              <a:off x="1279388" y="1268760"/>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2</a:t>
              </a:r>
              <a:endParaRPr lang="zh-CN" altLang="en-US" sz="1600" dirty="0">
                <a:latin typeface="Arial Unicode MS" pitchFamily="34" charset="-122"/>
                <a:ea typeface="Arial Unicode MS" pitchFamily="34" charset="-122"/>
                <a:cs typeface="Arial Unicode MS" pitchFamily="34" charset="-122"/>
              </a:endParaRPr>
            </a:p>
          </p:txBody>
        </p:sp>
        <p:sp>
          <p:nvSpPr>
            <p:cNvPr id="63" name="TextBox 62"/>
            <p:cNvSpPr txBox="1"/>
            <p:nvPr/>
          </p:nvSpPr>
          <p:spPr>
            <a:xfrm>
              <a:off x="2215492" y="1794302"/>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3</a:t>
              </a:r>
              <a:endParaRPr lang="zh-CN" altLang="en-US" sz="1600" dirty="0">
                <a:latin typeface="Arial Unicode MS" pitchFamily="34" charset="-122"/>
                <a:ea typeface="Arial Unicode MS" pitchFamily="34" charset="-122"/>
                <a:cs typeface="Arial Unicode MS" pitchFamily="34" charset="-122"/>
              </a:endParaRPr>
            </a:p>
          </p:txBody>
        </p:sp>
        <p:sp>
          <p:nvSpPr>
            <p:cNvPr id="64" name="TextBox 63"/>
            <p:cNvSpPr txBox="1"/>
            <p:nvPr/>
          </p:nvSpPr>
          <p:spPr>
            <a:xfrm>
              <a:off x="660042" y="836712"/>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5</a:t>
              </a:r>
              <a:endParaRPr lang="zh-CN" altLang="en-US" sz="1600" dirty="0">
                <a:latin typeface="Arial Unicode MS" pitchFamily="34" charset="-122"/>
                <a:ea typeface="Arial Unicode MS" pitchFamily="34" charset="-122"/>
                <a:cs typeface="Arial Unicode MS" pitchFamily="34" charset="-122"/>
              </a:endParaRPr>
            </a:p>
          </p:txBody>
        </p:sp>
        <p:sp>
          <p:nvSpPr>
            <p:cNvPr id="65" name="TextBox 64"/>
            <p:cNvSpPr txBox="1"/>
            <p:nvPr/>
          </p:nvSpPr>
          <p:spPr>
            <a:xfrm>
              <a:off x="2892290" y="2204864"/>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6</a:t>
              </a:r>
              <a:endParaRPr lang="zh-CN" altLang="en-US" sz="1600" dirty="0">
                <a:latin typeface="Arial Unicode MS" pitchFamily="34" charset="-122"/>
                <a:ea typeface="Arial Unicode MS" pitchFamily="34" charset="-122"/>
                <a:cs typeface="Arial Unicode MS" pitchFamily="34" charset="-122"/>
              </a:endParaRPr>
            </a:p>
          </p:txBody>
        </p:sp>
      </p:grpSp>
      <p:sp>
        <p:nvSpPr>
          <p:cNvPr id="66" name="椭圆 65"/>
          <p:cNvSpPr/>
          <p:nvPr/>
        </p:nvSpPr>
        <p:spPr>
          <a:xfrm rot="18322284">
            <a:off x="6307042" y="1447700"/>
            <a:ext cx="612000" cy="1066087"/>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17886886">
            <a:off x="7801161" y="2311796"/>
            <a:ext cx="612000" cy="1066087"/>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菱形 67"/>
          <p:cNvSpPr/>
          <p:nvPr/>
        </p:nvSpPr>
        <p:spPr>
          <a:xfrm>
            <a:off x="7155327" y="3496444"/>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9" name="TextBox 68"/>
          <p:cNvSpPr txBox="1"/>
          <p:nvPr/>
        </p:nvSpPr>
        <p:spPr>
          <a:xfrm>
            <a:off x="7242986" y="3229898"/>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4</a:t>
            </a:r>
            <a:endParaRPr lang="zh-CN" altLang="en-US" sz="1600" dirty="0">
              <a:latin typeface="Arial Unicode MS" pitchFamily="34" charset="-122"/>
              <a:ea typeface="Arial Unicode MS" pitchFamily="34" charset="-122"/>
              <a:cs typeface="Arial Unicode MS" pitchFamily="34" charset="-122"/>
            </a:endParaRPr>
          </a:p>
        </p:txBody>
      </p:sp>
      <p:graphicFrame>
        <p:nvGraphicFramePr>
          <p:cNvPr id="74" name="表格 73"/>
          <p:cNvGraphicFramePr>
            <a:graphicFrameLocks noGrp="1"/>
          </p:cNvGraphicFramePr>
          <p:nvPr/>
        </p:nvGraphicFramePr>
        <p:xfrm>
          <a:off x="685801" y="3735002"/>
          <a:ext cx="4320001" cy="1979999"/>
        </p:xfrm>
        <a:graphic>
          <a:graphicData uri="http://schemas.openxmlformats.org/drawingml/2006/table">
            <a:tbl>
              <a:tblPr firstRow="1" bandRow="1">
                <a:solidFill>
                  <a:srgbClr val="E9F19D"/>
                </a:solidFill>
                <a:tableStyleId>{5940675A-B579-460E-94D1-54222C63F5DA}</a:tableStyleId>
              </a:tblPr>
              <a:tblGrid>
                <a:gridCol w="617143">
                  <a:extLst>
                    <a:ext uri="{9D8B030D-6E8A-4147-A177-3AD203B41FA5}">
                      <a16:colId xmlns:a16="http://schemas.microsoft.com/office/drawing/2014/main" val="20000"/>
                    </a:ext>
                  </a:extLst>
                </a:gridCol>
                <a:gridCol w="617143">
                  <a:extLst>
                    <a:ext uri="{9D8B030D-6E8A-4147-A177-3AD203B41FA5}">
                      <a16:colId xmlns:a16="http://schemas.microsoft.com/office/drawing/2014/main" val="20001"/>
                    </a:ext>
                  </a:extLst>
                </a:gridCol>
                <a:gridCol w="617143">
                  <a:extLst>
                    <a:ext uri="{9D8B030D-6E8A-4147-A177-3AD203B41FA5}">
                      <a16:colId xmlns:a16="http://schemas.microsoft.com/office/drawing/2014/main" val="20002"/>
                    </a:ext>
                  </a:extLst>
                </a:gridCol>
                <a:gridCol w="617143">
                  <a:extLst>
                    <a:ext uri="{9D8B030D-6E8A-4147-A177-3AD203B41FA5}">
                      <a16:colId xmlns:a16="http://schemas.microsoft.com/office/drawing/2014/main" val="20003"/>
                    </a:ext>
                  </a:extLst>
                </a:gridCol>
                <a:gridCol w="617143">
                  <a:extLst>
                    <a:ext uri="{9D8B030D-6E8A-4147-A177-3AD203B41FA5}">
                      <a16:colId xmlns:a16="http://schemas.microsoft.com/office/drawing/2014/main" val="20004"/>
                    </a:ext>
                  </a:extLst>
                </a:gridCol>
                <a:gridCol w="617143">
                  <a:extLst>
                    <a:ext uri="{9D8B030D-6E8A-4147-A177-3AD203B41FA5}">
                      <a16:colId xmlns:a16="http://schemas.microsoft.com/office/drawing/2014/main" val="20005"/>
                    </a:ext>
                  </a:extLst>
                </a:gridCol>
                <a:gridCol w="617143">
                  <a:extLst>
                    <a:ext uri="{9D8B030D-6E8A-4147-A177-3AD203B41FA5}">
                      <a16:colId xmlns:a16="http://schemas.microsoft.com/office/drawing/2014/main" val="20006"/>
                    </a:ext>
                  </a:extLst>
                </a:gridCol>
              </a:tblGrid>
              <a:tr h="340391">
                <a:tc>
                  <a:txBody>
                    <a:bodyPr/>
                    <a:lstStyle/>
                    <a:p>
                      <a:pPr algn="ctr"/>
                      <a:endParaRPr lang="zh-CN" altLang="en-US" sz="1600" dirty="0">
                        <a:latin typeface="Times New Roman" pitchFamily="18" charset="0"/>
                        <a:cs typeface="Times New Roman" pitchFamily="18" charset="0"/>
                      </a:endParaRPr>
                    </a:p>
                  </a:txBody>
                  <a:tcPr>
                    <a:solidFill>
                      <a:schemeClr val="bg1"/>
                    </a:solidFill>
                  </a:tcPr>
                </a:tc>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p1</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p2</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p5</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p4</a:t>
                      </a:r>
                    </a:p>
                  </a:txBody>
                  <a:tcPr marL="9525" marR="9525" marT="9525" marB="0" anchor="ctr">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p3</a:t>
                      </a:r>
                    </a:p>
                  </a:txBody>
                  <a:tcPr marL="9525" marR="9525" marT="9525" marB="0" anchor="ctr">
                    <a:solidFill>
                      <a:schemeClr val="bg1"/>
                    </a:solidFill>
                  </a:tcPr>
                </a:tc>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p6</a:t>
                      </a:r>
                    </a:p>
                  </a:txBody>
                  <a:tcPr marL="9525" marR="9525" marT="9525" marB="0" anchor="ctr">
                    <a:solidFill>
                      <a:schemeClr val="bg1"/>
                    </a:solidFill>
                  </a:tcPr>
                </a:tc>
                <a:extLst>
                  <a:ext uri="{0D108BD9-81ED-4DB2-BD59-A6C34878D82A}">
                    <a16:rowId xmlns:a16="http://schemas.microsoft.com/office/drawing/2014/main" val="10000"/>
                  </a:ext>
                </a:extLst>
              </a:tr>
              <a:tr h="273268">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p1</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extLst>
                  <a:ext uri="{0D108BD9-81ED-4DB2-BD59-A6C34878D82A}">
                    <a16:rowId xmlns:a16="http://schemas.microsoft.com/office/drawing/2014/main" val="10001"/>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p2</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rowSpan="2">
                  <a:txBody>
                    <a:bodyPr/>
                    <a:lstStyle/>
                    <a:p>
                      <a:pPr algn="ctr" fontAlgn="ctr"/>
                      <a:r>
                        <a:rPr lang="en-US" altLang="zh-CN" sz="1600" b="0" i="0" u="none" strike="noStrike">
                          <a:solidFill>
                            <a:srgbClr val="000000"/>
                          </a:solidFill>
                          <a:effectLst/>
                          <a:latin typeface="Times New Roman" pitchFamily="18" charset="0"/>
                          <a:cs typeface="Times New Roman" pitchFamily="18" charset="0"/>
                        </a:rPr>
                        <a:t>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extLst>
                  <a:ext uri="{0D108BD9-81ED-4DB2-BD59-A6C34878D82A}">
                    <a16:rowId xmlns:a16="http://schemas.microsoft.com/office/drawing/2014/main" val="10002"/>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p5</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v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p4</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ctr" fontAlgn="ctr"/>
                      <a:r>
                        <a:rPr lang="en-US" altLang="zh-CN" sz="1600" b="0" i="0" u="none" strike="noStrike">
                          <a:solidFill>
                            <a:srgbClr val="000000"/>
                          </a:solidFill>
                          <a:effectLst/>
                          <a:latin typeface="Times New Roman" pitchFamily="18" charset="0"/>
                          <a:cs typeface="Times New Roman" pitchFamily="18" charset="0"/>
                        </a:rPr>
                        <a:t>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gridSpan="2">
                  <a:txBody>
                    <a:bodyPr/>
                    <a:lstStyle/>
                    <a:p>
                      <a:pPr algn="ctr" fontAlgn="ctr"/>
                      <a:r>
                        <a:rPr lang="en-US" altLang="zh-CN" sz="1600" b="0" i="0" u="none" strike="noStrike">
                          <a:solidFill>
                            <a:srgbClr val="000000"/>
                          </a:solidFill>
                          <a:effectLst/>
                          <a:latin typeface="Times New Roman" pitchFamily="18" charset="0"/>
                          <a:cs typeface="Times New Roman" pitchFamily="18" charset="0"/>
                        </a:rPr>
                        <a:t>16.9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4">
                        <a:lumMod val="20000"/>
                        <a:lumOff val="80000"/>
                      </a:schemeClr>
                    </a:solidFill>
                  </a:tcPr>
                </a:tc>
                <a:tc hMerge="1">
                  <a:txBody>
                    <a:bodyPr/>
                    <a:lstStyle/>
                    <a:p>
                      <a:endParaRPr lang="zh-CN" altLang="en-US"/>
                    </a:p>
                  </a:txBody>
                  <a:tcPr>
                    <a:lnR w="12700" cap="flat" cmpd="sng" algn="ctr">
                      <a:solidFill>
                        <a:schemeClr val="tx1"/>
                      </a:solidFill>
                      <a:prstDash val="solid"/>
                      <a:round/>
                      <a:headEnd type="none" w="med" len="med"/>
                      <a:tailEnd type="none" w="med" len="med"/>
                    </a:lnR>
                    <a:solidFill>
                      <a:schemeClr val="accent4">
                        <a:lumMod val="20000"/>
                        <a:lumOff val="80000"/>
                      </a:schemeClr>
                    </a:solidFill>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p3</a:t>
                      </a:r>
                    </a:p>
                  </a:txBody>
                  <a:tcPr marL="9525" marR="9525" marT="9525" marB="0" anchor="ctr">
                    <a:solidFill>
                      <a:schemeClr val="bg1"/>
                    </a:solidFill>
                  </a:tcPr>
                </a:tc>
                <a:tc rowSpan="2">
                  <a:txBody>
                    <a:bodyPr/>
                    <a:lstStyle/>
                    <a:p>
                      <a:pPr algn="ctr" fontAlgn="ctr"/>
                      <a:r>
                        <a:rPr lang="en-US" altLang="zh-CN" sz="1600" b="0" i="0" u="none" strike="noStrike">
                          <a:solidFill>
                            <a:srgbClr val="000000"/>
                          </a:solidFill>
                          <a:effectLst/>
                          <a:latin typeface="Times New Roman" pitchFamily="18" charset="0"/>
                          <a:cs typeface="Times New Roman" pitchFamily="18" charset="0"/>
                        </a:rPr>
                        <a:t>18.3</a:t>
                      </a:r>
                    </a:p>
                  </a:txBody>
                  <a:tcPr marL="9525" marR="9525" marT="9525" marB="0" anchor="ctr">
                    <a:lnT w="12700" cap="flat" cmpd="sng" algn="ctr">
                      <a:solidFill>
                        <a:schemeClr val="tx1"/>
                      </a:solidFill>
                      <a:prstDash val="solid"/>
                      <a:round/>
                      <a:headEnd type="none" w="med" len="med"/>
                      <a:tailEnd type="none" w="med" len="med"/>
                    </a:lnT>
                    <a:solidFill>
                      <a:schemeClr val="accent3">
                        <a:lumMod val="20000"/>
                        <a:lumOff val="80000"/>
                      </a:schemeClr>
                    </a:solidFill>
                  </a:tcPr>
                </a:tc>
                <a:tc rowSpan="2" gridSpan="2">
                  <a:txBody>
                    <a:bodyPr/>
                    <a:lstStyle/>
                    <a:p>
                      <a:pPr algn="ctr" fontAlgn="ctr"/>
                      <a:r>
                        <a:rPr lang="en-US" altLang="zh-CN" sz="1600" b="0" i="0" u="none" strike="noStrike">
                          <a:solidFill>
                            <a:srgbClr val="000000"/>
                          </a:solidFill>
                          <a:effectLst/>
                          <a:latin typeface="Times New Roman" pitchFamily="18" charset="0"/>
                          <a:cs typeface="Times New Roman" pitchFamily="18" charset="0"/>
                        </a:rPr>
                        <a:t>17.7</a:t>
                      </a:r>
                    </a:p>
                  </a:txBody>
                  <a:tcPr marL="9525" marR="9525" marT="9525" marB="0" anchor="ctr">
                    <a:lnR w="12700" cap="flat" cmpd="sng" algn="ctr">
                      <a:solidFill>
                        <a:schemeClr val="tx1"/>
                      </a:solidFill>
                      <a:prstDash val="solid"/>
                      <a:round/>
                      <a:headEnd type="none" w="med" len="med"/>
                      <a:tailEnd type="none" w="med" len="med"/>
                    </a:lnR>
                    <a:solidFill>
                      <a:schemeClr val="accent4">
                        <a:lumMod val="20000"/>
                        <a:lumOff val="80000"/>
                      </a:schemeClr>
                    </a:solidFill>
                  </a:tcPr>
                </a:tc>
                <a:tc rowSpan="2" hMerge="1">
                  <a:txBody>
                    <a:bodyPr/>
                    <a:lstStyle/>
                    <a:p>
                      <a:endParaRPr lang="zh-CN" altLang="en-US"/>
                    </a:p>
                  </a:txBody>
                  <a:tcPr>
                    <a:lnR w="12700" cap="flat" cmpd="sng" algn="ctr">
                      <a:solidFill>
                        <a:schemeClr val="tx1"/>
                      </a:solidFill>
                      <a:prstDash val="solid"/>
                      <a:round/>
                      <a:headEnd type="none" w="med" len="med"/>
                      <a:tailEnd type="none" w="med" len="med"/>
                    </a:lnR>
                    <a:solidFill>
                      <a:schemeClr val="accent4">
                        <a:lumMod val="20000"/>
                        <a:lumOff val="80000"/>
                      </a:schemeClr>
                    </a:solidFill>
                  </a:tcPr>
                </a:tc>
                <a:tc rowSpan="2">
                  <a:txBody>
                    <a:bodyPr/>
                    <a:lstStyle/>
                    <a:p>
                      <a:pPr algn="ctr" fontAlgn="ctr"/>
                      <a:r>
                        <a:rPr lang="en-US" altLang="zh-CN" sz="1600" b="1" i="0" u="none" strike="noStrike" dirty="0">
                          <a:solidFill>
                            <a:srgbClr val="FF0000"/>
                          </a:solidFill>
                          <a:effectLst/>
                          <a:latin typeface="Times New Roman" pitchFamily="18" charset="0"/>
                          <a:cs typeface="Times New Roman" pitchFamily="18" charset="0"/>
                        </a:rPr>
                        <a:t>11.9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73268">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p6</a:t>
                      </a:r>
                    </a:p>
                  </a:txBody>
                  <a:tcPr marL="9525" marR="9525" marT="9525" marB="0" anchor="ctr">
                    <a:solidFill>
                      <a:schemeClr val="bg1"/>
                    </a:solidFill>
                  </a:tcPr>
                </a:tc>
                <a:tc vMerge="1">
                  <a:txBody>
                    <a:bodyPr/>
                    <a:lstStyle/>
                    <a:p>
                      <a:endParaRPr lang="zh-CN" altLang="en-US"/>
                    </a:p>
                  </a:txBody>
                  <a:tcPr>
                    <a:solidFill>
                      <a:schemeClr val="accent3">
                        <a:lumMod val="20000"/>
                        <a:lumOff val="80000"/>
                      </a:schemeClr>
                    </a:solidFill>
                  </a:tcPr>
                </a:tc>
                <a:tc gridSpan="2" vMerge="1">
                  <a:txBody>
                    <a:bodyPr/>
                    <a:lstStyle/>
                    <a:p>
                      <a:endParaRPr lang="zh-CN" altLang="en-US"/>
                    </a:p>
                  </a:txBody>
                  <a:tcPr>
                    <a:solidFill>
                      <a:schemeClr val="accent4">
                        <a:lumMod val="20000"/>
                        <a:lumOff val="80000"/>
                      </a:schemeClr>
                    </a:solidFill>
                  </a:tcPr>
                </a:tc>
                <a:tc hMerge="1" vMerge="1">
                  <a:txBody>
                    <a:bodyPr/>
                    <a:lstStyle/>
                    <a:p>
                      <a:endParaRPr lang="zh-CN" altLang="en-US"/>
                    </a:p>
                  </a:txBody>
                  <a:tcPr>
                    <a:lnR w="12700" cap="flat" cmpd="sng" algn="ctr">
                      <a:solidFill>
                        <a:schemeClr val="tx1"/>
                      </a:solidFill>
                      <a:prstDash val="solid"/>
                      <a:round/>
                      <a:headEnd type="none" w="med" len="med"/>
                      <a:tailEnd type="none" w="med" len="med"/>
                    </a:lnR>
                    <a:solidFill>
                      <a:schemeClr val="accent4">
                        <a:lumMod val="20000"/>
                        <a:lumOff val="80000"/>
                      </a:schemeClr>
                    </a:solidFill>
                  </a:tcPr>
                </a:tc>
                <a:tc v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5" name="Text Box 30"/>
          <p:cNvSpPr txBox="1">
            <a:spLocks noChangeArrowheads="1"/>
          </p:cNvSpPr>
          <p:nvPr/>
        </p:nvSpPr>
        <p:spPr bwMode="auto">
          <a:xfrm>
            <a:off x="7161188" y="2080174"/>
            <a:ext cx="12388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dirty="0">
                <a:solidFill>
                  <a:srgbClr val="C00000"/>
                </a:solidFill>
                <a:latin typeface="华文细黑" pitchFamily="2" charset="-122"/>
                <a:ea typeface="华文细黑" pitchFamily="2" charset="-122"/>
              </a:rPr>
              <a:t>组平均</a:t>
            </a:r>
            <a:endParaRPr lang="en-US" altLang="zh-CN" dirty="0">
              <a:solidFill>
                <a:srgbClr val="C00000"/>
              </a:solidFill>
              <a:latin typeface="华文细黑" pitchFamily="2" charset="-122"/>
              <a:ea typeface="华文细黑" pitchFamily="2" charset="-122"/>
            </a:endParaRPr>
          </a:p>
        </p:txBody>
      </p:sp>
      <p:sp>
        <p:nvSpPr>
          <p:cNvPr id="71" name="Line 39"/>
          <p:cNvSpPr>
            <a:spLocks noChangeShapeType="1"/>
          </p:cNvSpPr>
          <p:nvPr/>
        </p:nvSpPr>
        <p:spPr bwMode="auto">
          <a:xfrm>
            <a:off x="6403676" y="1873846"/>
            <a:ext cx="1309777" cy="804222"/>
          </a:xfrm>
          <a:custGeom>
            <a:avLst/>
            <a:gdLst>
              <a:gd name="connsiteX0" fmla="*/ 0 w 1408837"/>
              <a:gd name="connsiteY0" fmla="*/ 0 h 804222"/>
              <a:gd name="connsiteX1" fmla="*/ 1408837 w 1408837"/>
              <a:gd name="connsiteY1" fmla="*/ 804222 h 804222"/>
              <a:gd name="connsiteX0" fmla="*/ 0 w 1408837"/>
              <a:gd name="connsiteY0" fmla="*/ 0 h 804222"/>
              <a:gd name="connsiteX1" fmla="*/ 766745 w 1408837"/>
              <a:gd name="connsiteY1" fmla="*/ 556934 h 804222"/>
              <a:gd name="connsiteX2" fmla="*/ 1408837 w 1408837"/>
              <a:gd name="connsiteY2" fmla="*/ 804222 h 804222"/>
              <a:gd name="connsiteX0" fmla="*/ 0 w 1408837"/>
              <a:gd name="connsiteY0" fmla="*/ 0 h 804222"/>
              <a:gd name="connsiteX1" fmla="*/ 766745 w 1408837"/>
              <a:gd name="connsiteY1" fmla="*/ 556934 h 804222"/>
              <a:gd name="connsiteX2" fmla="*/ 1408837 w 1408837"/>
              <a:gd name="connsiteY2" fmla="*/ 804222 h 804222"/>
              <a:gd name="connsiteX0" fmla="*/ 0 w 1408837"/>
              <a:gd name="connsiteY0" fmla="*/ 0 h 804222"/>
              <a:gd name="connsiteX1" fmla="*/ 766745 w 1408837"/>
              <a:gd name="connsiteY1" fmla="*/ 556934 h 804222"/>
              <a:gd name="connsiteX2" fmla="*/ 1408837 w 1408837"/>
              <a:gd name="connsiteY2" fmla="*/ 804222 h 804222"/>
              <a:gd name="connsiteX0" fmla="*/ 0 w 1408837"/>
              <a:gd name="connsiteY0" fmla="*/ 0 h 804222"/>
              <a:gd name="connsiteX1" fmla="*/ 766745 w 1408837"/>
              <a:gd name="connsiteY1" fmla="*/ 556934 h 804222"/>
              <a:gd name="connsiteX2" fmla="*/ 1408837 w 1408837"/>
              <a:gd name="connsiteY2" fmla="*/ 804222 h 804222"/>
              <a:gd name="connsiteX0" fmla="*/ 0 w 1408837"/>
              <a:gd name="connsiteY0" fmla="*/ 0 h 804222"/>
              <a:gd name="connsiteX1" fmla="*/ 629585 w 1408837"/>
              <a:gd name="connsiteY1" fmla="*/ 518834 h 804222"/>
              <a:gd name="connsiteX2" fmla="*/ 1408837 w 1408837"/>
              <a:gd name="connsiteY2" fmla="*/ 804222 h 804222"/>
              <a:gd name="connsiteX0" fmla="*/ 0 w 1408837"/>
              <a:gd name="connsiteY0" fmla="*/ 0 h 804222"/>
              <a:gd name="connsiteX1" fmla="*/ 629585 w 1408837"/>
              <a:gd name="connsiteY1" fmla="*/ 518834 h 804222"/>
              <a:gd name="connsiteX2" fmla="*/ 1408837 w 1408837"/>
              <a:gd name="connsiteY2" fmla="*/ 804222 h 804222"/>
              <a:gd name="connsiteX0" fmla="*/ 0 w 1408837"/>
              <a:gd name="connsiteY0" fmla="*/ 0 h 804222"/>
              <a:gd name="connsiteX1" fmla="*/ 629585 w 1408837"/>
              <a:gd name="connsiteY1" fmla="*/ 518834 h 804222"/>
              <a:gd name="connsiteX2" fmla="*/ 1408837 w 1408837"/>
              <a:gd name="connsiteY2" fmla="*/ 804222 h 804222"/>
              <a:gd name="connsiteX0" fmla="*/ 0 w 1408837"/>
              <a:gd name="connsiteY0" fmla="*/ 0 h 804222"/>
              <a:gd name="connsiteX1" fmla="*/ 629585 w 1408837"/>
              <a:gd name="connsiteY1" fmla="*/ 518834 h 804222"/>
              <a:gd name="connsiteX2" fmla="*/ 1408837 w 1408837"/>
              <a:gd name="connsiteY2" fmla="*/ 804222 h 804222"/>
              <a:gd name="connsiteX0" fmla="*/ 0 w 1370737"/>
              <a:gd name="connsiteY0" fmla="*/ 0 h 758502"/>
              <a:gd name="connsiteX1" fmla="*/ 591485 w 1370737"/>
              <a:gd name="connsiteY1" fmla="*/ 473114 h 758502"/>
              <a:gd name="connsiteX2" fmla="*/ 1370737 w 1370737"/>
              <a:gd name="connsiteY2" fmla="*/ 758502 h 758502"/>
              <a:gd name="connsiteX0" fmla="*/ 0 w 1309777"/>
              <a:gd name="connsiteY0" fmla="*/ 0 h 804222"/>
              <a:gd name="connsiteX1" fmla="*/ 591485 w 1309777"/>
              <a:gd name="connsiteY1" fmla="*/ 473114 h 804222"/>
              <a:gd name="connsiteX2" fmla="*/ 1309777 w 1309777"/>
              <a:gd name="connsiteY2" fmla="*/ 804222 h 804222"/>
              <a:gd name="connsiteX0" fmla="*/ 0 w 1309777"/>
              <a:gd name="connsiteY0" fmla="*/ 0 h 804222"/>
              <a:gd name="connsiteX1" fmla="*/ 561005 w 1309777"/>
              <a:gd name="connsiteY1" fmla="*/ 556934 h 804222"/>
              <a:gd name="connsiteX2" fmla="*/ 1309777 w 1309777"/>
              <a:gd name="connsiteY2" fmla="*/ 804222 h 804222"/>
            </a:gdLst>
            <a:ahLst/>
            <a:cxnLst>
              <a:cxn ang="0">
                <a:pos x="connsiteX0" y="connsiteY0"/>
              </a:cxn>
              <a:cxn ang="0">
                <a:pos x="connsiteX1" y="connsiteY1"/>
              </a:cxn>
              <a:cxn ang="0">
                <a:pos x="connsiteX2" y="connsiteY2"/>
              </a:cxn>
            </a:cxnLst>
            <a:rect l="l" t="t" r="r" b="b"/>
            <a:pathLst>
              <a:path w="1309777" h="804222">
                <a:moveTo>
                  <a:pt x="0" y="0"/>
                </a:moveTo>
                <a:cubicBezTo>
                  <a:pt x="230182" y="272005"/>
                  <a:pt x="342709" y="422897"/>
                  <a:pt x="561005" y="556934"/>
                </a:cubicBezTo>
                <a:cubicBezTo>
                  <a:pt x="779301" y="690971"/>
                  <a:pt x="962085" y="711408"/>
                  <a:pt x="1309777" y="804222"/>
                </a:cubicBezTo>
              </a:path>
            </a:pathLst>
          </a:custGeom>
          <a:noFill/>
          <a:ln w="25400">
            <a:solidFill>
              <a:srgbClr val="C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 name="Line 39"/>
          <p:cNvSpPr>
            <a:spLocks noChangeShapeType="1"/>
          </p:cNvSpPr>
          <p:nvPr/>
        </p:nvSpPr>
        <p:spPr bwMode="auto">
          <a:xfrm>
            <a:off x="6401559" y="1843688"/>
            <a:ext cx="1908507" cy="1129268"/>
          </a:xfrm>
          <a:custGeom>
            <a:avLst/>
            <a:gdLst>
              <a:gd name="connsiteX0" fmla="*/ 0 w 1946607"/>
              <a:gd name="connsiteY0" fmla="*/ 0 h 1152128"/>
              <a:gd name="connsiteX1" fmla="*/ 1946607 w 1946607"/>
              <a:gd name="connsiteY1" fmla="*/ 1152128 h 1152128"/>
              <a:gd name="connsiteX0" fmla="*/ 0 w 1946607"/>
              <a:gd name="connsiteY0" fmla="*/ 0 h 1152128"/>
              <a:gd name="connsiteX1" fmla="*/ 1187962 w 1946607"/>
              <a:gd name="connsiteY1" fmla="*/ 434692 h 1152128"/>
              <a:gd name="connsiteX2" fmla="*/ 1946607 w 1946607"/>
              <a:gd name="connsiteY2" fmla="*/ 1152128 h 1152128"/>
              <a:gd name="connsiteX0" fmla="*/ 0 w 1946607"/>
              <a:gd name="connsiteY0" fmla="*/ 0 h 1152128"/>
              <a:gd name="connsiteX1" fmla="*/ 1187962 w 1946607"/>
              <a:gd name="connsiteY1" fmla="*/ 434692 h 1152128"/>
              <a:gd name="connsiteX2" fmla="*/ 1946607 w 1946607"/>
              <a:gd name="connsiteY2" fmla="*/ 1152128 h 1152128"/>
              <a:gd name="connsiteX0" fmla="*/ 0 w 1946607"/>
              <a:gd name="connsiteY0" fmla="*/ 0 h 1152128"/>
              <a:gd name="connsiteX1" fmla="*/ 1187962 w 1946607"/>
              <a:gd name="connsiteY1" fmla="*/ 434692 h 1152128"/>
              <a:gd name="connsiteX2" fmla="*/ 1946607 w 1946607"/>
              <a:gd name="connsiteY2" fmla="*/ 1152128 h 1152128"/>
              <a:gd name="connsiteX0" fmla="*/ 0 w 1946607"/>
              <a:gd name="connsiteY0" fmla="*/ 0 h 1152128"/>
              <a:gd name="connsiteX1" fmla="*/ 1187962 w 1946607"/>
              <a:gd name="connsiteY1" fmla="*/ 434692 h 1152128"/>
              <a:gd name="connsiteX2" fmla="*/ 1946607 w 1946607"/>
              <a:gd name="connsiteY2" fmla="*/ 1152128 h 1152128"/>
              <a:gd name="connsiteX0" fmla="*/ 0 w 1969467"/>
              <a:gd name="connsiteY0" fmla="*/ 0 h 1220708"/>
              <a:gd name="connsiteX1" fmla="*/ 1210822 w 1969467"/>
              <a:gd name="connsiteY1" fmla="*/ 503272 h 1220708"/>
              <a:gd name="connsiteX2" fmla="*/ 1969467 w 1969467"/>
              <a:gd name="connsiteY2" fmla="*/ 1220708 h 1220708"/>
              <a:gd name="connsiteX0" fmla="*/ 0 w 1969467"/>
              <a:gd name="connsiteY0" fmla="*/ 0 h 1220708"/>
              <a:gd name="connsiteX1" fmla="*/ 1210822 w 1969467"/>
              <a:gd name="connsiteY1" fmla="*/ 503272 h 1220708"/>
              <a:gd name="connsiteX2" fmla="*/ 1969467 w 1969467"/>
              <a:gd name="connsiteY2" fmla="*/ 1220708 h 1220708"/>
              <a:gd name="connsiteX0" fmla="*/ 0 w 1969467"/>
              <a:gd name="connsiteY0" fmla="*/ 0 h 1220708"/>
              <a:gd name="connsiteX1" fmla="*/ 1210822 w 1969467"/>
              <a:gd name="connsiteY1" fmla="*/ 503272 h 1220708"/>
              <a:gd name="connsiteX2" fmla="*/ 1969467 w 1969467"/>
              <a:gd name="connsiteY2" fmla="*/ 1220708 h 1220708"/>
              <a:gd name="connsiteX0" fmla="*/ 0 w 1908507"/>
              <a:gd name="connsiteY0" fmla="*/ 0 h 1129268"/>
              <a:gd name="connsiteX1" fmla="*/ 1210822 w 1908507"/>
              <a:gd name="connsiteY1" fmla="*/ 503272 h 1129268"/>
              <a:gd name="connsiteX2" fmla="*/ 1908507 w 1908507"/>
              <a:gd name="connsiteY2" fmla="*/ 1129268 h 1129268"/>
            </a:gdLst>
            <a:ahLst/>
            <a:cxnLst>
              <a:cxn ang="0">
                <a:pos x="connsiteX0" y="connsiteY0"/>
              </a:cxn>
              <a:cxn ang="0">
                <a:pos x="connsiteX1" y="connsiteY1"/>
              </a:cxn>
              <a:cxn ang="0">
                <a:pos x="connsiteX2" y="connsiteY2"/>
              </a:cxn>
            </a:cxnLst>
            <a:rect l="l" t="t" r="r" b="b"/>
            <a:pathLst>
              <a:path w="1908507" h="1129268">
                <a:moveTo>
                  <a:pt x="0" y="0"/>
                </a:moveTo>
                <a:cubicBezTo>
                  <a:pt x="411227" y="111877"/>
                  <a:pt x="892738" y="315061"/>
                  <a:pt x="1210822" y="503272"/>
                </a:cubicBezTo>
                <a:cubicBezTo>
                  <a:pt x="1528906" y="691483"/>
                  <a:pt x="1533958" y="722365"/>
                  <a:pt x="1908507" y="1129268"/>
                </a:cubicBezTo>
              </a:path>
            </a:pathLst>
          </a:custGeom>
          <a:noFill/>
          <a:ln w="25400">
            <a:solidFill>
              <a:srgbClr val="C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85" name="Line 39"/>
          <p:cNvSpPr>
            <a:spLocks noChangeShapeType="1"/>
          </p:cNvSpPr>
          <p:nvPr/>
        </p:nvSpPr>
        <p:spPr bwMode="auto">
          <a:xfrm>
            <a:off x="6954592" y="2301978"/>
            <a:ext cx="1345478" cy="758790"/>
          </a:xfrm>
          <a:custGeom>
            <a:avLst/>
            <a:gdLst>
              <a:gd name="connsiteX0" fmla="*/ 0 w 1444538"/>
              <a:gd name="connsiteY0" fmla="*/ 0 h 842610"/>
              <a:gd name="connsiteX1" fmla="*/ 1444538 w 1444538"/>
              <a:gd name="connsiteY1" fmla="*/ 842610 h 842610"/>
              <a:gd name="connsiteX0" fmla="*/ 0 w 1200698"/>
              <a:gd name="connsiteY0" fmla="*/ 0 h 1185510"/>
              <a:gd name="connsiteX1" fmla="*/ 1200698 w 1200698"/>
              <a:gd name="connsiteY1" fmla="*/ 1185510 h 1185510"/>
              <a:gd name="connsiteX0" fmla="*/ 0 w 1200698"/>
              <a:gd name="connsiteY0" fmla="*/ 0 h 1185510"/>
              <a:gd name="connsiteX1" fmla="*/ 1200698 w 1200698"/>
              <a:gd name="connsiteY1" fmla="*/ 1185510 h 1185510"/>
              <a:gd name="connsiteX0" fmla="*/ 0 w 1345478"/>
              <a:gd name="connsiteY0" fmla="*/ 0 h 758790"/>
              <a:gd name="connsiteX1" fmla="*/ 1345478 w 1345478"/>
              <a:gd name="connsiteY1" fmla="*/ 758790 h 758790"/>
              <a:gd name="connsiteX0" fmla="*/ 0 w 1345478"/>
              <a:gd name="connsiteY0" fmla="*/ 0 h 758790"/>
              <a:gd name="connsiteX1" fmla="*/ 1345478 w 1345478"/>
              <a:gd name="connsiteY1" fmla="*/ 758790 h 758790"/>
            </a:gdLst>
            <a:ahLst/>
            <a:cxnLst>
              <a:cxn ang="0">
                <a:pos x="connsiteX0" y="connsiteY0"/>
              </a:cxn>
              <a:cxn ang="0">
                <a:pos x="connsiteX1" y="connsiteY1"/>
              </a:cxn>
            </a:cxnLst>
            <a:rect l="l" t="t" r="r" b="b"/>
            <a:pathLst>
              <a:path w="1345478" h="758790">
                <a:moveTo>
                  <a:pt x="0" y="0"/>
                </a:moveTo>
                <a:cubicBezTo>
                  <a:pt x="123373" y="258010"/>
                  <a:pt x="726805" y="599840"/>
                  <a:pt x="1345478" y="758790"/>
                </a:cubicBezTo>
              </a:path>
            </a:pathLst>
          </a:custGeom>
          <a:noFill/>
          <a:ln w="25400">
            <a:solidFill>
              <a:srgbClr val="C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 name="Line 39"/>
          <p:cNvSpPr>
            <a:spLocks noChangeShapeType="1"/>
          </p:cNvSpPr>
          <p:nvPr/>
        </p:nvSpPr>
        <p:spPr bwMode="auto">
          <a:xfrm>
            <a:off x="6955574" y="2251349"/>
            <a:ext cx="809208" cy="422025"/>
          </a:xfrm>
          <a:custGeom>
            <a:avLst/>
            <a:gdLst>
              <a:gd name="connsiteX0" fmla="*/ 0 w 847308"/>
              <a:gd name="connsiteY0" fmla="*/ 0 h 521085"/>
              <a:gd name="connsiteX1" fmla="*/ 847308 w 847308"/>
              <a:gd name="connsiteY1" fmla="*/ 521085 h 521085"/>
              <a:gd name="connsiteX0" fmla="*/ 0 w 588228"/>
              <a:gd name="connsiteY0" fmla="*/ 0 h 879225"/>
              <a:gd name="connsiteX1" fmla="*/ 588228 w 588228"/>
              <a:gd name="connsiteY1" fmla="*/ 879225 h 879225"/>
              <a:gd name="connsiteX0" fmla="*/ 0 w 839688"/>
              <a:gd name="connsiteY0" fmla="*/ 0 h 399165"/>
              <a:gd name="connsiteX1" fmla="*/ 839688 w 839688"/>
              <a:gd name="connsiteY1" fmla="*/ 399165 h 399165"/>
              <a:gd name="connsiteX0" fmla="*/ 0 w 839688"/>
              <a:gd name="connsiteY0" fmla="*/ 0 h 399165"/>
              <a:gd name="connsiteX1" fmla="*/ 839688 w 839688"/>
              <a:gd name="connsiteY1" fmla="*/ 399165 h 399165"/>
              <a:gd name="connsiteX0" fmla="*/ 0 w 839688"/>
              <a:gd name="connsiteY0" fmla="*/ 0 h 399165"/>
              <a:gd name="connsiteX1" fmla="*/ 839688 w 839688"/>
              <a:gd name="connsiteY1" fmla="*/ 399165 h 399165"/>
              <a:gd name="connsiteX0" fmla="*/ 0 w 809208"/>
              <a:gd name="connsiteY0" fmla="*/ 0 h 422025"/>
              <a:gd name="connsiteX1" fmla="*/ 809208 w 809208"/>
              <a:gd name="connsiteY1" fmla="*/ 422025 h 422025"/>
            </a:gdLst>
            <a:ahLst/>
            <a:cxnLst>
              <a:cxn ang="0">
                <a:pos x="connsiteX0" y="connsiteY0"/>
              </a:cxn>
              <a:cxn ang="0">
                <a:pos x="connsiteX1" y="connsiteY1"/>
              </a:cxn>
            </a:cxnLst>
            <a:rect l="l" t="t" r="r" b="b"/>
            <a:pathLst>
              <a:path w="809208" h="422025">
                <a:moveTo>
                  <a:pt x="0" y="0"/>
                </a:moveTo>
                <a:cubicBezTo>
                  <a:pt x="320536" y="105115"/>
                  <a:pt x="549632" y="217850"/>
                  <a:pt x="809208" y="422025"/>
                </a:cubicBezTo>
              </a:path>
            </a:pathLst>
          </a:custGeom>
          <a:noFill/>
          <a:ln w="25400">
            <a:solidFill>
              <a:srgbClr val="C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222804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6466" name="Rectangle 2"/>
          <p:cNvSpPr>
            <a:spLocks noGrp="1" noChangeArrowheads="1"/>
          </p:cNvSpPr>
          <p:nvPr>
            <p:ph type="title"/>
          </p:nvPr>
        </p:nvSpPr>
        <p:spPr/>
        <p:txBody>
          <a:bodyPr/>
          <a:lstStyle/>
          <a:p>
            <a:r>
              <a:rPr lang="en-US" altLang="zh-CN" dirty="0"/>
              <a:t>Cluster</a:t>
            </a:r>
            <a:r>
              <a:rPr lang="zh-CN" altLang="en-US" dirty="0"/>
              <a:t>间的相似性</a:t>
            </a:r>
          </a:p>
        </p:txBody>
      </p:sp>
      <p:sp>
        <p:nvSpPr>
          <p:cNvPr id="22" name="内容占位符 1"/>
          <p:cNvSpPr>
            <a:spLocks noGrp="1"/>
          </p:cNvSpPr>
          <p:nvPr>
            <p:ph idx="1"/>
          </p:nvPr>
        </p:nvSpPr>
        <p:spPr>
          <a:xfrm>
            <a:off x="162765" y="1508790"/>
            <a:ext cx="8917735" cy="4678936"/>
          </a:xfrm>
        </p:spPr>
        <p:txBody>
          <a:bodyPr/>
          <a:lstStyle/>
          <a:p>
            <a:r>
              <a:rPr lang="en-US" altLang="zh-CN" dirty="0"/>
              <a:t>Group Average </a:t>
            </a:r>
            <a:r>
              <a:rPr lang="zh-CN" altLang="en-US" dirty="0"/>
              <a:t>组平均</a:t>
            </a:r>
            <a:endParaRPr lang="en-US" altLang="zh-CN" dirty="0"/>
          </a:p>
          <a:p>
            <a:pPr lvl="1"/>
            <a:endParaRPr lang="zh-CN" altLang="en-US" dirty="0"/>
          </a:p>
        </p:txBody>
      </p:sp>
      <p:grpSp>
        <p:nvGrpSpPr>
          <p:cNvPr id="28" name="组合 27"/>
          <p:cNvGrpSpPr/>
          <p:nvPr/>
        </p:nvGrpSpPr>
        <p:grpSpPr>
          <a:xfrm>
            <a:off x="6538960" y="5176800"/>
            <a:ext cx="576000" cy="619200"/>
            <a:chOff x="6102883" y="4579320"/>
            <a:chExt cx="741362" cy="518400"/>
          </a:xfrm>
        </p:grpSpPr>
        <p:sp>
          <p:nvSpPr>
            <p:cNvPr id="48" name="Line 6"/>
            <p:cNvSpPr>
              <a:spLocks noChangeShapeType="1"/>
            </p:cNvSpPr>
            <p:nvPr/>
          </p:nvSpPr>
          <p:spPr bwMode="auto">
            <a:xfrm flipV="1">
              <a:off x="6102883" y="4579320"/>
              <a:ext cx="0" cy="518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8"/>
            <p:cNvSpPr>
              <a:spLocks noChangeShapeType="1"/>
            </p:cNvSpPr>
            <p:nvPr/>
          </p:nvSpPr>
          <p:spPr bwMode="auto">
            <a:xfrm>
              <a:off x="6844245" y="4579320"/>
              <a:ext cx="0" cy="518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9" name="Text Box 22"/>
          <p:cNvSpPr txBox="1">
            <a:spLocks noChangeArrowheads="1"/>
          </p:cNvSpPr>
          <p:nvPr/>
        </p:nvSpPr>
        <p:spPr bwMode="auto">
          <a:xfrm>
            <a:off x="6386561" y="5703799"/>
            <a:ext cx="428625" cy="369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p2</a:t>
            </a:r>
          </a:p>
        </p:txBody>
      </p:sp>
      <p:sp>
        <p:nvSpPr>
          <p:cNvPr id="30" name="Text Box 23"/>
          <p:cNvSpPr txBox="1">
            <a:spLocks noChangeArrowheads="1"/>
          </p:cNvSpPr>
          <p:nvPr/>
        </p:nvSpPr>
        <p:spPr bwMode="auto">
          <a:xfrm>
            <a:off x="6949941"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p5</a:t>
            </a:r>
          </a:p>
        </p:txBody>
      </p:sp>
      <p:sp>
        <p:nvSpPr>
          <p:cNvPr id="31" name="Text Box 24"/>
          <p:cNvSpPr txBox="1">
            <a:spLocks noChangeArrowheads="1"/>
          </p:cNvSpPr>
          <p:nvPr/>
        </p:nvSpPr>
        <p:spPr bwMode="auto">
          <a:xfrm>
            <a:off x="7513322"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p3</a:t>
            </a:r>
          </a:p>
        </p:txBody>
      </p:sp>
      <p:sp>
        <p:nvSpPr>
          <p:cNvPr id="32" name="Text Box 25"/>
          <p:cNvSpPr txBox="1">
            <a:spLocks noChangeArrowheads="1"/>
          </p:cNvSpPr>
          <p:nvPr/>
        </p:nvSpPr>
        <p:spPr bwMode="auto">
          <a:xfrm>
            <a:off x="8076400"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p6</a:t>
            </a:r>
          </a:p>
        </p:txBody>
      </p:sp>
      <p:sp>
        <p:nvSpPr>
          <p:cNvPr id="34" name="Text Box 26"/>
          <p:cNvSpPr txBox="1">
            <a:spLocks noChangeArrowheads="1"/>
          </p:cNvSpPr>
          <p:nvPr/>
        </p:nvSpPr>
        <p:spPr bwMode="auto">
          <a:xfrm>
            <a:off x="8639478"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p4</a:t>
            </a:r>
          </a:p>
        </p:txBody>
      </p:sp>
      <p:sp>
        <p:nvSpPr>
          <p:cNvPr id="35" name="Text Box 26"/>
          <p:cNvSpPr txBox="1">
            <a:spLocks noChangeArrowheads="1"/>
          </p:cNvSpPr>
          <p:nvPr/>
        </p:nvSpPr>
        <p:spPr bwMode="auto">
          <a:xfrm>
            <a:off x="5853160" y="5715000"/>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p1</a:t>
            </a:r>
          </a:p>
        </p:txBody>
      </p:sp>
      <p:grpSp>
        <p:nvGrpSpPr>
          <p:cNvPr id="36" name="组合 35"/>
          <p:cNvGrpSpPr/>
          <p:nvPr/>
        </p:nvGrpSpPr>
        <p:grpSpPr>
          <a:xfrm>
            <a:off x="7681960" y="5277600"/>
            <a:ext cx="576000" cy="518400"/>
            <a:chOff x="6102883" y="4579320"/>
            <a:chExt cx="741362" cy="530490"/>
          </a:xfrm>
        </p:grpSpPr>
        <p:sp>
          <p:nvSpPr>
            <p:cNvPr id="45" name="Line 6"/>
            <p:cNvSpPr>
              <a:spLocks noChangeShapeType="1"/>
            </p:cNvSpPr>
            <p:nvPr/>
          </p:nvSpPr>
          <p:spPr bwMode="auto">
            <a:xfrm flipV="1">
              <a:off x="6102883" y="4579320"/>
              <a:ext cx="0" cy="530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8"/>
            <p:cNvSpPr>
              <a:spLocks noChangeShapeType="1"/>
            </p:cNvSpPr>
            <p:nvPr/>
          </p:nvSpPr>
          <p:spPr bwMode="auto">
            <a:xfrm>
              <a:off x="6844245" y="4579320"/>
              <a:ext cx="0" cy="530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 name="组合 50"/>
          <p:cNvGrpSpPr/>
          <p:nvPr/>
        </p:nvGrpSpPr>
        <p:grpSpPr>
          <a:xfrm>
            <a:off x="8001000" y="4939200"/>
            <a:ext cx="879874" cy="856800"/>
            <a:chOff x="6102883" y="4579319"/>
            <a:chExt cx="741371" cy="864001"/>
          </a:xfrm>
        </p:grpSpPr>
        <p:sp>
          <p:nvSpPr>
            <p:cNvPr id="52" name="Line 6"/>
            <p:cNvSpPr>
              <a:spLocks noChangeShapeType="1"/>
            </p:cNvSpPr>
            <p:nvPr/>
          </p:nvSpPr>
          <p:spPr bwMode="auto">
            <a:xfrm flipV="1">
              <a:off x="6102883" y="4579319"/>
              <a:ext cx="0" cy="32672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7"/>
            <p:cNvSpPr>
              <a:spLocks noChangeShapeType="1"/>
            </p:cNvSpPr>
            <p:nvPr/>
          </p:nvSpPr>
          <p:spPr bwMode="auto">
            <a:xfrm>
              <a:off x="6102891" y="4579320"/>
              <a:ext cx="74136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8"/>
            <p:cNvSpPr>
              <a:spLocks noChangeShapeType="1"/>
            </p:cNvSpPr>
            <p:nvPr/>
          </p:nvSpPr>
          <p:spPr bwMode="auto">
            <a:xfrm>
              <a:off x="6844245" y="4579320"/>
              <a:ext cx="0" cy="864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74" name="表格 73"/>
          <p:cNvGraphicFramePr>
            <a:graphicFrameLocks noGrp="1"/>
          </p:cNvGraphicFramePr>
          <p:nvPr/>
        </p:nvGraphicFramePr>
        <p:xfrm>
          <a:off x="685801" y="2057401"/>
          <a:ext cx="4320001" cy="1979999"/>
        </p:xfrm>
        <a:graphic>
          <a:graphicData uri="http://schemas.openxmlformats.org/drawingml/2006/table">
            <a:tbl>
              <a:tblPr firstRow="1" bandRow="1">
                <a:solidFill>
                  <a:srgbClr val="E9F19D"/>
                </a:solidFill>
                <a:tableStyleId>{5940675A-B579-460E-94D1-54222C63F5DA}</a:tableStyleId>
              </a:tblPr>
              <a:tblGrid>
                <a:gridCol w="617143">
                  <a:extLst>
                    <a:ext uri="{9D8B030D-6E8A-4147-A177-3AD203B41FA5}">
                      <a16:colId xmlns:a16="http://schemas.microsoft.com/office/drawing/2014/main" val="20000"/>
                    </a:ext>
                  </a:extLst>
                </a:gridCol>
                <a:gridCol w="617143">
                  <a:extLst>
                    <a:ext uri="{9D8B030D-6E8A-4147-A177-3AD203B41FA5}">
                      <a16:colId xmlns:a16="http://schemas.microsoft.com/office/drawing/2014/main" val="20001"/>
                    </a:ext>
                  </a:extLst>
                </a:gridCol>
                <a:gridCol w="617143">
                  <a:extLst>
                    <a:ext uri="{9D8B030D-6E8A-4147-A177-3AD203B41FA5}">
                      <a16:colId xmlns:a16="http://schemas.microsoft.com/office/drawing/2014/main" val="20002"/>
                    </a:ext>
                  </a:extLst>
                </a:gridCol>
                <a:gridCol w="617143">
                  <a:extLst>
                    <a:ext uri="{9D8B030D-6E8A-4147-A177-3AD203B41FA5}">
                      <a16:colId xmlns:a16="http://schemas.microsoft.com/office/drawing/2014/main" val="20003"/>
                    </a:ext>
                  </a:extLst>
                </a:gridCol>
                <a:gridCol w="617143">
                  <a:extLst>
                    <a:ext uri="{9D8B030D-6E8A-4147-A177-3AD203B41FA5}">
                      <a16:colId xmlns:a16="http://schemas.microsoft.com/office/drawing/2014/main" val="20004"/>
                    </a:ext>
                  </a:extLst>
                </a:gridCol>
                <a:gridCol w="617143">
                  <a:extLst>
                    <a:ext uri="{9D8B030D-6E8A-4147-A177-3AD203B41FA5}">
                      <a16:colId xmlns:a16="http://schemas.microsoft.com/office/drawing/2014/main" val="20005"/>
                    </a:ext>
                  </a:extLst>
                </a:gridCol>
                <a:gridCol w="617143">
                  <a:extLst>
                    <a:ext uri="{9D8B030D-6E8A-4147-A177-3AD203B41FA5}">
                      <a16:colId xmlns:a16="http://schemas.microsoft.com/office/drawing/2014/main" val="20006"/>
                    </a:ext>
                  </a:extLst>
                </a:gridCol>
              </a:tblGrid>
              <a:tr h="340391">
                <a:tc>
                  <a:txBody>
                    <a:bodyPr/>
                    <a:lstStyle/>
                    <a:p>
                      <a:pPr algn="ctr"/>
                      <a:endParaRPr lang="zh-CN" altLang="en-US" sz="1600" dirty="0">
                        <a:latin typeface="Times New Roman" pitchFamily="18" charset="0"/>
                        <a:cs typeface="Times New Roman" pitchFamily="18" charset="0"/>
                      </a:endParaRPr>
                    </a:p>
                  </a:txBody>
                  <a:tcPr>
                    <a:solidFill>
                      <a:schemeClr val="bg1"/>
                    </a:solidFill>
                  </a:tcPr>
                </a:tc>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p1</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p2</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p5</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p4</a:t>
                      </a:r>
                    </a:p>
                  </a:txBody>
                  <a:tcPr marL="9525" marR="9525" marT="9525" marB="0" anchor="ctr">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p3</a:t>
                      </a:r>
                    </a:p>
                  </a:txBody>
                  <a:tcPr marL="9525" marR="9525" marT="9525" marB="0" anchor="ctr">
                    <a:solidFill>
                      <a:schemeClr val="bg1"/>
                    </a:solidFill>
                  </a:tcPr>
                </a:tc>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p6</a:t>
                      </a:r>
                    </a:p>
                  </a:txBody>
                  <a:tcPr marL="9525" marR="9525" marT="9525" marB="0" anchor="ctr">
                    <a:solidFill>
                      <a:schemeClr val="bg1"/>
                    </a:solidFill>
                  </a:tcPr>
                </a:tc>
                <a:extLst>
                  <a:ext uri="{0D108BD9-81ED-4DB2-BD59-A6C34878D82A}">
                    <a16:rowId xmlns:a16="http://schemas.microsoft.com/office/drawing/2014/main" val="10000"/>
                  </a:ext>
                </a:extLst>
              </a:tr>
              <a:tr h="273268">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p1</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extLst>
                  <a:ext uri="{0D108BD9-81ED-4DB2-BD59-A6C34878D82A}">
                    <a16:rowId xmlns:a16="http://schemas.microsoft.com/office/drawing/2014/main" val="10001"/>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p2</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rowSpan="2">
                  <a:txBody>
                    <a:bodyPr/>
                    <a:lstStyle/>
                    <a:p>
                      <a:pPr algn="ctr" fontAlgn="ctr"/>
                      <a:r>
                        <a:rPr lang="en-US" altLang="zh-CN" sz="1600" b="1" i="0" u="none" strike="noStrike">
                          <a:solidFill>
                            <a:srgbClr val="FF0000"/>
                          </a:solidFill>
                          <a:effectLst/>
                          <a:latin typeface="Times New Roman" pitchFamily="18" charset="0"/>
                          <a:cs typeface="Times New Roman" pitchFamily="18" charset="0"/>
                        </a:rPr>
                        <a:t>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extLst>
                  <a:ext uri="{0D108BD9-81ED-4DB2-BD59-A6C34878D82A}">
                    <a16:rowId xmlns:a16="http://schemas.microsoft.com/office/drawing/2014/main" val="10002"/>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p5</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v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p4</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rowSpan="3">
                  <a:txBody>
                    <a:bodyPr/>
                    <a:lstStyle/>
                    <a:p>
                      <a:pPr algn="ctr" fontAlgn="ctr"/>
                      <a:r>
                        <a:rPr lang="en-US" altLang="zh-CN" sz="1600" b="0" i="0" u="none" strike="noStrike">
                          <a:solidFill>
                            <a:srgbClr val="000000"/>
                          </a:solidFill>
                          <a:effectLst/>
                          <a:latin typeface="Times New Roman" pitchFamily="18" charset="0"/>
                          <a:cs typeface="Times New Roman" pitchFamily="18" charset="0"/>
                        </a:rPr>
                        <a:t>20.9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rowSpan="3" gridSpan="2">
                  <a:txBody>
                    <a:bodyPr/>
                    <a:lstStyle/>
                    <a:p>
                      <a:pPr algn="ctr" fontAlgn="ctr"/>
                      <a:r>
                        <a:rPr lang="en-US" altLang="zh-CN" sz="1600" b="0" i="0" u="none" strike="noStrike">
                          <a:solidFill>
                            <a:srgbClr val="000000"/>
                          </a:solidFill>
                          <a:effectLst/>
                          <a:latin typeface="Times New Roman" pitchFamily="18" charset="0"/>
                          <a:cs typeface="Times New Roman" pitchFamily="18" charset="0"/>
                        </a:rPr>
                        <a:t>17.5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4">
                        <a:lumMod val="20000"/>
                        <a:lumOff val="80000"/>
                      </a:schemeClr>
                    </a:solidFill>
                  </a:tcPr>
                </a:tc>
                <a:tc rowSpan="3" hMerge="1">
                  <a:txBody>
                    <a:bodyPr/>
                    <a:lstStyle/>
                    <a:p>
                      <a:endParaRPr lang="zh-CN" altLang="en-US"/>
                    </a:p>
                  </a:txBody>
                  <a:tcPr>
                    <a:lnR w="12700" cap="flat" cmpd="sng" algn="ctr">
                      <a:solidFill>
                        <a:schemeClr val="tx1"/>
                      </a:solidFill>
                      <a:prstDash val="solid"/>
                      <a:round/>
                      <a:headEnd type="none" w="med" len="med"/>
                      <a:tailEnd type="none" w="med" len="med"/>
                    </a:lnR>
                    <a:solidFill>
                      <a:schemeClr val="accent4">
                        <a:lumMod val="20000"/>
                        <a:lumOff val="80000"/>
                      </a:schemeClr>
                    </a:solidFill>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p3</a:t>
                      </a:r>
                    </a:p>
                  </a:txBody>
                  <a:tcPr marL="9525" marR="9525" marT="9525" marB="0" anchor="ctr">
                    <a:solidFill>
                      <a:schemeClr val="bg1"/>
                    </a:solidFill>
                  </a:tcPr>
                </a:tc>
                <a:tc vMerge="1">
                  <a:txBody>
                    <a:bodyPr/>
                    <a:lstStyle/>
                    <a:p>
                      <a:endParaRPr lang="zh-CN" altLang="en-US"/>
                    </a:p>
                  </a:txBody>
                  <a:tcPr>
                    <a:lnT w="12700" cap="flat" cmpd="sng" algn="ctr">
                      <a:solidFill>
                        <a:schemeClr val="tx1"/>
                      </a:solidFill>
                      <a:prstDash val="solid"/>
                      <a:round/>
                      <a:headEnd type="none" w="med" len="med"/>
                      <a:tailEnd type="none" w="med" len="med"/>
                    </a:lnT>
                    <a:solidFill>
                      <a:schemeClr val="accent3">
                        <a:lumMod val="20000"/>
                        <a:lumOff val="80000"/>
                      </a:schemeClr>
                    </a:solidFill>
                  </a:tcPr>
                </a:tc>
                <a:tc gridSpan="2" vMerge="1">
                  <a:txBody>
                    <a:bodyPr/>
                    <a:lstStyle/>
                    <a:p>
                      <a:endParaRPr lang="zh-CN" altLang="en-US"/>
                    </a:p>
                  </a:txBody>
                  <a:tcPr>
                    <a:lnR w="12700" cap="flat" cmpd="sng" algn="ctr">
                      <a:solidFill>
                        <a:schemeClr val="tx1"/>
                      </a:solidFill>
                      <a:prstDash val="solid"/>
                      <a:round/>
                      <a:headEnd type="none" w="med" len="med"/>
                      <a:tailEnd type="none" w="med" len="med"/>
                    </a:lnR>
                    <a:solidFill>
                      <a:schemeClr val="accent4">
                        <a:lumMod val="20000"/>
                        <a:lumOff val="80000"/>
                      </a:schemeClr>
                    </a:solidFill>
                  </a:tcPr>
                </a:tc>
                <a:tc hMerge="1" vMerge="1">
                  <a:txBody>
                    <a:bodyPr/>
                    <a:lstStyle/>
                    <a:p>
                      <a:endParaRPr lang="zh-CN" altLang="en-US"/>
                    </a:p>
                  </a:txBody>
                  <a:tcPr>
                    <a:lnR w="12700" cap="flat" cmpd="sng" algn="ctr">
                      <a:solidFill>
                        <a:schemeClr val="tx1"/>
                      </a:solidFill>
                      <a:prstDash val="solid"/>
                      <a:round/>
                      <a:headEnd type="none" w="med" len="med"/>
                      <a:tailEnd type="none" w="med" len="med"/>
                    </a:lnR>
                    <a:solidFill>
                      <a:schemeClr val="accent4">
                        <a:lumMod val="20000"/>
                        <a:lumOff val="8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endParaRPr lang="zh-CN" alt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73268">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p6</a:t>
                      </a:r>
                    </a:p>
                  </a:txBody>
                  <a:tcPr marL="9525" marR="9525" marT="9525" marB="0" anchor="ctr">
                    <a:solidFill>
                      <a:schemeClr val="bg1"/>
                    </a:solidFill>
                  </a:tcPr>
                </a:tc>
                <a:tc vMerge="1">
                  <a:txBody>
                    <a:bodyPr/>
                    <a:lstStyle/>
                    <a:p>
                      <a:endParaRPr lang="zh-CN" altLang="en-US"/>
                    </a:p>
                  </a:txBody>
                  <a:tcPr>
                    <a:solidFill>
                      <a:schemeClr val="accent3">
                        <a:lumMod val="20000"/>
                        <a:lumOff val="80000"/>
                      </a:schemeClr>
                    </a:solidFill>
                  </a:tcPr>
                </a:tc>
                <a:tc gridSpan="2" vMerge="1">
                  <a:txBody>
                    <a:bodyPr/>
                    <a:lstStyle/>
                    <a:p>
                      <a:endParaRPr lang="zh-CN" altLang="en-US"/>
                    </a:p>
                  </a:txBody>
                  <a:tcPr>
                    <a:solidFill>
                      <a:schemeClr val="accent4">
                        <a:lumMod val="20000"/>
                        <a:lumOff val="80000"/>
                      </a:schemeClr>
                    </a:solidFill>
                  </a:tcPr>
                </a:tc>
                <a:tc hMerge="1" vMerge="1">
                  <a:txBody>
                    <a:bodyPr/>
                    <a:lstStyle/>
                    <a:p>
                      <a:endParaRPr lang="zh-CN" altLang="en-US"/>
                    </a:p>
                  </a:txBody>
                  <a:tcPr>
                    <a:lnR w="12700" cap="flat" cmpd="sng" algn="ctr">
                      <a:solidFill>
                        <a:schemeClr val="tx1"/>
                      </a:solidFill>
                      <a:prstDash val="solid"/>
                      <a:round/>
                      <a:headEnd type="none" w="med" len="med"/>
                      <a:tailEnd type="none" w="med" len="med"/>
                    </a:lnR>
                    <a:solidFill>
                      <a:schemeClr val="accent4">
                        <a:lumMod val="20000"/>
                        <a:lumOff val="8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grpSp>
        <p:nvGrpSpPr>
          <p:cNvPr id="75" name="组合 74"/>
          <p:cNvGrpSpPr/>
          <p:nvPr/>
        </p:nvGrpSpPr>
        <p:grpSpPr>
          <a:xfrm flipH="1">
            <a:off x="6028936" y="4572000"/>
            <a:ext cx="790964" cy="1224000"/>
            <a:chOff x="6102883" y="4579315"/>
            <a:chExt cx="741362" cy="864005"/>
          </a:xfrm>
        </p:grpSpPr>
        <p:sp>
          <p:nvSpPr>
            <p:cNvPr id="76" name="Line 6"/>
            <p:cNvSpPr>
              <a:spLocks noChangeShapeType="1"/>
            </p:cNvSpPr>
            <p:nvPr/>
          </p:nvSpPr>
          <p:spPr bwMode="auto">
            <a:xfrm flipV="1">
              <a:off x="6102883" y="4579315"/>
              <a:ext cx="0" cy="43200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8"/>
            <p:cNvSpPr>
              <a:spLocks noChangeShapeType="1"/>
            </p:cNvSpPr>
            <p:nvPr/>
          </p:nvSpPr>
          <p:spPr bwMode="auto">
            <a:xfrm>
              <a:off x="6844245" y="4579320"/>
              <a:ext cx="0" cy="864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9" name="组合 78"/>
          <p:cNvGrpSpPr/>
          <p:nvPr/>
        </p:nvGrpSpPr>
        <p:grpSpPr>
          <a:xfrm>
            <a:off x="6434334" y="4456734"/>
            <a:ext cx="2023866" cy="468003"/>
            <a:chOff x="6102883" y="4579319"/>
            <a:chExt cx="741371" cy="150946"/>
          </a:xfrm>
        </p:grpSpPr>
        <p:sp>
          <p:nvSpPr>
            <p:cNvPr id="80" name="Line 6"/>
            <p:cNvSpPr>
              <a:spLocks noChangeShapeType="1"/>
            </p:cNvSpPr>
            <p:nvPr/>
          </p:nvSpPr>
          <p:spPr bwMode="auto">
            <a:xfrm flipV="1">
              <a:off x="6102883" y="4579319"/>
              <a:ext cx="0" cy="3483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7"/>
            <p:cNvSpPr>
              <a:spLocks noChangeShapeType="1"/>
            </p:cNvSpPr>
            <p:nvPr/>
          </p:nvSpPr>
          <p:spPr bwMode="auto">
            <a:xfrm>
              <a:off x="6102891" y="4579320"/>
              <a:ext cx="74136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8"/>
            <p:cNvSpPr>
              <a:spLocks noChangeShapeType="1"/>
            </p:cNvSpPr>
            <p:nvPr/>
          </p:nvSpPr>
          <p:spPr bwMode="auto">
            <a:xfrm>
              <a:off x="6844245" y="4579320"/>
              <a:ext cx="0" cy="1509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83" name="表格 82"/>
          <p:cNvGraphicFramePr>
            <a:graphicFrameLocks noGrp="1"/>
          </p:cNvGraphicFramePr>
          <p:nvPr/>
        </p:nvGraphicFramePr>
        <p:xfrm>
          <a:off x="685801" y="4143272"/>
          <a:ext cx="4320001" cy="1979999"/>
        </p:xfrm>
        <a:graphic>
          <a:graphicData uri="http://schemas.openxmlformats.org/drawingml/2006/table">
            <a:tbl>
              <a:tblPr firstRow="1" bandRow="1">
                <a:solidFill>
                  <a:srgbClr val="E9F19D"/>
                </a:solidFill>
                <a:tableStyleId>{5940675A-B579-460E-94D1-54222C63F5DA}</a:tableStyleId>
              </a:tblPr>
              <a:tblGrid>
                <a:gridCol w="617143">
                  <a:extLst>
                    <a:ext uri="{9D8B030D-6E8A-4147-A177-3AD203B41FA5}">
                      <a16:colId xmlns:a16="http://schemas.microsoft.com/office/drawing/2014/main" val="20000"/>
                    </a:ext>
                  </a:extLst>
                </a:gridCol>
                <a:gridCol w="617143">
                  <a:extLst>
                    <a:ext uri="{9D8B030D-6E8A-4147-A177-3AD203B41FA5}">
                      <a16:colId xmlns:a16="http://schemas.microsoft.com/office/drawing/2014/main" val="20001"/>
                    </a:ext>
                  </a:extLst>
                </a:gridCol>
                <a:gridCol w="617143">
                  <a:extLst>
                    <a:ext uri="{9D8B030D-6E8A-4147-A177-3AD203B41FA5}">
                      <a16:colId xmlns:a16="http://schemas.microsoft.com/office/drawing/2014/main" val="20002"/>
                    </a:ext>
                  </a:extLst>
                </a:gridCol>
                <a:gridCol w="617143">
                  <a:extLst>
                    <a:ext uri="{9D8B030D-6E8A-4147-A177-3AD203B41FA5}">
                      <a16:colId xmlns:a16="http://schemas.microsoft.com/office/drawing/2014/main" val="20003"/>
                    </a:ext>
                  </a:extLst>
                </a:gridCol>
                <a:gridCol w="617143">
                  <a:extLst>
                    <a:ext uri="{9D8B030D-6E8A-4147-A177-3AD203B41FA5}">
                      <a16:colId xmlns:a16="http://schemas.microsoft.com/office/drawing/2014/main" val="20004"/>
                    </a:ext>
                  </a:extLst>
                </a:gridCol>
                <a:gridCol w="617143">
                  <a:extLst>
                    <a:ext uri="{9D8B030D-6E8A-4147-A177-3AD203B41FA5}">
                      <a16:colId xmlns:a16="http://schemas.microsoft.com/office/drawing/2014/main" val="20005"/>
                    </a:ext>
                  </a:extLst>
                </a:gridCol>
                <a:gridCol w="617143">
                  <a:extLst>
                    <a:ext uri="{9D8B030D-6E8A-4147-A177-3AD203B41FA5}">
                      <a16:colId xmlns:a16="http://schemas.microsoft.com/office/drawing/2014/main" val="20006"/>
                    </a:ext>
                  </a:extLst>
                </a:gridCol>
              </a:tblGrid>
              <a:tr h="340391">
                <a:tc>
                  <a:txBody>
                    <a:bodyPr/>
                    <a:lstStyle/>
                    <a:p>
                      <a:pPr algn="ctr"/>
                      <a:endParaRPr lang="zh-CN" altLang="en-US" sz="1600" dirty="0">
                        <a:latin typeface="Times New Roman" pitchFamily="18" charset="0"/>
                        <a:cs typeface="Times New Roman" pitchFamily="18" charset="0"/>
                      </a:endParaRPr>
                    </a:p>
                  </a:txBody>
                  <a:tcPr>
                    <a:solidFill>
                      <a:schemeClr val="bg1"/>
                    </a:solidFill>
                  </a:tcPr>
                </a:tc>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p1</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p2</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p5</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p4</a:t>
                      </a:r>
                    </a:p>
                  </a:txBody>
                  <a:tcPr marL="9525" marR="9525" marT="9525" marB="0" anchor="ctr">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p3</a:t>
                      </a:r>
                    </a:p>
                  </a:txBody>
                  <a:tcPr marL="9525" marR="9525" marT="9525" marB="0" anchor="ctr">
                    <a:solidFill>
                      <a:schemeClr val="bg1"/>
                    </a:solidFill>
                  </a:tcPr>
                </a:tc>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p6</a:t>
                      </a:r>
                    </a:p>
                  </a:txBody>
                  <a:tcPr marL="9525" marR="9525" marT="9525" marB="0" anchor="ctr">
                    <a:solidFill>
                      <a:schemeClr val="bg1"/>
                    </a:solidFill>
                  </a:tcPr>
                </a:tc>
                <a:extLst>
                  <a:ext uri="{0D108BD9-81ED-4DB2-BD59-A6C34878D82A}">
                    <a16:rowId xmlns:a16="http://schemas.microsoft.com/office/drawing/2014/main" val="10000"/>
                  </a:ext>
                </a:extLst>
              </a:tr>
              <a:tr h="273268">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p1</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extLst>
                  <a:ext uri="{0D108BD9-81ED-4DB2-BD59-A6C34878D82A}">
                    <a16:rowId xmlns:a16="http://schemas.microsoft.com/office/drawing/2014/main" val="10001"/>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p2</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endParaRPr lang="zh-CN" altLang="en-US" sz="16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solidFill>
                      <a:schemeClr val="bg1"/>
                    </a:solidFill>
                  </a:tcPr>
                </a:tc>
                <a:extLst>
                  <a:ext uri="{0D108BD9-81ED-4DB2-BD59-A6C34878D82A}">
                    <a16:rowId xmlns:a16="http://schemas.microsoft.com/office/drawing/2014/main" val="10002"/>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p5</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l" fontAlgn="ctr"/>
                      <a:r>
                        <a:rPr lang="zh-CN" altLang="en-US" sz="1600" b="0" i="0" u="none" strike="noStrike">
                          <a:solidFill>
                            <a:srgbClr val="FF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p4</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rowSpan="3" gridSpan="3">
                  <a:txBody>
                    <a:bodyPr/>
                    <a:lstStyle/>
                    <a:p>
                      <a:pPr algn="ctr" fontAlgn="ctr"/>
                      <a:r>
                        <a:rPr lang="en-US" altLang="zh-CN" sz="1600" b="1" i="0" u="none" strike="noStrike">
                          <a:solidFill>
                            <a:srgbClr val="FF0000"/>
                          </a:solidFill>
                          <a:effectLst/>
                          <a:latin typeface="Times New Roman" pitchFamily="18" charset="0"/>
                          <a:cs typeface="Times New Roman" pitchFamily="18" charset="0"/>
                        </a:rPr>
                        <a:t>18.6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rowSpan="3" hMerge="1">
                  <a:txBody>
                    <a:bodyPr/>
                    <a:lstStyle/>
                    <a:p>
                      <a:endParaRPr lang="zh-CN" altLang="en-US"/>
                    </a:p>
                  </a:txBody>
                  <a:tcPr>
                    <a:lnL w="12700" cap="flat" cmpd="sng" algn="ctr">
                      <a:solidFill>
                        <a:schemeClr val="tx1"/>
                      </a:solidFill>
                      <a:prstDash val="solid"/>
                      <a:round/>
                      <a:headEnd type="none" w="med" len="med"/>
                      <a:tailEnd type="none" w="med" len="med"/>
                    </a:lnL>
                    <a:solidFill>
                      <a:schemeClr val="accent4">
                        <a:lumMod val="20000"/>
                        <a:lumOff val="80000"/>
                      </a:schemeClr>
                    </a:solidFill>
                  </a:tcPr>
                </a:tc>
                <a:tc rowSpan="3" hMerge="1">
                  <a:txBody>
                    <a:bodyPr/>
                    <a:lstStyle/>
                    <a:p>
                      <a:endParaRPr lang="zh-CN" altLang="en-US"/>
                    </a:p>
                  </a:txBody>
                  <a:tcPr>
                    <a:lnR w="12700" cap="flat" cmpd="sng" algn="ctr">
                      <a:solidFill>
                        <a:schemeClr val="tx1"/>
                      </a:solidFill>
                      <a:prstDash val="solid"/>
                      <a:round/>
                      <a:headEnd type="none" w="med" len="med"/>
                      <a:tailEnd type="none" w="med" len="med"/>
                    </a:lnR>
                    <a:solidFill>
                      <a:schemeClr val="accent4">
                        <a:lumMod val="20000"/>
                        <a:lumOff val="80000"/>
                      </a:schemeClr>
                    </a:solidFill>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73268">
                <a:tc>
                  <a:txBody>
                    <a:bodyPr/>
                    <a:lstStyle/>
                    <a:p>
                      <a:pPr algn="ctr" fontAlgn="ctr"/>
                      <a:r>
                        <a:rPr lang="en-US" sz="1600" b="0" i="0" u="none" strike="noStrike">
                          <a:solidFill>
                            <a:srgbClr val="000000"/>
                          </a:solidFill>
                          <a:effectLst/>
                          <a:latin typeface="Times New Roman" pitchFamily="18" charset="0"/>
                          <a:cs typeface="Times New Roman" pitchFamily="18" charset="0"/>
                        </a:rPr>
                        <a:t>p3</a:t>
                      </a:r>
                    </a:p>
                  </a:txBody>
                  <a:tcPr marL="9525" marR="9525" marT="9525" marB="0" anchor="ctr">
                    <a:solidFill>
                      <a:schemeClr val="bg1"/>
                    </a:solidFill>
                  </a:tcPr>
                </a:tc>
                <a:tc gridSpan="3" vMerge="1">
                  <a:txBody>
                    <a:bodyPr/>
                    <a:lstStyle/>
                    <a:p>
                      <a:endParaRPr lang="zh-CN" altLang="en-US"/>
                    </a:p>
                  </a:txBody>
                  <a:tcPr>
                    <a:lnT w="12700" cap="flat" cmpd="sng" algn="ctr">
                      <a:solidFill>
                        <a:schemeClr val="tx1"/>
                      </a:solidFill>
                      <a:prstDash val="solid"/>
                      <a:round/>
                      <a:headEnd type="none" w="med" len="med"/>
                      <a:tailEnd type="none" w="med" len="med"/>
                    </a:lnT>
                    <a:solidFill>
                      <a:schemeClr val="accent3">
                        <a:lumMod val="20000"/>
                        <a:lumOff val="80000"/>
                      </a:schemeClr>
                    </a:solidFill>
                  </a:tcPr>
                </a:tc>
                <a:tc hMerge="1" vMerge="1">
                  <a:txBody>
                    <a:bodyPr/>
                    <a:lstStyle/>
                    <a:p>
                      <a:endParaRPr lang="zh-CN" altLang="en-US"/>
                    </a:p>
                  </a:txBody>
                  <a:tcPr>
                    <a:solidFill>
                      <a:schemeClr val="accent4">
                        <a:lumMod val="20000"/>
                        <a:lumOff val="80000"/>
                      </a:schemeClr>
                    </a:solidFill>
                  </a:tcPr>
                </a:tc>
                <a:tc hMerge="1" vMerge="1">
                  <a:txBody>
                    <a:bodyPr/>
                    <a:lstStyle/>
                    <a:p>
                      <a:endParaRPr lang="zh-CN" altLang="en-US"/>
                    </a:p>
                  </a:txBody>
                  <a:tcPr>
                    <a:lnR w="12700" cap="flat" cmpd="sng" algn="ctr">
                      <a:solidFill>
                        <a:schemeClr val="tx1"/>
                      </a:solidFill>
                      <a:prstDash val="solid"/>
                      <a:round/>
                      <a:headEnd type="none" w="med" len="med"/>
                      <a:tailEnd type="none" w="med" len="med"/>
                    </a:lnR>
                    <a:solidFill>
                      <a:schemeClr val="accent4">
                        <a:lumMod val="20000"/>
                        <a:lumOff val="8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endParaRPr lang="zh-CN" altLang="en-US" sz="16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73268">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p6</a:t>
                      </a:r>
                    </a:p>
                  </a:txBody>
                  <a:tcPr marL="9525" marR="9525" marT="9525" marB="0" anchor="ctr">
                    <a:solidFill>
                      <a:schemeClr val="bg1"/>
                    </a:solidFill>
                  </a:tcPr>
                </a:tc>
                <a:tc gridSpan="3" vMerge="1">
                  <a:txBody>
                    <a:bodyPr/>
                    <a:lstStyle/>
                    <a:p>
                      <a:endParaRPr lang="zh-CN" altLang="en-US"/>
                    </a:p>
                  </a:txBody>
                  <a:tcPr>
                    <a:solidFill>
                      <a:schemeClr val="accent3">
                        <a:lumMod val="20000"/>
                        <a:lumOff val="80000"/>
                      </a:schemeClr>
                    </a:solidFill>
                  </a:tcPr>
                </a:tc>
                <a:tc hMerge="1" vMerge="1">
                  <a:txBody>
                    <a:bodyPr/>
                    <a:lstStyle/>
                    <a:p>
                      <a:endParaRPr lang="zh-CN" altLang="en-US"/>
                    </a:p>
                  </a:txBody>
                  <a:tcPr>
                    <a:solidFill>
                      <a:schemeClr val="accent4">
                        <a:lumMod val="20000"/>
                        <a:lumOff val="80000"/>
                      </a:schemeClr>
                    </a:solidFill>
                  </a:tcPr>
                </a:tc>
                <a:tc hMerge="1" vMerge="1">
                  <a:txBody>
                    <a:bodyPr/>
                    <a:lstStyle/>
                    <a:p>
                      <a:endParaRPr lang="zh-CN" altLang="en-US"/>
                    </a:p>
                  </a:txBody>
                  <a:tcPr>
                    <a:lnR w="12700" cap="flat" cmpd="sng" algn="ctr">
                      <a:solidFill>
                        <a:schemeClr val="tx1"/>
                      </a:solidFill>
                      <a:prstDash val="solid"/>
                      <a:round/>
                      <a:headEnd type="none" w="med" len="med"/>
                      <a:tailEnd type="none" w="med" len="med"/>
                    </a:lnR>
                    <a:solidFill>
                      <a:schemeClr val="accent4">
                        <a:lumMod val="20000"/>
                        <a:lumOff val="80000"/>
                      </a:schemeClr>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bg1"/>
                    </a:solidFill>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solidFill>
                      <a:schemeClr val="bg1"/>
                    </a:solidFill>
                  </a:tcPr>
                </a:tc>
                <a:extLst>
                  <a:ext uri="{0D108BD9-81ED-4DB2-BD59-A6C34878D82A}">
                    <a16:rowId xmlns:a16="http://schemas.microsoft.com/office/drawing/2014/main" val="10006"/>
                  </a:ext>
                </a:extLst>
              </a:tr>
            </a:tbl>
          </a:graphicData>
        </a:graphic>
      </p:graphicFrame>
      <p:sp>
        <p:nvSpPr>
          <p:cNvPr id="55" name="椭圆 153">
            <a:extLst>
              <a:ext uri="{FF2B5EF4-FFF2-40B4-BE49-F238E27FC236}">
                <a16:creationId xmlns:a16="http://schemas.microsoft.com/office/drawing/2014/main" id="{99D68315-8919-4E0B-9053-C39A611F7B67}"/>
              </a:ext>
            </a:extLst>
          </p:cNvPr>
          <p:cNvSpPr/>
          <p:nvPr/>
        </p:nvSpPr>
        <p:spPr>
          <a:xfrm rot="18322284">
            <a:off x="6024792" y="687434"/>
            <a:ext cx="2772360" cy="3282873"/>
          </a:xfrm>
          <a:custGeom>
            <a:avLst/>
            <a:gdLst>
              <a:gd name="connsiteX0" fmla="*/ 0 w 2900800"/>
              <a:gd name="connsiteY0" fmla="*/ 1793865 h 3587730"/>
              <a:gd name="connsiteX1" fmla="*/ 1450400 w 2900800"/>
              <a:gd name="connsiteY1" fmla="*/ 0 h 3587730"/>
              <a:gd name="connsiteX2" fmla="*/ 2900800 w 2900800"/>
              <a:gd name="connsiteY2" fmla="*/ 1793865 h 3587730"/>
              <a:gd name="connsiteX3" fmla="*/ 1450400 w 2900800"/>
              <a:gd name="connsiteY3" fmla="*/ 3587730 h 3587730"/>
              <a:gd name="connsiteX4" fmla="*/ 0 w 2900800"/>
              <a:gd name="connsiteY4" fmla="*/ 1793865 h 3587730"/>
              <a:gd name="connsiteX0" fmla="*/ 0 w 2897956"/>
              <a:gd name="connsiteY0" fmla="*/ 1796934 h 3592863"/>
              <a:gd name="connsiteX1" fmla="*/ 1450400 w 2897956"/>
              <a:gd name="connsiteY1" fmla="*/ 3069 h 3592863"/>
              <a:gd name="connsiteX2" fmla="*/ 2897956 w 2897956"/>
              <a:gd name="connsiteY2" fmla="*/ 1499047 h 3592863"/>
              <a:gd name="connsiteX3" fmla="*/ 1450400 w 2897956"/>
              <a:gd name="connsiteY3" fmla="*/ 3590799 h 3592863"/>
              <a:gd name="connsiteX4" fmla="*/ 0 w 2897956"/>
              <a:gd name="connsiteY4" fmla="*/ 1796934 h 3592863"/>
              <a:gd name="connsiteX0" fmla="*/ 0 w 2930395"/>
              <a:gd name="connsiteY0" fmla="*/ 1848367 h 3644296"/>
              <a:gd name="connsiteX1" fmla="*/ 1450400 w 2930395"/>
              <a:gd name="connsiteY1" fmla="*/ 54502 h 3644296"/>
              <a:gd name="connsiteX2" fmla="*/ 2245322 w 2930395"/>
              <a:gd name="connsiteY2" fmla="*/ 560759 h 3644296"/>
              <a:gd name="connsiteX3" fmla="*/ 2897956 w 2930395"/>
              <a:gd name="connsiteY3" fmla="*/ 1550480 h 3644296"/>
              <a:gd name="connsiteX4" fmla="*/ 1450400 w 2930395"/>
              <a:gd name="connsiteY4" fmla="*/ 3642232 h 3644296"/>
              <a:gd name="connsiteX5" fmla="*/ 0 w 2930395"/>
              <a:gd name="connsiteY5" fmla="*/ 1848367 h 3644296"/>
              <a:gd name="connsiteX0" fmla="*/ 3866 w 2934261"/>
              <a:gd name="connsiteY0" fmla="*/ 1742589 h 3537873"/>
              <a:gd name="connsiteX1" fmla="*/ 1068288 w 2934261"/>
              <a:gd name="connsiteY1" fmla="*/ 66262 h 3537873"/>
              <a:gd name="connsiteX2" fmla="*/ 2249188 w 2934261"/>
              <a:gd name="connsiteY2" fmla="*/ 454981 h 3537873"/>
              <a:gd name="connsiteX3" fmla="*/ 2901822 w 2934261"/>
              <a:gd name="connsiteY3" fmla="*/ 1444702 h 3537873"/>
              <a:gd name="connsiteX4" fmla="*/ 1454266 w 2934261"/>
              <a:gd name="connsiteY4" fmla="*/ 3536454 h 3537873"/>
              <a:gd name="connsiteX5" fmla="*/ 3866 w 2934261"/>
              <a:gd name="connsiteY5" fmla="*/ 1742589 h 3537873"/>
              <a:gd name="connsiteX0" fmla="*/ 4557 w 2788296"/>
              <a:gd name="connsiteY0" fmla="*/ 2355611 h 3593109"/>
              <a:gd name="connsiteX1" fmla="*/ 922323 w 2788296"/>
              <a:gd name="connsiteY1" fmla="*/ 105348 h 3593109"/>
              <a:gd name="connsiteX2" fmla="*/ 2103223 w 2788296"/>
              <a:gd name="connsiteY2" fmla="*/ 494067 h 3593109"/>
              <a:gd name="connsiteX3" fmla="*/ 2755857 w 2788296"/>
              <a:gd name="connsiteY3" fmla="*/ 1483788 h 3593109"/>
              <a:gd name="connsiteX4" fmla="*/ 1308301 w 2788296"/>
              <a:gd name="connsiteY4" fmla="*/ 3575540 h 3593109"/>
              <a:gd name="connsiteX5" fmla="*/ 4557 w 2788296"/>
              <a:gd name="connsiteY5" fmla="*/ 2355611 h 3593109"/>
              <a:gd name="connsiteX0" fmla="*/ 13374 w 2797113"/>
              <a:gd name="connsiteY0" fmla="*/ 2355611 h 3601319"/>
              <a:gd name="connsiteX1" fmla="*/ 931140 w 2797113"/>
              <a:gd name="connsiteY1" fmla="*/ 105348 h 3601319"/>
              <a:gd name="connsiteX2" fmla="*/ 2112040 w 2797113"/>
              <a:gd name="connsiteY2" fmla="*/ 494067 h 3601319"/>
              <a:gd name="connsiteX3" fmla="*/ 2764674 w 2797113"/>
              <a:gd name="connsiteY3" fmla="*/ 1483788 h 3601319"/>
              <a:gd name="connsiteX4" fmla="*/ 1635985 w 2797113"/>
              <a:gd name="connsiteY4" fmla="*/ 3583882 h 3601319"/>
              <a:gd name="connsiteX5" fmla="*/ 13374 w 2797113"/>
              <a:gd name="connsiteY5" fmla="*/ 2355611 h 3601319"/>
              <a:gd name="connsiteX0" fmla="*/ 13374 w 2737531"/>
              <a:gd name="connsiteY0" fmla="*/ 2355611 h 3592744"/>
              <a:gd name="connsiteX1" fmla="*/ 931140 w 2737531"/>
              <a:gd name="connsiteY1" fmla="*/ 105348 h 3592744"/>
              <a:gd name="connsiteX2" fmla="*/ 2112040 w 2737531"/>
              <a:gd name="connsiteY2" fmla="*/ 494067 h 3592744"/>
              <a:gd name="connsiteX3" fmla="*/ 2702063 w 2737531"/>
              <a:gd name="connsiteY3" fmla="*/ 1762945 h 3592744"/>
              <a:gd name="connsiteX4" fmla="*/ 1635985 w 2737531"/>
              <a:gd name="connsiteY4" fmla="*/ 3583882 h 3592744"/>
              <a:gd name="connsiteX5" fmla="*/ 13374 w 2737531"/>
              <a:gd name="connsiteY5" fmla="*/ 2355611 h 3592744"/>
              <a:gd name="connsiteX0" fmla="*/ 13167 w 2733685"/>
              <a:gd name="connsiteY0" fmla="*/ 2355129 h 3592262"/>
              <a:gd name="connsiteX1" fmla="*/ 930933 w 2733685"/>
              <a:gd name="connsiteY1" fmla="*/ 104866 h 3592262"/>
              <a:gd name="connsiteX2" fmla="*/ 2035194 w 2733685"/>
              <a:gd name="connsiteY2" fmla="*/ 495834 h 3592262"/>
              <a:gd name="connsiteX3" fmla="*/ 2701856 w 2733685"/>
              <a:gd name="connsiteY3" fmla="*/ 1762463 h 3592262"/>
              <a:gd name="connsiteX4" fmla="*/ 1635778 w 2733685"/>
              <a:gd name="connsiteY4" fmla="*/ 3583400 h 3592262"/>
              <a:gd name="connsiteX5" fmla="*/ 13167 w 2733685"/>
              <a:gd name="connsiteY5" fmla="*/ 2355129 h 3592262"/>
              <a:gd name="connsiteX0" fmla="*/ 13167 w 2733685"/>
              <a:gd name="connsiteY0" fmla="*/ 2394145 h 3631278"/>
              <a:gd name="connsiteX1" fmla="*/ 930933 w 2733685"/>
              <a:gd name="connsiteY1" fmla="*/ 143882 h 3631278"/>
              <a:gd name="connsiteX2" fmla="*/ 2035194 w 2733685"/>
              <a:gd name="connsiteY2" fmla="*/ 534850 h 3631278"/>
              <a:gd name="connsiteX3" fmla="*/ 2701856 w 2733685"/>
              <a:gd name="connsiteY3" fmla="*/ 1801479 h 3631278"/>
              <a:gd name="connsiteX4" fmla="*/ 1635778 w 2733685"/>
              <a:gd name="connsiteY4" fmla="*/ 3622416 h 3631278"/>
              <a:gd name="connsiteX5" fmla="*/ 13167 w 2733685"/>
              <a:gd name="connsiteY5" fmla="*/ 2394145 h 3631278"/>
              <a:gd name="connsiteX0" fmla="*/ 13167 w 2743188"/>
              <a:gd name="connsiteY0" fmla="*/ 2394145 h 3631278"/>
              <a:gd name="connsiteX1" fmla="*/ 930933 w 2743188"/>
              <a:gd name="connsiteY1" fmla="*/ 143882 h 3631278"/>
              <a:gd name="connsiteX2" fmla="*/ 2035194 w 2743188"/>
              <a:gd name="connsiteY2" fmla="*/ 534850 h 3631278"/>
              <a:gd name="connsiteX3" fmla="*/ 2701856 w 2743188"/>
              <a:gd name="connsiteY3" fmla="*/ 1801479 h 3631278"/>
              <a:gd name="connsiteX4" fmla="*/ 1635778 w 2743188"/>
              <a:gd name="connsiteY4" fmla="*/ 3622416 h 3631278"/>
              <a:gd name="connsiteX5" fmla="*/ 13167 w 2743188"/>
              <a:gd name="connsiteY5" fmla="*/ 2394145 h 3631278"/>
              <a:gd name="connsiteX0" fmla="*/ 41668 w 2771689"/>
              <a:gd name="connsiteY0" fmla="*/ 2148134 h 3384596"/>
              <a:gd name="connsiteX1" fmla="*/ 614964 w 2771689"/>
              <a:gd name="connsiteY1" fmla="*/ 317630 h 3384596"/>
              <a:gd name="connsiteX2" fmla="*/ 2063695 w 2771689"/>
              <a:gd name="connsiteY2" fmla="*/ 288839 h 3384596"/>
              <a:gd name="connsiteX3" fmla="*/ 2730357 w 2771689"/>
              <a:gd name="connsiteY3" fmla="*/ 1555468 h 3384596"/>
              <a:gd name="connsiteX4" fmla="*/ 1664279 w 2771689"/>
              <a:gd name="connsiteY4" fmla="*/ 3376405 h 3384596"/>
              <a:gd name="connsiteX5" fmla="*/ 41668 w 2771689"/>
              <a:gd name="connsiteY5" fmla="*/ 2148134 h 3384596"/>
              <a:gd name="connsiteX0" fmla="*/ 40620 w 2770641"/>
              <a:gd name="connsiteY0" fmla="*/ 2243115 h 3479577"/>
              <a:gd name="connsiteX1" fmla="*/ 613916 w 2770641"/>
              <a:gd name="connsiteY1" fmla="*/ 412611 h 3479577"/>
              <a:gd name="connsiteX2" fmla="*/ 2062647 w 2770641"/>
              <a:gd name="connsiteY2" fmla="*/ 383820 h 3479577"/>
              <a:gd name="connsiteX3" fmla="*/ 2729309 w 2770641"/>
              <a:gd name="connsiteY3" fmla="*/ 1650449 h 3479577"/>
              <a:gd name="connsiteX4" fmla="*/ 1663231 w 2770641"/>
              <a:gd name="connsiteY4" fmla="*/ 3471386 h 3479577"/>
              <a:gd name="connsiteX5" fmla="*/ 40620 w 2770641"/>
              <a:gd name="connsiteY5" fmla="*/ 2243115 h 3479577"/>
              <a:gd name="connsiteX0" fmla="*/ 42379 w 2772400"/>
              <a:gd name="connsiteY0" fmla="*/ 2169288 h 3405517"/>
              <a:gd name="connsiteX1" fmla="*/ 601919 w 2772400"/>
              <a:gd name="connsiteY1" fmla="*/ 500405 h 3405517"/>
              <a:gd name="connsiteX2" fmla="*/ 2064406 w 2772400"/>
              <a:gd name="connsiteY2" fmla="*/ 309993 h 3405517"/>
              <a:gd name="connsiteX3" fmla="*/ 2731068 w 2772400"/>
              <a:gd name="connsiteY3" fmla="*/ 1576622 h 3405517"/>
              <a:gd name="connsiteX4" fmla="*/ 1664990 w 2772400"/>
              <a:gd name="connsiteY4" fmla="*/ 3397559 h 3405517"/>
              <a:gd name="connsiteX5" fmla="*/ 42379 w 2772400"/>
              <a:gd name="connsiteY5" fmla="*/ 2169288 h 3405517"/>
              <a:gd name="connsiteX0" fmla="*/ 37284 w 2767305"/>
              <a:gd name="connsiteY0" fmla="*/ 2130289 h 3366518"/>
              <a:gd name="connsiteX1" fmla="*/ 596824 w 2767305"/>
              <a:gd name="connsiteY1" fmla="*/ 461406 h 3366518"/>
              <a:gd name="connsiteX2" fmla="*/ 2059311 w 2767305"/>
              <a:gd name="connsiteY2" fmla="*/ 270994 h 3366518"/>
              <a:gd name="connsiteX3" fmla="*/ 2725973 w 2767305"/>
              <a:gd name="connsiteY3" fmla="*/ 1537623 h 3366518"/>
              <a:gd name="connsiteX4" fmla="*/ 1659895 w 2767305"/>
              <a:gd name="connsiteY4" fmla="*/ 3358560 h 3366518"/>
              <a:gd name="connsiteX5" fmla="*/ 37284 w 2767305"/>
              <a:gd name="connsiteY5" fmla="*/ 2130289 h 3366518"/>
              <a:gd name="connsiteX0" fmla="*/ 41462 w 2761909"/>
              <a:gd name="connsiteY0" fmla="*/ 2159376 h 3395605"/>
              <a:gd name="connsiteX1" fmla="*/ 601002 w 2761909"/>
              <a:gd name="connsiteY1" fmla="*/ 490493 h 3395605"/>
              <a:gd name="connsiteX2" fmla="*/ 1886572 w 2761909"/>
              <a:gd name="connsiteY2" fmla="*/ 215416 h 3395605"/>
              <a:gd name="connsiteX3" fmla="*/ 2730151 w 2761909"/>
              <a:gd name="connsiteY3" fmla="*/ 1566710 h 3395605"/>
              <a:gd name="connsiteX4" fmla="*/ 1664073 w 2761909"/>
              <a:gd name="connsiteY4" fmla="*/ 3387647 h 3395605"/>
              <a:gd name="connsiteX5" fmla="*/ 41462 w 2761909"/>
              <a:gd name="connsiteY5" fmla="*/ 2159376 h 3395605"/>
              <a:gd name="connsiteX0" fmla="*/ 41462 w 2767893"/>
              <a:gd name="connsiteY0" fmla="*/ 2159376 h 3395605"/>
              <a:gd name="connsiteX1" fmla="*/ 601002 w 2767893"/>
              <a:gd name="connsiteY1" fmla="*/ 490493 h 3395605"/>
              <a:gd name="connsiteX2" fmla="*/ 1886572 w 2767893"/>
              <a:gd name="connsiteY2" fmla="*/ 215416 h 3395605"/>
              <a:gd name="connsiteX3" fmla="*/ 2730151 w 2767893"/>
              <a:gd name="connsiteY3" fmla="*/ 1566710 h 3395605"/>
              <a:gd name="connsiteX4" fmla="*/ 1664073 w 2767893"/>
              <a:gd name="connsiteY4" fmla="*/ 3387647 h 3395605"/>
              <a:gd name="connsiteX5" fmla="*/ 41462 w 2767893"/>
              <a:gd name="connsiteY5" fmla="*/ 2159376 h 3395605"/>
              <a:gd name="connsiteX0" fmla="*/ 41462 w 2767893"/>
              <a:gd name="connsiteY0" fmla="*/ 2124475 h 3360704"/>
              <a:gd name="connsiteX1" fmla="*/ 601002 w 2767893"/>
              <a:gd name="connsiteY1" fmla="*/ 455592 h 3360704"/>
              <a:gd name="connsiteX2" fmla="*/ 1886572 w 2767893"/>
              <a:gd name="connsiteY2" fmla="*/ 180515 h 3360704"/>
              <a:gd name="connsiteX3" fmla="*/ 2730151 w 2767893"/>
              <a:gd name="connsiteY3" fmla="*/ 1531809 h 3360704"/>
              <a:gd name="connsiteX4" fmla="*/ 1664073 w 2767893"/>
              <a:gd name="connsiteY4" fmla="*/ 3352746 h 3360704"/>
              <a:gd name="connsiteX5" fmla="*/ 41462 w 2767893"/>
              <a:gd name="connsiteY5" fmla="*/ 2124475 h 3360704"/>
              <a:gd name="connsiteX0" fmla="*/ 41462 w 2763418"/>
              <a:gd name="connsiteY0" fmla="*/ 2060017 h 3296246"/>
              <a:gd name="connsiteX1" fmla="*/ 601002 w 2763418"/>
              <a:gd name="connsiteY1" fmla="*/ 391134 h 3296246"/>
              <a:gd name="connsiteX2" fmla="*/ 1886572 w 2763418"/>
              <a:gd name="connsiteY2" fmla="*/ 116057 h 3296246"/>
              <a:gd name="connsiteX3" fmla="*/ 2730151 w 2763418"/>
              <a:gd name="connsiteY3" fmla="*/ 1467351 h 3296246"/>
              <a:gd name="connsiteX4" fmla="*/ 1664073 w 2763418"/>
              <a:gd name="connsiteY4" fmla="*/ 3288288 h 3296246"/>
              <a:gd name="connsiteX5" fmla="*/ 41462 w 2763418"/>
              <a:gd name="connsiteY5" fmla="*/ 2060017 h 3296246"/>
              <a:gd name="connsiteX0" fmla="*/ 39612 w 2755045"/>
              <a:gd name="connsiteY0" fmla="*/ 2170377 h 3406606"/>
              <a:gd name="connsiteX1" fmla="*/ 599152 w 2755045"/>
              <a:gd name="connsiteY1" fmla="*/ 501494 h 3406606"/>
              <a:gd name="connsiteX2" fmla="*/ 1709051 w 2755045"/>
              <a:gd name="connsiteY2" fmla="*/ 94143 h 3406606"/>
              <a:gd name="connsiteX3" fmla="*/ 2728301 w 2755045"/>
              <a:gd name="connsiteY3" fmla="*/ 1577711 h 3406606"/>
              <a:gd name="connsiteX4" fmla="*/ 1662223 w 2755045"/>
              <a:gd name="connsiteY4" fmla="*/ 3398648 h 3406606"/>
              <a:gd name="connsiteX5" fmla="*/ 39612 w 2755045"/>
              <a:gd name="connsiteY5" fmla="*/ 2170377 h 3406606"/>
              <a:gd name="connsiteX0" fmla="*/ 39612 w 2865867"/>
              <a:gd name="connsiteY0" fmla="*/ 2170377 h 3399285"/>
              <a:gd name="connsiteX1" fmla="*/ 599152 w 2865867"/>
              <a:gd name="connsiteY1" fmla="*/ 501494 h 3399285"/>
              <a:gd name="connsiteX2" fmla="*/ 1709051 w 2865867"/>
              <a:gd name="connsiteY2" fmla="*/ 94143 h 3399285"/>
              <a:gd name="connsiteX3" fmla="*/ 2728301 w 2865867"/>
              <a:gd name="connsiteY3" fmla="*/ 1577711 h 3399285"/>
              <a:gd name="connsiteX4" fmla="*/ 2740597 w 2865867"/>
              <a:gd name="connsiteY4" fmla="*/ 2014705 h 3399285"/>
              <a:gd name="connsiteX5" fmla="*/ 1662223 w 2865867"/>
              <a:gd name="connsiteY5" fmla="*/ 3398648 h 3399285"/>
              <a:gd name="connsiteX6" fmla="*/ 39612 w 2865867"/>
              <a:gd name="connsiteY6" fmla="*/ 2170377 h 3399285"/>
              <a:gd name="connsiteX0" fmla="*/ 39612 w 2728380"/>
              <a:gd name="connsiteY0" fmla="*/ 2170377 h 3406606"/>
              <a:gd name="connsiteX1" fmla="*/ 599152 w 2728380"/>
              <a:gd name="connsiteY1" fmla="*/ 501494 h 3406606"/>
              <a:gd name="connsiteX2" fmla="*/ 1709051 w 2728380"/>
              <a:gd name="connsiteY2" fmla="*/ 94143 h 3406606"/>
              <a:gd name="connsiteX3" fmla="*/ 2728301 w 2728380"/>
              <a:gd name="connsiteY3" fmla="*/ 1577711 h 3406606"/>
              <a:gd name="connsiteX4" fmla="*/ 1662223 w 2728380"/>
              <a:gd name="connsiteY4" fmla="*/ 3398648 h 3406606"/>
              <a:gd name="connsiteX5" fmla="*/ 39612 w 2728380"/>
              <a:gd name="connsiteY5" fmla="*/ 2170377 h 3406606"/>
              <a:gd name="connsiteX0" fmla="*/ 39612 w 2728380"/>
              <a:gd name="connsiteY0" fmla="*/ 2170377 h 3406606"/>
              <a:gd name="connsiteX1" fmla="*/ 599152 w 2728380"/>
              <a:gd name="connsiteY1" fmla="*/ 501494 h 3406606"/>
              <a:gd name="connsiteX2" fmla="*/ 1709051 w 2728380"/>
              <a:gd name="connsiteY2" fmla="*/ 94143 h 3406606"/>
              <a:gd name="connsiteX3" fmla="*/ 2728301 w 2728380"/>
              <a:gd name="connsiteY3" fmla="*/ 1577711 h 3406606"/>
              <a:gd name="connsiteX4" fmla="*/ 1662223 w 2728380"/>
              <a:gd name="connsiteY4" fmla="*/ 3398648 h 3406606"/>
              <a:gd name="connsiteX5" fmla="*/ 39612 w 2728380"/>
              <a:gd name="connsiteY5" fmla="*/ 2170377 h 3406606"/>
              <a:gd name="connsiteX0" fmla="*/ 39612 w 2786467"/>
              <a:gd name="connsiteY0" fmla="*/ 2124844 h 3365953"/>
              <a:gd name="connsiteX1" fmla="*/ 599152 w 2786467"/>
              <a:gd name="connsiteY1" fmla="*/ 455961 h 3365953"/>
              <a:gd name="connsiteX2" fmla="*/ 1709051 w 2786467"/>
              <a:gd name="connsiteY2" fmla="*/ 48610 h 3365953"/>
              <a:gd name="connsiteX3" fmla="*/ 2786405 w 2786467"/>
              <a:gd name="connsiteY3" fmla="*/ 1350755 h 3365953"/>
              <a:gd name="connsiteX4" fmla="*/ 1662223 w 2786467"/>
              <a:gd name="connsiteY4" fmla="*/ 3353115 h 3365953"/>
              <a:gd name="connsiteX5" fmla="*/ 39612 w 2786467"/>
              <a:gd name="connsiteY5" fmla="*/ 2124844 h 3365953"/>
              <a:gd name="connsiteX0" fmla="*/ 26343 w 2775445"/>
              <a:gd name="connsiteY0" fmla="*/ 2124844 h 3195800"/>
              <a:gd name="connsiteX1" fmla="*/ 585883 w 2775445"/>
              <a:gd name="connsiteY1" fmla="*/ 455961 h 3195800"/>
              <a:gd name="connsiteX2" fmla="*/ 1695782 w 2775445"/>
              <a:gd name="connsiteY2" fmla="*/ 48610 h 3195800"/>
              <a:gd name="connsiteX3" fmla="*/ 2773136 w 2775445"/>
              <a:gd name="connsiteY3" fmla="*/ 1350755 h 3195800"/>
              <a:gd name="connsiteX4" fmla="*/ 1398106 w 2775445"/>
              <a:gd name="connsiteY4" fmla="*/ 3180762 h 3195800"/>
              <a:gd name="connsiteX5" fmla="*/ 26343 w 2775445"/>
              <a:gd name="connsiteY5" fmla="*/ 2124844 h 3195800"/>
              <a:gd name="connsiteX0" fmla="*/ 25144 w 2772360"/>
              <a:gd name="connsiteY0" fmla="*/ 2211917 h 3282873"/>
              <a:gd name="connsiteX1" fmla="*/ 584684 w 2772360"/>
              <a:gd name="connsiteY1" fmla="*/ 543034 h 3282873"/>
              <a:gd name="connsiteX2" fmla="*/ 1533201 w 2772360"/>
              <a:gd name="connsiteY2" fmla="*/ 39989 h 3282873"/>
              <a:gd name="connsiteX3" fmla="*/ 2771937 w 2772360"/>
              <a:gd name="connsiteY3" fmla="*/ 1437828 h 3282873"/>
              <a:gd name="connsiteX4" fmla="*/ 1396907 w 2772360"/>
              <a:gd name="connsiteY4" fmla="*/ 3267835 h 3282873"/>
              <a:gd name="connsiteX5" fmla="*/ 25144 w 2772360"/>
              <a:gd name="connsiteY5" fmla="*/ 2211917 h 328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360" h="3282873">
                <a:moveTo>
                  <a:pt x="25144" y="2211917"/>
                </a:moveTo>
                <a:cubicBezTo>
                  <a:pt x="-110226" y="1757784"/>
                  <a:pt x="333341" y="905022"/>
                  <a:pt x="584684" y="543034"/>
                </a:cubicBezTo>
                <a:cubicBezTo>
                  <a:pt x="836027" y="181046"/>
                  <a:pt x="1168659" y="-109143"/>
                  <a:pt x="1533201" y="39989"/>
                </a:cubicBezTo>
                <a:cubicBezTo>
                  <a:pt x="1897743" y="189121"/>
                  <a:pt x="2794653" y="899854"/>
                  <a:pt x="2771937" y="1437828"/>
                </a:cubicBezTo>
                <a:cubicBezTo>
                  <a:pt x="2749221" y="1975802"/>
                  <a:pt x="1854706" y="3138820"/>
                  <a:pt x="1396907" y="3267835"/>
                </a:cubicBezTo>
                <a:cubicBezTo>
                  <a:pt x="939108" y="3396850"/>
                  <a:pt x="160514" y="2666050"/>
                  <a:pt x="25144" y="2211917"/>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 name="组合 55">
            <a:extLst>
              <a:ext uri="{FF2B5EF4-FFF2-40B4-BE49-F238E27FC236}">
                <a16:creationId xmlns:a16="http://schemas.microsoft.com/office/drawing/2014/main" id="{26F4CED3-5907-487B-AF4F-441558EDBE06}"/>
              </a:ext>
            </a:extLst>
          </p:cNvPr>
          <p:cNvGrpSpPr/>
          <p:nvPr/>
        </p:nvGrpSpPr>
        <p:grpSpPr>
          <a:xfrm>
            <a:off x="6205357" y="836864"/>
            <a:ext cx="2530277" cy="2282770"/>
            <a:chOff x="660042" y="282134"/>
            <a:chExt cx="2648742" cy="2282770"/>
          </a:xfrm>
        </p:grpSpPr>
        <p:sp>
          <p:nvSpPr>
            <p:cNvPr id="57" name="菱形 56">
              <a:extLst>
                <a:ext uri="{FF2B5EF4-FFF2-40B4-BE49-F238E27FC236}">
                  <a16:creationId xmlns:a16="http://schemas.microsoft.com/office/drawing/2014/main" id="{80AEFA97-8C08-4432-A230-33D1787F0A5C}"/>
                </a:ext>
              </a:extLst>
            </p:cNvPr>
            <p:cNvSpPr/>
            <p:nvPr/>
          </p:nvSpPr>
          <p:spPr>
            <a:xfrm>
              <a:off x="2267744" y="548680"/>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8" name="菱形 57">
              <a:extLst>
                <a:ext uri="{FF2B5EF4-FFF2-40B4-BE49-F238E27FC236}">
                  <a16:creationId xmlns:a16="http://schemas.microsoft.com/office/drawing/2014/main" id="{97D2ACD0-9C81-475A-A67B-F52E6A9F4A20}"/>
                </a:ext>
              </a:extLst>
            </p:cNvPr>
            <p:cNvSpPr/>
            <p:nvPr/>
          </p:nvSpPr>
          <p:spPr>
            <a:xfrm>
              <a:off x="1259632" y="155679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9" name="菱形 58">
              <a:extLst>
                <a:ext uri="{FF2B5EF4-FFF2-40B4-BE49-F238E27FC236}">
                  <a16:creationId xmlns:a16="http://schemas.microsoft.com/office/drawing/2014/main" id="{3FF4AB98-B365-4ABF-B3CA-ABF99D7536D2}"/>
                </a:ext>
              </a:extLst>
            </p:cNvPr>
            <p:cNvSpPr/>
            <p:nvPr/>
          </p:nvSpPr>
          <p:spPr>
            <a:xfrm>
              <a:off x="2195736" y="206084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0" name="菱形 59">
              <a:extLst>
                <a:ext uri="{FF2B5EF4-FFF2-40B4-BE49-F238E27FC236}">
                  <a16:creationId xmlns:a16="http://schemas.microsoft.com/office/drawing/2014/main" id="{713531D2-3FB7-4E07-852C-E7CCF5048AD8}"/>
                </a:ext>
              </a:extLst>
            </p:cNvPr>
            <p:cNvSpPr/>
            <p:nvPr/>
          </p:nvSpPr>
          <p:spPr>
            <a:xfrm>
              <a:off x="660042" y="119675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1" name="菱形 60">
              <a:extLst>
                <a:ext uri="{FF2B5EF4-FFF2-40B4-BE49-F238E27FC236}">
                  <a16:creationId xmlns:a16="http://schemas.microsoft.com/office/drawing/2014/main" id="{77884DFD-EE80-439D-BABF-75A70AA55D31}"/>
                </a:ext>
              </a:extLst>
            </p:cNvPr>
            <p:cNvSpPr/>
            <p:nvPr/>
          </p:nvSpPr>
          <p:spPr>
            <a:xfrm>
              <a:off x="2843808" y="242088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2" name="TextBox 78">
              <a:extLst>
                <a:ext uri="{FF2B5EF4-FFF2-40B4-BE49-F238E27FC236}">
                  <a16:creationId xmlns:a16="http://schemas.microsoft.com/office/drawing/2014/main" id="{2245979D-833B-4136-94DA-A8FC129F6D6D}"/>
                </a:ext>
              </a:extLst>
            </p:cNvPr>
            <p:cNvSpPr txBox="1"/>
            <p:nvPr/>
          </p:nvSpPr>
          <p:spPr>
            <a:xfrm>
              <a:off x="2321723" y="282134"/>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1</a:t>
              </a:r>
              <a:endParaRPr lang="zh-CN" altLang="en-US" sz="1600" dirty="0">
                <a:latin typeface="Arial Unicode MS" pitchFamily="34" charset="-122"/>
                <a:ea typeface="Arial Unicode MS" pitchFamily="34" charset="-122"/>
                <a:cs typeface="Arial Unicode MS" pitchFamily="34" charset="-122"/>
              </a:endParaRPr>
            </a:p>
          </p:txBody>
        </p:sp>
        <p:sp>
          <p:nvSpPr>
            <p:cNvPr id="63" name="TextBox 79">
              <a:extLst>
                <a:ext uri="{FF2B5EF4-FFF2-40B4-BE49-F238E27FC236}">
                  <a16:creationId xmlns:a16="http://schemas.microsoft.com/office/drawing/2014/main" id="{1412EF38-4BBF-4D90-A6A8-45F8FEA34FD4}"/>
                </a:ext>
              </a:extLst>
            </p:cNvPr>
            <p:cNvSpPr txBox="1"/>
            <p:nvPr/>
          </p:nvSpPr>
          <p:spPr>
            <a:xfrm>
              <a:off x="1279388" y="1268760"/>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2</a:t>
              </a:r>
              <a:endParaRPr lang="zh-CN" altLang="en-US" sz="1600" dirty="0">
                <a:latin typeface="Arial Unicode MS" pitchFamily="34" charset="-122"/>
                <a:ea typeface="Arial Unicode MS" pitchFamily="34" charset="-122"/>
                <a:cs typeface="Arial Unicode MS" pitchFamily="34" charset="-122"/>
              </a:endParaRPr>
            </a:p>
          </p:txBody>
        </p:sp>
        <p:sp>
          <p:nvSpPr>
            <p:cNvPr id="64" name="TextBox 80">
              <a:extLst>
                <a:ext uri="{FF2B5EF4-FFF2-40B4-BE49-F238E27FC236}">
                  <a16:creationId xmlns:a16="http://schemas.microsoft.com/office/drawing/2014/main" id="{D84AD5AD-5E58-4619-AE7C-8FF0127D6468}"/>
                </a:ext>
              </a:extLst>
            </p:cNvPr>
            <p:cNvSpPr txBox="1"/>
            <p:nvPr/>
          </p:nvSpPr>
          <p:spPr>
            <a:xfrm>
              <a:off x="2215492" y="1794302"/>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3</a:t>
              </a:r>
              <a:endParaRPr lang="zh-CN" altLang="en-US" sz="1600" dirty="0">
                <a:latin typeface="Arial Unicode MS" pitchFamily="34" charset="-122"/>
                <a:ea typeface="Arial Unicode MS" pitchFamily="34" charset="-122"/>
                <a:cs typeface="Arial Unicode MS" pitchFamily="34" charset="-122"/>
              </a:endParaRPr>
            </a:p>
          </p:txBody>
        </p:sp>
        <p:sp>
          <p:nvSpPr>
            <p:cNvPr id="65" name="TextBox 81">
              <a:extLst>
                <a:ext uri="{FF2B5EF4-FFF2-40B4-BE49-F238E27FC236}">
                  <a16:creationId xmlns:a16="http://schemas.microsoft.com/office/drawing/2014/main" id="{62631164-3BA8-40C0-B781-1D062C93F0E4}"/>
                </a:ext>
              </a:extLst>
            </p:cNvPr>
            <p:cNvSpPr txBox="1"/>
            <p:nvPr/>
          </p:nvSpPr>
          <p:spPr>
            <a:xfrm>
              <a:off x="660042" y="836712"/>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5</a:t>
              </a:r>
              <a:endParaRPr lang="zh-CN" altLang="en-US" sz="1600" dirty="0">
                <a:latin typeface="Arial Unicode MS" pitchFamily="34" charset="-122"/>
                <a:ea typeface="Arial Unicode MS" pitchFamily="34" charset="-122"/>
                <a:cs typeface="Arial Unicode MS" pitchFamily="34" charset="-122"/>
              </a:endParaRPr>
            </a:p>
          </p:txBody>
        </p:sp>
        <p:sp>
          <p:nvSpPr>
            <p:cNvPr id="66" name="TextBox 82">
              <a:extLst>
                <a:ext uri="{FF2B5EF4-FFF2-40B4-BE49-F238E27FC236}">
                  <a16:creationId xmlns:a16="http://schemas.microsoft.com/office/drawing/2014/main" id="{D65DF763-6E89-46CB-B964-232096421E03}"/>
                </a:ext>
              </a:extLst>
            </p:cNvPr>
            <p:cNvSpPr txBox="1"/>
            <p:nvPr/>
          </p:nvSpPr>
          <p:spPr>
            <a:xfrm>
              <a:off x="2892290" y="2204864"/>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6</a:t>
              </a:r>
              <a:endParaRPr lang="zh-CN" altLang="en-US" sz="1600" dirty="0">
                <a:latin typeface="Arial Unicode MS" pitchFamily="34" charset="-122"/>
                <a:ea typeface="Arial Unicode MS" pitchFamily="34" charset="-122"/>
                <a:cs typeface="Arial Unicode MS" pitchFamily="34" charset="-122"/>
              </a:endParaRPr>
            </a:p>
          </p:txBody>
        </p:sp>
      </p:grpSp>
      <p:sp>
        <p:nvSpPr>
          <p:cNvPr id="67" name="椭圆 66">
            <a:extLst>
              <a:ext uri="{FF2B5EF4-FFF2-40B4-BE49-F238E27FC236}">
                <a16:creationId xmlns:a16="http://schemas.microsoft.com/office/drawing/2014/main" id="{8C14393A-4035-495F-99D3-1D863B16A6F5}"/>
              </a:ext>
            </a:extLst>
          </p:cNvPr>
          <p:cNvSpPr/>
          <p:nvPr/>
        </p:nvSpPr>
        <p:spPr>
          <a:xfrm rot="18322284">
            <a:off x="6273783" y="1430930"/>
            <a:ext cx="612000" cy="1066087"/>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a:extLst>
              <a:ext uri="{FF2B5EF4-FFF2-40B4-BE49-F238E27FC236}">
                <a16:creationId xmlns:a16="http://schemas.microsoft.com/office/drawing/2014/main" id="{CDAEF306-9D90-40BC-B705-F7471C140167}"/>
              </a:ext>
            </a:extLst>
          </p:cNvPr>
          <p:cNvSpPr/>
          <p:nvPr/>
        </p:nvSpPr>
        <p:spPr>
          <a:xfrm rot="17886886">
            <a:off x="7767902" y="2295026"/>
            <a:ext cx="612000" cy="1066087"/>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菱形 68">
            <a:extLst>
              <a:ext uri="{FF2B5EF4-FFF2-40B4-BE49-F238E27FC236}">
                <a16:creationId xmlns:a16="http://schemas.microsoft.com/office/drawing/2014/main" id="{7EEE4B55-473C-440C-B5DE-88DA89B9F755}"/>
              </a:ext>
            </a:extLst>
          </p:cNvPr>
          <p:cNvSpPr/>
          <p:nvPr/>
        </p:nvSpPr>
        <p:spPr>
          <a:xfrm>
            <a:off x="7122068" y="3479674"/>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1" name="TextBox 86">
            <a:extLst>
              <a:ext uri="{FF2B5EF4-FFF2-40B4-BE49-F238E27FC236}">
                <a16:creationId xmlns:a16="http://schemas.microsoft.com/office/drawing/2014/main" id="{5B8FFBA0-667D-4290-AD66-AA917A97B7EA}"/>
              </a:ext>
            </a:extLst>
          </p:cNvPr>
          <p:cNvSpPr txBox="1"/>
          <p:nvPr/>
        </p:nvSpPr>
        <p:spPr>
          <a:xfrm>
            <a:off x="7209727" y="3213128"/>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4</a:t>
            </a:r>
            <a:endParaRPr lang="zh-CN" altLang="en-US" sz="1600" dirty="0">
              <a:latin typeface="Arial Unicode MS" pitchFamily="34" charset="-122"/>
              <a:ea typeface="Arial Unicode MS" pitchFamily="34" charset="-122"/>
              <a:cs typeface="Arial Unicode MS" pitchFamily="34" charset="-122"/>
            </a:endParaRPr>
          </a:p>
        </p:txBody>
      </p:sp>
      <p:sp>
        <p:nvSpPr>
          <p:cNvPr id="84" name="椭圆 150">
            <a:extLst>
              <a:ext uri="{FF2B5EF4-FFF2-40B4-BE49-F238E27FC236}">
                <a16:creationId xmlns:a16="http://schemas.microsoft.com/office/drawing/2014/main" id="{84A54DFA-53F9-4BD7-A711-1392A9D6D4FE}"/>
              </a:ext>
            </a:extLst>
          </p:cNvPr>
          <p:cNvSpPr/>
          <p:nvPr/>
        </p:nvSpPr>
        <p:spPr>
          <a:xfrm rot="3290537">
            <a:off x="7181194" y="2223301"/>
            <a:ext cx="1201079" cy="1738939"/>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 name="connsiteX0" fmla="*/ 18564 w 976213"/>
              <a:gd name="connsiteY0" fmla="*/ 1584058 h 3079356"/>
              <a:gd name="connsiteX1" fmla="*/ 109752 w 976213"/>
              <a:gd name="connsiteY1" fmla="*/ 477572 h 3079356"/>
              <a:gd name="connsiteX2" fmla="*/ 491500 w 976213"/>
              <a:gd name="connsiteY2" fmla="*/ 73 h 3079356"/>
              <a:gd name="connsiteX3" fmla="*/ 880247 w 976213"/>
              <a:gd name="connsiteY3" fmla="*/ 451467 h 3079356"/>
              <a:gd name="connsiteX4" fmla="*/ 964436 w 976213"/>
              <a:gd name="connsiteY4" fmla="*/ 1584058 h 3079356"/>
              <a:gd name="connsiteX5" fmla="*/ 780706 w 976213"/>
              <a:gd name="connsiteY5" fmla="*/ 2657096 h 3079356"/>
              <a:gd name="connsiteX6" fmla="*/ 340923 w 976213"/>
              <a:gd name="connsiteY6" fmla="*/ 3079237 h 3079356"/>
              <a:gd name="connsiteX7" fmla="*/ 48387 w 976213"/>
              <a:gd name="connsiteY7" fmla="*/ 2626099 h 3079356"/>
              <a:gd name="connsiteX8" fmla="*/ 18564 w 976213"/>
              <a:gd name="connsiteY8" fmla="*/ 1584058 h 3079356"/>
              <a:gd name="connsiteX0" fmla="*/ 18564 w 976213"/>
              <a:gd name="connsiteY0" fmla="*/ 1584058 h 3022333"/>
              <a:gd name="connsiteX1" fmla="*/ 109752 w 976213"/>
              <a:gd name="connsiteY1" fmla="*/ 477572 h 3022333"/>
              <a:gd name="connsiteX2" fmla="*/ 491500 w 976213"/>
              <a:gd name="connsiteY2" fmla="*/ 73 h 3022333"/>
              <a:gd name="connsiteX3" fmla="*/ 880247 w 976213"/>
              <a:gd name="connsiteY3" fmla="*/ 451467 h 3022333"/>
              <a:gd name="connsiteX4" fmla="*/ 964436 w 976213"/>
              <a:gd name="connsiteY4" fmla="*/ 1584058 h 3022333"/>
              <a:gd name="connsiteX5" fmla="*/ 780706 w 976213"/>
              <a:gd name="connsiteY5" fmla="*/ 2657096 h 3022333"/>
              <a:gd name="connsiteX6" fmla="*/ 466138 w 976213"/>
              <a:gd name="connsiteY6" fmla="*/ 3022154 h 3022333"/>
              <a:gd name="connsiteX7" fmla="*/ 48387 w 976213"/>
              <a:gd name="connsiteY7" fmla="*/ 2626099 h 3022333"/>
              <a:gd name="connsiteX8" fmla="*/ 18564 w 976213"/>
              <a:gd name="connsiteY8" fmla="*/ 1584058 h 3022333"/>
              <a:gd name="connsiteX0" fmla="*/ 1175 w 958824"/>
              <a:gd name="connsiteY0" fmla="*/ 1584058 h 3044396"/>
              <a:gd name="connsiteX1" fmla="*/ 92363 w 958824"/>
              <a:gd name="connsiteY1" fmla="*/ 477572 h 3044396"/>
              <a:gd name="connsiteX2" fmla="*/ 474111 w 958824"/>
              <a:gd name="connsiteY2" fmla="*/ 73 h 3044396"/>
              <a:gd name="connsiteX3" fmla="*/ 862858 w 958824"/>
              <a:gd name="connsiteY3" fmla="*/ 451467 h 3044396"/>
              <a:gd name="connsiteX4" fmla="*/ 947047 w 958824"/>
              <a:gd name="connsiteY4" fmla="*/ 1584058 h 3044396"/>
              <a:gd name="connsiteX5" fmla="*/ 763317 w 958824"/>
              <a:gd name="connsiteY5" fmla="*/ 2657096 h 3044396"/>
              <a:gd name="connsiteX6" fmla="*/ 448749 w 958824"/>
              <a:gd name="connsiteY6" fmla="*/ 3022154 h 3044396"/>
              <a:gd name="connsiteX7" fmla="*/ 131142 w 958824"/>
              <a:gd name="connsiteY7" fmla="*/ 2122422 h 3044396"/>
              <a:gd name="connsiteX8" fmla="*/ 1175 w 958824"/>
              <a:gd name="connsiteY8" fmla="*/ 1584058 h 3044396"/>
              <a:gd name="connsiteX0" fmla="*/ 6125 w 927920"/>
              <a:gd name="connsiteY0" fmla="*/ 1023420 h 3044396"/>
              <a:gd name="connsiteX1" fmla="*/ 61459 w 927920"/>
              <a:gd name="connsiteY1" fmla="*/ 477572 h 3044396"/>
              <a:gd name="connsiteX2" fmla="*/ 443207 w 927920"/>
              <a:gd name="connsiteY2" fmla="*/ 73 h 3044396"/>
              <a:gd name="connsiteX3" fmla="*/ 831954 w 927920"/>
              <a:gd name="connsiteY3" fmla="*/ 451467 h 3044396"/>
              <a:gd name="connsiteX4" fmla="*/ 916143 w 927920"/>
              <a:gd name="connsiteY4" fmla="*/ 1584058 h 3044396"/>
              <a:gd name="connsiteX5" fmla="*/ 732413 w 927920"/>
              <a:gd name="connsiteY5" fmla="*/ 2657096 h 3044396"/>
              <a:gd name="connsiteX6" fmla="*/ 417845 w 927920"/>
              <a:gd name="connsiteY6" fmla="*/ 3022154 h 3044396"/>
              <a:gd name="connsiteX7" fmla="*/ 100238 w 927920"/>
              <a:gd name="connsiteY7" fmla="*/ 2122422 h 3044396"/>
              <a:gd name="connsiteX8" fmla="*/ 6125 w 927920"/>
              <a:gd name="connsiteY8" fmla="*/ 1023420 h 3044396"/>
              <a:gd name="connsiteX0" fmla="*/ 6125 w 927920"/>
              <a:gd name="connsiteY0" fmla="*/ 762296 h 2783272"/>
              <a:gd name="connsiteX1" fmla="*/ 61459 w 927920"/>
              <a:gd name="connsiteY1" fmla="*/ 216448 h 2783272"/>
              <a:gd name="connsiteX2" fmla="*/ 539850 w 927920"/>
              <a:gd name="connsiteY2" fmla="*/ 16843 h 2783272"/>
              <a:gd name="connsiteX3" fmla="*/ 831954 w 927920"/>
              <a:gd name="connsiteY3" fmla="*/ 190343 h 2783272"/>
              <a:gd name="connsiteX4" fmla="*/ 916143 w 927920"/>
              <a:gd name="connsiteY4" fmla="*/ 1322934 h 2783272"/>
              <a:gd name="connsiteX5" fmla="*/ 732413 w 927920"/>
              <a:gd name="connsiteY5" fmla="*/ 2395972 h 2783272"/>
              <a:gd name="connsiteX6" fmla="*/ 417845 w 927920"/>
              <a:gd name="connsiteY6" fmla="*/ 2761030 h 2783272"/>
              <a:gd name="connsiteX7" fmla="*/ 100238 w 927920"/>
              <a:gd name="connsiteY7" fmla="*/ 1861298 h 2783272"/>
              <a:gd name="connsiteX8" fmla="*/ 6125 w 927920"/>
              <a:gd name="connsiteY8" fmla="*/ 762296 h 2783272"/>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834817 h 2855793"/>
              <a:gd name="connsiteX1" fmla="*/ 61459 w 939044"/>
              <a:gd name="connsiteY1" fmla="*/ 288969 h 2855793"/>
              <a:gd name="connsiteX2" fmla="*/ 534836 w 939044"/>
              <a:gd name="connsiteY2" fmla="*/ 45 h 2855793"/>
              <a:gd name="connsiteX3" fmla="*/ 876256 w 939044"/>
              <a:gd name="connsiteY3" fmla="*/ 296918 h 2855793"/>
              <a:gd name="connsiteX4" fmla="*/ 916143 w 939044"/>
              <a:gd name="connsiteY4" fmla="*/ 1395455 h 2855793"/>
              <a:gd name="connsiteX5" fmla="*/ 732413 w 939044"/>
              <a:gd name="connsiteY5" fmla="*/ 2468493 h 2855793"/>
              <a:gd name="connsiteX6" fmla="*/ 417845 w 939044"/>
              <a:gd name="connsiteY6" fmla="*/ 2833551 h 2855793"/>
              <a:gd name="connsiteX7" fmla="*/ 100238 w 939044"/>
              <a:gd name="connsiteY7" fmla="*/ 1933819 h 2855793"/>
              <a:gd name="connsiteX8" fmla="*/ 6125 w 939044"/>
              <a:gd name="connsiteY8" fmla="*/ 834817 h 2855793"/>
              <a:gd name="connsiteX0" fmla="*/ 8111 w 941030"/>
              <a:gd name="connsiteY0" fmla="*/ 839858 h 2860834"/>
              <a:gd name="connsiteX1" fmla="*/ 263598 w 941030"/>
              <a:gd name="connsiteY1" fmla="*/ 239230 h 2860834"/>
              <a:gd name="connsiteX2" fmla="*/ 536822 w 941030"/>
              <a:gd name="connsiteY2" fmla="*/ 5086 h 2860834"/>
              <a:gd name="connsiteX3" fmla="*/ 878242 w 941030"/>
              <a:gd name="connsiteY3" fmla="*/ 301959 h 2860834"/>
              <a:gd name="connsiteX4" fmla="*/ 918129 w 941030"/>
              <a:gd name="connsiteY4" fmla="*/ 1400496 h 2860834"/>
              <a:gd name="connsiteX5" fmla="*/ 734399 w 941030"/>
              <a:gd name="connsiteY5" fmla="*/ 2473534 h 2860834"/>
              <a:gd name="connsiteX6" fmla="*/ 419831 w 941030"/>
              <a:gd name="connsiteY6" fmla="*/ 2838592 h 2860834"/>
              <a:gd name="connsiteX7" fmla="*/ 102224 w 941030"/>
              <a:gd name="connsiteY7" fmla="*/ 1938860 h 2860834"/>
              <a:gd name="connsiteX8" fmla="*/ 8111 w 941030"/>
              <a:gd name="connsiteY8" fmla="*/ 839858 h 2860834"/>
              <a:gd name="connsiteX0" fmla="*/ 17831 w 903494"/>
              <a:gd name="connsiteY0" fmla="*/ 660008 h 2860834"/>
              <a:gd name="connsiteX1" fmla="*/ 226062 w 903494"/>
              <a:gd name="connsiteY1" fmla="*/ 239230 h 2860834"/>
              <a:gd name="connsiteX2" fmla="*/ 499286 w 903494"/>
              <a:gd name="connsiteY2" fmla="*/ 5086 h 2860834"/>
              <a:gd name="connsiteX3" fmla="*/ 840706 w 903494"/>
              <a:gd name="connsiteY3" fmla="*/ 301959 h 2860834"/>
              <a:gd name="connsiteX4" fmla="*/ 880593 w 903494"/>
              <a:gd name="connsiteY4" fmla="*/ 1400496 h 2860834"/>
              <a:gd name="connsiteX5" fmla="*/ 696863 w 903494"/>
              <a:gd name="connsiteY5" fmla="*/ 2473534 h 2860834"/>
              <a:gd name="connsiteX6" fmla="*/ 382295 w 903494"/>
              <a:gd name="connsiteY6" fmla="*/ 2838592 h 2860834"/>
              <a:gd name="connsiteX7" fmla="*/ 64688 w 903494"/>
              <a:gd name="connsiteY7" fmla="*/ 1938860 h 2860834"/>
              <a:gd name="connsiteX8" fmla="*/ 17831 w 903494"/>
              <a:gd name="connsiteY8" fmla="*/ 660008 h 2860834"/>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74088 h 2874914"/>
              <a:gd name="connsiteX1" fmla="*/ 227828 w 903612"/>
              <a:gd name="connsiteY1" fmla="*/ 171626 h 2874914"/>
              <a:gd name="connsiteX2" fmla="*/ 499404 w 903612"/>
              <a:gd name="connsiteY2" fmla="*/ 19166 h 2874914"/>
              <a:gd name="connsiteX3" fmla="*/ 840824 w 903612"/>
              <a:gd name="connsiteY3" fmla="*/ 316039 h 2874914"/>
              <a:gd name="connsiteX4" fmla="*/ 880711 w 903612"/>
              <a:gd name="connsiteY4" fmla="*/ 1414576 h 2874914"/>
              <a:gd name="connsiteX5" fmla="*/ 696981 w 903612"/>
              <a:gd name="connsiteY5" fmla="*/ 2487614 h 2874914"/>
              <a:gd name="connsiteX6" fmla="*/ 382413 w 903612"/>
              <a:gd name="connsiteY6" fmla="*/ 2852672 h 2874914"/>
              <a:gd name="connsiteX7" fmla="*/ 64806 w 903612"/>
              <a:gd name="connsiteY7" fmla="*/ 1952940 h 2874914"/>
              <a:gd name="connsiteX8" fmla="*/ 17949 w 903612"/>
              <a:gd name="connsiteY8" fmla="*/ 674088 h 2874914"/>
              <a:gd name="connsiteX0" fmla="*/ 26925 w 891376"/>
              <a:gd name="connsiteY0" fmla="*/ 717064 h 2874914"/>
              <a:gd name="connsiteX1" fmla="*/ 215592 w 891376"/>
              <a:gd name="connsiteY1" fmla="*/ 171626 h 2874914"/>
              <a:gd name="connsiteX2" fmla="*/ 487168 w 891376"/>
              <a:gd name="connsiteY2" fmla="*/ 19166 h 2874914"/>
              <a:gd name="connsiteX3" fmla="*/ 828588 w 891376"/>
              <a:gd name="connsiteY3" fmla="*/ 316039 h 2874914"/>
              <a:gd name="connsiteX4" fmla="*/ 868475 w 891376"/>
              <a:gd name="connsiteY4" fmla="*/ 1414576 h 2874914"/>
              <a:gd name="connsiteX5" fmla="*/ 684745 w 891376"/>
              <a:gd name="connsiteY5" fmla="*/ 2487614 h 2874914"/>
              <a:gd name="connsiteX6" fmla="*/ 370177 w 891376"/>
              <a:gd name="connsiteY6" fmla="*/ 2852672 h 2874914"/>
              <a:gd name="connsiteX7" fmla="*/ 52570 w 891376"/>
              <a:gd name="connsiteY7" fmla="*/ 1952940 h 2874914"/>
              <a:gd name="connsiteX8" fmla="*/ 26925 w 891376"/>
              <a:gd name="connsiteY8" fmla="*/ 717064 h 2874914"/>
              <a:gd name="connsiteX0" fmla="*/ 47530 w 911981"/>
              <a:gd name="connsiteY0" fmla="*/ 717064 h 2874914"/>
              <a:gd name="connsiteX1" fmla="*/ 236197 w 911981"/>
              <a:gd name="connsiteY1" fmla="*/ 171626 h 2874914"/>
              <a:gd name="connsiteX2" fmla="*/ 507773 w 911981"/>
              <a:gd name="connsiteY2" fmla="*/ 19166 h 2874914"/>
              <a:gd name="connsiteX3" fmla="*/ 849193 w 911981"/>
              <a:gd name="connsiteY3" fmla="*/ 316039 h 2874914"/>
              <a:gd name="connsiteX4" fmla="*/ 889080 w 911981"/>
              <a:gd name="connsiteY4" fmla="*/ 1414576 h 2874914"/>
              <a:gd name="connsiteX5" fmla="*/ 705350 w 911981"/>
              <a:gd name="connsiteY5" fmla="*/ 2487614 h 2874914"/>
              <a:gd name="connsiteX6" fmla="*/ 390782 w 911981"/>
              <a:gd name="connsiteY6" fmla="*/ 2852672 h 2874914"/>
              <a:gd name="connsiteX7" fmla="*/ 73175 w 911981"/>
              <a:gd name="connsiteY7" fmla="*/ 1952940 h 2874914"/>
              <a:gd name="connsiteX8" fmla="*/ 47530 w 911981"/>
              <a:gd name="connsiteY8" fmla="*/ 717064 h 2874914"/>
              <a:gd name="connsiteX0" fmla="*/ 27966 w 892417"/>
              <a:gd name="connsiteY0" fmla="*/ 717064 h 2874914"/>
              <a:gd name="connsiteX1" fmla="*/ 216633 w 892417"/>
              <a:gd name="connsiteY1" fmla="*/ 171626 h 2874914"/>
              <a:gd name="connsiteX2" fmla="*/ 488209 w 892417"/>
              <a:gd name="connsiteY2" fmla="*/ 19166 h 2874914"/>
              <a:gd name="connsiteX3" fmla="*/ 829629 w 892417"/>
              <a:gd name="connsiteY3" fmla="*/ 316039 h 2874914"/>
              <a:gd name="connsiteX4" fmla="*/ 869516 w 892417"/>
              <a:gd name="connsiteY4" fmla="*/ 1414576 h 2874914"/>
              <a:gd name="connsiteX5" fmla="*/ 685786 w 892417"/>
              <a:gd name="connsiteY5" fmla="*/ 2487614 h 2874914"/>
              <a:gd name="connsiteX6" fmla="*/ 371218 w 892417"/>
              <a:gd name="connsiteY6" fmla="*/ 2852672 h 2874914"/>
              <a:gd name="connsiteX7" fmla="*/ 53611 w 892417"/>
              <a:gd name="connsiteY7" fmla="*/ 1952940 h 2874914"/>
              <a:gd name="connsiteX8" fmla="*/ 27966 w 892417"/>
              <a:gd name="connsiteY8" fmla="*/ 717064 h 2874914"/>
              <a:gd name="connsiteX0" fmla="*/ 12170 w 876621"/>
              <a:gd name="connsiteY0" fmla="*/ 717064 h 2882802"/>
              <a:gd name="connsiteX1" fmla="*/ 200837 w 876621"/>
              <a:gd name="connsiteY1" fmla="*/ 171626 h 2882802"/>
              <a:gd name="connsiteX2" fmla="*/ 472413 w 876621"/>
              <a:gd name="connsiteY2" fmla="*/ 19166 h 2882802"/>
              <a:gd name="connsiteX3" fmla="*/ 813833 w 876621"/>
              <a:gd name="connsiteY3" fmla="*/ 316039 h 2882802"/>
              <a:gd name="connsiteX4" fmla="*/ 853720 w 876621"/>
              <a:gd name="connsiteY4" fmla="*/ 1414576 h 2882802"/>
              <a:gd name="connsiteX5" fmla="*/ 669990 w 876621"/>
              <a:gd name="connsiteY5" fmla="*/ 2487614 h 2882802"/>
              <a:gd name="connsiteX6" fmla="*/ 355422 w 876621"/>
              <a:gd name="connsiteY6" fmla="*/ 2852672 h 2882802"/>
              <a:gd name="connsiteX7" fmla="*/ 70151 w 876621"/>
              <a:gd name="connsiteY7" fmla="*/ 1821981 h 2882802"/>
              <a:gd name="connsiteX8" fmla="*/ 12170 w 87662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35559 w 900010"/>
              <a:gd name="connsiteY0" fmla="*/ 717064 h 2882802"/>
              <a:gd name="connsiteX1" fmla="*/ 224226 w 900010"/>
              <a:gd name="connsiteY1" fmla="*/ 171626 h 2882802"/>
              <a:gd name="connsiteX2" fmla="*/ 495802 w 900010"/>
              <a:gd name="connsiteY2" fmla="*/ 19166 h 2882802"/>
              <a:gd name="connsiteX3" fmla="*/ 837222 w 900010"/>
              <a:gd name="connsiteY3" fmla="*/ 316039 h 2882802"/>
              <a:gd name="connsiteX4" fmla="*/ 877109 w 900010"/>
              <a:gd name="connsiteY4" fmla="*/ 1414576 h 2882802"/>
              <a:gd name="connsiteX5" fmla="*/ 693379 w 900010"/>
              <a:gd name="connsiteY5" fmla="*/ 2487614 h 2882802"/>
              <a:gd name="connsiteX6" fmla="*/ 378811 w 900010"/>
              <a:gd name="connsiteY6" fmla="*/ 2852672 h 2882802"/>
              <a:gd name="connsiteX7" fmla="*/ 93540 w 900010"/>
              <a:gd name="connsiteY7" fmla="*/ 1821981 h 2882802"/>
              <a:gd name="connsiteX8" fmla="*/ 35559 w 900010"/>
              <a:gd name="connsiteY8" fmla="*/ 717064 h 2882802"/>
              <a:gd name="connsiteX0" fmla="*/ 26171 w 890622"/>
              <a:gd name="connsiteY0" fmla="*/ 717064 h 2882802"/>
              <a:gd name="connsiteX1" fmla="*/ 214838 w 890622"/>
              <a:gd name="connsiteY1" fmla="*/ 171626 h 2882802"/>
              <a:gd name="connsiteX2" fmla="*/ 486414 w 890622"/>
              <a:gd name="connsiteY2" fmla="*/ 19166 h 2882802"/>
              <a:gd name="connsiteX3" fmla="*/ 827834 w 890622"/>
              <a:gd name="connsiteY3" fmla="*/ 316039 h 2882802"/>
              <a:gd name="connsiteX4" fmla="*/ 867721 w 890622"/>
              <a:gd name="connsiteY4" fmla="*/ 1414576 h 2882802"/>
              <a:gd name="connsiteX5" fmla="*/ 683991 w 890622"/>
              <a:gd name="connsiteY5" fmla="*/ 2487614 h 2882802"/>
              <a:gd name="connsiteX6" fmla="*/ 369423 w 890622"/>
              <a:gd name="connsiteY6" fmla="*/ 2852672 h 2882802"/>
              <a:gd name="connsiteX7" fmla="*/ 84152 w 890622"/>
              <a:gd name="connsiteY7" fmla="*/ 1821981 h 2882802"/>
              <a:gd name="connsiteX8" fmla="*/ 26171 w 890622"/>
              <a:gd name="connsiteY8" fmla="*/ 717064 h 2882802"/>
              <a:gd name="connsiteX0" fmla="*/ 29461 w 893912"/>
              <a:gd name="connsiteY0" fmla="*/ 717064 h 2882802"/>
              <a:gd name="connsiteX1" fmla="*/ 218128 w 893912"/>
              <a:gd name="connsiteY1" fmla="*/ 171626 h 2882802"/>
              <a:gd name="connsiteX2" fmla="*/ 489704 w 893912"/>
              <a:gd name="connsiteY2" fmla="*/ 19166 h 2882802"/>
              <a:gd name="connsiteX3" fmla="*/ 831124 w 893912"/>
              <a:gd name="connsiteY3" fmla="*/ 316039 h 2882802"/>
              <a:gd name="connsiteX4" fmla="*/ 871011 w 893912"/>
              <a:gd name="connsiteY4" fmla="*/ 1414576 h 2882802"/>
              <a:gd name="connsiteX5" fmla="*/ 687281 w 893912"/>
              <a:gd name="connsiteY5" fmla="*/ 2487614 h 2882802"/>
              <a:gd name="connsiteX6" fmla="*/ 372713 w 893912"/>
              <a:gd name="connsiteY6" fmla="*/ 2852672 h 2882802"/>
              <a:gd name="connsiteX7" fmla="*/ 87442 w 893912"/>
              <a:gd name="connsiteY7" fmla="*/ 1821981 h 2882802"/>
              <a:gd name="connsiteX8" fmla="*/ 29461 w 893912"/>
              <a:gd name="connsiteY8" fmla="*/ 717064 h 2882802"/>
              <a:gd name="connsiteX0" fmla="*/ 25528 w 904861"/>
              <a:gd name="connsiteY0" fmla="*/ 700008 h 2882802"/>
              <a:gd name="connsiteX1" fmla="*/ 229077 w 904861"/>
              <a:gd name="connsiteY1" fmla="*/ 171626 h 2882802"/>
              <a:gd name="connsiteX2" fmla="*/ 500653 w 904861"/>
              <a:gd name="connsiteY2" fmla="*/ 19166 h 2882802"/>
              <a:gd name="connsiteX3" fmla="*/ 842073 w 904861"/>
              <a:gd name="connsiteY3" fmla="*/ 316039 h 2882802"/>
              <a:gd name="connsiteX4" fmla="*/ 881960 w 904861"/>
              <a:gd name="connsiteY4" fmla="*/ 1414576 h 2882802"/>
              <a:gd name="connsiteX5" fmla="*/ 698230 w 904861"/>
              <a:gd name="connsiteY5" fmla="*/ 2487614 h 2882802"/>
              <a:gd name="connsiteX6" fmla="*/ 383662 w 904861"/>
              <a:gd name="connsiteY6" fmla="*/ 2852672 h 2882802"/>
              <a:gd name="connsiteX7" fmla="*/ 98391 w 904861"/>
              <a:gd name="connsiteY7" fmla="*/ 1821981 h 2882802"/>
              <a:gd name="connsiteX8" fmla="*/ 25528 w 904861"/>
              <a:gd name="connsiteY8" fmla="*/ 700008 h 2882802"/>
              <a:gd name="connsiteX0" fmla="*/ 3067 w 882400"/>
              <a:gd name="connsiteY0" fmla="*/ 700008 h 2882802"/>
              <a:gd name="connsiteX1" fmla="*/ 206616 w 882400"/>
              <a:gd name="connsiteY1" fmla="*/ 171626 h 2882802"/>
              <a:gd name="connsiteX2" fmla="*/ 478192 w 882400"/>
              <a:gd name="connsiteY2" fmla="*/ 19166 h 2882802"/>
              <a:gd name="connsiteX3" fmla="*/ 819612 w 882400"/>
              <a:gd name="connsiteY3" fmla="*/ 316039 h 2882802"/>
              <a:gd name="connsiteX4" fmla="*/ 859499 w 882400"/>
              <a:gd name="connsiteY4" fmla="*/ 1414576 h 2882802"/>
              <a:gd name="connsiteX5" fmla="*/ 675769 w 882400"/>
              <a:gd name="connsiteY5" fmla="*/ 2487614 h 2882802"/>
              <a:gd name="connsiteX6" fmla="*/ 361201 w 882400"/>
              <a:gd name="connsiteY6" fmla="*/ 2852672 h 2882802"/>
              <a:gd name="connsiteX7" fmla="*/ 75930 w 882400"/>
              <a:gd name="connsiteY7" fmla="*/ 1821981 h 2882802"/>
              <a:gd name="connsiteX8" fmla="*/ 3067 w 882400"/>
              <a:gd name="connsiteY8" fmla="*/ 700008 h 2882802"/>
              <a:gd name="connsiteX0" fmla="*/ 3067 w 890413"/>
              <a:gd name="connsiteY0" fmla="*/ 697657 h 2880451"/>
              <a:gd name="connsiteX1" fmla="*/ 206616 w 890413"/>
              <a:gd name="connsiteY1" fmla="*/ 169275 h 2880451"/>
              <a:gd name="connsiteX2" fmla="*/ 478192 w 890413"/>
              <a:gd name="connsiteY2" fmla="*/ 16815 h 2880451"/>
              <a:gd name="connsiteX3" fmla="*/ 837597 w 890413"/>
              <a:gd name="connsiteY3" fmla="*/ 181227 h 2880451"/>
              <a:gd name="connsiteX4" fmla="*/ 859499 w 890413"/>
              <a:gd name="connsiteY4" fmla="*/ 1412225 h 2880451"/>
              <a:gd name="connsiteX5" fmla="*/ 675769 w 890413"/>
              <a:gd name="connsiteY5" fmla="*/ 2485263 h 2880451"/>
              <a:gd name="connsiteX6" fmla="*/ 361201 w 890413"/>
              <a:gd name="connsiteY6" fmla="*/ 2850321 h 2880451"/>
              <a:gd name="connsiteX7" fmla="*/ 75930 w 890413"/>
              <a:gd name="connsiteY7" fmla="*/ 1819630 h 2880451"/>
              <a:gd name="connsiteX8" fmla="*/ 3067 w 890413"/>
              <a:gd name="connsiteY8" fmla="*/ 697657 h 2880451"/>
              <a:gd name="connsiteX0" fmla="*/ 3067 w 890413"/>
              <a:gd name="connsiteY0" fmla="*/ 747934 h 2930728"/>
              <a:gd name="connsiteX1" fmla="*/ 206616 w 890413"/>
              <a:gd name="connsiteY1" fmla="*/ 219552 h 2930728"/>
              <a:gd name="connsiteX2" fmla="*/ 490783 w 890413"/>
              <a:gd name="connsiteY2" fmla="*/ 356 h 2930728"/>
              <a:gd name="connsiteX3" fmla="*/ 837597 w 890413"/>
              <a:gd name="connsiteY3" fmla="*/ 231504 h 2930728"/>
              <a:gd name="connsiteX4" fmla="*/ 859499 w 890413"/>
              <a:gd name="connsiteY4" fmla="*/ 1462502 h 2930728"/>
              <a:gd name="connsiteX5" fmla="*/ 675769 w 890413"/>
              <a:gd name="connsiteY5" fmla="*/ 2535540 h 2930728"/>
              <a:gd name="connsiteX6" fmla="*/ 361201 w 890413"/>
              <a:gd name="connsiteY6" fmla="*/ 2900598 h 2930728"/>
              <a:gd name="connsiteX7" fmla="*/ 75930 w 890413"/>
              <a:gd name="connsiteY7" fmla="*/ 1869907 h 2930728"/>
              <a:gd name="connsiteX8" fmla="*/ 3067 w 890413"/>
              <a:gd name="connsiteY8" fmla="*/ 747934 h 2930728"/>
              <a:gd name="connsiteX0" fmla="*/ 1927 w 896675"/>
              <a:gd name="connsiteY0" fmla="*/ 1130640 h 2930728"/>
              <a:gd name="connsiteX1" fmla="*/ 212878 w 896675"/>
              <a:gd name="connsiteY1" fmla="*/ 219552 h 2930728"/>
              <a:gd name="connsiteX2" fmla="*/ 497045 w 896675"/>
              <a:gd name="connsiteY2" fmla="*/ 356 h 2930728"/>
              <a:gd name="connsiteX3" fmla="*/ 843859 w 896675"/>
              <a:gd name="connsiteY3" fmla="*/ 231504 h 2930728"/>
              <a:gd name="connsiteX4" fmla="*/ 865761 w 896675"/>
              <a:gd name="connsiteY4" fmla="*/ 1462502 h 2930728"/>
              <a:gd name="connsiteX5" fmla="*/ 682031 w 896675"/>
              <a:gd name="connsiteY5" fmla="*/ 2535540 h 2930728"/>
              <a:gd name="connsiteX6" fmla="*/ 367463 w 896675"/>
              <a:gd name="connsiteY6" fmla="*/ 2900598 h 2930728"/>
              <a:gd name="connsiteX7" fmla="*/ 82192 w 896675"/>
              <a:gd name="connsiteY7" fmla="*/ 1869907 h 2930728"/>
              <a:gd name="connsiteX8" fmla="*/ 1927 w 896675"/>
              <a:gd name="connsiteY8" fmla="*/ 1130640 h 2930728"/>
              <a:gd name="connsiteX0" fmla="*/ 3863 w 898611"/>
              <a:gd name="connsiteY0" fmla="*/ 1130640 h 2920786"/>
              <a:gd name="connsiteX1" fmla="*/ 214814 w 898611"/>
              <a:gd name="connsiteY1" fmla="*/ 219552 h 2920786"/>
              <a:gd name="connsiteX2" fmla="*/ 498981 w 898611"/>
              <a:gd name="connsiteY2" fmla="*/ 356 h 2920786"/>
              <a:gd name="connsiteX3" fmla="*/ 845795 w 898611"/>
              <a:gd name="connsiteY3" fmla="*/ 231504 h 2920786"/>
              <a:gd name="connsiteX4" fmla="*/ 867697 w 898611"/>
              <a:gd name="connsiteY4" fmla="*/ 1462502 h 2920786"/>
              <a:gd name="connsiteX5" fmla="*/ 683967 w 898611"/>
              <a:gd name="connsiteY5" fmla="*/ 2535540 h 2920786"/>
              <a:gd name="connsiteX6" fmla="*/ 369399 w 898611"/>
              <a:gd name="connsiteY6" fmla="*/ 2900598 h 2920786"/>
              <a:gd name="connsiteX7" fmla="*/ 114047 w 898611"/>
              <a:gd name="connsiteY7" fmla="*/ 2036227 h 2920786"/>
              <a:gd name="connsiteX8" fmla="*/ 3863 w 898611"/>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7429" h="2920786">
                <a:moveTo>
                  <a:pt x="2681" y="1130640"/>
                </a:moveTo>
                <a:cubicBezTo>
                  <a:pt x="19476" y="827861"/>
                  <a:pt x="23264" y="606440"/>
                  <a:pt x="213632" y="219552"/>
                </a:cubicBezTo>
                <a:cubicBezTo>
                  <a:pt x="378725" y="4273"/>
                  <a:pt x="392636" y="-1636"/>
                  <a:pt x="497799" y="356"/>
                </a:cubicBezTo>
                <a:cubicBezTo>
                  <a:pt x="602962" y="2348"/>
                  <a:pt x="651220" y="-30068"/>
                  <a:pt x="844613" y="231504"/>
                </a:cubicBezTo>
                <a:cubicBezTo>
                  <a:pt x="923436" y="495501"/>
                  <a:pt x="899322" y="1077936"/>
                  <a:pt x="866515" y="1462502"/>
                </a:cubicBezTo>
                <a:cubicBezTo>
                  <a:pt x="833708" y="1847068"/>
                  <a:pt x="761608" y="2271543"/>
                  <a:pt x="682785" y="2535540"/>
                </a:cubicBezTo>
                <a:cubicBezTo>
                  <a:pt x="603962" y="2799537"/>
                  <a:pt x="463204" y="2983817"/>
                  <a:pt x="368217" y="2900598"/>
                </a:cubicBezTo>
                <a:cubicBezTo>
                  <a:pt x="273230" y="2817379"/>
                  <a:pt x="204979" y="2394937"/>
                  <a:pt x="112865" y="2036227"/>
                </a:cubicBezTo>
                <a:cubicBezTo>
                  <a:pt x="51078" y="1661032"/>
                  <a:pt x="-14114" y="1433419"/>
                  <a:pt x="2681" y="1130640"/>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150">
            <a:extLst>
              <a:ext uri="{FF2B5EF4-FFF2-40B4-BE49-F238E27FC236}">
                <a16:creationId xmlns:a16="http://schemas.microsoft.com/office/drawing/2014/main" id="{8F9FABDB-35EA-4C61-91F0-47F54387BDCA}"/>
              </a:ext>
            </a:extLst>
          </p:cNvPr>
          <p:cNvSpPr/>
          <p:nvPr/>
        </p:nvSpPr>
        <p:spPr>
          <a:xfrm rot="14242593">
            <a:off x="6457765" y="637019"/>
            <a:ext cx="1188000" cy="2052000"/>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 name="connsiteX0" fmla="*/ 18564 w 976213"/>
              <a:gd name="connsiteY0" fmla="*/ 1584058 h 3079356"/>
              <a:gd name="connsiteX1" fmla="*/ 109752 w 976213"/>
              <a:gd name="connsiteY1" fmla="*/ 477572 h 3079356"/>
              <a:gd name="connsiteX2" fmla="*/ 491500 w 976213"/>
              <a:gd name="connsiteY2" fmla="*/ 73 h 3079356"/>
              <a:gd name="connsiteX3" fmla="*/ 880247 w 976213"/>
              <a:gd name="connsiteY3" fmla="*/ 451467 h 3079356"/>
              <a:gd name="connsiteX4" fmla="*/ 964436 w 976213"/>
              <a:gd name="connsiteY4" fmla="*/ 1584058 h 3079356"/>
              <a:gd name="connsiteX5" fmla="*/ 780706 w 976213"/>
              <a:gd name="connsiteY5" fmla="*/ 2657096 h 3079356"/>
              <a:gd name="connsiteX6" fmla="*/ 340923 w 976213"/>
              <a:gd name="connsiteY6" fmla="*/ 3079237 h 3079356"/>
              <a:gd name="connsiteX7" fmla="*/ 48387 w 976213"/>
              <a:gd name="connsiteY7" fmla="*/ 2626099 h 3079356"/>
              <a:gd name="connsiteX8" fmla="*/ 18564 w 976213"/>
              <a:gd name="connsiteY8" fmla="*/ 1584058 h 3079356"/>
              <a:gd name="connsiteX0" fmla="*/ 18564 w 976213"/>
              <a:gd name="connsiteY0" fmla="*/ 1584058 h 3022333"/>
              <a:gd name="connsiteX1" fmla="*/ 109752 w 976213"/>
              <a:gd name="connsiteY1" fmla="*/ 477572 h 3022333"/>
              <a:gd name="connsiteX2" fmla="*/ 491500 w 976213"/>
              <a:gd name="connsiteY2" fmla="*/ 73 h 3022333"/>
              <a:gd name="connsiteX3" fmla="*/ 880247 w 976213"/>
              <a:gd name="connsiteY3" fmla="*/ 451467 h 3022333"/>
              <a:gd name="connsiteX4" fmla="*/ 964436 w 976213"/>
              <a:gd name="connsiteY4" fmla="*/ 1584058 h 3022333"/>
              <a:gd name="connsiteX5" fmla="*/ 780706 w 976213"/>
              <a:gd name="connsiteY5" fmla="*/ 2657096 h 3022333"/>
              <a:gd name="connsiteX6" fmla="*/ 466138 w 976213"/>
              <a:gd name="connsiteY6" fmla="*/ 3022154 h 3022333"/>
              <a:gd name="connsiteX7" fmla="*/ 48387 w 976213"/>
              <a:gd name="connsiteY7" fmla="*/ 2626099 h 3022333"/>
              <a:gd name="connsiteX8" fmla="*/ 18564 w 976213"/>
              <a:gd name="connsiteY8" fmla="*/ 1584058 h 3022333"/>
              <a:gd name="connsiteX0" fmla="*/ 1175 w 958824"/>
              <a:gd name="connsiteY0" fmla="*/ 1584058 h 3044396"/>
              <a:gd name="connsiteX1" fmla="*/ 92363 w 958824"/>
              <a:gd name="connsiteY1" fmla="*/ 477572 h 3044396"/>
              <a:gd name="connsiteX2" fmla="*/ 474111 w 958824"/>
              <a:gd name="connsiteY2" fmla="*/ 73 h 3044396"/>
              <a:gd name="connsiteX3" fmla="*/ 862858 w 958824"/>
              <a:gd name="connsiteY3" fmla="*/ 451467 h 3044396"/>
              <a:gd name="connsiteX4" fmla="*/ 947047 w 958824"/>
              <a:gd name="connsiteY4" fmla="*/ 1584058 h 3044396"/>
              <a:gd name="connsiteX5" fmla="*/ 763317 w 958824"/>
              <a:gd name="connsiteY5" fmla="*/ 2657096 h 3044396"/>
              <a:gd name="connsiteX6" fmla="*/ 448749 w 958824"/>
              <a:gd name="connsiteY6" fmla="*/ 3022154 h 3044396"/>
              <a:gd name="connsiteX7" fmla="*/ 131142 w 958824"/>
              <a:gd name="connsiteY7" fmla="*/ 2122422 h 3044396"/>
              <a:gd name="connsiteX8" fmla="*/ 1175 w 958824"/>
              <a:gd name="connsiteY8" fmla="*/ 1584058 h 3044396"/>
              <a:gd name="connsiteX0" fmla="*/ 6125 w 927920"/>
              <a:gd name="connsiteY0" fmla="*/ 1023420 h 3044396"/>
              <a:gd name="connsiteX1" fmla="*/ 61459 w 927920"/>
              <a:gd name="connsiteY1" fmla="*/ 477572 h 3044396"/>
              <a:gd name="connsiteX2" fmla="*/ 443207 w 927920"/>
              <a:gd name="connsiteY2" fmla="*/ 73 h 3044396"/>
              <a:gd name="connsiteX3" fmla="*/ 831954 w 927920"/>
              <a:gd name="connsiteY3" fmla="*/ 451467 h 3044396"/>
              <a:gd name="connsiteX4" fmla="*/ 916143 w 927920"/>
              <a:gd name="connsiteY4" fmla="*/ 1584058 h 3044396"/>
              <a:gd name="connsiteX5" fmla="*/ 732413 w 927920"/>
              <a:gd name="connsiteY5" fmla="*/ 2657096 h 3044396"/>
              <a:gd name="connsiteX6" fmla="*/ 417845 w 927920"/>
              <a:gd name="connsiteY6" fmla="*/ 3022154 h 3044396"/>
              <a:gd name="connsiteX7" fmla="*/ 100238 w 927920"/>
              <a:gd name="connsiteY7" fmla="*/ 2122422 h 3044396"/>
              <a:gd name="connsiteX8" fmla="*/ 6125 w 927920"/>
              <a:gd name="connsiteY8" fmla="*/ 1023420 h 3044396"/>
              <a:gd name="connsiteX0" fmla="*/ 6125 w 927920"/>
              <a:gd name="connsiteY0" fmla="*/ 762296 h 2783272"/>
              <a:gd name="connsiteX1" fmla="*/ 61459 w 927920"/>
              <a:gd name="connsiteY1" fmla="*/ 216448 h 2783272"/>
              <a:gd name="connsiteX2" fmla="*/ 539850 w 927920"/>
              <a:gd name="connsiteY2" fmla="*/ 16843 h 2783272"/>
              <a:gd name="connsiteX3" fmla="*/ 831954 w 927920"/>
              <a:gd name="connsiteY3" fmla="*/ 190343 h 2783272"/>
              <a:gd name="connsiteX4" fmla="*/ 916143 w 927920"/>
              <a:gd name="connsiteY4" fmla="*/ 1322934 h 2783272"/>
              <a:gd name="connsiteX5" fmla="*/ 732413 w 927920"/>
              <a:gd name="connsiteY5" fmla="*/ 2395972 h 2783272"/>
              <a:gd name="connsiteX6" fmla="*/ 417845 w 927920"/>
              <a:gd name="connsiteY6" fmla="*/ 2761030 h 2783272"/>
              <a:gd name="connsiteX7" fmla="*/ 100238 w 927920"/>
              <a:gd name="connsiteY7" fmla="*/ 1861298 h 2783272"/>
              <a:gd name="connsiteX8" fmla="*/ 6125 w 927920"/>
              <a:gd name="connsiteY8" fmla="*/ 762296 h 2783272"/>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834817 h 2855793"/>
              <a:gd name="connsiteX1" fmla="*/ 61459 w 939044"/>
              <a:gd name="connsiteY1" fmla="*/ 288969 h 2855793"/>
              <a:gd name="connsiteX2" fmla="*/ 534836 w 939044"/>
              <a:gd name="connsiteY2" fmla="*/ 45 h 2855793"/>
              <a:gd name="connsiteX3" fmla="*/ 876256 w 939044"/>
              <a:gd name="connsiteY3" fmla="*/ 296918 h 2855793"/>
              <a:gd name="connsiteX4" fmla="*/ 916143 w 939044"/>
              <a:gd name="connsiteY4" fmla="*/ 1395455 h 2855793"/>
              <a:gd name="connsiteX5" fmla="*/ 732413 w 939044"/>
              <a:gd name="connsiteY5" fmla="*/ 2468493 h 2855793"/>
              <a:gd name="connsiteX6" fmla="*/ 417845 w 939044"/>
              <a:gd name="connsiteY6" fmla="*/ 2833551 h 2855793"/>
              <a:gd name="connsiteX7" fmla="*/ 100238 w 939044"/>
              <a:gd name="connsiteY7" fmla="*/ 1933819 h 2855793"/>
              <a:gd name="connsiteX8" fmla="*/ 6125 w 939044"/>
              <a:gd name="connsiteY8" fmla="*/ 834817 h 2855793"/>
              <a:gd name="connsiteX0" fmla="*/ 8111 w 941030"/>
              <a:gd name="connsiteY0" fmla="*/ 839858 h 2860834"/>
              <a:gd name="connsiteX1" fmla="*/ 263598 w 941030"/>
              <a:gd name="connsiteY1" fmla="*/ 239230 h 2860834"/>
              <a:gd name="connsiteX2" fmla="*/ 536822 w 941030"/>
              <a:gd name="connsiteY2" fmla="*/ 5086 h 2860834"/>
              <a:gd name="connsiteX3" fmla="*/ 878242 w 941030"/>
              <a:gd name="connsiteY3" fmla="*/ 301959 h 2860834"/>
              <a:gd name="connsiteX4" fmla="*/ 918129 w 941030"/>
              <a:gd name="connsiteY4" fmla="*/ 1400496 h 2860834"/>
              <a:gd name="connsiteX5" fmla="*/ 734399 w 941030"/>
              <a:gd name="connsiteY5" fmla="*/ 2473534 h 2860834"/>
              <a:gd name="connsiteX6" fmla="*/ 419831 w 941030"/>
              <a:gd name="connsiteY6" fmla="*/ 2838592 h 2860834"/>
              <a:gd name="connsiteX7" fmla="*/ 102224 w 941030"/>
              <a:gd name="connsiteY7" fmla="*/ 1938860 h 2860834"/>
              <a:gd name="connsiteX8" fmla="*/ 8111 w 941030"/>
              <a:gd name="connsiteY8" fmla="*/ 839858 h 2860834"/>
              <a:gd name="connsiteX0" fmla="*/ 17831 w 903494"/>
              <a:gd name="connsiteY0" fmla="*/ 660008 h 2860834"/>
              <a:gd name="connsiteX1" fmla="*/ 226062 w 903494"/>
              <a:gd name="connsiteY1" fmla="*/ 239230 h 2860834"/>
              <a:gd name="connsiteX2" fmla="*/ 499286 w 903494"/>
              <a:gd name="connsiteY2" fmla="*/ 5086 h 2860834"/>
              <a:gd name="connsiteX3" fmla="*/ 840706 w 903494"/>
              <a:gd name="connsiteY3" fmla="*/ 301959 h 2860834"/>
              <a:gd name="connsiteX4" fmla="*/ 880593 w 903494"/>
              <a:gd name="connsiteY4" fmla="*/ 1400496 h 2860834"/>
              <a:gd name="connsiteX5" fmla="*/ 696863 w 903494"/>
              <a:gd name="connsiteY5" fmla="*/ 2473534 h 2860834"/>
              <a:gd name="connsiteX6" fmla="*/ 382295 w 903494"/>
              <a:gd name="connsiteY6" fmla="*/ 2838592 h 2860834"/>
              <a:gd name="connsiteX7" fmla="*/ 64688 w 903494"/>
              <a:gd name="connsiteY7" fmla="*/ 1938860 h 2860834"/>
              <a:gd name="connsiteX8" fmla="*/ 17831 w 903494"/>
              <a:gd name="connsiteY8" fmla="*/ 660008 h 2860834"/>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74088 h 2874914"/>
              <a:gd name="connsiteX1" fmla="*/ 227828 w 903612"/>
              <a:gd name="connsiteY1" fmla="*/ 171626 h 2874914"/>
              <a:gd name="connsiteX2" fmla="*/ 499404 w 903612"/>
              <a:gd name="connsiteY2" fmla="*/ 19166 h 2874914"/>
              <a:gd name="connsiteX3" fmla="*/ 840824 w 903612"/>
              <a:gd name="connsiteY3" fmla="*/ 316039 h 2874914"/>
              <a:gd name="connsiteX4" fmla="*/ 880711 w 903612"/>
              <a:gd name="connsiteY4" fmla="*/ 1414576 h 2874914"/>
              <a:gd name="connsiteX5" fmla="*/ 696981 w 903612"/>
              <a:gd name="connsiteY5" fmla="*/ 2487614 h 2874914"/>
              <a:gd name="connsiteX6" fmla="*/ 382413 w 903612"/>
              <a:gd name="connsiteY6" fmla="*/ 2852672 h 2874914"/>
              <a:gd name="connsiteX7" fmla="*/ 64806 w 903612"/>
              <a:gd name="connsiteY7" fmla="*/ 1952940 h 2874914"/>
              <a:gd name="connsiteX8" fmla="*/ 17949 w 903612"/>
              <a:gd name="connsiteY8" fmla="*/ 674088 h 2874914"/>
              <a:gd name="connsiteX0" fmla="*/ 26925 w 891376"/>
              <a:gd name="connsiteY0" fmla="*/ 717064 h 2874914"/>
              <a:gd name="connsiteX1" fmla="*/ 215592 w 891376"/>
              <a:gd name="connsiteY1" fmla="*/ 171626 h 2874914"/>
              <a:gd name="connsiteX2" fmla="*/ 487168 w 891376"/>
              <a:gd name="connsiteY2" fmla="*/ 19166 h 2874914"/>
              <a:gd name="connsiteX3" fmla="*/ 828588 w 891376"/>
              <a:gd name="connsiteY3" fmla="*/ 316039 h 2874914"/>
              <a:gd name="connsiteX4" fmla="*/ 868475 w 891376"/>
              <a:gd name="connsiteY4" fmla="*/ 1414576 h 2874914"/>
              <a:gd name="connsiteX5" fmla="*/ 684745 w 891376"/>
              <a:gd name="connsiteY5" fmla="*/ 2487614 h 2874914"/>
              <a:gd name="connsiteX6" fmla="*/ 370177 w 891376"/>
              <a:gd name="connsiteY6" fmla="*/ 2852672 h 2874914"/>
              <a:gd name="connsiteX7" fmla="*/ 52570 w 891376"/>
              <a:gd name="connsiteY7" fmla="*/ 1952940 h 2874914"/>
              <a:gd name="connsiteX8" fmla="*/ 26925 w 891376"/>
              <a:gd name="connsiteY8" fmla="*/ 717064 h 2874914"/>
              <a:gd name="connsiteX0" fmla="*/ 47530 w 911981"/>
              <a:gd name="connsiteY0" fmla="*/ 717064 h 2874914"/>
              <a:gd name="connsiteX1" fmla="*/ 236197 w 911981"/>
              <a:gd name="connsiteY1" fmla="*/ 171626 h 2874914"/>
              <a:gd name="connsiteX2" fmla="*/ 507773 w 911981"/>
              <a:gd name="connsiteY2" fmla="*/ 19166 h 2874914"/>
              <a:gd name="connsiteX3" fmla="*/ 849193 w 911981"/>
              <a:gd name="connsiteY3" fmla="*/ 316039 h 2874914"/>
              <a:gd name="connsiteX4" fmla="*/ 889080 w 911981"/>
              <a:gd name="connsiteY4" fmla="*/ 1414576 h 2874914"/>
              <a:gd name="connsiteX5" fmla="*/ 705350 w 911981"/>
              <a:gd name="connsiteY5" fmla="*/ 2487614 h 2874914"/>
              <a:gd name="connsiteX6" fmla="*/ 390782 w 911981"/>
              <a:gd name="connsiteY6" fmla="*/ 2852672 h 2874914"/>
              <a:gd name="connsiteX7" fmla="*/ 73175 w 911981"/>
              <a:gd name="connsiteY7" fmla="*/ 1952940 h 2874914"/>
              <a:gd name="connsiteX8" fmla="*/ 47530 w 911981"/>
              <a:gd name="connsiteY8" fmla="*/ 717064 h 2874914"/>
              <a:gd name="connsiteX0" fmla="*/ 27966 w 892417"/>
              <a:gd name="connsiteY0" fmla="*/ 717064 h 2874914"/>
              <a:gd name="connsiteX1" fmla="*/ 216633 w 892417"/>
              <a:gd name="connsiteY1" fmla="*/ 171626 h 2874914"/>
              <a:gd name="connsiteX2" fmla="*/ 488209 w 892417"/>
              <a:gd name="connsiteY2" fmla="*/ 19166 h 2874914"/>
              <a:gd name="connsiteX3" fmla="*/ 829629 w 892417"/>
              <a:gd name="connsiteY3" fmla="*/ 316039 h 2874914"/>
              <a:gd name="connsiteX4" fmla="*/ 869516 w 892417"/>
              <a:gd name="connsiteY4" fmla="*/ 1414576 h 2874914"/>
              <a:gd name="connsiteX5" fmla="*/ 685786 w 892417"/>
              <a:gd name="connsiteY5" fmla="*/ 2487614 h 2874914"/>
              <a:gd name="connsiteX6" fmla="*/ 371218 w 892417"/>
              <a:gd name="connsiteY6" fmla="*/ 2852672 h 2874914"/>
              <a:gd name="connsiteX7" fmla="*/ 53611 w 892417"/>
              <a:gd name="connsiteY7" fmla="*/ 1952940 h 2874914"/>
              <a:gd name="connsiteX8" fmla="*/ 27966 w 892417"/>
              <a:gd name="connsiteY8" fmla="*/ 717064 h 2874914"/>
              <a:gd name="connsiteX0" fmla="*/ 12170 w 876621"/>
              <a:gd name="connsiteY0" fmla="*/ 717064 h 2882802"/>
              <a:gd name="connsiteX1" fmla="*/ 200837 w 876621"/>
              <a:gd name="connsiteY1" fmla="*/ 171626 h 2882802"/>
              <a:gd name="connsiteX2" fmla="*/ 472413 w 876621"/>
              <a:gd name="connsiteY2" fmla="*/ 19166 h 2882802"/>
              <a:gd name="connsiteX3" fmla="*/ 813833 w 876621"/>
              <a:gd name="connsiteY3" fmla="*/ 316039 h 2882802"/>
              <a:gd name="connsiteX4" fmla="*/ 853720 w 876621"/>
              <a:gd name="connsiteY4" fmla="*/ 1414576 h 2882802"/>
              <a:gd name="connsiteX5" fmla="*/ 669990 w 876621"/>
              <a:gd name="connsiteY5" fmla="*/ 2487614 h 2882802"/>
              <a:gd name="connsiteX6" fmla="*/ 355422 w 876621"/>
              <a:gd name="connsiteY6" fmla="*/ 2852672 h 2882802"/>
              <a:gd name="connsiteX7" fmla="*/ 70151 w 876621"/>
              <a:gd name="connsiteY7" fmla="*/ 1821981 h 2882802"/>
              <a:gd name="connsiteX8" fmla="*/ 12170 w 87662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35559 w 900010"/>
              <a:gd name="connsiteY0" fmla="*/ 717064 h 2882802"/>
              <a:gd name="connsiteX1" fmla="*/ 224226 w 900010"/>
              <a:gd name="connsiteY1" fmla="*/ 171626 h 2882802"/>
              <a:gd name="connsiteX2" fmla="*/ 495802 w 900010"/>
              <a:gd name="connsiteY2" fmla="*/ 19166 h 2882802"/>
              <a:gd name="connsiteX3" fmla="*/ 837222 w 900010"/>
              <a:gd name="connsiteY3" fmla="*/ 316039 h 2882802"/>
              <a:gd name="connsiteX4" fmla="*/ 877109 w 900010"/>
              <a:gd name="connsiteY4" fmla="*/ 1414576 h 2882802"/>
              <a:gd name="connsiteX5" fmla="*/ 693379 w 900010"/>
              <a:gd name="connsiteY5" fmla="*/ 2487614 h 2882802"/>
              <a:gd name="connsiteX6" fmla="*/ 378811 w 900010"/>
              <a:gd name="connsiteY6" fmla="*/ 2852672 h 2882802"/>
              <a:gd name="connsiteX7" fmla="*/ 93540 w 900010"/>
              <a:gd name="connsiteY7" fmla="*/ 1821981 h 2882802"/>
              <a:gd name="connsiteX8" fmla="*/ 35559 w 900010"/>
              <a:gd name="connsiteY8" fmla="*/ 717064 h 2882802"/>
              <a:gd name="connsiteX0" fmla="*/ 26171 w 890622"/>
              <a:gd name="connsiteY0" fmla="*/ 717064 h 2882802"/>
              <a:gd name="connsiteX1" fmla="*/ 214838 w 890622"/>
              <a:gd name="connsiteY1" fmla="*/ 171626 h 2882802"/>
              <a:gd name="connsiteX2" fmla="*/ 486414 w 890622"/>
              <a:gd name="connsiteY2" fmla="*/ 19166 h 2882802"/>
              <a:gd name="connsiteX3" fmla="*/ 827834 w 890622"/>
              <a:gd name="connsiteY3" fmla="*/ 316039 h 2882802"/>
              <a:gd name="connsiteX4" fmla="*/ 867721 w 890622"/>
              <a:gd name="connsiteY4" fmla="*/ 1414576 h 2882802"/>
              <a:gd name="connsiteX5" fmla="*/ 683991 w 890622"/>
              <a:gd name="connsiteY5" fmla="*/ 2487614 h 2882802"/>
              <a:gd name="connsiteX6" fmla="*/ 369423 w 890622"/>
              <a:gd name="connsiteY6" fmla="*/ 2852672 h 2882802"/>
              <a:gd name="connsiteX7" fmla="*/ 84152 w 890622"/>
              <a:gd name="connsiteY7" fmla="*/ 1821981 h 2882802"/>
              <a:gd name="connsiteX8" fmla="*/ 26171 w 890622"/>
              <a:gd name="connsiteY8" fmla="*/ 717064 h 2882802"/>
              <a:gd name="connsiteX0" fmla="*/ 29461 w 893912"/>
              <a:gd name="connsiteY0" fmla="*/ 717064 h 2882802"/>
              <a:gd name="connsiteX1" fmla="*/ 218128 w 893912"/>
              <a:gd name="connsiteY1" fmla="*/ 171626 h 2882802"/>
              <a:gd name="connsiteX2" fmla="*/ 489704 w 893912"/>
              <a:gd name="connsiteY2" fmla="*/ 19166 h 2882802"/>
              <a:gd name="connsiteX3" fmla="*/ 831124 w 893912"/>
              <a:gd name="connsiteY3" fmla="*/ 316039 h 2882802"/>
              <a:gd name="connsiteX4" fmla="*/ 871011 w 893912"/>
              <a:gd name="connsiteY4" fmla="*/ 1414576 h 2882802"/>
              <a:gd name="connsiteX5" fmla="*/ 687281 w 893912"/>
              <a:gd name="connsiteY5" fmla="*/ 2487614 h 2882802"/>
              <a:gd name="connsiteX6" fmla="*/ 372713 w 893912"/>
              <a:gd name="connsiteY6" fmla="*/ 2852672 h 2882802"/>
              <a:gd name="connsiteX7" fmla="*/ 87442 w 893912"/>
              <a:gd name="connsiteY7" fmla="*/ 1821981 h 2882802"/>
              <a:gd name="connsiteX8" fmla="*/ 29461 w 893912"/>
              <a:gd name="connsiteY8" fmla="*/ 717064 h 2882802"/>
              <a:gd name="connsiteX0" fmla="*/ 25528 w 904861"/>
              <a:gd name="connsiteY0" fmla="*/ 700008 h 2882802"/>
              <a:gd name="connsiteX1" fmla="*/ 229077 w 904861"/>
              <a:gd name="connsiteY1" fmla="*/ 171626 h 2882802"/>
              <a:gd name="connsiteX2" fmla="*/ 500653 w 904861"/>
              <a:gd name="connsiteY2" fmla="*/ 19166 h 2882802"/>
              <a:gd name="connsiteX3" fmla="*/ 842073 w 904861"/>
              <a:gd name="connsiteY3" fmla="*/ 316039 h 2882802"/>
              <a:gd name="connsiteX4" fmla="*/ 881960 w 904861"/>
              <a:gd name="connsiteY4" fmla="*/ 1414576 h 2882802"/>
              <a:gd name="connsiteX5" fmla="*/ 698230 w 904861"/>
              <a:gd name="connsiteY5" fmla="*/ 2487614 h 2882802"/>
              <a:gd name="connsiteX6" fmla="*/ 383662 w 904861"/>
              <a:gd name="connsiteY6" fmla="*/ 2852672 h 2882802"/>
              <a:gd name="connsiteX7" fmla="*/ 98391 w 904861"/>
              <a:gd name="connsiteY7" fmla="*/ 1821981 h 2882802"/>
              <a:gd name="connsiteX8" fmla="*/ 25528 w 904861"/>
              <a:gd name="connsiteY8" fmla="*/ 700008 h 2882802"/>
              <a:gd name="connsiteX0" fmla="*/ 3067 w 882400"/>
              <a:gd name="connsiteY0" fmla="*/ 700008 h 2882802"/>
              <a:gd name="connsiteX1" fmla="*/ 206616 w 882400"/>
              <a:gd name="connsiteY1" fmla="*/ 171626 h 2882802"/>
              <a:gd name="connsiteX2" fmla="*/ 478192 w 882400"/>
              <a:gd name="connsiteY2" fmla="*/ 19166 h 2882802"/>
              <a:gd name="connsiteX3" fmla="*/ 819612 w 882400"/>
              <a:gd name="connsiteY3" fmla="*/ 316039 h 2882802"/>
              <a:gd name="connsiteX4" fmla="*/ 859499 w 882400"/>
              <a:gd name="connsiteY4" fmla="*/ 1414576 h 2882802"/>
              <a:gd name="connsiteX5" fmla="*/ 675769 w 882400"/>
              <a:gd name="connsiteY5" fmla="*/ 2487614 h 2882802"/>
              <a:gd name="connsiteX6" fmla="*/ 361201 w 882400"/>
              <a:gd name="connsiteY6" fmla="*/ 2852672 h 2882802"/>
              <a:gd name="connsiteX7" fmla="*/ 75930 w 882400"/>
              <a:gd name="connsiteY7" fmla="*/ 1821981 h 2882802"/>
              <a:gd name="connsiteX8" fmla="*/ 3067 w 882400"/>
              <a:gd name="connsiteY8" fmla="*/ 700008 h 2882802"/>
              <a:gd name="connsiteX0" fmla="*/ 3067 w 890413"/>
              <a:gd name="connsiteY0" fmla="*/ 697657 h 2880451"/>
              <a:gd name="connsiteX1" fmla="*/ 206616 w 890413"/>
              <a:gd name="connsiteY1" fmla="*/ 169275 h 2880451"/>
              <a:gd name="connsiteX2" fmla="*/ 478192 w 890413"/>
              <a:gd name="connsiteY2" fmla="*/ 16815 h 2880451"/>
              <a:gd name="connsiteX3" fmla="*/ 837597 w 890413"/>
              <a:gd name="connsiteY3" fmla="*/ 181227 h 2880451"/>
              <a:gd name="connsiteX4" fmla="*/ 859499 w 890413"/>
              <a:gd name="connsiteY4" fmla="*/ 1412225 h 2880451"/>
              <a:gd name="connsiteX5" fmla="*/ 675769 w 890413"/>
              <a:gd name="connsiteY5" fmla="*/ 2485263 h 2880451"/>
              <a:gd name="connsiteX6" fmla="*/ 361201 w 890413"/>
              <a:gd name="connsiteY6" fmla="*/ 2850321 h 2880451"/>
              <a:gd name="connsiteX7" fmla="*/ 75930 w 890413"/>
              <a:gd name="connsiteY7" fmla="*/ 1819630 h 2880451"/>
              <a:gd name="connsiteX8" fmla="*/ 3067 w 890413"/>
              <a:gd name="connsiteY8" fmla="*/ 697657 h 2880451"/>
              <a:gd name="connsiteX0" fmla="*/ 3067 w 890413"/>
              <a:gd name="connsiteY0" fmla="*/ 747934 h 2930728"/>
              <a:gd name="connsiteX1" fmla="*/ 206616 w 890413"/>
              <a:gd name="connsiteY1" fmla="*/ 219552 h 2930728"/>
              <a:gd name="connsiteX2" fmla="*/ 490783 w 890413"/>
              <a:gd name="connsiteY2" fmla="*/ 356 h 2930728"/>
              <a:gd name="connsiteX3" fmla="*/ 837597 w 890413"/>
              <a:gd name="connsiteY3" fmla="*/ 231504 h 2930728"/>
              <a:gd name="connsiteX4" fmla="*/ 859499 w 890413"/>
              <a:gd name="connsiteY4" fmla="*/ 1462502 h 2930728"/>
              <a:gd name="connsiteX5" fmla="*/ 675769 w 890413"/>
              <a:gd name="connsiteY5" fmla="*/ 2535540 h 2930728"/>
              <a:gd name="connsiteX6" fmla="*/ 361201 w 890413"/>
              <a:gd name="connsiteY6" fmla="*/ 2900598 h 2930728"/>
              <a:gd name="connsiteX7" fmla="*/ 75930 w 890413"/>
              <a:gd name="connsiteY7" fmla="*/ 1869907 h 2930728"/>
              <a:gd name="connsiteX8" fmla="*/ 3067 w 890413"/>
              <a:gd name="connsiteY8" fmla="*/ 747934 h 2930728"/>
              <a:gd name="connsiteX0" fmla="*/ 1927 w 896675"/>
              <a:gd name="connsiteY0" fmla="*/ 1130640 h 2930728"/>
              <a:gd name="connsiteX1" fmla="*/ 212878 w 896675"/>
              <a:gd name="connsiteY1" fmla="*/ 219552 h 2930728"/>
              <a:gd name="connsiteX2" fmla="*/ 497045 w 896675"/>
              <a:gd name="connsiteY2" fmla="*/ 356 h 2930728"/>
              <a:gd name="connsiteX3" fmla="*/ 843859 w 896675"/>
              <a:gd name="connsiteY3" fmla="*/ 231504 h 2930728"/>
              <a:gd name="connsiteX4" fmla="*/ 865761 w 896675"/>
              <a:gd name="connsiteY4" fmla="*/ 1462502 h 2930728"/>
              <a:gd name="connsiteX5" fmla="*/ 682031 w 896675"/>
              <a:gd name="connsiteY5" fmla="*/ 2535540 h 2930728"/>
              <a:gd name="connsiteX6" fmla="*/ 367463 w 896675"/>
              <a:gd name="connsiteY6" fmla="*/ 2900598 h 2930728"/>
              <a:gd name="connsiteX7" fmla="*/ 82192 w 896675"/>
              <a:gd name="connsiteY7" fmla="*/ 1869907 h 2930728"/>
              <a:gd name="connsiteX8" fmla="*/ 1927 w 896675"/>
              <a:gd name="connsiteY8" fmla="*/ 1130640 h 2930728"/>
              <a:gd name="connsiteX0" fmla="*/ 3863 w 898611"/>
              <a:gd name="connsiteY0" fmla="*/ 1130640 h 2920786"/>
              <a:gd name="connsiteX1" fmla="*/ 214814 w 898611"/>
              <a:gd name="connsiteY1" fmla="*/ 219552 h 2920786"/>
              <a:gd name="connsiteX2" fmla="*/ 498981 w 898611"/>
              <a:gd name="connsiteY2" fmla="*/ 356 h 2920786"/>
              <a:gd name="connsiteX3" fmla="*/ 845795 w 898611"/>
              <a:gd name="connsiteY3" fmla="*/ 231504 h 2920786"/>
              <a:gd name="connsiteX4" fmla="*/ 867697 w 898611"/>
              <a:gd name="connsiteY4" fmla="*/ 1462502 h 2920786"/>
              <a:gd name="connsiteX5" fmla="*/ 683967 w 898611"/>
              <a:gd name="connsiteY5" fmla="*/ 2535540 h 2920786"/>
              <a:gd name="connsiteX6" fmla="*/ 369399 w 898611"/>
              <a:gd name="connsiteY6" fmla="*/ 2900598 h 2920786"/>
              <a:gd name="connsiteX7" fmla="*/ 114047 w 898611"/>
              <a:gd name="connsiteY7" fmla="*/ 2036227 h 2920786"/>
              <a:gd name="connsiteX8" fmla="*/ 3863 w 898611"/>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7429" h="2920786">
                <a:moveTo>
                  <a:pt x="2681" y="1130640"/>
                </a:moveTo>
                <a:cubicBezTo>
                  <a:pt x="19476" y="827861"/>
                  <a:pt x="23264" y="606440"/>
                  <a:pt x="213632" y="219552"/>
                </a:cubicBezTo>
                <a:cubicBezTo>
                  <a:pt x="378725" y="4273"/>
                  <a:pt x="392636" y="-1636"/>
                  <a:pt x="497799" y="356"/>
                </a:cubicBezTo>
                <a:cubicBezTo>
                  <a:pt x="602962" y="2348"/>
                  <a:pt x="651220" y="-30068"/>
                  <a:pt x="844613" y="231504"/>
                </a:cubicBezTo>
                <a:cubicBezTo>
                  <a:pt x="923436" y="495501"/>
                  <a:pt x="899322" y="1077936"/>
                  <a:pt x="866515" y="1462502"/>
                </a:cubicBezTo>
                <a:cubicBezTo>
                  <a:pt x="833708" y="1847068"/>
                  <a:pt x="761608" y="2271543"/>
                  <a:pt x="682785" y="2535540"/>
                </a:cubicBezTo>
                <a:cubicBezTo>
                  <a:pt x="603962" y="2799537"/>
                  <a:pt x="463204" y="2983817"/>
                  <a:pt x="368217" y="2900598"/>
                </a:cubicBezTo>
                <a:cubicBezTo>
                  <a:pt x="273230" y="2817379"/>
                  <a:pt x="204979" y="2394937"/>
                  <a:pt x="112865" y="2036227"/>
                </a:cubicBezTo>
                <a:cubicBezTo>
                  <a:pt x="51078" y="1661032"/>
                  <a:pt x="-14114" y="1433419"/>
                  <a:pt x="2681" y="1130640"/>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438639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6466" name="Rectangle 2"/>
          <p:cNvSpPr>
            <a:spLocks noGrp="1" noChangeArrowheads="1"/>
          </p:cNvSpPr>
          <p:nvPr>
            <p:ph type="title"/>
          </p:nvPr>
        </p:nvSpPr>
        <p:spPr/>
        <p:txBody>
          <a:bodyPr/>
          <a:lstStyle/>
          <a:p>
            <a:r>
              <a:rPr lang="en-US" altLang="zh-CN" dirty="0"/>
              <a:t>Cluster</a:t>
            </a:r>
            <a:r>
              <a:rPr lang="zh-CN" altLang="en-US" dirty="0"/>
              <a:t>间的相似性</a:t>
            </a:r>
          </a:p>
        </p:txBody>
      </p:sp>
      <p:sp>
        <p:nvSpPr>
          <p:cNvPr id="22" name="内容占位符 1"/>
          <p:cNvSpPr>
            <a:spLocks noGrp="1"/>
          </p:cNvSpPr>
          <p:nvPr>
            <p:ph idx="1"/>
          </p:nvPr>
        </p:nvSpPr>
        <p:spPr>
          <a:xfrm>
            <a:off x="162765" y="1508790"/>
            <a:ext cx="8917735" cy="4678936"/>
          </a:xfrm>
        </p:spPr>
        <p:txBody>
          <a:bodyPr/>
          <a:lstStyle/>
          <a:p>
            <a:r>
              <a:rPr lang="en-US" altLang="zh-CN" dirty="0"/>
              <a:t>Group Average </a:t>
            </a:r>
            <a:r>
              <a:rPr lang="zh-CN" altLang="en-US" dirty="0"/>
              <a:t>组平均</a:t>
            </a:r>
            <a:endParaRPr lang="en-US" altLang="zh-CN" dirty="0"/>
          </a:p>
          <a:p>
            <a:pPr lvl="1"/>
            <a:r>
              <a:rPr lang="zh-CN" altLang="en-US" dirty="0"/>
              <a:t>对噪音和极端值影响小</a:t>
            </a:r>
          </a:p>
          <a:p>
            <a:pPr lvl="1"/>
            <a:r>
              <a:rPr lang="zh-CN" altLang="en-US" dirty="0"/>
              <a:t>偏好球型簇</a:t>
            </a:r>
          </a:p>
          <a:p>
            <a:pPr lvl="1"/>
            <a:endParaRPr lang="en-US" altLang="zh-CN" dirty="0"/>
          </a:p>
          <a:p>
            <a:pPr lvl="1"/>
            <a:endParaRPr lang="zh-CN" altLang="en-US" dirty="0"/>
          </a:p>
        </p:txBody>
      </p:sp>
    </p:spTree>
    <p:extLst>
      <p:ext uri="{BB962C8B-B14F-4D97-AF65-F5344CB8AC3E}">
        <p14:creationId xmlns:p14="http://schemas.microsoft.com/office/powerpoint/2010/main" val="28056565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6466" name="Rectangle 2"/>
          <p:cNvSpPr>
            <a:spLocks noGrp="1" noChangeArrowheads="1"/>
          </p:cNvSpPr>
          <p:nvPr>
            <p:ph type="title"/>
          </p:nvPr>
        </p:nvSpPr>
        <p:spPr/>
        <p:txBody>
          <a:bodyPr/>
          <a:lstStyle/>
          <a:p>
            <a:r>
              <a:rPr lang="en-US" altLang="zh-CN" dirty="0"/>
              <a:t>Cluster</a:t>
            </a:r>
            <a:r>
              <a:rPr lang="zh-CN" altLang="en-US" dirty="0"/>
              <a:t>间的相似性</a:t>
            </a:r>
          </a:p>
        </p:txBody>
      </p:sp>
      <p:sp>
        <p:nvSpPr>
          <p:cNvPr id="22" name="内容占位符 1"/>
          <p:cNvSpPr>
            <a:spLocks noGrp="1"/>
          </p:cNvSpPr>
          <p:nvPr>
            <p:ph idx="1"/>
          </p:nvPr>
        </p:nvSpPr>
        <p:spPr>
          <a:xfrm>
            <a:off x="162765" y="1508790"/>
            <a:ext cx="8917735" cy="4678936"/>
          </a:xfrm>
        </p:spPr>
        <p:txBody>
          <a:bodyPr/>
          <a:lstStyle/>
          <a:p>
            <a:r>
              <a:rPr lang="en-US" altLang="zh-CN" dirty="0"/>
              <a:t>Distance Between Centroids </a:t>
            </a:r>
            <a:r>
              <a:rPr lang="zh-CN" altLang="en-US" dirty="0"/>
              <a:t>质心距</a:t>
            </a:r>
            <a:endParaRPr lang="en-US" altLang="zh-CN" dirty="0"/>
          </a:p>
          <a:p>
            <a:pPr lvl="1"/>
            <a:r>
              <a:rPr lang="zh-CN" altLang="en-US" dirty="0"/>
              <a:t>两个簇的邻近度定义为不同簇的质心</a:t>
            </a:r>
            <a:br>
              <a:rPr lang="en-US" altLang="zh-CN" dirty="0"/>
            </a:br>
            <a:r>
              <a:rPr lang="zh-CN" altLang="en-US" dirty="0"/>
              <a:t>的邻近度</a:t>
            </a:r>
            <a:endParaRPr lang="en-US" altLang="zh-CN" dirty="0"/>
          </a:p>
          <a:p>
            <a:pPr lvl="1"/>
            <a:endParaRPr lang="en-US" altLang="zh-CN" dirty="0"/>
          </a:p>
          <a:p>
            <a:pPr lvl="1"/>
            <a:endParaRPr lang="zh-CN" altLang="en-US" dirty="0"/>
          </a:p>
        </p:txBody>
      </p:sp>
      <p:grpSp>
        <p:nvGrpSpPr>
          <p:cNvPr id="28" name="组合 27"/>
          <p:cNvGrpSpPr/>
          <p:nvPr/>
        </p:nvGrpSpPr>
        <p:grpSpPr>
          <a:xfrm>
            <a:off x="6538960" y="5176800"/>
            <a:ext cx="576000" cy="619200"/>
            <a:chOff x="6102883" y="4579320"/>
            <a:chExt cx="741362" cy="518400"/>
          </a:xfrm>
        </p:grpSpPr>
        <p:sp>
          <p:nvSpPr>
            <p:cNvPr id="48" name="Line 6"/>
            <p:cNvSpPr>
              <a:spLocks noChangeShapeType="1"/>
            </p:cNvSpPr>
            <p:nvPr/>
          </p:nvSpPr>
          <p:spPr bwMode="auto">
            <a:xfrm flipV="1">
              <a:off x="6102883" y="4579320"/>
              <a:ext cx="0" cy="518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8"/>
            <p:cNvSpPr>
              <a:spLocks noChangeShapeType="1"/>
            </p:cNvSpPr>
            <p:nvPr/>
          </p:nvSpPr>
          <p:spPr bwMode="auto">
            <a:xfrm>
              <a:off x="6844245" y="4579320"/>
              <a:ext cx="0" cy="518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9" name="Text Box 22"/>
          <p:cNvSpPr txBox="1">
            <a:spLocks noChangeArrowheads="1"/>
          </p:cNvSpPr>
          <p:nvPr/>
        </p:nvSpPr>
        <p:spPr bwMode="auto">
          <a:xfrm>
            <a:off x="6386561" y="5703799"/>
            <a:ext cx="428625" cy="369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p2</a:t>
            </a:r>
          </a:p>
        </p:txBody>
      </p:sp>
      <p:sp>
        <p:nvSpPr>
          <p:cNvPr id="30" name="Text Box 23"/>
          <p:cNvSpPr txBox="1">
            <a:spLocks noChangeArrowheads="1"/>
          </p:cNvSpPr>
          <p:nvPr/>
        </p:nvSpPr>
        <p:spPr bwMode="auto">
          <a:xfrm>
            <a:off x="6949941"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p5</a:t>
            </a:r>
          </a:p>
        </p:txBody>
      </p:sp>
      <p:sp>
        <p:nvSpPr>
          <p:cNvPr id="31" name="Text Box 24"/>
          <p:cNvSpPr txBox="1">
            <a:spLocks noChangeArrowheads="1"/>
          </p:cNvSpPr>
          <p:nvPr/>
        </p:nvSpPr>
        <p:spPr bwMode="auto">
          <a:xfrm>
            <a:off x="7513322"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p3</a:t>
            </a:r>
          </a:p>
        </p:txBody>
      </p:sp>
      <p:sp>
        <p:nvSpPr>
          <p:cNvPr id="32" name="Text Box 25"/>
          <p:cNvSpPr txBox="1">
            <a:spLocks noChangeArrowheads="1"/>
          </p:cNvSpPr>
          <p:nvPr/>
        </p:nvSpPr>
        <p:spPr bwMode="auto">
          <a:xfrm>
            <a:off x="8076400"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p6</a:t>
            </a:r>
          </a:p>
        </p:txBody>
      </p:sp>
      <p:sp>
        <p:nvSpPr>
          <p:cNvPr id="34" name="Text Box 26"/>
          <p:cNvSpPr txBox="1">
            <a:spLocks noChangeArrowheads="1"/>
          </p:cNvSpPr>
          <p:nvPr/>
        </p:nvSpPr>
        <p:spPr bwMode="auto">
          <a:xfrm>
            <a:off x="8639478"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p4</a:t>
            </a:r>
          </a:p>
        </p:txBody>
      </p:sp>
      <p:sp>
        <p:nvSpPr>
          <p:cNvPr id="35" name="Text Box 26"/>
          <p:cNvSpPr txBox="1">
            <a:spLocks noChangeArrowheads="1"/>
          </p:cNvSpPr>
          <p:nvPr/>
        </p:nvSpPr>
        <p:spPr bwMode="auto">
          <a:xfrm>
            <a:off x="5853160" y="5715000"/>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p1</a:t>
            </a:r>
          </a:p>
        </p:txBody>
      </p:sp>
      <p:grpSp>
        <p:nvGrpSpPr>
          <p:cNvPr id="36" name="组合 35"/>
          <p:cNvGrpSpPr/>
          <p:nvPr/>
        </p:nvGrpSpPr>
        <p:grpSpPr>
          <a:xfrm>
            <a:off x="7681960" y="5277600"/>
            <a:ext cx="576000" cy="518400"/>
            <a:chOff x="6102883" y="4579320"/>
            <a:chExt cx="741362" cy="530490"/>
          </a:xfrm>
        </p:grpSpPr>
        <p:sp>
          <p:nvSpPr>
            <p:cNvPr id="45" name="Line 6"/>
            <p:cNvSpPr>
              <a:spLocks noChangeShapeType="1"/>
            </p:cNvSpPr>
            <p:nvPr/>
          </p:nvSpPr>
          <p:spPr bwMode="auto">
            <a:xfrm flipV="1">
              <a:off x="6102883" y="4579320"/>
              <a:ext cx="0" cy="530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8"/>
            <p:cNvSpPr>
              <a:spLocks noChangeShapeType="1"/>
            </p:cNvSpPr>
            <p:nvPr/>
          </p:nvSpPr>
          <p:spPr bwMode="auto">
            <a:xfrm>
              <a:off x="6844245" y="4579320"/>
              <a:ext cx="0" cy="530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 name="组合 50"/>
          <p:cNvGrpSpPr/>
          <p:nvPr/>
        </p:nvGrpSpPr>
        <p:grpSpPr>
          <a:xfrm>
            <a:off x="8001000" y="4975200"/>
            <a:ext cx="879874" cy="820800"/>
            <a:chOff x="6102883" y="4579319"/>
            <a:chExt cx="741371" cy="864001"/>
          </a:xfrm>
        </p:grpSpPr>
        <p:sp>
          <p:nvSpPr>
            <p:cNvPr id="52" name="Line 6"/>
            <p:cNvSpPr>
              <a:spLocks noChangeShapeType="1"/>
            </p:cNvSpPr>
            <p:nvPr/>
          </p:nvSpPr>
          <p:spPr bwMode="auto">
            <a:xfrm flipV="1">
              <a:off x="6102883" y="4579319"/>
              <a:ext cx="0" cy="32672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7"/>
            <p:cNvSpPr>
              <a:spLocks noChangeShapeType="1"/>
            </p:cNvSpPr>
            <p:nvPr/>
          </p:nvSpPr>
          <p:spPr bwMode="auto">
            <a:xfrm>
              <a:off x="6102891" y="4579320"/>
              <a:ext cx="74136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8"/>
            <p:cNvSpPr>
              <a:spLocks noChangeShapeType="1"/>
            </p:cNvSpPr>
            <p:nvPr/>
          </p:nvSpPr>
          <p:spPr bwMode="auto">
            <a:xfrm>
              <a:off x="6844245" y="4579320"/>
              <a:ext cx="0" cy="864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4" name="组合 43"/>
          <p:cNvGrpSpPr/>
          <p:nvPr/>
        </p:nvGrpSpPr>
        <p:grpSpPr>
          <a:xfrm>
            <a:off x="6238616" y="853634"/>
            <a:ext cx="2530277" cy="2282770"/>
            <a:chOff x="660042" y="282134"/>
            <a:chExt cx="2648742" cy="2282770"/>
          </a:xfrm>
        </p:grpSpPr>
        <p:sp>
          <p:nvSpPr>
            <p:cNvPr id="56" name="菱形 55"/>
            <p:cNvSpPr/>
            <p:nvPr/>
          </p:nvSpPr>
          <p:spPr>
            <a:xfrm>
              <a:off x="2267744" y="548680"/>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7" name="菱形 56"/>
            <p:cNvSpPr/>
            <p:nvPr/>
          </p:nvSpPr>
          <p:spPr>
            <a:xfrm>
              <a:off x="1259632" y="155679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8" name="菱形 57"/>
            <p:cNvSpPr/>
            <p:nvPr/>
          </p:nvSpPr>
          <p:spPr>
            <a:xfrm>
              <a:off x="2195736" y="206084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9" name="菱形 58"/>
            <p:cNvSpPr/>
            <p:nvPr/>
          </p:nvSpPr>
          <p:spPr>
            <a:xfrm>
              <a:off x="660042" y="119675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0" name="菱形 59"/>
            <p:cNvSpPr/>
            <p:nvPr/>
          </p:nvSpPr>
          <p:spPr>
            <a:xfrm>
              <a:off x="2843808" y="242088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1" name="TextBox 60"/>
            <p:cNvSpPr txBox="1"/>
            <p:nvPr/>
          </p:nvSpPr>
          <p:spPr>
            <a:xfrm>
              <a:off x="2321723" y="282134"/>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1</a:t>
              </a:r>
              <a:endParaRPr lang="zh-CN" altLang="en-US" sz="1600" dirty="0">
                <a:latin typeface="Arial Unicode MS" pitchFamily="34" charset="-122"/>
                <a:ea typeface="Arial Unicode MS" pitchFamily="34" charset="-122"/>
                <a:cs typeface="Arial Unicode MS" pitchFamily="34" charset="-122"/>
              </a:endParaRPr>
            </a:p>
          </p:txBody>
        </p:sp>
        <p:sp>
          <p:nvSpPr>
            <p:cNvPr id="62" name="TextBox 61"/>
            <p:cNvSpPr txBox="1"/>
            <p:nvPr/>
          </p:nvSpPr>
          <p:spPr>
            <a:xfrm>
              <a:off x="1279388" y="1268760"/>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2</a:t>
              </a:r>
              <a:endParaRPr lang="zh-CN" altLang="en-US" sz="1600" dirty="0">
                <a:latin typeface="Arial Unicode MS" pitchFamily="34" charset="-122"/>
                <a:ea typeface="Arial Unicode MS" pitchFamily="34" charset="-122"/>
                <a:cs typeface="Arial Unicode MS" pitchFamily="34" charset="-122"/>
              </a:endParaRPr>
            </a:p>
          </p:txBody>
        </p:sp>
        <p:sp>
          <p:nvSpPr>
            <p:cNvPr id="63" name="TextBox 62"/>
            <p:cNvSpPr txBox="1"/>
            <p:nvPr/>
          </p:nvSpPr>
          <p:spPr>
            <a:xfrm>
              <a:off x="2215492" y="1794302"/>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3</a:t>
              </a:r>
              <a:endParaRPr lang="zh-CN" altLang="en-US" sz="1600" dirty="0">
                <a:latin typeface="Arial Unicode MS" pitchFamily="34" charset="-122"/>
                <a:ea typeface="Arial Unicode MS" pitchFamily="34" charset="-122"/>
                <a:cs typeface="Arial Unicode MS" pitchFamily="34" charset="-122"/>
              </a:endParaRPr>
            </a:p>
          </p:txBody>
        </p:sp>
        <p:sp>
          <p:nvSpPr>
            <p:cNvPr id="64" name="TextBox 63"/>
            <p:cNvSpPr txBox="1"/>
            <p:nvPr/>
          </p:nvSpPr>
          <p:spPr>
            <a:xfrm>
              <a:off x="660042" y="836712"/>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5</a:t>
              </a:r>
              <a:endParaRPr lang="zh-CN" altLang="en-US" sz="1600" dirty="0">
                <a:latin typeface="Arial Unicode MS" pitchFamily="34" charset="-122"/>
                <a:ea typeface="Arial Unicode MS" pitchFamily="34" charset="-122"/>
                <a:cs typeface="Arial Unicode MS" pitchFamily="34" charset="-122"/>
              </a:endParaRPr>
            </a:p>
          </p:txBody>
        </p:sp>
        <p:sp>
          <p:nvSpPr>
            <p:cNvPr id="65" name="TextBox 64"/>
            <p:cNvSpPr txBox="1"/>
            <p:nvPr/>
          </p:nvSpPr>
          <p:spPr>
            <a:xfrm>
              <a:off x="2892290" y="2204864"/>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6</a:t>
              </a:r>
              <a:endParaRPr lang="zh-CN" altLang="en-US" sz="1600" dirty="0">
                <a:latin typeface="Arial Unicode MS" pitchFamily="34" charset="-122"/>
                <a:ea typeface="Arial Unicode MS" pitchFamily="34" charset="-122"/>
                <a:cs typeface="Arial Unicode MS" pitchFamily="34" charset="-122"/>
              </a:endParaRPr>
            </a:p>
          </p:txBody>
        </p:sp>
      </p:grpSp>
      <p:sp>
        <p:nvSpPr>
          <p:cNvPr id="66" name="椭圆 65"/>
          <p:cNvSpPr/>
          <p:nvPr/>
        </p:nvSpPr>
        <p:spPr>
          <a:xfrm rot="18322284">
            <a:off x="6307042" y="1447700"/>
            <a:ext cx="612000" cy="1066087"/>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17886886">
            <a:off x="7801161" y="2311796"/>
            <a:ext cx="612000" cy="1066087"/>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菱形 67"/>
          <p:cNvSpPr/>
          <p:nvPr/>
        </p:nvSpPr>
        <p:spPr>
          <a:xfrm>
            <a:off x="7155327" y="3496444"/>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9" name="TextBox 68"/>
          <p:cNvSpPr txBox="1"/>
          <p:nvPr/>
        </p:nvSpPr>
        <p:spPr>
          <a:xfrm>
            <a:off x="7242986" y="3229898"/>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4</a:t>
            </a:r>
            <a:endParaRPr lang="zh-CN" altLang="en-US" sz="1600" dirty="0">
              <a:latin typeface="Arial Unicode MS" pitchFamily="34" charset="-122"/>
              <a:ea typeface="Arial Unicode MS" pitchFamily="34" charset="-122"/>
              <a:cs typeface="Arial Unicode MS" pitchFamily="34" charset="-122"/>
            </a:endParaRPr>
          </a:p>
        </p:txBody>
      </p:sp>
      <p:sp>
        <p:nvSpPr>
          <p:cNvPr id="55" name="Text Box 30"/>
          <p:cNvSpPr txBox="1">
            <a:spLocks noChangeArrowheads="1"/>
          </p:cNvSpPr>
          <p:nvPr/>
        </p:nvSpPr>
        <p:spPr bwMode="auto">
          <a:xfrm>
            <a:off x="7447932" y="2080174"/>
            <a:ext cx="12388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dirty="0">
                <a:solidFill>
                  <a:srgbClr val="C00000"/>
                </a:solidFill>
                <a:latin typeface="华文细黑" pitchFamily="2" charset="-122"/>
                <a:ea typeface="华文细黑" pitchFamily="2" charset="-122"/>
              </a:rPr>
              <a:t>质心距</a:t>
            </a:r>
            <a:endParaRPr lang="en-US" altLang="zh-CN" dirty="0">
              <a:solidFill>
                <a:srgbClr val="C00000"/>
              </a:solidFill>
              <a:latin typeface="华文细黑" pitchFamily="2" charset="-122"/>
              <a:ea typeface="华文细黑" pitchFamily="2" charset="-122"/>
            </a:endParaRPr>
          </a:p>
        </p:txBody>
      </p:sp>
      <p:sp>
        <p:nvSpPr>
          <p:cNvPr id="89" name="Line 39"/>
          <p:cNvSpPr>
            <a:spLocks noChangeShapeType="1"/>
          </p:cNvSpPr>
          <p:nvPr/>
        </p:nvSpPr>
        <p:spPr bwMode="auto">
          <a:xfrm>
            <a:off x="6613416" y="2062762"/>
            <a:ext cx="1434710" cy="843518"/>
          </a:xfrm>
          <a:custGeom>
            <a:avLst/>
            <a:gdLst>
              <a:gd name="connsiteX0" fmla="*/ 0 w 1946607"/>
              <a:gd name="connsiteY0" fmla="*/ 0 h 1152128"/>
              <a:gd name="connsiteX1" fmla="*/ 1946607 w 1946607"/>
              <a:gd name="connsiteY1" fmla="*/ 1152128 h 1152128"/>
              <a:gd name="connsiteX0" fmla="*/ 0 w 1946607"/>
              <a:gd name="connsiteY0" fmla="*/ 0 h 1152128"/>
              <a:gd name="connsiteX1" fmla="*/ 1187962 w 1946607"/>
              <a:gd name="connsiteY1" fmla="*/ 434692 h 1152128"/>
              <a:gd name="connsiteX2" fmla="*/ 1946607 w 1946607"/>
              <a:gd name="connsiteY2" fmla="*/ 1152128 h 1152128"/>
              <a:gd name="connsiteX0" fmla="*/ 0 w 1946607"/>
              <a:gd name="connsiteY0" fmla="*/ 0 h 1152128"/>
              <a:gd name="connsiteX1" fmla="*/ 1187962 w 1946607"/>
              <a:gd name="connsiteY1" fmla="*/ 434692 h 1152128"/>
              <a:gd name="connsiteX2" fmla="*/ 1946607 w 1946607"/>
              <a:gd name="connsiteY2" fmla="*/ 1152128 h 1152128"/>
              <a:gd name="connsiteX0" fmla="*/ 0 w 1946607"/>
              <a:gd name="connsiteY0" fmla="*/ 0 h 1152128"/>
              <a:gd name="connsiteX1" fmla="*/ 1187962 w 1946607"/>
              <a:gd name="connsiteY1" fmla="*/ 434692 h 1152128"/>
              <a:gd name="connsiteX2" fmla="*/ 1946607 w 1946607"/>
              <a:gd name="connsiteY2" fmla="*/ 1152128 h 1152128"/>
              <a:gd name="connsiteX0" fmla="*/ 0 w 1946607"/>
              <a:gd name="connsiteY0" fmla="*/ 0 h 1152128"/>
              <a:gd name="connsiteX1" fmla="*/ 1187962 w 1946607"/>
              <a:gd name="connsiteY1" fmla="*/ 434692 h 1152128"/>
              <a:gd name="connsiteX2" fmla="*/ 1946607 w 1946607"/>
              <a:gd name="connsiteY2" fmla="*/ 1152128 h 1152128"/>
              <a:gd name="connsiteX0" fmla="*/ 0 w 1969467"/>
              <a:gd name="connsiteY0" fmla="*/ 0 h 1220708"/>
              <a:gd name="connsiteX1" fmla="*/ 1210822 w 1969467"/>
              <a:gd name="connsiteY1" fmla="*/ 503272 h 1220708"/>
              <a:gd name="connsiteX2" fmla="*/ 1969467 w 1969467"/>
              <a:gd name="connsiteY2" fmla="*/ 1220708 h 1220708"/>
              <a:gd name="connsiteX0" fmla="*/ 0 w 1969467"/>
              <a:gd name="connsiteY0" fmla="*/ 0 h 1220708"/>
              <a:gd name="connsiteX1" fmla="*/ 1210822 w 1969467"/>
              <a:gd name="connsiteY1" fmla="*/ 503272 h 1220708"/>
              <a:gd name="connsiteX2" fmla="*/ 1969467 w 1969467"/>
              <a:gd name="connsiteY2" fmla="*/ 1220708 h 1220708"/>
              <a:gd name="connsiteX0" fmla="*/ 0 w 1969467"/>
              <a:gd name="connsiteY0" fmla="*/ 0 h 1220708"/>
              <a:gd name="connsiteX1" fmla="*/ 1210822 w 1969467"/>
              <a:gd name="connsiteY1" fmla="*/ 503272 h 1220708"/>
              <a:gd name="connsiteX2" fmla="*/ 1969467 w 1969467"/>
              <a:gd name="connsiteY2" fmla="*/ 1220708 h 1220708"/>
              <a:gd name="connsiteX0" fmla="*/ 0 w 1908507"/>
              <a:gd name="connsiteY0" fmla="*/ 0 h 1129268"/>
              <a:gd name="connsiteX1" fmla="*/ 1210822 w 1908507"/>
              <a:gd name="connsiteY1" fmla="*/ 503272 h 1129268"/>
              <a:gd name="connsiteX2" fmla="*/ 1908507 w 1908507"/>
              <a:gd name="connsiteY2" fmla="*/ 1129268 h 1129268"/>
              <a:gd name="connsiteX0" fmla="*/ 0 w 1897671"/>
              <a:gd name="connsiteY0" fmla="*/ 0 h 976868"/>
              <a:gd name="connsiteX1" fmla="*/ 1199986 w 1897671"/>
              <a:gd name="connsiteY1" fmla="*/ 350872 h 976868"/>
              <a:gd name="connsiteX2" fmla="*/ 1897671 w 1897671"/>
              <a:gd name="connsiteY2" fmla="*/ 976868 h 976868"/>
              <a:gd name="connsiteX0" fmla="*/ 0 w 1648442"/>
              <a:gd name="connsiteY0" fmla="*/ 0 h 776843"/>
              <a:gd name="connsiteX1" fmla="*/ 1199986 w 1648442"/>
              <a:gd name="connsiteY1" fmla="*/ 350872 h 776843"/>
              <a:gd name="connsiteX2" fmla="*/ 1648442 w 1648442"/>
              <a:gd name="connsiteY2" fmla="*/ 776843 h 776843"/>
              <a:gd name="connsiteX0" fmla="*/ 0 w 1648442"/>
              <a:gd name="connsiteY0" fmla="*/ 0 h 776843"/>
              <a:gd name="connsiteX1" fmla="*/ 1015773 w 1648442"/>
              <a:gd name="connsiteY1" fmla="*/ 227047 h 776843"/>
              <a:gd name="connsiteX2" fmla="*/ 1648442 w 1648442"/>
              <a:gd name="connsiteY2" fmla="*/ 776843 h 776843"/>
              <a:gd name="connsiteX0" fmla="*/ 0 w 1648442"/>
              <a:gd name="connsiteY0" fmla="*/ 0 h 776843"/>
              <a:gd name="connsiteX1" fmla="*/ 1015773 w 1648442"/>
              <a:gd name="connsiteY1" fmla="*/ 227047 h 776843"/>
              <a:gd name="connsiteX2" fmla="*/ 1648442 w 1648442"/>
              <a:gd name="connsiteY2" fmla="*/ 776843 h 776843"/>
              <a:gd name="connsiteX0" fmla="*/ 0 w 1648442"/>
              <a:gd name="connsiteY0" fmla="*/ 0 h 911091"/>
              <a:gd name="connsiteX1" fmla="*/ 636511 w 1648442"/>
              <a:gd name="connsiteY1" fmla="*/ 893797 h 911091"/>
              <a:gd name="connsiteX2" fmla="*/ 1648442 w 1648442"/>
              <a:gd name="connsiteY2" fmla="*/ 776843 h 911091"/>
              <a:gd name="connsiteX0" fmla="*/ 0 w 1648442"/>
              <a:gd name="connsiteY0" fmla="*/ 0 h 951441"/>
              <a:gd name="connsiteX1" fmla="*/ 636511 w 1648442"/>
              <a:gd name="connsiteY1" fmla="*/ 893797 h 951441"/>
              <a:gd name="connsiteX2" fmla="*/ 1648442 w 1648442"/>
              <a:gd name="connsiteY2" fmla="*/ 776843 h 951441"/>
              <a:gd name="connsiteX0" fmla="*/ 0 w 1648442"/>
              <a:gd name="connsiteY0" fmla="*/ 0 h 951441"/>
              <a:gd name="connsiteX1" fmla="*/ 636511 w 1648442"/>
              <a:gd name="connsiteY1" fmla="*/ 893797 h 951441"/>
              <a:gd name="connsiteX2" fmla="*/ 1648442 w 1648442"/>
              <a:gd name="connsiteY2" fmla="*/ 776843 h 951441"/>
              <a:gd name="connsiteX0" fmla="*/ 0 w 1680950"/>
              <a:gd name="connsiteY0" fmla="*/ 0 h 879841"/>
              <a:gd name="connsiteX1" fmla="*/ 669019 w 1680950"/>
              <a:gd name="connsiteY1" fmla="*/ 827122 h 879841"/>
              <a:gd name="connsiteX2" fmla="*/ 1680950 w 1680950"/>
              <a:gd name="connsiteY2" fmla="*/ 710168 h 879841"/>
              <a:gd name="connsiteX0" fmla="*/ 0 w 1583426"/>
              <a:gd name="connsiteY0" fmla="*/ 0 h 951091"/>
              <a:gd name="connsiteX1" fmla="*/ 669019 w 1583426"/>
              <a:gd name="connsiteY1" fmla="*/ 827122 h 951091"/>
              <a:gd name="connsiteX2" fmla="*/ 1583426 w 1583426"/>
              <a:gd name="connsiteY2" fmla="*/ 862568 h 951091"/>
              <a:gd name="connsiteX0" fmla="*/ 0 w 1583426"/>
              <a:gd name="connsiteY0" fmla="*/ 0 h 894746"/>
              <a:gd name="connsiteX1" fmla="*/ 669019 w 1583426"/>
              <a:gd name="connsiteY1" fmla="*/ 827122 h 894746"/>
              <a:gd name="connsiteX2" fmla="*/ 1583426 w 1583426"/>
              <a:gd name="connsiteY2" fmla="*/ 862568 h 894746"/>
              <a:gd name="connsiteX0" fmla="*/ 0 w 1583426"/>
              <a:gd name="connsiteY0" fmla="*/ 0 h 862568"/>
              <a:gd name="connsiteX1" fmla="*/ 473970 w 1583426"/>
              <a:gd name="connsiteY1" fmla="*/ 627097 h 862568"/>
              <a:gd name="connsiteX2" fmla="*/ 1583426 w 1583426"/>
              <a:gd name="connsiteY2" fmla="*/ 862568 h 862568"/>
              <a:gd name="connsiteX0" fmla="*/ 0 w 1583426"/>
              <a:gd name="connsiteY0" fmla="*/ 0 h 862568"/>
              <a:gd name="connsiteX1" fmla="*/ 473970 w 1583426"/>
              <a:gd name="connsiteY1" fmla="*/ 627097 h 862568"/>
              <a:gd name="connsiteX2" fmla="*/ 1583426 w 1583426"/>
              <a:gd name="connsiteY2" fmla="*/ 862568 h 862568"/>
              <a:gd name="connsiteX0" fmla="*/ 0 w 1583426"/>
              <a:gd name="connsiteY0" fmla="*/ 0 h 862568"/>
              <a:gd name="connsiteX1" fmla="*/ 701527 w 1583426"/>
              <a:gd name="connsiteY1" fmla="*/ 703297 h 862568"/>
              <a:gd name="connsiteX2" fmla="*/ 1583426 w 1583426"/>
              <a:gd name="connsiteY2" fmla="*/ 862568 h 862568"/>
              <a:gd name="connsiteX0" fmla="*/ 0 w 1583426"/>
              <a:gd name="connsiteY0" fmla="*/ 0 h 862568"/>
              <a:gd name="connsiteX1" fmla="*/ 701527 w 1583426"/>
              <a:gd name="connsiteY1" fmla="*/ 703297 h 862568"/>
              <a:gd name="connsiteX2" fmla="*/ 1583426 w 1583426"/>
              <a:gd name="connsiteY2" fmla="*/ 862568 h 862568"/>
              <a:gd name="connsiteX0" fmla="*/ 0 w 1632188"/>
              <a:gd name="connsiteY0" fmla="*/ 0 h 843518"/>
              <a:gd name="connsiteX1" fmla="*/ 701527 w 1632188"/>
              <a:gd name="connsiteY1" fmla="*/ 703297 h 843518"/>
              <a:gd name="connsiteX2" fmla="*/ 1632188 w 1632188"/>
              <a:gd name="connsiteY2" fmla="*/ 843518 h 843518"/>
              <a:gd name="connsiteX0" fmla="*/ 0 w 1632188"/>
              <a:gd name="connsiteY0" fmla="*/ 0 h 848455"/>
              <a:gd name="connsiteX1" fmla="*/ 701527 w 1632188"/>
              <a:gd name="connsiteY1" fmla="*/ 703297 h 848455"/>
              <a:gd name="connsiteX2" fmla="*/ 1286002 w 1632188"/>
              <a:gd name="connsiteY2" fmla="*/ 837601 h 848455"/>
              <a:gd name="connsiteX3" fmla="*/ 1632188 w 1632188"/>
              <a:gd name="connsiteY3" fmla="*/ 843518 h 848455"/>
              <a:gd name="connsiteX0" fmla="*/ 0 w 1632188"/>
              <a:gd name="connsiteY0" fmla="*/ 0 h 843518"/>
              <a:gd name="connsiteX1" fmla="*/ 701527 w 1632188"/>
              <a:gd name="connsiteY1" fmla="*/ 703297 h 843518"/>
              <a:gd name="connsiteX2" fmla="*/ 1632188 w 1632188"/>
              <a:gd name="connsiteY2" fmla="*/ 843518 h 843518"/>
              <a:gd name="connsiteX0" fmla="*/ 0 w 1632188"/>
              <a:gd name="connsiteY0" fmla="*/ 0 h 843518"/>
              <a:gd name="connsiteX1" fmla="*/ 701527 w 1632188"/>
              <a:gd name="connsiteY1" fmla="*/ 703297 h 843518"/>
              <a:gd name="connsiteX2" fmla="*/ 1632188 w 1632188"/>
              <a:gd name="connsiteY2" fmla="*/ 843518 h 843518"/>
              <a:gd name="connsiteX0" fmla="*/ 0 w 1632188"/>
              <a:gd name="connsiteY0" fmla="*/ 0 h 843518"/>
              <a:gd name="connsiteX1" fmla="*/ 701527 w 1632188"/>
              <a:gd name="connsiteY1" fmla="*/ 703297 h 843518"/>
              <a:gd name="connsiteX2" fmla="*/ 1632188 w 1632188"/>
              <a:gd name="connsiteY2" fmla="*/ 843518 h 843518"/>
            </a:gdLst>
            <a:ahLst/>
            <a:cxnLst>
              <a:cxn ang="0">
                <a:pos x="connsiteX0" y="connsiteY0"/>
              </a:cxn>
              <a:cxn ang="0">
                <a:pos x="connsiteX1" y="connsiteY1"/>
              </a:cxn>
              <a:cxn ang="0">
                <a:pos x="connsiteX2" y="connsiteY2"/>
              </a:cxn>
            </a:cxnLst>
            <a:rect l="l" t="t" r="r" b="b"/>
            <a:pathLst>
              <a:path w="1632188" h="843518">
                <a:moveTo>
                  <a:pt x="0" y="0"/>
                </a:moveTo>
                <a:cubicBezTo>
                  <a:pt x="91564" y="183314"/>
                  <a:pt x="429496" y="562711"/>
                  <a:pt x="701527" y="703297"/>
                </a:cubicBezTo>
                <a:cubicBezTo>
                  <a:pt x="973558" y="843883"/>
                  <a:pt x="1438301" y="842880"/>
                  <a:pt x="1632188" y="843518"/>
                </a:cubicBezTo>
              </a:path>
            </a:pathLst>
          </a:custGeom>
          <a:noFill/>
          <a:ln w="25400">
            <a:solidFill>
              <a:srgbClr val="C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3" name="乘号 2"/>
          <p:cNvSpPr/>
          <p:nvPr/>
        </p:nvSpPr>
        <p:spPr>
          <a:xfrm>
            <a:off x="6572250" y="1938338"/>
            <a:ext cx="104728" cy="150494"/>
          </a:xfrm>
          <a:prstGeom prst="mathMultiply">
            <a:avLst>
              <a:gd name="adj1" fmla="val 7604"/>
            </a:avLst>
          </a:prstGeom>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乘号 69"/>
          <p:cNvSpPr/>
          <p:nvPr/>
        </p:nvSpPr>
        <p:spPr>
          <a:xfrm>
            <a:off x="8048625" y="2824163"/>
            <a:ext cx="104728" cy="150494"/>
          </a:xfrm>
          <a:prstGeom prst="mathMultiply">
            <a:avLst>
              <a:gd name="adj1" fmla="val 7604"/>
            </a:avLst>
          </a:prstGeom>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1" name="表格 70"/>
          <p:cNvGraphicFramePr>
            <a:graphicFrameLocks noGrp="1"/>
          </p:cNvGraphicFramePr>
          <p:nvPr/>
        </p:nvGraphicFramePr>
        <p:xfrm>
          <a:off x="685801" y="3735002"/>
          <a:ext cx="3085715" cy="1433463"/>
        </p:xfrm>
        <a:graphic>
          <a:graphicData uri="http://schemas.openxmlformats.org/drawingml/2006/table">
            <a:tbl>
              <a:tblPr firstRow="1" bandRow="1">
                <a:solidFill>
                  <a:srgbClr val="E9F19D"/>
                </a:solidFill>
                <a:tableStyleId>{5940675A-B579-460E-94D1-54222C63F5DA}</a:tableStyleId>
              </a:tblPr>
              <a:tblGrid>
                <a:gridCol w="617143">
                  <a:extLst>
                    <a:ext uri="{9D8B030D-6E8A-4147-A177-3AD203B41FA5}">
                      <a16:colId xmlns:a16="http://schemas.microsoft.com/office/drawing/2014/main" val="20000"/>
                    </a:ext>
                  </a:extLst>
                </a:gridCol>
                <a:gridCol w="617143">
                  <a:extLst>
                    <a:ext uri="{9D8B030D-6E8A-4147-A177-3AD203B41FA5}">
                      <a16:colId xmlns:a16="http://schemas.microsoft.com/office/drawing/2014/main" val="20001"/>
                    </a:ext>
                  </a:extLst>
                </a:gridCol>
                <a:gridCol w="617143">
                  <a:extLst>
                    <a:ext uri="{9D8B030D-6E8A-4147-A177-3AD203B41FA5}">
                      <a16:colId xmlns:a16="http://schemas.microsoft.com/office/drawing/2014/main" val="20002"/>
                    </a:ext>
                  </a:extLst>
                </a:gridCol>
                <a:gridCol w="617143">
                  <a:extLst>
                    <a:ext uri="{9D8B030D-6E8A-4147-A177-3AD203B41FA5}">
                      <a16:colId xmlns:a16="http://schemas.microsoft.com/office/drawing/2014/main" val="20003"/>
                    </a:ext>
                  </a:extLst>
                </a:gridCol>
                <a:gridCol w="617143">
                  <a:extLst>
                    <a:ext uri="{9D8B030D-6E8A-4147-A177-3AD203B41FA5}">
                      <a16:colId xmlns:a16="http://schemas.microsoft.com/office/drawing/2014/main" val="20004"/>
                    </a:ext>
                  </a:extLst>
                </a:gridCol>
              </a:tblGrid>
              <a:tr h="340391">
                <a:tc>
                  <a:txBody>
                    <a:bodyPr/>
                    <a:lstStyle/>
                    <a:p>
                      <a:pPr algn="ctr"/>
                      <a:endParaRPr lang="zh-CN" altLang="en-US" sz="1600" dirty="0">
                        <a:latin typeface="Times New Roman" pitchFamily="18" charset="0"/>
                        <a:cs typeface="Times New Roman" pitchFamily="18" charset="0"/>
                      </a:endParaRPr>
                    </a:p>
                  </a:txBody>
                  <a:tcPr>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p1</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p2,5</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p4</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p3,6</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268">
                <a:tc>
                  <a:txBody>
                    <a:bodyPr/>
                    <a:lstStyle/>
                    <a:p>
                      <a:pPr algn="l" fontAlgn="ctr"/>
                      <a:r>
                        <a:rPr lang="en-US" sz="1600" b="0" i="0" u="none" strike="noStrike">
                          <a:solidFill>
                            <a:srgbClr val="000000"/>
                          </a:solidFill>
                          <a:effectLst/>
                          <a:latin typeface="Times New Roman" pitchFamily="18" charset="0"/>
                          <a:cs typeface="Times New Roman" pitchFamily="18" charset="0"/>
                        </a:rPr>
                        <a:t>p1</a:t>
                      </a:r>
                    </a:p>
                  </a:txBody>
                  <a:tcPr marL="180000"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l" fontAlgn="ctr"/>
                      <a:r>
                        <a:rPr lang="zh-CN" altLang="en-US" sz="1600" b="0" i="0" u="none" strike="noStrike" dirty="0">
                          <a:solidFill>
                            <a:schemeClr val="tx1"/>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dirty="0">
                          <a:solidFill>
                            <a:schemeClr val="tx1"/>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chemeClr val="tx1"/>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chemeClr val="tx1"/>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268">
                <a:tc>
                  <a:txBody>
                    <a:bodyPr/>
                    <a:lstStyle/>
                    <a:p>
                      <a:pPr algn="l" fontAlgn="ctr"/>
                      <a:r>
                        <a:rPr lang="en-US" sz="1600" b="0" i="0" u="none" strike="noStrike">
                          <a:solidFill>
                            <a:srgbClr val="000000"/>
                          </a:solidFill>
                          <a:effectLst/>
                          <a:latin typeface="Times New Roman" pitchFamily="18" charset="0"/>
                          <a:cs typeface="Times New Roman" pitchFamily="18" charset="0"/>
                        </a:rPr>
                        <a:t>p2,5</a:t>
                      </a:r>
                    </a:p>
                  </a:txBody>
                  <a:tcPr marL="180000"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altLang="zh-CN" sz="1600" b="0" i="0" u="none" strike="noStrike">
                          <a:solidFill>
                            <a:schemeClr val="tx1"/>
                          </a:solidFill>
                          <a:effectLst/>
                          <a:latin typeface="Times New Roman" pitchFamily="18" charset="0"/>
                          <a:cs typeface="Times New Roman" pitchFamily="18" charset="0"/>
                        </a:rPr>
                        <a:t>16.5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dirty="0">
                          <a:solidFill>
                            <a:schemeClr val="tx1"/>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dirty="0">
                          <a:solidFill>
                            <a:schemeClr val="tx1"/>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chemeClr val="tx1"/>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268">
                <a:tc>
                  <a:txBody>
                    <a:bodyPr/>
                    <a:lstStyle/>
                    <a:p>
                      <a:pPr algn="l" fontAlgn="ctr"/>
                      <a:r>
                        <a:rPr lang="en-US" sz="1600" b="0" i="0" u="none" strike="noStrike">
                          <a:solidFill>
                            <a:srgbClr val="000000"/>
                          </a:solidFill>
                          <a:effectLst/>
                          <a:latin typeface="Times New Roman" pitchFamily="18" charset="0"/>
                          <a:cs typeface="Times New Roman" pitchFamily="18" charset="0"/>
                        </a:rPr>
                        <a:t>p4</a:t>
                      </a:r>
                    </a:p>
                  </a:txBody>
                  <a:tcPr marL="180000"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altLang="zh-CN" sz="1600" b="0" i="0" u="none" strike="noStrike">
                          <a:solidFill>
                            <a:schemeClr val="tx1"/>
                          </a:solidFill>
                          <a:effectLst/>
                          <a:latin typeface="Times New Roman" pitchFamily="18" charset="0"/>
                          <a:cs typeface="Times New Roman" pitchFamily="18" charset="0"/>
                        </a:rPr>
                        <a:t>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zh-CN" sz="1600" b="0" i="0" u="none" strike="noStrike">
                          <a:solidFill>
                            <a:schemeClr val="tx1"/>
                          </a:solidFill>
                          <a:effectLst/>
                          <a:latin typeface="Times New Roman" pitchFamily="18" charset="0"/>
                          <a:cs typeface="Times New Roman" pitchFamily="18" charset="0"/>
                        </a:rPr>
                        <a:t>16.8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dirty="0">
                          <a:solidFill>
                            <a:schemeClr val="tx1"/>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dirty="0">
                          <a:solidFill>
                            <a:schemeClr val="tx1"/>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268">
                <a:tc>
                  <a:txBody>
                    <a:bodyPr/>
                    <a:lstStyle/>
                    <a:p>
                      <a:pPr algn="l" fontAlgn="ctr"/>
                      <a:r>
                        <a:rPr lang="en-US" sz="1600" b="0" i="0" u="none" strike="noStrike">
                          <a:solidFill>
                            <a:srgbClr val="000000"/>
                          </a:solidFill>
                          <a:effectLst/>
                          <a:latin typeface="Times New Roman" pitchFamily="18" charset="0"/>
                          <a:cs typeface="Times New Roman" pitchFamily="18" charset="0"/>
                        </a:rPr>
                        <a:t>p3,6</a:t>
                      </a:r>
                    </a:p>
                  </a:txBody>
                  <a:tcPr marL="180000"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altLang="zh-CN" sz="1600" b="0" i="0" u="none" strike="noStrike">
                          <a:solidFill>
                            <a:schemeClr val="tx1"/>
                          </a:solidFill>
                          <a:effectLst/>
                          <a:latin typeface="Times New Roman" pitchFamily="18" charset="0"/>
                          <a:cs typeface="Times New Roman" pitchFamily="18" charset="0"/>
                        </a:rPr>
                        <a:t>18.1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zh-CN" sz="1600" b="0" i="0" u="none" strike="noStrike" dirty="0">
                          <a:solidFill>
                            <a:schemeClr val="tx1"/>
                          </a:solidFill>
                          <a:effectLst/>
                          <a:latin typeface="Times New Roman" pitchFamily="18" charset="0"/>
                          <a:cs typeface="Times New Roman" pitchFamily="18" charset="0"/>
                        </a:rPr>
                        <a:t>17.7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zh-CN" sz="1600" b="1" i="0" u="none" strike="noStrike" dirty="0">
                          <a:solidFill>
                            <a:srgbClr val="FF0000"/>
                          </a:solidFill>
                          <a:effectLst/>
                          <a:latin typeface="Times New Roman" pitchFamily="18" charset="0"/>
                          <a:cs typeface="Times New Roman" pitchFamily="18" charset="0"/>
                        </a:rPr>
                        <a:t>11.4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dirty="0">
                          <a:solidFill>
                            <a:schemeClr val="tx1"/>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91832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6466" name="Rectangle 2"/>
          <p:cNvSpPr>
            <a:spLocks noGrp="1" noChangeArrowheads="1"/>
          </p:cNvSpPr>
          <p:nvPr>
            <p:ph type="title"/>
          </p:nvPr>
        </p:nvSpPr>
        <p:spPr/>
        <p:txBody>
          <a:bodyPr/>
          <a:lstStyle/>
          <a:p>
            <a:r>
              <a:rPr lang="en-US" altLang="zh-CN" dirty="0"/>
              <a:t>Cluster</a:t>
            </a:r>
            <a:r>
              <a:rPr lang="zh-CN" altLang="en-US" dirty="0"/>
              <a:t>间的相似性</a:t>
            </a:r>
          </a:p>
        </p:txBody>
      </p:sp>
      <p:sp>
        <p:nvSpPr>
          <p:cNvPr id="22" name="内容占位符 1"/>
          <p:cNvSpPr>
            <a:spLocks noGrp="1"/>
          </p:cNvSpPr>
          <p:nvPr>
            <p:ph idx="1"/>
          </p:nvPr>
        </p:nvSpPr>
        <p:spPr>
          <a:xfrm>
            <a:off x="162765" y="1508790"/>
            <a:ext cx="8917735" cy="4678936"/>
          </a:xfrm>
        </p:spPr>
        <p:txBody>
          <a:bodyPr/>
          <a:lstStyle/>
          <a:p>
            <a:r>
              <a:rPr lang="en-US" altLang="zh-CN" dirty="0"/>
              <a:t>Distance Between Centroids </a:t>
            </a:r>
            <a:r>
              <a:rPr lang="zh-CN" altLang="en-US" dirty="0"/>
              <a:t>质心距</a:t>
            </a:r>
            <a:endParaRPr lang="en-US" altLang="zh-CN" dirty="0"/>
          </a:p>
          <a:p>
            <a:pPr lvl="1"/>
            <a:r>
              <a:rPr lang="zh-CN" altLang="en-US" dirty="0"/>
              <a:t>两个簇的邻近度定义为不同簇的质心</a:t>
            </a:r>
            <a:br>
              <a:rPr lang="en-US" altLang="zh-CN" dirty="0"/>
            </a:br>
            <a:r>
              <a:rPr lang="zh-CN" altLang="en-US" dirty="0"/>
              <a:t>的邻近度</a:t>
            </a:r>
            <a:endParaRPr lang="en-US" altLang="zh-CN" dirty="0"/>
          </a:p>
          <a:p>
            <a:pPr lvl="1"/>
            <a:endParaRPr lang="en-US" altLang="zh-CN" dirty="0"/>
          </a:p>
          <a:p>
            <a:pPr lvl="1"/>
            <a:endParaRPr lang="zh-CN" altLang="en-US" dirty="0"/>
          </a:p>
        </p:txBody>
      </p:sp>
      <p:grpSp>
        <p:nvGrpSpPr>
          <p:cNvPr id="28" name="组合 27"/>
          <p:cNvGrpSpPr/>
          <p:nvPr/>
        </p:nvGrpSpPr>
        <p:grpSpPr>
          <a:xfrm>
            <a:off x="6538960" y="5217000"/>
            <a:ext cx="576000" cy="619200"/>
            <a:chOff x="6102883" y="4579320"/>
            <a:chExt cx="741362" cy="518400"/>
          </a:xfrm>
        </p:grpSpPr>
        <p:sp>
          <p:nvSpPr>
            <p:cNvPr id="48" name="Line 6"/>
            <p:cNvSpPr>
              <a:spLocks noChangeShapeType="1"/>
            </p:cNvSpPr>
            <p:nvPr/>
          </p:nvSpPr>
          <p:spPr bwMode="auto">
            <a:xfrm flipV="1">
              <a:off x="6102883" y="4579320"/>
              <a:ext cx="0" cy="518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8"/>
            <p:cNvSpPr>
              <a:spLocks noChangeShapeType="1"/>
            </p:cNvSpPr>
            <p:nvPr/>
          </p:nvSpPr>
          <p:spPr bwMode="auto">
            <a:xfrm>
              <a:off x="6844245" y="4579320"/>
              <a:ext cx="0" cy="518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9" name="Text Box 22"/>
          <p:cNvSpPr txBox="1">
            <a:spLocks noChangeArrowheads="1"/>
          </p:cNvSpPr>
          <p:nvPr/>
        </p:nvSpPr>
        <p:spPr bwMode="auto">
          <a:xfrm>
            <a:off x="6386561" y="5703799"/>
            <a:ext cx="428625" cy="369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p2</a:t>
            </a:r>
          </a:p>
        </p:txBody>
      </p:sp>
      <p:sp>
        <p:nvSpPr>
          <p:cNvPr id="30" name="Text Box 23"/>
          <p:cNvSpPr txBox="1">
            <a:spLocks noChangeArrowheads="1"/>
          </p:cNvSpPr>
          <p:nvPr/>
        </p:nvSpPr>
        <p:spPr bwMode="auto">
          <a:xfrm>
            <a:off x="6949941"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p5</a:t>
            </a:r>
          </a:p>
        </p:txBody>
      </p:sp>
      <p:sp>
        <p:nvSpPr>
          <p:cNvPr id="31" name="Text Box 24"/>
          <p:cNvSpPr txBox="1">
            <a:spLocks noChangeArrowheads="1"/>
          </p:cNvSpPr>
          <p:nvPr/>
        </p:nvSpPr>
        <p:spPr bwMode="auto">
          <a:xfrm>
            <a:off x="7513322"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p3</a:t>
            </a:r>
          </a:p>
        </p:txBody>
      </p:sp>
      <p:sp>
        <p:nvSpPr>
          <p:cNvPr id="32" name="Text Box 25"/>
          <p:cNvSpPr txBox="1">
            <a:spLocks noChangeArrowheads="1"/>
          </p:cNvSpPr>
          <p:nvPr/>
        </p:nvSpPr>
        <p:spPr bwMode="auto">
          <a:xfrm>
            <a:off x="8076400"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p6</a:t>
            </a:r>
          </a:p>
        </p:txBody>
      </p:sp>
      <p:sp>
        <p:nvSpPr>
          <p:cNvPr id="34" name="Text Box 26"/>
          <p:cNvSpPr txBox="1">
            <a:spLocks noChangeArrowheads="1"/>
          </p:cNvSpPr>
          <p:nvPr/>
        </p:nvSpPr>
        <p:spPr bwMode="auto">
          <a:xfrm>
            <a:off x="8639478"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p4</a:t>
            </a:r>
          </a:p>
        </p:txBody>
      </p:sp>
      <p:sp>
        <p:nvSpPr>
          <p:cNvPr id="35" name="Text Box 26"/>
          <p:cNvSpPr txBox="1">
            <a:spLocks noChangeArrowheads="1"/>
          </p:cNvSpPr>
          <p:nvPr/>
        </p:nvSpPr>
        <p:spPr bwMode="auto">
          <a:xfrm>
            <a:off x="5853160" y="5715000"/>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p1</a:t>
            </a:r>
          </a:p>
        </p:txBody>
      </p:sp>
      <p:grpSp>
        <p:nvGrpSpPr>
          <p:cNvPr id="36" name="组合 35"/>
          <p:cNvGrpSpPr/>
          <p:nvPr/>
        </p:nvGrpSpPr>
        <p:grpSpPr>
          <a:xfrm>
            <a:off x="7681960" y="5317800"/>
            <a:ext cx="576000" cy="518400"/>
            <a:chOff x="6102883" y="4579320"/>
            <a:chExt cx="741362" cy="530490"/>
          </a:xfrm>
        </p:grpSpPr>
        <p:sp>
          <p:nvSpPr>
            <p:cNvPr id="45" name="Line 6"/>
            <p:cNvSpPr>
              <a:spLocks noChangeShapeType="1"/>
            </p:cNvSpPr>
            <p:nvPr/>
          </p:nvSpPr>
          <p:spPr bwMode="auto">
            <a:xfrm flipV="1">
              <a:off x="6102883" y="4579320"/>
              <a:ext cx="0" cy="530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8"/>
            <p:cNvSpPr>
              <a:spLocks noChangeShapeType="1"/>
            </p:cNvSpPr>
            <p:nvPr/>
          </p:nvSpPr>
          <p:spPr bwMode="auto">
            <a:xfrm>
              <a:off x="6844245" y="4579320"/>
              <a:ext cx="0" cy="530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 name="组合 50"/>
          <p:cNvGrpSpPr/>
          <p:nvPr/>
        </p:nvGrpSpPr>
        <p:grpSpPr>
          <a:xfrm>
            <a:off x="8001000" y="5015400"/>
            <a:ext cx="879874" cy="820800"/>
            <a:chOff x="6102883" y="4579319"/>
            <a:chExt cx="741371" cy="864001"/>
          </a:xfrm>
        </p:grpSpPr>
        <p:sp>
          <p:nvSpPr>
            <p:cNvPr id="52" name="Line 6"/>
            <p:cNvSpPr>
              <a:spLocks noChangeShapeType="1"/>
            </p:cNvSpPr>
            <p:nvPr/>
          </p:nvSpPr>
          <p:spPr bwMode="auto">
            <a:xfrm flipV="1">
              <a:off x="6102883" y="4579319"/>
              <a:ext cx="0" cy="32672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7"/>
            <p:cNvSpPr>
              <a:spLocks noChangeShapeType="1"/>
            </p:cNvSpPr>
            <p:nvPr/>
          </p:nvSpPr>
          <p:spPr bwMode="auto">
            <a:xfrm>
              <a:off x="6102891" y="4579320"/>
              <a:ext cx="74136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8"/>
            <p:cNvSpPr>
              <a:spLocks noChangeShapeType="1"/>
            </p:cNvSpPr>
            <p:nvPr/>
          </p:nvSpPr>
          <p:spPr bwMode="auto">
            <a:xfrm>
              <a:off x="6844245" y="4579320"/>
              <a:ext cx="0" cy="864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71" name="表格 70"/>
          <p:cNvGraphicFramePr>
            <a:graphicFrameLocks noGrp="1"/>
          </p:cNvGraphicFramePr>
          <p:nvPr/>
        </p:nvGraphicFramePr>
        <p:xfrm>
          <a:off x="990600" y="3153819"/>
          <a:ext cx="2468572" cy="1160195"/>
        </p:xfrm>
        <a:graphic>
          <a:graphicData uri="http://schemas.openxmlformats.org/drawingml/2006/table">
            <a:tbl>
              <a:tblPr firstRow="1" bandRow="1">
                <a:solidFill>
                  <a:srgbClr val="E9F19D"/>
                </a:solidFill>
                <a:tableStyleId>{5940675A-B579-460E-94D1-54222C63F5DA}</a:tableStyleId>
              </a:tblPr>
              <a:tblGrid>
                <a:gridCol w="617143">
                  <a:extLst>
                    <a:ext uri="{9D8B030D-6E8A-4147-A177-3AD203B41FA5}">
                      <a16:colId xmlns:a16="http://schemas.microsoft.com/office/drawing/2014/main" val="20000"/>
                    </a:ext>
                  </a:extLst>
                </a:gridCol>
                <a:gridCol w="617143">
                  <a:extLst>
                    <a:ext uri="{9D8B030D-6E8A-4147-A177-3AD203B41FA5}">
                      <a16:colId xmlns:a16="http://schemas.microsoft.com/office/drawing/2014/main" val="20001"/>
                    </a:ext>
                  </a:extLst>
                </a:gridCol>
                <a:gridCol w="617143">
                  <a:extLst>
                    <a:ext uri="{9D8B030D-6E8A-4147-A177-3AD203B41FA5}">
                      <a16:colId xmlns:a16="http://schemas.microsoft.com/office/drawing/2014/main" val="20002"/>
                    </a:ext>
                  </a:extLst>
                </a:gridCol>
                <a:gridCol w="617143">
                  <a:extLst>
                    <a:ext uri="{9D8B030D-6E8A-4147-A177-3AD203B41FA5}">
                      <a16:colId xmlns:a16="http://schemas.microsoft.com/office/drawing/2014/main" val="20003"/>
                    </a:ext>
                  </a:extLst>
                </a:gridCol>
              </a:tblGrid>
              <a:tr h="340391">
                <a:tc>
                  <a:txBody>
                    <a:bodyPr/>
                    <a:lstStyle/>
                    <a:p>
                      <a:pPr algn="ctr"/>
                      <a:endParaRPr lang="zh-CN" altLang="en-US" sz="1600" dirty="0">
                        <a:latin typeface="Times New Roman" pitchFamily="18" charset="0"/>
                        <a:cs typeface="Times New Roman" pitchFamily="18" charset="0"/>
                      </a:endParaRPr>
                    </a:p>
                  </a:txBody>
                  <a:tcPr>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p1</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p2,5</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effectLst/>
                          <a:latin typeface="Times New Roman" pitchFamily="18" charset="0"/>
                          <a:cs typeface="Times New Roman" pitchFamily="18" charset="0"/>
                        </a:rPr>
                        <a:t>p4,3,6</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268">
                <a:tc>
                  <a:txBody>
                    <a:bodyPr/>
                    <a:lstStyle/>
                    <a:p>
                      <a:pPr algn="l" fontAlgn="ctr"/>
                      <a:r>
                        <a:rPr lang="en-US" sz="1600" b="0" i="0" u="none" strike="noStrike">
                          <a:solidFill>
                            <a:srgbClr val="000000"/>
                          </a:solidFill>
                          <a:effectLst/>
                          <a:latin typeface="Times New Roman" pitchFamily="18" charset="0"/>
                          <a:cs typeface="Times New Roman" pitchFamily="18" charset="0"/>
                        </a:rPr>
                        <a:t>p1</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268">
                <a:tc>
                  <a:txBody>
                    <a:bodyPr/>
                    <a:lstStyle/>
                    <a:p>
                      <a:pPr algn="l" fontAlgn="ctr"/>
                      <a:r>
                        <a:rPr lang="en-US" sz="1600" b="0" i="0" u="none" strike="noStrike">
                          <a:solidFill>
                            <a:srgbClr val="000000"/>
                          </a:solidFill>
                          <a:effectLst/>
                          <a:latin typeface="Times New Roman" pitchFamily="18" charset="0"/>
                          <a:cs typeface="Times New Roman" pitchFamily="18" charset="0"/>
                        </a:rPr>
                        <a:t>p2,5</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altLang="zh-CN" sz="1600" b="1" i="0" u="none" strike="noStrike">
                          <a:solidFill>
                            <a:srgbClr val="FF0000"/>
                          </a:solidFill>
                          <a:effectLst/>
                          <a:latin typeface="Times New Roman" pitchFamily="18" charset="0"/>
                          <a:cs typeface="Times New Roman" pitchFamily="18" charset="0"/>
                        </a:rPr>
                        <a:t>16.51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268">
                <a:tc>
                  <a:txBody>
                    <a:bodyPr/>
                    <a:lstStyle/>
                    <a:p>
                      <a:pPr algn="l" fontAlgn="ctr"/>
                      <a:r>
                        <a:rPr lang="en-US" sz="1600" b="0" i="0" u="none" strike="noStrike" dirty="0">
                          <a:solidFill>
                            <a:srgbClr val="000000"/>
                          </a:solidFill>
                          <a:effectLst/>
                          <a:latin typeface="Times New Roman" pitchFamily="18" charset="0"/>
                          <a:cs typeface="Times New Roman" pitchFamily="18" charset="0"/>
                        </a:rPr>
                        <a:t>p4,3,6</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20.36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zh-CN" sz="1600" b="0" i="0" u="none" strike="noStrike">
                          <a:solidFill>
                            <a:srgbClr val="000000"/>
                          </a:solidFill>
                          <a:effectLst/>
                          <a:latin typeface="Times New Roman" pitchFamily="18" charset="0"/>
                          <a:cs typeface="Times New Roman" pitchFamily="18" charset="0"/>
                        </a:rPr>
                        <a:t>16.54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dirty="0">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72" name="椭圆 153"/>
          <p:cNvSpPr/>
          <p:nvPr/>
        </p:nvSpPr>
        <p:spPr>
          <a:xfrm rot="18322284">
            <a:off x="6024792" y="687434"/>
            <a:ext cx="2772360" cy="3282873"/>
          </a:xfrm>
          <a:custGeom>
            <a:avLst/>
            <a:gdLst>
              <a:gd name="connsiteX0" fmla="*/ 0 w 2900800"/>
              <a:gd name="connsiteY0" fmla="*/ 1793865 h 3587730"/>
              <a:gd name="connsiteX1" fmla="*/ 1450400 w 2900800"/>
              <a:gd name="connsiteY1" fmla="*/ 0 h 3587730"/>
              <a:gd name="connsiteX2" fmla="*/ 2900800 w 2900800"/>
              <a:gd name="connsiteY2" fmla="*/ 1793865 h 3587730"/>
              <a:gd name="connsiteX3" fmla="*/ 1450400 w 2900800"/>
              <a:gd name="connsiteY3" fmla="*/ 3587730 h 3587730"/>
              <a:gd name="connsiteX4" fmla="*/ 0 w 2900800"/>
              <a:gd name="connsiteY4" fmla="*/ 1793865 h 3587730"/>
              <a:gd name="connsiteX0" fmla="*/ 0 w 2897956"/>
              <a:gd name="connsiteY0" fmla="*/ 1796934 h 3592863"/>
              <a:gd name="connsiteX1" fmla="*/ 1450400 w 2897956"/>
              <a:gd name="connsiteY1" fmla="*/ 3069 h 3592863"/>
              <a:gd name="connsiteX2" fmla="*/ 2897956 w 2897956"/>
              <a:gd name="connsiteY2" fmla="*/ 1499047 h 3592863"/>
              <a:gd name="connsiteX3" fmla="*/ 1450400 w 2897956"/>
              <a:gd name="connsiteY3" fmla="*/ 3590799 h 3592863"/>
              <a:gd name="connsiteX4" fmla="*/ 0 w 2897956"/>
              <a:gd name="connsiteY4" fmla="*/ 1796934 h 3592863"/>
              <a:gd name="connsiteX0" fmla="*/ 0 w 2930395"/>
              <a:gd name="connsiteY0" fmla="*/ 1848367 h 3644296"/>
              <a:gd name="connsiteX1" fmla="*/ 1450400 w 2930395"/>
              <a:gd name="connsiteY1" fmla="*/ 54502 h 3644296"/>
              <a:gd name="connsiteX2" fmla="*/ 2245322 w 2930395"/>
              <a:gd name="connsiteY2" fmla="*/ 560759 h 3644296"/>
              <a:gd name="connsiteX3" fmla="*/ 2897956 w 2930395"/>
              <a:gd name="connsiteY3" fmla="*/ 1550480 h 3644296"/>
              <a:gd name="connsiteX4" fmla="*/ 1450400 w 2930395"/>
              <a:gd name="connsiteY4" fmla="*/ 3642232 h 3644296"/>
              <a:gd name="connsiteX5" fmla="*/ 0 w 2930395"/>
              <a:gd name="connsiteY5" fmla="*/ 1848367 h 3644296"/>
              <a:gd name="connsiteX0" fmla="*/ 3866 w 2934261"/>
              <a:gd name="connsiteY0" fmla="*/ 1742589 h 3537873"/>
              <a:gd name="connsiteX1" fmla="*/ 1068288 w 2934261"/>
              <a:gd name="connsiteY1" fmla="*/ 66262 h 3537873"/>
              <a:gd name="connsiteX2" fmla="*/ 2249188 w 2934261"/>
              <a:gd name="connsiteY2" fmla="*/ 454981 h 3537873"/>
              <a:gd name="connsiteX3" fmla="*/ 2901822 w 2934261"/>
              <a:gd name="connsiteY3" fmla="*/ 1444702 h 3537873"/>
              <a:gd name="connsiteX4" fmla="*/ 1454266 w 2934261"/>
              <a:gd name="connsiteY4" fmla="*/ 3536454 h 3537873"/>
              <a:gd name="connsiteX5" fmla="*/ 3866 w 2934261"/>
              <a:gd name="connsiteY5" fmla="*/ 1742589 h 3537873"/>
              <a:gd name="connsiteX0" fmla="*/ 4557 w 2788296"/>
              <a:gd name="connsiteY0" fmla="*/ 2355611 h 3593109"/>
              <a:gd name="connsiteX1" fmla="*/ 922323 w 2788296"/>
              <a:gd name="connsiteY1" fmla="*/ 105348 h 3593109"/>
              <a:gd name="connsiteX2" fmla="*/ 2103223 w 2788296"/>
              <a:gd name="connsiteY2" fmla="*/ 494067 h 3593109"/>
              <a:gd name="connsiteX3" fmla="*/ 2755857 w 2788296"/>
              <a:gd name="connsiteY3" fmla="*/ 1483788 h 3593109"/>
              <a:gd name="connsiteX4" fmla="*/ 1308301 w 2788296"/>
              <a:gd name="connsiteY4" fmla="*/ 3575540 h 3593109"/>
              <a:gd name="connsiteX5" fmla="*/ 4557 w 2788296"/>
              <a:gd name="connsiteY5" fmla="*/ 2355611 h 3593109"/>
              <a:gd name="connsiteX0" fmla="*/ 13374 w 2797113"/>
              <a:gd name="connsiteY0" fmla="*/ 2355611 h 3601319"/>
              <a:gd name="connsiteX1" fmla="*/ 931140 w 2797113"/>
              <a:gd name="connsiteY1" fmla="*/ 105348 h 3601319"/>
              <a:gd name="connsiteX2" fmla="*/ 2112040 w 2797113"/>
              <a:gd name="connsiteY2" fmla="*/ 494067 h 3601319"/>
              <a:gd name="connsiteX3" fmla="*/ 2764674 w 2797113"/>
              <a:gd name="connsiteY3" fmla="*/ 1483788 h 3601319"/>
              <a:gd name="connsiteX4" fmla="*/ 1635985 w 2797113"/>
              <a:gd name="connsiteY4" fmla="*/ 3583882 h 3601319"/>
              <a:gd name="connsiteX5" fmla="*/ 13374 w 2797113"/>
              <a:gd name="connsiteY5" fmla="*/ 2355611 h 3601319"/>
              <a:gd name="connsiteX0" fmla="*/ 13374 w 2737531"/>
              <a:gd name="connsiteY0" fmla="*/ 2355611 h 3592744"/>
              <a:gd name="connsiteX1" fmla="*/ 931140 w 2737531"/>
              <a:gd name="connsiteY1" fmla="*/ 105348 h 3592744"/>
              <a:gd name="connsiteX2" fmla="*/ 2112040 w 2737531"/>
              <a:gd name="connsiteY2" fmla="*/ 494067 h 3592744"/>
              <a:gd name="connsiteX3" fmla="*/ 2702063 w 2737531"/>
              <a:gd name="connsiteY3" fmla="*/ 1762945 h 3592744"/>
              <a:gd name="connsiteX4" fmla="*/ 1635985 w 2737531"/>
              <a:gd name="connsiteY4" fmla="*/ 3583882 h 3592744"/>
              <a:gd name="connsiteX5" fmla="*/ 13374 w 2737531"/>
              <a:gd name="connsiteY5" fmla="*/ 2355611 h 3592744"/>
              <a:gd name="connsiteX0" fmla="*/ 13167 w 2733685"/>
              <a:gd name="connsiteY0" fmla="*/ 2355129 h 3592262"/>
              <a:gd name="connsiteX1" fmla="*/ 930933 w 2733685"/>
              <a:gd name="connsiteY1" fmla="*/ 104866 h 3592262"/>
              <a:gd name="connsiteX2" fmla="*/ 2035194 w 2733685"/>
              <a:gd name="connsiteY2" fmla="*/ 495834 h 3592262"/>
              <a:gd name="connsiteX3" fmla="*/ 2701856 w 2733685"/>
              <a:gd name="connsiteY3" fmla="*/ 1762463 h 3592262"/>
              <a:gd name="connsiteX4" fmla="*/ 1635778 w 2733685"/>
              <a:gd name="connsiteY4" fmla="*/ 3583400 h 3592262"/>
              <a:gd name="connsiteX5" fmla="*/ 13167 w 2733685"/>
              <a:gd name="connsiteY5" fmla="*/ 2355129 h 3592262"/>
              <a:gd name="connsiteX0" fmla="*/ 13167 w 2733685"/>
              <a:gd name="connsiteY0" fmla="*/ 2394145 h 3631278"/>
              <a:gd name="connsiteX1" fmla="*/ 930933 w 2733685"/>
              <a:gd name="connsiteY1" fmla="*/ 143882 h 3631278"/>
              <a:gd name="connsiteX2" fmla="*/ 2035194 w 2733685"/>
              <a:gd name="connsiteY2" fmla="*/ 534850 h 3631278"/>
              <a:gd name="connsiteX3" fmla="*/ 2701856 w 2733685"/>
              <a:gd name="connsiteY3" fmla="*/ 1801479 h 3631278"/>
              <a:gd name="connsiteX4" fmla="*/ 1635778 w 2733685"/>
              <a:gd name="connsiteY4" fmla="*/ 3622416 h 3631278"/>
              <a:gd name="connsiteX5" fmla="*/ 13167 w 2733685"/>
              <a:gd name="connsiteY5" fmla="*/ 2394145 h 3631278"/>
              <a:gd name="connsiteX0" fmla="*/ 13167 w 2743188"/>
              <a:gd name="connsiteY0" fmla="*/ 2394145 h 3631278"/>
              <a:gd name="connsiteX1" fmla="*/ 930933 w 2743188"/>
              <a:gd name="connsiteY1" fmla="*/ 143882 h 3631278"/>
              <a:gd name="connsiteX2" fmla="*/ 2035194 w 2743188"/>
              <a:gd name="connsiteY2" fmla="*/ 534850 h 3631278"/>
              <a:gd name="connsiteX3" fmla="*/ 2701856 w 2743188"/>
              <a:gd name="connsiteY3" fmla="*/ 1801479 h 3631278"/>
              <a:gd name="connsiteX4" fmla="*/ 1635778 w 2743188"/>
              <a:gd name="connsiteY4" fmla="*/ 3622416 h 3631278"/>
              <a:gd name="connsiteX5" fmla="*/ 13167 w 2743188"/>
              <a:gd name="connsiteY5" fmla="*/ 2394145 h 3631278"/>
              <a:gd name="connsiteX0" fmla="*/ 41668 w 2771689"/>
              <a:gd name="connsiteY0" fmla="*/ 2148134 h 3384596"/>
              <a:gd name="connsiteX1" fmla="*/ 614964 w 2771689"/>
              <a:gd name="connsiteY1" fmla="*/ 317630 h 3384596"/>
              <a:gd name="connsiteX2" fmla="*/ 2063695 w 2771689"/>
              <a:gd name="connsiteY2" fmla="*/ 288839 h 3384596"/>
              <a:gd name="connsiteX3" fmla="*/ 2730357 w 2771689"/>
              <a:gd name="connsiteY3" fmla="*/ 1555468 h 3384596"/>
              <a:gd name="connsiteX4" fmla="*/ 1664279 w 2771689"/>
              <a:gd name="connsiteY4" fmla="*/ 3376405 h 3384596"/>
              <a:gd name="connsiteX5" fmla="*/ 41668 w 2771689"/>
              <a:gd name="connsiteY5" fmla="*/ 2148134 h 3384596"/>
              <a:gd name="connsiteX0" fmla="*/ 40620 w 2770641"/>
              <a:gd name="connsiteY0" fmla="*/ 2243115 h 3479577"/>
              <a:gd name="connsiteX1" fmla="*/ 613916 w 2770641"/>
              <a:gd name="connsiteY1" fmla="*/ 412611 h 3479577"/>
              <a:gd name="connsiteX2" fmla="*/ 2062647 w 2770641"/>
              <a:gd name="connsiteY2" fmla="*/ 383820 h 3479577"/>
              <a:gd name="connsiteX3" fmla="*/ 2729309 w 2770641"/>
              <a:gd name="connsiteY3" fmla="*/ 1650449 h 3479577"/>
              <a:gd name="connsiteX4" fmla="*/ 1663231 w 2770641"/>
              <a:gd name="connsiteY4" fmla="*/ 3471386 h 3479577"/>
              <a:gd name="connsiteX5" fmla="*/ 40620 w 2770641"/>
              <a:gd name="connsiteY5" fmla="*/ 2243115 h 3479577"/>
              <a:gd name="connsiteX0" fmla="*/ 42379 w 2772400"/>
              <a:gd name="connsiteY0" fmla="*/ 2169288 h 3405517"/>
              <a:gd name="connsiteX1" fmla="*/ 601919 w 2772400"/>
              <a:gd name="connsiteY1" fmla="*/ 500405 h 3405517"/>
              <a:gd name="connsiteX2" fmla="*/ 2064406 w 2772400"/>
              <a:gd name="connsiteY2" fmla="*/ 309993 h 3405517"/>
              <a:gd name="connsiteX3" fmla="*/ 2731068 w 2772400"/>
              <a:gd name="connsiteY3" fmla="*/ 1576622 h 3405517"/>
              <a:gd name="connsiteX4" fmla="*/ 1664990 w 2772400"/>
              <a:gd name="connsiteY4" fmla="*/ 3397559 h 3405517"/>
              <a:gd name="connsiteX5" fmla="*/ 42379 w 2772400"/>
              <a:gd name="connsiteY5" fmla="*/ 2169288 h 3405517"/>
              <a:gd name="connsiteX0" fmla="*/ 37284 w 2767305"/>
              <a:gd name="connsiteY0" fmla="*/ 2130289 h 3366518"/>
              <a:gd name="connsiteX1" fmla="*/ 596824 w 2767305"/>
              <a:gd name="connsiteY1" fmla="*/ 461406 h 3366518"/>
              <a:gd name="connsiteX2" fmla="*/ 2059311 w 2767305"/>
              <a:gd name="connsiteY2" fmla="*/ 270994 h 3366518"/>
              <a:gd name="connsiteX3" fmla="*/ 2725973 w 2767305"/>
              <a:gd name="connsiteY3" fmla="*/ 1537623 h 3366518"/>
              <a:gd name="connsiteX4" fmla="*/ 1659895 w 2767305"/>
              <a:gd name="connsiteY4" fmla="*/ 3358560 h 3366518"/>
              <a:gd name="connsiteX5" fmla="*/ 37284 w 2767305"/>
              <a:gd name="connsiteY5" fmla="*/ 2130289 h 3366518"/>
              <a:gd name="connsiteX0" fmla="*/ 41462 w 2761909"/>
              <a:gd name="connsiteY0" fmla="*/ 2159376 h 3395605"/>
              <a:gd name="connsiteX1" fmla="*/ 601002 w 2761909"/>
              <a:gd name="connsiteY1" fmla="*/ 490493 h 3395605"/>
              <a:gd name="connsiteX2" fmla="*/ 1886572 w 2761909"/>
              <a:gd name="connsiteY2" fmla="*/ 215416 h 3395605"/>
              <a:gd name="connsiteX3" fmla="*/ 2730151 w 2761909"/>
              <a:gd name="connsiteY3" fmla="*/ 1566710 h 3395605"/>
              <a:gd name="connsiteX4" fmla="*/ 1664073 w 2761909"/>
              <a:gd name="connsiteY4" fmla="*/ 3387647 h 3395605"/>
              <a:gd name="connsiteX5" fmla="*/ 41462 w 2761909"/>
              <a:gd name="connsiteY5" fmla="*/ 2159376 h 3395605"/>
              <a:gd name="connsiteX0" fmla="*/ 41462 w 2767893"/>
              <a:gd name="connsiteY0" fmla="*/ 2159376 h 3395605"/>
              <a:gd name="connsiteX1" fmla="*/ 601002 w 2767893"/>
              <a:gd name="connsiteY1" fmla="*/ 490493 h 3395605"/>
              <a:gd name="connsiteX2" fmla="*/ 1886572 w 2767893"/>
              <a:gd name="connsiteY2" fmla="*/ 215416 h 3395605"/>
              <a:gd name="connsiteX3" fmla="*/ 2730151 w 2767893"/>
              <a:gd name="connsiteY3" fmla="*/ 1566710 h 3395605"/>
              <a:gd name="connsiteX4" fmla="*/ 1664073 w 2767893"/>
              <a:gd name="connsiteY4" fmla="*/ 3387647 h 3395605"/>
              <a:gd name="connsiteX5" fmla="*/ 41462 w 2767893"/>
              <a:gd name="connsiteY5" fmla="*/ 2159376 h 3395605"/>
              <a:gd name="connsiteX0" fmla="*/ 41462 w 2767893"/>
              <a:gd name="connsiteY0" fmla="*/ 2124475 h 3360704"/>
              <a:gd name="connsiteX1" fmla="*/ 601002 w 2767893"/>
              <a:gd name="connsiteY1" fmla="*/ 455592 h 3360704"/>
              <a:gd name="connsiteX2" fmla="*/ 1886572 w 2767893"/>
              <a:gd name="connsiteY2" fmla="*/ 180515 h 3360704"/>
              <a:gd name="connsiteX3" fmla="*/ 2730151 w 2767893"/>
              <a:gd name="connsiteY3" fmla="*/ 1531809 h 3360704"/>
              <a:gd name="connsiteX4" fmla="*/ 1664073 w 2767893"/>
              <a:gd name="connsiteY4" fmla="*/ 3352746 h 3360704"/>
              <a:gd name="connsiteX5" fmla="*/ 41462 w 2767893"/>
              <a:gd name="connsiteY5" fmla="*/ 2124475 h 3360704"/>
              <a:gd name="connsiteX0" fmla="*/ 41462 w 2763418"/>
              <a:gd name="connsiteY0" fmla="*/ 2060017 h 3296246"/>
              <a:gd name="connsiteX1" fmla="*/ 601002 w 2763418"/>
              <a:gd name="connsiteY1" fmla="*/ 391134 h 3296246"/>
              <a:gd name="connsiteX2" fmla="*/ 1886572 w 2763418"/>
              <a:gd name="connsiteY2" fmla="*/ 116057 h 3296246"/>
              <a:gd name="connsiteX3" fmla="*/ 2730151 w 2763418"/>
              <a:gd name="connsiteY3" fmla="*/ 1467351 h 3296246"/>
              <a:gd name="connsiteX4" fmla="*/ 1664073 w 2763418"/>
              <a:gd name="connsiteY4" fmla="*/ 3288288 h 3296246"/>
              <a:gd name="connsiteX5" fmla="*/ 41462 w 2763418"/>
              <a:gd name="connsiteY5" fmla="*/ 2060017 h 3296246"/>
              <a:gd name="connsiteX0" fmla="*/ 39612 w 2755045"/>
              <a:gd name="connsiteY0" fmla="*/ 2170377 h 3406606"/>
              <a:gd name="connsiteX1" fmla="*/ 599152 w 2755045"/>
              <a:gd name="connsiteY1" fmla="*/ 501494 h 3406606"/>
              <a:gd name="connsiteX2" fmla="*/ 1709051 w 2755045"/>
              <a:gd name="connsiteY2" fmla="*/ 94143 h 3406606"/>
              <a:gd name="connsiteX3" fmla="*/ 2728301 w 2755045"/>
              <a:gd name="connsiteY3" fmla="*/ 1577711 h 3406606"/>
              <a:gd name="connsiteX4" fmla="*/ 1662223 w 2755045"/>
              <a:gd name="connsiteY4" fmla="*/ 3398648 h 3406606"/>
              <a:gd name="connsiteX5" fmla="*/ 39612 w 2755045"/>
              <a:gd name="connsiteY5" fmla="*/ 2170377 h 3406606"/>
              <a:gd name="connsiteX0" fmla="*/ 39612 w 2865867"/>
              <a:gd name="connsiteY0" fmla="*/ 2170377 h 3399285"/>
              <a:gd name="connsiteX1" fmla="*/ 599152 w 2865867"/>
              <a:gd name="connsiteY1" fmla="*/ 501494 h 3399285"/>
              <a:gd name="connsiteX2" fmla="*/ 1709051 w 2865867"/>
              <a:gd name="connsiteY2" fmla="*/ 94143 h 3399285"/>
              <a:gd name="connsiteX3" fmla="*/ 2728301 w 2865867"/>
              <a:gd name="connsiteY3" fmla="*/ 1577711 h 3399285"/>
              <a:gd name="connsiteX4" fmla="*/ 2740597 w 2865867"/>
              <a:gd name="connsiteY4" fmla="*/ 2014705 h 3399285"/>
              <a:gd name="connsiteX5" fmla="*/ 1662223 w 2865867"/>
              <a:gd name="connsiteY5" fmla="*/ 3398648 h 3399285"/>
              <a:gd name="connsiteX6" fmla="*/ 39612 w 2865867"/>
              <a:gd name="connsiteY6" fmla="*/ 2170377 h 3399285"/>
              <a:gd name="connsiteX0" fmla="*/ 39612 w 2728380"/>
              <a:gd name="connsiteY0" fmla="*/ 2170377 h 3406606"/>
              <a:gd name="connsiteX1" fmla="*/ 599152 w 2728380"/>
              <a:gd name="connsiteY1" fmla="*/ 501494 h 3406606"/>
              <a:gd name="connsiteX2" fmla="*/ 1709051 w 2728380"/>
              <a:gd name="connsiteY2" fmla="*/ 94143 h 3406606"/>
              <a:gd name="connsiteX3" fmla="*/ 2728301 w 2728380"/>
              <a:gd name="connsiteY3" fmla="*/ 1577711 h 3406606"/>
              <a:gd name="connsiteX4" fmla="*/ 1662223 w 2728380"/>
              <a:gd name="connsiteY4" fmla="*/ 3398648 h 3406606"/>
              <a:gd name="connsiteX5" fmla="*/ 39612 w 2728380"/>
              <a:gd name="connsiteY5" fmla="*/ 2170377 h 3406606"/>
              <a:gd name="connsiteX0" fmla="*/ 39612 w 2728380"/>
              <a:gd name="connsiteY0" fmla="*/ 2170377 h 3406606"/>
              <a:gd name="connsiteX1" fmla="*/ 599152 w 2728380"/>
              <a:gd name="connsiteY1" fmla="*/ 501494 h 3406606"/>
              <a:gd name="connsiteX2" fmla="*/ 1709051 w 2728380"/>
              <a:gd name="connsiteY2" fmla="*/ 94143 h 3406606"/>
              <a:gd name="connsiteX3" fmla="*/ 2728301 w 2728380"/>
              <a:gd name="connsiteY3" fmla="*/ 1577711 h 3406606"/>
              <a:gd name="connsiteX4" fmla="*/ 1662223 w 2728380"/>
              <a:gd name="connsiteY4" fmla="*/ 3398648 h 3406606"/>
              <a:gd name="connsiteX5" fmla="*/ 39612 w 2728380"/>
              <a:gd name="connsiteY5" fmla="*/ 2170377 h 3406606"/>
              <a:gd name="connsiteX0" fmla="*/ 39612 w 2786467"/>
              <a:gd name="connsiteY0" fmla="*/ 2124844 h 3365953"/>
              <a:gd name="connsiteX1" fmla="*/ 599152 w 2786467"/>
              <a:gd name="connsiteY1" fmla="*/ 455961 h 3365953"/>
              <a:gd name="connsiteX2" fmla="*/ 1709051 w 2786467"/>
              <a:gd name="connsiteY2" fmla="*/ 48610 h 3365953"/>
              <a:gd name="connsiteX3" fmla="*/ 2786405 w 2786467"/>
              <a:gd name="connsiteY3" fmla="*/ 1350755 h 3365953"/>
              <a:gd name="connsiteX4" fmla="*/ 1662223 w 2786467"/>
              <a:gd name="connsiteY4" fmla="*/ 3353115 h 3365953"/>
              <a:gd name="connsiteX5" fmla="*/ 39612 w 2786467"/>
              <a:gd name="connsiteY5" fmla="*/ 2124844 h 3365953"/>
              <a:gd name="connsiteX0" fmla="*/ 26343 w 2775445"/>
              <a:gd name="connsiteY0" fmla="*/ 2124844 h 3195800"/>
              <a:gd name="connsiteX1" fmla="*/ 585883 w 2775445"/>
              <a:gd name="connsiteY1" fmla="*/ 455961 h 3195800"/>
              <a:gd name="connsiteX2" fmla="*/ 1695782 w 2775445"/>
              <a:gd name="connsiteY2" fmla="*/ 48610 h 3195800"/>
              <a:gd name="connsiteX3" fmla="*/ 2773136 w 2775445"/>
              <a:gd name="connsiteY3" fmla="*/ 1350755 h 3195800"/>
              <a:gd name="connsiteX4" fmla="*/ 1398106 w 2775445"/>
              <a:gd name="connsiteY4" fmla="*/ 3180762 h 3195800"/>
              <a:gd name="connsiteX5" fmla="*/ 26343 w 2775445"/>
              <a:gd name="connsiteY5" fmla="*/ 2124844 h 3195800"/>
              <a:gd name="connsiteX0" fmla="*/ 25144 w 2772360"/>
              <a:gd name="connsiteY0" fmla="*/ 2211917 h 3282873"/>
              <a:gd name="connsiteX1" fmla="*/ 584684 w 2772360"/>
              <a:gd name="connsiteY1" fmla="*/ 543034 h 3282873"/>
              <a:gd name="connsiteX2" fmla="*/ 1533201 w 2772360"/>
              <a:gd name="connsiteY2" fmla="*/ 39989 h 3282873"/>
              <a:gd name="connsiteX3" fmla="*/ 2771937 w 2772360"/>
              <a:gd name="connsiteY3" fmla="*/ 1437828 h 3282873"/>
              <a:gd name="connsiteX4" fmla="*/ 1396907 w 2772360"/>
              <a:gd name="connsiteY4" fmla="*/ 3267835 h 3282873"/>
              <a:gd name="connsiteX5" fmla="*/ 25144 w 2772360"/>
              <a:gd name="connsiteY5" fmla="*/ 2211917 h 328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360" h="3282873">
                <a:moveTo>
                  <a:pt x="25144" y="2211917"/>
                </a:moveTo>
                <a:cubicBezTo>
                  <a:pt x="-110226" y="1757784"/>
                  <a:pt x="333341" y="905022"/>
                  <a:pt x="584684" y="543034"/>
                </a:cubicBezTo>
                <a:cubicBezTo>
                  <a:pt x="836027" y="181046"/>
                  <a:pt x="1168659" y="-109143"/>
                  <a:pt x="1533201" y="39989"/>
                </a:cubicBezTo>
                <a:cubicBezTo>
                  <a:pt x="1897743" y="189121"/>
                  <a:pt x="2794653" y="899854"/>
                  <a:pt x="2771937" y="1437828"/>
                </a:cubicBezTo>
                <a:cubicBezTo>
                  <a:pt x="2749221" y="1975802"/>
                  <a:pt x="1854706" y="3138820"/>
                  <a:pt x="1396907" y="3267835"/>
                </a:cubicBezTo>
                <a:cubicBezTo>
                  <a:pt x="939108" y="3396850"/>
                  <a:pt x="160514" y="2666050"/>
                  <a:pt x="25144" y="2211917"/>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3" name="组合 72"/>
          <p:cNvGrpSpPr/>
          <p:nvPr/>
        </p:nvGrpSpPr>
        <p:grpSpPr>
          <a:xfrm>
            <a:off x="6205357" y="836864"/>
            <a:ext cx="2530277" cy="2282770"/>
            <a:chOff x="660042" y="282134"/>
            <a:chExt cx="2648742" cy="2282770"/>
          </a:xfrm>
        </p:grpSpPr>
        <p:sp>
          <p:nvSpPr>
            <p:cNvPr id="74" name="菱形 73"/>
            <p:cNvSpPr/>
            <p:nvPr/>
          </p:nvSpPr>
          <p:spPr>
            <a:xfrm>
              <a:off x="2267744" y="548680"/>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5" name="菱形 74"/>
            <p:cNvSpPr/>
            <p:nvPr/>
          </p:nvSpPr>
          <p:spPr>
            <a:xfrm>
              <a:off x="1259632" y="155679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6" name="菱形 75"/>
            <p:cNvSpPr/>
            <p:nvPr/>
          </p:nvSpPr>
          <p:spPr>
            <a:xfrm>
              <a:off x="2195736" y="206084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7" name="菱形 76"/>
            <p:cNvSpPr/>
            <p:nvPr/>
          </p:nvSpPr>
          <p:spPr>
            <a:xfrm>
              <a:off x="660042" y="119675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8" name="菱形 77"/>
            <p:cNvSpPr/>
            <p:nvPr/>
          </p:nvSpPr>
          <p:spPr>
            <a:xfrm>
              <a:off x="2843808" y="242088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9" name="TextBox 78"/>
            <p:cNvSpPr txBox="1"/>
            <p:nvPr/>
          </p:nvSpPr>
          <p:spPr>
            <a:xfrm>
              <a:off x="2321723" y="282134"/>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1</a:t>
              </a:r>
              <a:endParaRPr lang="zh-CN" altLang="en-US" sz="1600" dirty="0">
                <a:latin typeface="Arial Unicode MS" pitchFamily="34" charset="-122"/>
                <a:ea typeface="Arial Unicode MS" pitchFamily="34" charset="-122"/>
                <a:cs typeface="Arial Unicode MS" pitchFamily="34" charset="-122"/>
              </a:endParaRPr>
            </a:p>
          </p:txBody>
        </p:sp>
        <p:sp>
          <p:nvSpPr>
            <p:cNvPr id="80" name="TextBox 79"/>
            <p:cNvSpPr txBox="1"/>
            <p:nvPr/>
          </p:nvSpPr>
          <p:spPr>
            <a:xfrm>
              <a:off x="1279388" y="1268760"/>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2</a:t>
              </a:r>
              <a:endParaRPr lang="zh-CN" altLang="en-US" sz="1600" dirty="0">
                <a:latin typeface="Arial Unicode MS" pitchFamily="34" charset="-122"/>
                <a:ea typeface="Arial Unicode MS" pitchFamily="34" charset="-122"/>
                <a:cs typeface="Arial Unicode MS" pitchFamily="34" charset="-122"/>
              </a:endParaRPr>
            </a:p>
          </p:txBody>
        </p:sp>
        <p:sp>
          <p:nvSpPr>
            <p:cNvPr id="81" name="TextBox 80"/>
            <p:cNvSpPr txBox="1"/>
            <p:nvPr/>
          </p:nvSpPr>
          <p:spPr>
            <a:xfrm>
              <a:off x="2215492" y="1794302"/>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3</a:t>
              </a:r>
              <a:endParaRPr lang="zh-CN" altLang="en-US" sz="1600" dirty="0">
                <a:latin typeface="Arial Unicode MS" pitchFamily="34" charset="-122"/>
                <a:ea typeface="Arial Unicode MS" pitchFamily="34" charset="-122"/>
                <a:cs typeface="Arial Unicode MS" pitchFamily="34" charset="-122"/>
              </a:endParaRPr>
            </a:p>
          </p:txBody>
        </p:sp>
        <p:sp>
          <p:nvSpPr>
            <p:cNvPr id="82" name="TextBox 81"/>
            <p:cNvSpPr txBox="1"/>
            <p:nvPr/>
          </p:nvSpPr>
          <p:spPr>
            <a:xfrm>
              <a:off x="660042" y="836712"/>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5</a:t>
              </a:r>
              <a:endParaRPr lang="zh-CN" altLang="en-US" sz="1600" dirty="0">
                <a:latin typeface="Arial Unicode MS" pitchFamily="34" charset="-122"/>
                <a:ea typeface="Arial Unicode MS" pitchFamily="34" charset="-122"/>
                <a:cs typeface="Arial Unicode MS" pitchFamily="34" charset="-122"/>
              </a:endParaRPr>
            </a:p>
          </p:txBody>
        </p:sp>
        <p:sp>
          <p:nvSpPr>
            <p:cNvPr id="83" name="TextBox 82"/>
            <p:cNvSpPr txBox="1"/>
            <p:nvPr/>
          </p:nvSpPr>
          <p:spPr>
            <a:xfrm>
              <a:off x="2892290" y="2204864"/>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6</a:t>
              </a:r>
              <a:endParaRPr lang="zh-CN" altLang="en-US" sz="1600" dirty="0">
                <a:latin typeface="Arial Unicode MS" pitchFamily="34" charset="-122"/>
                <a:ea typeface="Arial Unicode MS" pitchFamily="34" charset="-122"/>
                <a:cs typeface="Arial Unicode MS" pitchFamily="34" charset="-122"/>
              </a:endParaRPr>
            </a:p>
          </p:txBody>
        </p:sp>
      </p:grpSp>
      <p:sp>
        <p:nvSpPr>
          <p:cNvPr id="84" name="椭圆 83"/>
          <p:cNvSpPr/>
          <p:nvPr/>
        </p:nvSpPr>
        <p:spPr>
          <a:xfrm rot="18322284">
            <a:off x="6273783" y="1430930"/>
            <a:ext cx="612000" cy="1066087"/>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nvSpPr>
        <p:spPr>
          <a:xfrm rot="17886886">
            <a:off x="7767902" y="2295026"/>
            <a:ext cx="612000" cy="1066087"/>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菱形 85"/>
          <p:cNvSpPr/>
          <p:nvPr/>
        </p:nvSpPr>
        <p:spPr>
          <a:xfrm>
            <a:off x="7122068" y="3479674"/>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87" name="TextBox 86"/>
          <p:cNvSpPr txBox="1"/>
          <p:nvPr/>
        </p:nvSpPr>
        <p:spPr>
          <a:xfrm>
            <a:off x="7209727" y="3213128"/>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4</a:t>
            </a:r>
            <a:endParaRPr lang="zh-CN" altLang="en-US" sz="1600" dirty="0">
              <a:latin typeface="Arial Unicode MS" pitchFamily="34" charset="-122"/>
              <a:ea typeface="Arial Unicode MS" pitchFamily="34" charset="-122"/>
              <a:cs typeface="Arial Unicode MS" pitchFamily="34" charset="-122"/>
            </a:endParaRPr>
          </a:p>
        </p:txBody>
      </p:sp>
      <p:sp>
        <p:nvSpPr>
          <p:cNvPr id="88" name="椭圆 150"/>
          <p:cNvSpPr/>
          <p:nvPr/>
        </p:nvSpPr>
        <p:spPr>
          <a:xfrm rot="3290537">
            <a:off x="7181194" y="2223301"/>
            <a:ext cx="1201079" cy="1738939"/>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 name="connsiteX0" fmla="*/ 18564 w 976213"/>
              <a:gd name="connsiteY0" fmla="*/ 1584058 h 3079356"/>
              <a:gd name="connsiteX1" fmla="*/ 109752 w 976213"/>
              <a:gd name="connsiteY1" fmla="*/ 477572 h 3079356"/>
              <a:gd name="connsiteX2" fmla="*/ 491500 w 976213"/>
              <a:gd name="connsiteY2" fmla="*/ 73 h 3079356"/>
              <a:gd name="connsiteX3" fmla="*/ 880247 w 976213"/>
              <a:gd name="connsiteY3" fmla="*/ 451467 h 3079356"/>
              <a:gd name="connsiteX4" fmla="*/ 964436 w 976213"/>
              <a:gd name="connsiteY4" fmla="*/ 1584058 h 3079356"/>
              <a:gd name="connsiteX5" fmla="*/ 780706 w 976213"/>
              <a:gd name="connsiteY5" fmla="*/ 2657096 h 3079356"/>
              <a:gd name="connsiteX6" fmla="*/ 340923 w 976213"/>
              <a:gd name="connsiteY6" fmla="*/ 3079237 h 3079356"/>
              <a:gd name="connsiteX7" fmla="*/ 48387 w 976213"/>
              <a:gd name="connsiteY7" fmla="*/ 2626099 h 3079356"/>
              <a:gd name="connsiteX8" fmla="*/ 18564 w 976213"/>
              <a:gd name="connsiteY8" fmla="*/ 1584058 h 3079356"/>
              <a:gd name="connsiteX0" fmla="*/ 18564 w 976213"/>
              <a:gd name="connsiteY0" fmla="*/ 1584058 h 3022333"/>
              <a:gd name="connsiteX1" fmla="*/ 109752 w 976213"/>
              <a:gd name="connsiteY1" fmla="*/ 477572 h 3022333"/>
              <a:gd name="connsiteX2" fmla="*/ 491500 w 976213"/>
              <a:gd name="connsiteY2" fmla="*/ 73 h 3022333"/>
              <a:gd name="connsiteX3" fmla="*/ 880247 w 976213"/>
              <a:gd name="connsiteY3" fmla="*/ 451467 h 3022333"/>
              <a:gd name="connsiteX4" fmla="*/ 964436 w 976213"/>
              <a:gd name="connsiteY4" fmla="*/ 1584058 h 3022333"/>
              <a:gd name="connsiteX5" fmla="*/ 780706 w 976213"/>
              <a:gd name="connsiteY5" fmla="*/ 2657096 h 3022333"/>
              <a:gd name="connsiteX6" fmla="*/ 466138 w 976213"/>
              <a:gd name="connsiteY6" fmla="*/ 3022154 h 3022333"/>
              <a:gd name="connsiteX7" fmla="*/ 48387 w 976213"/>
              <a:gd name="connsiteY7" fmla="*/ 2626099 h 3022333"/>
              <a:gd name="connsiteX8" fmla="*/ 18564 w 976213"/>
              <a:gd name="connsiteY8" fmla="*/ 1584058 h 3022333"/>
              <a:gd name="connsiteX0" fmla="*/ 1175 w 958824"/>
              <a:gd name="connsiteY0" fmla="*/ 1584058 h 3044396"/>
              <a:gd name="connsiteX1" fmla="*/ 92363 w 958824"/>
              <a:gd name="connsiteY1" fmla="*/ 477572 h 3044396"/>
              <a:gd name="connsiteX2" fmla="*/ 474111 w 958824"/>
              <a:gd name="connsiteY2" fmla="*/ 73 h 3044396"/>
              <a:gd name="connsiteX3" fmla="*/ 862858 w 958824"/>
              <a:gd name="connsiteY3" fmla="*/ 451467 h 3044396"/>
              <a:gd name="connsiteX4" fmla="*/ 947047 w 958824"/>
              <a:gd name="connsiteY4" fmla="*/ 1584058 h 3044396"/>
              <a:gd name="connsiteX5" fmla="*/ 763317 w 958824"/>
              <a:gd name="connsiteY5" fmla="*/ 2657096 h 3044396"/>
              <a:gd name="connsiteX6" fmla="*/ 448749 w 958824"/>
              <a:gd name="connsiteY6" fmla="*/ 3022154 h 3044396"/>
              <a:gd name="connsiteX7" fmla="*/ 131142 w 958824"/>
              <a:gd name="connsiteY7" fmla="*/ 2122422 h 3044396"/>
              <a:gd name="connsiteX8" fmla="*/ 1175 w 958824"/>
              <a:gd name="connsiteY8" fmla="*/ 1584058 h 3044396"/>
              <a:gd name="connsiteX0" fmla="*/ 6125 w 927920"/>
              <a:gd name="connsiteY0" fmla="*/ 1023420 h 3044396"/>
              <a:gd name="connsiteX1" fmla="*/ 61459 w 927920"/>
              <a:gd name="connsiteY1" fmla="*/ 477572 h 3044396"/>
              <a:gd name="connsiteX2" fmla="*/ 443207 w 927920"/>
              <a:gd name="connsiteY2" fmla="*/ 73 h 3044396"/>
              <a:gd name="connsiteX3" fmla="*/ 831954 w 927920"/>
              <a:gd name="connsiteY3" fmla="*/ 451467 h 3044396"/>
              <a:gd name="connsiteX4" fmla="*/ 916143 w 927920"/>
              <a:gd name="connsiteY4" fmla="*/ 1584058 h 3044396"/>
              <a:gd name="connsiteX5" fmla="*/ 732413 w 927920"/>
              <a:gd name="connsiteY5" fmla="*/ 2657096 h 3044396"/>
              <a:gd name="connsiteX6" fmla="*/ 417845 w 927920"/>
              <a:gd name="connsiteY6" fmla="*/ 3022154 h 3044396"/>
              <a:gd name="connsiteX7" fmla="*/ 100238 w 927920"/>
              <a:gd name="connsiteY7" fmla="*/ 2122422 h 3044396"/>
              <a:gd name="connsiteX8" fmla="*/ 6125 w 927920"/>
              <a:gd name="connsiteY8" fmla="*/ 1023420 h 3044396"/>
              <a:gd name="connsiteX0" fmla="*/ 6125 w 927920"/>
              <a:gd name="connsiteY0" fmla="*/ 762296 h 2783272"/>
              <a:gd name="connsiteX1" fmla="*/ 61459 w 927920"/>
              <a:gd name="connsiteY1" fmla="*/ 216448 h 2783272"/>
              <a:gd name="connsiteX2" fmla="*/ 539850 w 927920"/>
              <a:gd name="connsiteY2" fmla="*/ 16843 h 2783272"/>
              <a:gd name="connsiteX3" fmla="*/ 831954 w 927920"/>
              <a:gd name="connsiteY3" fmla="*/ 190343 h 2783272"/>
              <a:gd name="connsiteX4" fmla="*/ 916143 w 927920"/>
              <a:gd name="connsiteY4" fmla="*/ 1322934 h 2783272"/>
              <a:gd name="connsiteX5" fmla="*/ 732413 w 927920"/>
              <a:gd name="connsiteY5" fmla="*/ 2395972 h 2783272"/>
              <a:gd name="connsiteX6" fmla="*/ 417845 w 927920"/>
              <a:gd name="connsiteY6" fmla="*/ 2761030 h 2783272"/>
              <a:gd name="connsiteX7" fmla="*/ 100238 w 927920"/>
              <a:gd name="connsiteY7" fmla="*/ 1861298 h 2783272"/>
              <a:gd name="connsiteX8" fmla="*/ 6125 w 927920"/>
              <a:gd name="connsiteY8" fmla="*/ 762296 h 2783272"/>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834817 h 2855793"/>
              <a:gd name="connsiteX1" fmla="*/ 61459 w 939044"/>
              <a:gd name="connsiteY1" fmla="*/ 288969 h 2855793"/>
              <a:gd name="connsiteX2" fmla="*/ 534836 w 939044"/>
              <a:gd name="connsiteY2" fmla="*/ 45 h 2855793"/>
              <a:gd name="connsiteX3" fmla="*/ 876256 w 939044"/>
              <a:gd name="connsiteY3" fmla="*/ 296918 h 2855793"/>
              <a:gd name="connsiteX4" fmla="*/ 916143 w 939044"/>
              <a:gd name="connsiteY4" fmla="*/ 1395455 h 2855793"/>
              <a:gd name="connsiteX5" fmla="*/ 732413 w 939044"/>
              <a:gd name="connsiteY5" fmla="*/ 2468493 h 2855793"/>
              <a:gd name="connsiteX6" fmla="*/ 417845 w 939044"/>
              <a:gd name="connsiteY6" fmla="*/ 2833551 h 2855793"/>
              <a:gd name="connsiteX7" fmla="*/ 100238 w 939044"/>
              <a:gd name="connsiteY7" fmla="*/ 1933819 h 2855793"/>
              <a:gd name="connsiteX8" fmla="*/ 6125 w 939044"/>
              <a:gd name="connsiteY8" fmla="*/ 834817 h 2855793"/>
              <a:gd name="connsiteX0" fmla="*/ 8111 w 941030"/>
              <a:gd name="connsiteY0" fmla="*/ 839858 h 2860834"/>
              <a:gd name="connsiteX1" fmla="*/ 263598 w 941030"/>
              <a:gd name="connsiteY1" fmla="*/ 239230 h 2860834"/>
              <a:gd name="connsiteX2" fmla="*/ 536822 w 941030"/>
              <a:gd name="connsiteY2" fmla="*/ 5086 h 2860834"/>
              <a:gd name="connsiteX3" fmla="*/ 878242 w 941030"/>
              <a:gd name="connsiteY3" fmla="*/ 301959 h 2860834"/>
              <a:gd name="connsiteX4" fmla="*/ 918129 w 941030"/>
              <a:gd name="connsiteY4" fmla="*/ 1400496 h 2860834"/>
              <a:gd name="connsiteX5" fmla="*/ 734399 w 941030"/>
              <a:gd name="connsiteY5" fmla="*/ 2473534 h 2860834"/>
              <a:gd name="connsiteX6" fmla="*/ 419831 w 941030"/>
              <a:gd name="connsiteY6" fmla="*/ 2838592 h 2860834"/>
              <a:gd name="connsiteX7" fmla="*/ 102224 w 941030"/>
              <a:gd name="connsiteY7" fmla="*/ 1938860 h 2860834"/>
              <a:gd name="connsiteX8" fmla="*/ 8111 w 941030"/>
              <a:gd name="connsiteY8" fmla="*/ 839858 h 2860834"/>
              <a:gd name="connsiteX0" fmla="*/ 17831 w 903494"/>
              <a:gd name="connsiteY0" fmla="*/ 660008 h 2860834"/>
              <a:gd name="connsiteX1" fmla="*/ 226062 w 903494"/>
              <a:gd name="connsiteY1" fmla="*/ 239230 h 2860834"/>
              <a:gd name="connsiteX2" fmla="*/ 499286 w 903494"/>
              <a:gd name="connsiteY2" fmla="*/ 5086 h 2860834"/>
              <a:gd name="connsiteX3" fmla="*/ 840706 w 903494"/>
              <a:gd name="connsiteY3" fmla="*/ 301959 h 2860834"/>
              <a:gd name="connsiteX4" fmla="*/ 880593 w 903494"/>
              <a:gd name="connsiteY4" fmla="*/ 1400496 h 2860834"/>
              <a:gd name="connsiteX5" fmla="*/ 696863 w 903494"/>
              <a:gd name="connsiteY5" fmla="*/ 2473534 h 2860834"/>
              <a:gd name="connsiteX6" fmla="*/ 382295 w 903494"/>
              <a:gd name="connsiteY6" fmla="*/ 2838592 h 2860834"/>
              <a:gd name="connsiteX7" fmla="*/ 64688 w 903494"/>
              <a:gd name="connsiteY7" fmla="*/ 1938860 h 2860834"/>
              <a:gd name="connsiteX8" fmla="*/ 17831 w 903494"/>
              <a:gd name="connsiteY8" fmla="*/ 660008 h 2860834"/>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74088 h 2874914"/>
              <a:gd name="connsiteX1" fmla="*/ 227828 w 903612"/>
              <a:gd name="connsiteY1" fmla="*/ 171626 h 2874914"/>
              <a:gd name="connsiteX2" fmla="*/ 499404 w 903612"/>
              <a:gd name="connsiteY2" fmla="*/ 19166 h 2874914"/>
              <a:gd name="connsiteX3" fmla="*/ 840824 w 903612"/>
              <a:gd name="connsiteY3" fmla="*/ 316039 h 2874914"/>
              <a:gd name="connsiteX4" fmla="*/ 880711 w 903612"/>
              <a:gd name="connsiteY4" fmla="*/ 1414576 h 2874914"/>
              <a:gd name="connsiteX5" fmla="*/ 696981 w 903612"/>
              <a:gd name="connsiteY5" fmla="*/ 2487614 h 2874914"/>
              <a:gd name="connsiteX6" fmla="*/ 382413 w 903612"/>
              <a:gd name="connsiteY6" fmla="*/ 2852672 h 2874914"/>
              <a:gd name="connsiteX7" fmla="*/ 64806 w 903612"/>
              <a:gd name="connsiteY7" fmla="*/ 1952940 h 2874914"/>
              <a:gd name="connsiteX8" fmla="*/ 17949 w 903612"/>
              <a:gd name="connsiteY8" fmla="*/ 674088 h 2874914"/>
              <a:gd name="connsiteX0" fmla="*/ 26925 w 891376"/>
              <a:gd name="connsiteY0" fmla="*/ 717064 h 2874914"/>
              <a:gd name="connsiteX1" fmla="*/ 215592 w 891376"/>
              <a:gd name="connsiteY1" fmla="*/ 171626 h 2874914"/>
              <a:gd name="connsiteX2" fmla="*/ 487168 w 891376"/>
              <a:gd name="connsiteY2" fmla="*/ 19166 h 2874914"/>
              <a:gd name="connsiteX3" fmla="*/ 828588 w 891376"/>
              <a:gd name="connsiteY3" fmla="*/ 316039 h 2874914"/>
              <a:gd name="connsiteX4" fmla="*/ 868475 w 891376"/>
              <a:gd name="connsiteY4" fmla="*/ 1414576 h 2874914"/>
              <a:gd name="connsiteX5" fmla="*/ 684745 w 891376"/>
              <a:gd name="connsiteY5" fmla="*/ 2487614 h 2874914"/>
              <a:gd name="connsiteX6" fmla="*/ 370177 w 891376"/>
              <a:gd name="connsiteY6" fmla="*/ 2852672 h 2874914"/>
              <a:gd name="connsiteX7" fmla="*/ 52570 w 891376"/>
              <a:gd name="connsiteY7" fmla="*/ 1952940 h 2874914"/>
              <a:gd name="connsiteX8" fmla="*/ 26925 w 891376"/>
              <a:gd name="connsiteY8" fmla="*/ 717064 h 2874914"/>
              <a:gd name="connsiteX0" fmla="*/ 47530 w 911981"/>
              <a:gd name="connsiteY0" fmla="*/ 717064 h 2874914"/>
              <a:gd name="connsiteX1" fmla="*/ 236197 w 911981"/>
              <a:gd name="connsiteY1" fmla="*/ 171626 h 2874914"/>
              <a:gd name="connsiteX2" fmla="*/ 507773 w 911981"/>
              <a:gd name="connsiteY2" fmla="*/ 19166 h 2874914"/>
              <a:gd name="connsiteX3" fmla="*/ 849193 w 911981"/>
              <a:gd name="connsiteY3" fmla="*/ 316039 h 2874914"/>
              <a:gd name="connsiteX4" fmla="*/ 889080 w 911981"/>
              <a:gd name="connsiteY4" fmla="*/ 1414576 h 2874914"/>
              <a:gd name="connsiteX5" fmla="*/ 705350 w 911981"/>
              <a:gd name="connsiteY5" fmla="*/ 2487614 h 2874914"/>
              <a:gd name="connsiteX6" fmla="*/ 390782 w 911981"/>
              <a:gd name="connsiteY6" fmla="*/ 2852672 h 2874914"/>
              <a:gd name="connsiteX7" fmla="*/ 73175 w 911981"/>
              <a:gd name="connsiteY7" fmla="*/ 1952940 h 2874914"/>
              <a:gd name="connsiteX8" fmla="*/ 47530 w 911981"/>
              <a:gd name="connsiteY8" fmla="*/ 717064 h 2874914"/>
              <a:gd name="connsiteX0" fmla="*/ 27966 w 892417"/>
              <a:gd name="connsiteY0" fmla="*/ 717064 h 2874914"/>
              <a:gd name="connsiteX1" fmla="*/ 216633 w 892417"/>
              <a:gd name="connsiteY1" fmla="*/ 171626 h 2874914"/>
              <a:gd name="connsiteX2" fmla="*/ 488209 w 892417"/>
              <a:gd name="connsiteY2" fmla="*/ 19166 h 2874914"/>
              <a:gd name="connsiteX3" fmla="*/ 829629 w 892417"/>
              <a:gd name="connsiteY3" fmla="*/ 316039 h 2874914"/>
              <a:gd name="connsiteX4" fmla="*/ 869516 w 892417"/>
              <a:gd name="connsiteY4" fmla="*/ 1414576 h 2874914"/>
              <a:gd name="connsiteX5" fmla="*/ 685786 w 892417"/>
              <a:gd name="connsiteY5" fmla="*/ 2487614 h 2874914"/>
              <a:gd name="connsiteX6" fmla="*/ 371218 w 892417"/>
              <a:gd name="connsiteY6" fmla="*/ 2852672 h 2874914"/>
              <a:gd name="connsiteX7" fmla="*/ 53611 w 892417"/>
              <a:gd name="connsiteY7" fmla="*/ 1952940 h 2874914"/>
              <a:gd name="connsiteX8" fmla="*/ 27966 w 892417"/>
              <a:gd name="connsiteY8" fmla="*/ 717064 h 2874914"/>
              <a:gd name="connsiteX0" fmla="*/ 12170 w 876621"/>
              <a:gd name="connsiteY0" fmla="*/ 717064 h 2882802"/>
              <a:gd name="connsiteX1" fmla="*/ 200837 w 876621"/>
              <a:gd name="connsiteY1" fmla="*/ 171626 h 2882802"/>
              <a:gd name="connsiteX2" fmla="*/ 472413 w 876621"/>
              <a:gd name="connsiteY2" fmla="*/ 19166 h 2882802"/>
              <a:gd name="connsiteX3" fmla="*/ 813833 w 876621"/>
              <a:gd name="connsiteY3" fmla="*/ 316039 h 2882802"/>
              <a:gd name="connsiteX4" fmla="*/ 853720 w 876621"/>
              <a:gd name="connsiteY4" fmla="*/ 1414576 h 2882802"/>
              <a:gd name="connsiteX5" fmla="*/ 669990 w 876621"/>
              <a:gd name="connsiteY5" fmla="*/ 2487614 h 2882802"/>
              <a:gd name="connsiteX6" fmla="*/ 355422 w 876621"/>
              <a:gd name="connsiteY6" fmla="*/ 2852672 h 2882802"/>
              <a:gd name="connsiteX7" fmla="*/ 70151 w 876621"/>
              <a:gd name="connsiteY7" fmla="*/ 1821981 h 2882802"/>
              <a:gd name="connsiteX8" fmla="*/ 12170 w 87662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35559 w 900010"/>
              <a:gd name="connsiteY0" fmla="*/ 717064 h 2882802"/>
              <a:gd name="connsiteX1" fmla="*/ 224226 w 900010"/>
              <a:gd name="connsiteY1" fmla="*/ 171626 h 2882802"/>
              <a:gd name="connsiteX2" fmla="*/ 495802 w 900010"/>
              <a:gd name="connsiteY2" fmla="*/ 19166 h 2882802"/>
              <a:gd name="connsiteX3" fmla="*/ 837222 w 900010"/>
              <a:gd name="connsiteY3" fmla="*/ 316039 h 2882802"/>
              <a:gd name="connsiteX4" fmla="*/ 877109 w 900010"/>
              <a:gd name="connsiteY4" fmla="*/ 1414576 h 2882802"/>
              <a:gd name="connsiteX5" fmla="*/ 693379 w 900010"/>
              <a:gd name="connsiteY5" fmla="*/ 2487614 h 2882802"/>
              <a:gd name="connsiteX6" fmla="*/ 378811 w 900010"/>
              <a:gd name="connsiteY6" fmla="*/ 2852672 h 2882802"/>
              <a:gd name="connsiteX7" fmla="*/ 93540 w 900010"/>
              <a:gd name="connsiteY7" fmla="*/ 1821981 h 2882802"/>
              <a:gd name="connsiteX8" fmla="*/ 35559 w 900010"/>
              <a:gd name="connsiteY8" fmla="*/ 717064 h 2882802"/>
              <a:gd name="connsiteX0" fmla="*/ 26171 w 890622"/>
              <a:gd name="connsiteY0" fmla="*/ 717064 h 2882802"/>
              <a:gd name="connsiteX1" fmla="*/ 214838 w 890622"/>
              <a:gd name="connsiteY1" fmla="*/ 171626 h 2882802"/>
              <a:gd name="connsiteX2" fmla="*/ 486414 w 890622"/>
              <a:gd name="connsiteY2" fmla="*/ 19166 h 2882802"/>
              <a:gd name="connsiteX3" fmla="*/ 827834 w 890622"/>
              <a:gd name="connsiteY3" fmla="*/ 316039 h 2882802"/>
              <a:gd name="connsiteX4" fmla="*/ 867721 w 890622"/>
              <a:gd name="connsiteY4" fmla="*/ 1414576 h 2882802"/>
              <a:gd name="connsiteX5" fmla="*/ 683991 w 890622"/>
              <a:gd name="connsiteY5" fmla="*/ 2487614 h 2882802"/>
              <a:gd name="connsiteX6" fmla="*/ 369423 w 890622"/>
              <a:gd name="connsiteY6" fmla="*/ 2852672 h 2882802"/>
              <a:gd name="connsiteX7" fmla="*/ 84152 w 890622"/>
              <a:gd name="connsiteY7" fmla="*/ 1821981 h 2882802"/>
              <a:gd name="connsiteX8" fmla="*/ 26171 w 890622"/>
              <a:gd name="connsiteY8" fmla="*/ 717064 h 2882802"/>
              <a:gd name="connsiteX0" fmla="*/ 29461 w 893912"/>
              <a:gd name="connsiteY0" fmla="*/ 717064 h 2882802"/>
              <a:gd name="connsiteX1" fmla="*/ 218128 w 893912"/>
              <a:gd name="connsiteY1" fmla="*/ 171626 h 2882802"/>
              <a:gd name="connsiteX2" fmla="*/ 489704 w 893912"/>
              <a:gd name="connsiteY2" fmla="*/ 19166 h 2882802"/>
              <a:gd name="connsiteX3" fmla="*/ 831124 w 893912"/>
              <a:gd name="connsiteY3" fmla="*/ 316039 h 2882802"/>
              <a:gd name="connsiteX4" fmla="*/ 871011 w 893912"/>
              <a:gd name="connsiteY4" fmla="*/ 1414576 h 2882802"/>
              <a:gd name="connsiteX5" fmla="*/ 687281 w 893912"/>
              <a:gd name="connsiteY5" fmla="*/ 2487614 h 2882802"/>
              <a:gd name="connsiteX6" fmla="*/ 372713 w 893912"/>
              <a:gd name="connsiteY6" fmla="*/ 2852672 h 2882802"/>
              <a:gd name="connsiteX7" fmla="*/ 87442 w 893912"/>
              <a:gd name="connsiteY7" fmla="*/ 1821981 h 2882802"/>
              <a:gd name="connsiteX8" fmla="*/ 29461 w 893912"/>
              <a:gd name="connsiteY8" fmla="*/ 717064 h 2882802"/>
              <a:gd name="connsiteX0" fmla="*/ 25528 w 904861"/>
              <a:gd name="connsiteY0" fmla="*/ 700008 h 2882802"/>
              <a:gd name="connsiteX1" fmla="*/ 229077 w 904861"/>
              <a:gd name="connsiteY1" fmla="*/ 171626 h 2882802"/>
              <a:gd name="connsiteX2" fmla="*/ 500653 w 904861"/>
              <a:gd name="connsiteY2" fmla="*/ 19166 h 2882802"/>
              <a:gd name="connsiteX3" fmla="*/ 842073 w 904861"/>
              <a:gd name="connsiteY3" fmla="*/ 316039 h 2882802"/>
              <a:gd name="connsiteX4" fmla="*/ 881960 w 904861"/>
              <a:gd name="connsiteY4" fmla="*/ 1414576 h 2882802"/>
              <a:gd name="connsiteX5" fmla="*/ 698230 w 904861"/>
              <a:gd name="connsiteY5" fmla="*/ 2487614 h 2882802"/>
              <a:gd name="connsiteX6" fmla="*/ 383662 w 904861"/>
              <a:gd name="connsiteY6" fmla="*/ 2852672 h 2882802"/>
              <a:gd name="connsiteX7" fmla="*/ 98391 w 904861"/>
              <a:gd name="connsiteY7" fmla="*/ 1821981 h 2882802"/>
              <a:gd name="connsiteX8" fmla="*/ 25528 w 904861"/>
              <a:gd name="connsiteY8" fmla="*/ 700008 h 2882802"/>
              <a:gd name="connsiteX0" fmla="*/ 3067 w 882400"/>
              <a:gd name="connsiteY0" fmla="*/ 700008 h 2882802"/>
              <a:gd name="connsiteX1" fmla="*/ 206616 w 882400"/>
              <a:gd name="connsiteY1" fmla="*/ 171626 h 2882802"/>
              <a:gd name="connsiteX2" fmla="*/ 478192 w 882400"/>
              <a:gd name="connsiteY2" fmla="*/ 19166 h 2882802"/>
              <a:gd name="connsiteX3" fmla="*/ 819612 w 882400"/>
              <a:gd name="connsiteY3" fmla="*/ 316039 h 2882802"/>
              <a:gd name="connsiteX4" fmla="*/ 859499 w 882400"/>
              <a:gd name="connsiteY4" fmla="*/ 1414576 h 2882802"/>
              <a:gd name="connsiteX5" fmla="*/ 675769 w 882400"/>
              <a:gd name="connsiteY5" fmla="*/ 2487614 h 2882802"/>
              <a:gd name="connsiteX6" fmla="*/ 361201 w 882400"/>
              <a:gd name="connsiteY6" fmla="*/ 2852672 h 2882802"/>
              <a:gd name="connsiteX7" fmla="*/ 75930 w 882400"/>
              <a:gd name="connsiteY7" fmla="*/ 1821981 h 2882802"/>
              <a:gd name="connsiteX8" fmla="*/ 3067 w 882400"/>
              <a:gd name="connsiteY8" fmla="*/ 700008 h 2882802"/>
              <a:gd name="connsiteX0" fmla="*/ 3067 w 890413"/>
              <a:gd name="connsiteY0" fmla="*/ 697657 h 2880451"/>
              <a:gd name="connsiteX1" fmla="*/ 206616 w 890413"/>
              <a:gd name="connsiteY1" fmla="*/ 169275 h 2880451"/>
              <a:gd name="connsiteX2" fmla="*/ 478192 w 890413"/>
              <a:gd name="connsiteY2" fmla="*/ 16815 h 2880451"/>
              <a:gd name="connsiteX3" fmla="*/ 837597 w 890413"/>
              <a:gd name="connsiteY3" fmla="*/ 181227 h 2880451"/>
              <a:gd name="connsiteX4" fmla="*/ 859499 w 890413"/>
              <a:gd name="connsiteY4" fmla="*/ 1412225 h 2880451"/>
              <a:gd name="connsiteX5" fmla="*/ 675769 w 890413"/>
              <a:gd name="connsiteY5" fmla="*/ 2485263 h 2880451"/>
              <a:gd name="connsiteX6" fmla="*/ 361201 w 890413"/>
              <a:gd name="connsiteY6" fmla="*/ 2850321 h 2880451"/>
              <a:gd name="connsiteX7" fmla="*/ 75930 w 890413"/>
              <a:gd name="connsiteY7" fmla="*/ 1819630 h 2880451"/>
              <a:gd name="connsiteX8" fmla="*/ 3067 w 890413"/>
              <a:gd name="connsiteY8" fmla="*/ 697657 h 2880451"/>
              <a:gd name="connsiteX0" fmla="*/ 3067 w 890413"/>
              <a:gd name="connsiteY0" fmla="*/ 747934 h 2930728"/>
              <a:gd name="connsiteX1" fmla="*/ 206616 w 890413"/>
              <a:gd name="connsiteY1" fmla="*/ 219552 h 2930728"/>
              <a:gd name="connsiteX2" fmla="*/ 490783 w 890413"/>
              <a:gd name="connsiteY2" fmla="*/ 356 h 2930728"/>
              <a:gd name="connsiteX3" fmla="*/ 837597 w 890413"/>
              <a:gd name="connsiteY3" fmla="*/ 231504 h 2930728"/>
              <a:gd name="connsiteX4" fmla="*/ 859499 w 890413"/>
              <a:gd name="connsiteY4" fmla="*/ 1462502 h 2930728"/>
              <a:gd name="connsiteX5" fmla="*/ 675769 w 890413"/>
              <a:gd name="connsiteY5" fmla="*/ 2535540 h 2930728"/>
              <a:gd name="connsiteX6" fmla="*/ 361201 w 890413"/>
              <a:gd name="connsiteY6" fmla="*/ 2900598 h 2930728"/>
              <a:gd name="connsiteX7" fmla="*/ 75930 w 890413"/>
              <a:gd name="connsiteY7" fmla="*/ 1869907 h 2930728"/>
              <a:gd name="connsiteX8" fmla="*/ 3067 w 890413"/>
              <a:gd name="connsiteY8" fmla="*/ 747934 h 2930728"/>
              <a:gd name="connsiteX0" fmla="*/ 1927 w 896675"/>
              <a:gd name="connsiteY0" fmla="*/ 1130640 h 2930728"/>
              <a:gd name="connsiteX1" fmla="*/ 212878 w 896675"/>
              <a:gd name="connsiteY1" fmla="*/ 219552 h 2930728"/>
              <a:gd name="connsiteX2" fmla="*/ 497045 w 896675"/>
              <a:gd name="connsiteY2" fmla="*/ 356 h 2930728"/>
              <a:gd name="connsiteX3" fmla="*/ 843859 w 896675"/>
              <a:gd name="connsiteY3" fmla="*/ 231504 h 2930728"/>
              <a:gd name="connsiteX4" fmla="*/ 865761 w 896675"/>
              <a:gd name="connsiteY4" fmla="*/ 1462502 h 2930728"/>
              <a:gd name="connsiteX5" fmla="*/ 682031 w 896675"/>
              <a:gd name="connsiteY5" fmla="*/ 2535540 h 2930728"/>
              <a:gd name="connsiteX6" fmla="*/ 367463 w 896675"/>
              <a:gd name="connsiteY6" fmla="*/ 2900598 h 2930728"/>
              <a:gd name="connsiteX7" fmla="*/ 82192 w 896675"/>
              <a:gd name="connsiteY7" fmla="*/ 1869907 h 2930728"/>
              <a:gd name="connsiteX8" fmla="*/ 1927 w 896675"/>
              <a:gd name="connsiteY8" fmla="*/ 1130640 h 2930728"/>
              <a:gd name="connsiteX0" fmla="*/ 3863 w 898611"/>
              <a:gd name="connsiteY0" fmla="*/ 1130640 h 2920786"/>
              <a:gd name="connsiteX1" fmla="*/ 214814 w 898611"/>
              <a:gd name="connsiteY1" fmla="*/ 219552 h 2920786"/>
              <a:gd name="connsiteX2" fmla="*/ 498981 w 898611"/>
              <a:gd name="connsiteY2" fmla="*/ 356 h 2920786"/>
              <a:gd name="connsiteX3" fmla="*/ 845795 w 898611"/>
              <a:gd name="connsiteY3" fmla="*/ 231504 h 2920786"/>
              <a:gd name="connsiteX4" fmla="*/ 867697 w 898611"/>
              <a:gd name="connsiteY4" fmla="*/ 1462502 h 2920786"/>
              <a:gd name="connsiteX5" fmla="*/ 683967 w 898611"/>
              <a:gd name="connsiteY5" fmla="*/ 2535540 h 2920786"/>
              <a:gd name="connsiteX6" fmla="*/ 369399 w 898611"/>
              <a:gd name="connsiteY6" fmla="*/ 2900598 h 2920786"/>
              <a:gd name="connsiteX7" fmla="*/ 114047 w 898611"/>
              <a:gd name="connsiteY7" fmla="*/ 2036227 h 2920786"/>
              <a:gd name="connsiteX8" fmla="*/ 3863 w 898611"/>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7429" h="2920786">
                <a:moveTo>
                  <a:pt x="2681" y="1130640"/>
                </a:moveTo>
                <a:cubicBezTo>
                  <a:pt x="19476" y="827861"/>
                  <a:pt x="23264" y="606440"/>
                  <a:pt x="213632" y="219552"/>
                </a:cubicBezTo>
                <a:cubicBezTo>
                  <a:pt x="378725" y="4273"/>
                  <a:pt x="392636" y="-1636"/>
                  <a:pt x="497799" y="356"/>
                </a:cubicBezTo>
                <a:cubicBezTo>
                  <a:pt x="602962" y="2348"/>
                  <a:pt x="651220" y="-30068"/>
                  <a:pt x="844613" y="231504"/>
                </a:cubicBezTo>
                <a:cubicBezTo>
                  <a:pt x="923436" y="495501"/>
                  <a:pt x="899322" y="1077936"/>
                  <a:pt x="866515" y="1462502"/>
                </a:cubicBezTo>
                <a:cubicBezTo>
                  <a:pt x="833708" y="1847068"/>
                  <a:pt x="761608" y="2271543"/>
                  <a:pt x="682785" y="2535540"/>
                </a:cubicBezTo>
                <a:cubicBezTo>
                  <a:pt x="603962" y="2799537"/>
                  <a:pt x="463204" y="2983817"/>
                  <a:pt x="368217" y="2900598"/>
                </a:cubicBezTo>
                <a:cubicBezTo>
                  <a:pt x="273230" y="2817379"/>
                  <a:pt x="204979" y="2394937"/>
                  <a:pt x="112865" y="2036227"/>
                </a:cubicBezTo>
                <a:cubicBezTo>
                  <a:pt x="51078" y="1661032"/>
                  <a:pt x="-14114" y="1433419"/>
                  <a:pt x="2681" y="1130640"/>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89"/>
          <p:cNvGrpSpPr/>
          <p:nvPr/>
        </p:nvGrpSpPr>
        <p:grpSpPr>
          <a:xfrm flipH="1">
            <a:off x="6028936" y="4648200"/>
            <a:ext cx="790964" cy="1188000"/>
            <a:chOff x="6102883" y="4579315"/>
            <a:chExt cx="741362" cy="864005"/>
          </a:xfrm>
        </p:grpSpPr>
        <p:sp>
          <p:nvSpPr>
            <p:cNvPr id="91" name="Line 6"/>
            <p:cNvSpPr>
              <a:spLocks noChangeShapeType="1"/>
            </p:cNvSpPr>
            <p:nvPr/>
          </p:nvSpPr>
          <p:spPr bwMode="auto">
            <a:xfrm flipV="1">
              <a:off x="6102883" y="4579315"/>
              <a:ext cx="0" cy="43200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Line 8"/>
            <p:cNvSpPr>
              <a:spLocks noChangeShapeType="1"/>
            </p:cNvSpPr>
            <p:nvPr/>
          </p:nvSpPr>
          <p:spPr bwMode="auto">
            <a:xfrm>
              <a:off x="6844245" y="4579320"/>
              <a:ext cx="0" cy="864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4" name="组合 93"/>
          <p:cNvGrpSpPr/>
          <p:nvPr/>
        </p:nvGrpSpPr>
        <p:grpSpPr>
          <a:xfrm>
            <a:off x="6424418" y="4648190"/>
            <a:ext cx="2016523" cy="352801"/>
            <a:chOff x="6102883" y="4557853"/>
            <a:chExt cx="741371" cy="262958"/>
          </a:xfrm>
        </p:grpSpPr>
        <p:sp>
          <p:nvSpPr>
            <p:cNvPr id="95" name="Line 6"/>
            <p:cNvSpPr>
              <a:spLocks noChangeShapeType="1"/>
            </p:cNvSpPr>
            <p:nvPr/>
          </p:nvSpPr>
          <p:spPr bwMode="auto">
            <a:xfrm flipV="1">
              <a:off x="6102883" y="4557853"/>
              <a:ext cx="0" cy="268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Line 7"/>
            <p:cNvSpPr>
              <a:spLocks noChangeShapeType="1"/>
            </p:cNvSpPr>
            <p:nvPr/>
          </p:nvSpPr>
          <p:spPr bwMode="auto">
            <a:xfrm>
              <a:off x="6102891" y="4579320"/>
              <a:ext cx="74136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Line 8"/>
            <p:cNvSpPr>
              <a:spLocks noChangeShapeType="1"/>
            </p:cNvSpPr>
            <p:nvPr/>
          </p:nvSpPr>
          <p:spPr bwMode="auto">
            <a:xfrm>
              <a:off x="6844245" y="4579320"/>
              <a:ext cx="0" cy="2414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98" name="表格 97"/>
          <p:cNvGraphicFramePr>
            <a:graphicFrameLocks noGrp="1"/>
          </p:cNvGraphicFramePr>
          <p:nvPr/>
        </p:nvGraphicFramePr>
        <p:xfrm>
          <a:off x="990601" y="4562940"/>
          <a:ext cx="1851429" cy="886927"/>
        </p:xfrm>
        <a:graphic>
          <a:graphicData uri="http://schemas.openxmlformats.org/drawingml/2006/table">
            <a:tbl>
              <a:tblPr firstRow="1" bandRow="1">
                <a:solidFill>
                  <a:srgbClr val="E9F19D"/>
                </a:solidFill>
                <a:tableStyleId>{5940675A-B579-460E-94D1-54222C63F5DA}</a:tableStyleId>
              </a:tblPr>
              <a:tblGrid>
                <a:gridCol w="617143">
                  <a:extLst>
                    <a:ext uri="{9D8B030D-6E8A-4147-A177-3AD203B41FA5}">
                      <a16:colId xmlns:a16="http://schemas.microsoft.com/office/drawing/2014/main" val="20000"/>
                    </a:ext>
                  </a:extLst>
                </a:gridCol>
                <a:gridCol w="617143">
                  <a:extLst>
                    <a:ext uri="{9D8B030D-6E8A-4147-A177-3AD203B41FA5}">
                      <a16:colId xmlns:a16="http://schemas.microsoft.com/office/drawing/2014/main" val="20001"/>
                    </a:ext>
                  </a:extLst>
                </a:gridCol>
                <a:gridCol w="617143">
                  <a:extLst>
                    <a:ext uri="{9D8B030D-6E8A-4147-A177-3AD203B41FA5}">
                      <a16:colId xmlns:a16="http://schemas.microsoft.com/office/drawing/2014/main" val="20002"/>
                    </a:ext>
                  </a:extLst>
                </a:gridCol>
              </a:tblGrid>
              <a:tr h="340391">
                <a:tc>
                  <a:txBody>
                    <a:bodyPr/>
                    <a:lstStyle/>
                    <a:p>
                      <a:pPr algn="ctr"/>
                      <a:endParaRPr lang="zh-CN" altLang="en-US" sz="1600" dirty="0">
                        <a:latin typeface="Times New Roman" pitchFamily="18" charset="0"/>
                        <a:cs typeface="Times New Roman" pitchFamily="18" charset="0"/>
                      </a:endParaRPr>
                    </a:p>
                  </a:txBody>
                  <a:tcPr>
                    <a:solidFill>
                      <a:schemeClr val="bg1"/>
                    </a:solidFill>
                  </a:tcPr>
                </a:tc>
                <a:tc>
                  <a:txBody>
                    <a:bodyPr/>
                    <a:lstStyle/>
                    <a:p>
                      <a:pPr algn="l" fontAlgn="ctr"/>
                      <a:r>
                        <a:rPr lang="en-US" sz="1600" b="0" i="0" u="none" strike="noStrike">
                          <a:solidFill>
                            <a:srgbClr val="000000"/>
                          </a:solidFill>
                          <a:effectLst/>
                          <a:latin typeface="Times New Roman" pitchFamily="18" charset="0"/>
                          <a:cs typeface="Times New Roman" pitchFamily="18" charset="0"/>
                        </a:rPr>
                        <a:t>p1,2,5</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effectLst/>
                          <a:latin typeface="Times New Roman" pitchFamily="18" charset="0"/>
                          <a:cs typeface="Times New Roman" pitchFamily="18" charset="0"/>
                        </a:rPr>
                        <a:t>p4,3,6</a:t>
                      </a: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268">
                <a:tc>
                  <a:txBody>
                    <a:bodyPr/>
                    <a:lstStyle/>
                    <a:p>
                      <a:pPr algn="l" fontAlgn="ctr"/>
                      <a:r>
                        <a:rPr lang="en-US" sz="1600" b="0" i="0" u="none" strike="noStrike">
                          <a:solidFill>
                            <a:srgbClr val="000000"/>
                          </a:solidFill>
                          <a:effectLst/>
                          <a:latin typeface="Times New Roman" pitchFamily="18" charset="0"/>
                          <a:cs typeface="Times New Roman" pitchFamily="18" charset="0"/>
                        </a:rPr>
                        <a:t>p1,2,5</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600" b="0" i="0" u="none" strike="noStrike">
                          <a:solidFill>
                            <a:srgbClr val="000000"/>
                          </a:solidFill>
                          <a:effectLst/>
                          <a:latin typeface="Times New Roman" pitchFamily="18" charset="0"/>
                          <a:cs typeface="Times New Roman" pitchFamily="18"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268">
                <a:tc>
                  <a:txBody>
                    <a:bodyPr/>
                    <a:lstStyle/>
                    <a:p>
                      <a:pPr algn="l" fontAlgn="ctr"/>
                      <a:r>
                        <a:rPr lang="en-US" sz="1600" b="0" i="0" u="none" strike="noStrike" dirty="0">
                          <a:solidFill>
                            <a:srgbClr val="000000"/>
                          </a:solidFill>
                          <a:effectLst/>
                          <a:latin typeface="Times New Roman" pitchFamily="18" charset="0"/>
                          <a:cs typeface="Times New Roman" pitchFamily="18" charset="0"/>
                        </a:rPr>
                        <a:t>p4,3,6</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altLang="zh-CN" sz="1600" b="1" i="0" u="none" strike="noStrike" dirty="0">
                          <a:solidFill>
                            <a:srgbClr val="FF0000"/>
                          </a:solidFill>
                          <a:effectLst/>
                          <a:latin typeface="Times New Roman" pitchFamily="18" charset="0"/>
                          <a:cs typeface="Times New Roman" pitchFamily="18" charset="0"/>
                        </a:rPr>
                        <a:t>16.12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ctr"/>
                      <a:endParaRPr lang="en-US" altLang="zh-CN" sz="1600" b="1" i="0" u="none" strike="noStrike" dirty="0">
                        <a:solidFill>
                          <a:srgbClr val="FF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99" name="椭圆 150"/>
          <p:cNvSpPr/>
          <p:nvPr/>
        </p:nvSpPr>
        <p:spPr>
          <a:xfrm rot="14242593">
            <a:off x="6457765" y="637019"/>
            <a:ext cx="1188000" cy="2052000"/>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 name="connsiteX0" fmla="*/ 18564 w 976213"/>
              <a:gd name="connsiteY0" fmla="*/ 1584058 h 3079356"/>
              <a:gd name="connsiteX1" fmla="*/ 109752 w 976213"/>
              <a:gd name="connsiteY1" fmla="*/ 477572 h 3079356"/>
              <a:gd name="connsiteX2" fmla="*/ 491500 w 976213"/>
              <a:gd name="connsiteY2" fmla="*/ 73 h 3079356"/>
              <a:gd name="connsiteX3" fmla="*/ 880247 w 976213"/>
              <a:gd name="connsiteY3" fmla="*/ 451467 h 3079356"/>
              <a:gd name="connsiteX4" fmla="*/ 964436 w 976213"/>
              <a:gd name="connsiteY4" fmla="*/ 1584058 h 3079356"/>
              <a:gd name="connsiteX5" fmla="*/ 780706 w 976213"/>
              <a:gd name="connsiteY5" fmla="*/ 2657096 h 3079356"/>
              <a:gd name="connsiteX6" fmla="*/ 340923 w 976213"/>
              <a:gd name="connsiteY6" fmla="*/ 3079237 h 3079356"/>
              <a:gd name="connsiteX7" fmla="*/ 48387 w 976213"/>
              <a:gd name="connsiteY7" fmla="*/ 2626099 h 3079356"/>
              <a:gd name="connsiteX8" fmla="*/ 18564 w 976213"/>
              <a:gd name="connsiteY8" fmla="*/ 1584058 h 3079356"/>
              <a:gd name="connsiteX0" fmla="*/ 18564 w 976213"/>
              <a:gd name="connsiteY0" fmla="*/ 1584058 h 3022333"/>
              <a:gd name="connsiteX1" fmla="*/ 109752 w 976213"/>
              <a:gd name="connsiteY1" fmla="*/ 477572 h 3022333"/>
              <a:gd name="connsiteX2" fmla="*/ 491500 w 976213"/>
              <a:gd name="connsiteY2" fmla="*/ 73 h 3022333"/>
              <a:gd name="connsiteX3" fmla="*/ 880247 w 976213"/>
              <a:gd name="connsiteY3" fmla="*/ 451467 h 3022333"/>
              <a:gd name="connsiteX4" fmla="*/ 964436 w 976213"/>
              <a:gd name="connsiteY4" fmla="*/ 1584058 h 3022333"/>
              <a:gd name="connsiteX5" fmla="*/ 780706 w 976213"/>
              <a:gd name="connsiteY5" fmla="*/ 2657096 h 3022333"/>
              <a:gd name="connsiteX6" fmla="*/ 466138 w 976213"/>
              <a:gd name="connsiteY6" fmla="*/ 3022154 h 3022333"/>
              <a:gd name="connsiteX7" fmla="*/ 48387 w 976213"/>
              <a:gd name="connsiteY7" fmla="*/ 2626099 h 3022333"/>
              <a:gd name="connsiteX8" fmla="*/ 18564 w 976213"/>
              <a:gd name="connsiteY8" fmla="*/ 1584058 h 3022333"/>
              <a:gd name="connsiteX0" fmla="*/ 1175 w 958824"/>
              <a:gd name="connsiteY0" fmla="*/ 1584058 h 3044396"/>
              <a:gd name="connsiteX1" fmla="*/ 92363 w 958824"/>
              <a:gd name="connsiteY1" fmla="*/ 477572 h 3044396"/>
              <a:gd name="connsiteX2" fmla="*/ 474111 w 958824"/>
              <a:gd name="connsiteY2" fmla="*/ 73 h 3044396"/>
              <a:gd name="connsiteX3" fmla="*/ 862858 w 958824"/>
              <a:gd name="connsiteY3" fmla="*/ 451467 h 3044396"/>
              <a:gd name="connsiteX4" fmla="*/ 947047 w 958824"/>
              <a:gd name="connsiteY4" fmla="*/ 1584058 h 3044396"/>
              <a:gd name="connsiteX5" fmla="*/ 763317 w 958824"/>
              <a:gd name="connsiteY5" fmla="*/ 2657096 h 3044396"/>
              <a:gd name="connsiteX6" fmla="*/ 448749 w 958824"/>
              <a:gd name="connsiteY6" fmla="*/ 3022154 h 3044396"/>
              <a:gd name="connsiteX7" fmla="*/ 131142 w 958824"/>
              <a:gd name="connsiteY7" fmla="*/ 2122422 h 3044396"/>
              <a:gd name="connsiteX8" fmla="*/ 1175 w 958824"/>
              <a:gd name="connsiteY8" fmla="*/ 1584058 h 3044396"/>
              <a:gd name="connsiteX0" fmla="*/ 6125 w 927920"/>
              <a:gd name="connsiteY0" fmla="*/ 1023420 h 3044396"/>
              <a:gd name="connsiteX1" fmla="*/ 61459 w 927920"/>
              <a:gd name="connsiteY1" fmla="*/ 477572 h 3044396"/>
              <a:gd name="connsiteX2" fmla="*/ 443207 w 927920"/>
              <a:gd name="connsiteY2" fmla="*/ 73 h 3044396"/>
              <a:gd name="connsiteX3" fmla="*/ 831954 w 927920"/>
              <a:gd name="connsiteY3" fmla="*/ 451467 h 3044396"/>
              <a:gd name="connsiteX4" fmla="*/ 916143 w 927920"/>
              <a:gd name="connsiteY4" fmla="*/ 1584058 h 3044396"/>
              <a:gd name="connsiteX5" fmla="*/ 732413 w 927920"/>
              <a:gd name="connsiteY5" fmla="*/ 2657096 h 3044396"/>
              <a:gd name="connsiteX6" fmla="*/ 417845 w 927920"/>
              <a:gd name="connsiteY6" fmla="*/ 3022154 h 3044396"/>
              <a:gd name="connsiteX7" fmla="*/ 100238 w 927920"/>
              <a:gd name="connsiteY7" fmla="*/ 2122422 h 3044396"/>
              <a:gd name="connsiteX8" fmla="*/ 6125 w 927920"/>
              <a:gd name="connsiteY8" fmla="*/ 1023420 h 3044396"/>
              <a:gd name="connsiteX0" fmla="*/ 6125 w 927920"/>
              <a:gd name="connsiteY0" fmla="*/ 762296 h 2783272"/>
              <a:gd name="connsiteX1" fmla="*/ 61459 w 927920"/>
              <a:gd name="connsiteY1" fmla="*/ 216448 h 2783272"/>
              <a:gd name="connsiteX2" fmla="*/ 539850 w 927920"/>
              <a:gd name="connsiteY2" fmla="*/ 16843 h 2783272"/>
              <a:gd name="connsiteX3" fmla="*/ 831954 w 927920"/>
              <a:gd name="connsiteY3" fmla="*/ 190343 h 2783272"/>
              <a:gd name="connsiteX4" fmla="*/ 916143 w 927920"/>
              <a:gd name="connsiteY4" fmla="*/ 1322934 h 2783272"/>
              <a:gd name="connsiteX5" fmla="*/ 732413 w 927920"/>
              <a:gd name="connsiteY5" fmla="*/ 2395972 h 2783272"/>
              <a:gd name="connsiteX6" fmla="*/ 417845 w 927920"/>
              <a:gd name="connsiteY6" fmla="*/ 2761030 h 2783272"/>
              <a:gd name="connsiteX7" fmla="*/ 100238 w 927920"/>
              <a:gd name="connsiteY7" fmla="*/ 1861298 h 2783272"/>
              <a:gd name="connsiteX8" fmla="*/ 6125 w 927920"/>
              <a:gd name="connsiteY8" fmla="*/ 762296 h 2783272"/>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834817 h 2855793"/>
              <a:gd name="connsiteX1" fmla="*/ 61459 w 939044"/>
              <a:gd name="connsiteY1" fmla="*/ 288969 h 2855793"/>
              <a:gd name="connsiteX2" fmla="*/ 534836 w 939044"/>
              <a:gd name="connsiteY2" fmla="*/ 45 h 2855793"/>
              <a:gd name="connsiteX3" fmla="*/ 876256 w 939044"/>
              <a:gd name="connsiteY3" fmla="*/ 296918 h 2855793"/>
              <a:gd name="connsiteX4" fmla="*/ 916143 w 939044"/>
              <a:gd name="connsiteY4" fmla="*/ 1395455 h 2855793"/>
              <a:gd name="connsiteX5" fmla="*/ 732413 w 939044"/>
              <a:gd name="connsiteY5" fmla="*/ 2468493 h 2855793"/>
              <a:gd name="connsiteX6" fmla="*/ 417845 w 939044"/>
              <a:gd name="connsiteY6" fmla="*/ 2833551 h 2855793"/>
              <a:gd name="connsiteX7" fmla="*/ 100238 w 939044"/>
              <a:gd name="connsiteY7" fmla="*/ 1933819 h 2855793"/>
              <a:gd name="connsiteX8" fmla="*/ 6125 w 939044"/>
              <a:gd name="connsiteY8" fmla="*/ 834817 h 2855793"/>
              <a:gd name="connsiteX0" fmla="*/ 8111 w 941030"/>
              <a:gd name="connsiteY0" fmla="*/ 839858 h 2860834"/>
              <a:gd name="connsiteX1" fmla="*/ 263598 w 941030"/>
              <a:gd name="connsiteY1" fmla="*/ 239230 h 2860834"/>
              <a:gd name="connsiteX2" fmla="*/ 536822 w 941030"/>
              <a:gd name="connsiteY2" fmla="*/ 5086 h 2860834"/>
              <a:gd name="connsiteX3" fmla="*/ 878242 w 941030"/>
              <a:gd name="connsiteY3" fmla="*/ 301959 h 2860834"/>
              <a:gd name="connsiteX4" fmla="*/ 918129 w 941030"/>
              <a:gd name="connsiteY4" fmla="*/ 1400496 h 2860834"/>
              <a:gd name="connsiteX5" fmla="*/ 734399 w 941030"/>
              <a:gd name="connsiteY5" fmla="*/ 2473534 h 2860834"/>
              <a:gd name="connsiteX6" fmla="*/ 419831 w 941030"/>
              <a:gd name="connsiteY6" fmla="*/ 2838592 h 2860834"/>
              <a:gd name="connsiteX7" fmla="*/ 102224 w 941030"/>
              <a:gd name="connsiteY7" fmla="*/ 1938860 h 2860834"/>
              <a:gd name="connsiteX8" fmla="*/ 8111 w 941030"/>
              <a:gd name="connsiteY8" fmla="*/ 839858 h 2860834"/>
              <a:gd name="connsiteX0" fmla="*/ 17831 w 903494"/>
              <a:gd name="connsiteY0" fmla="*/ 660008 h 2860834"/>
              <a:gd name="connsiteX1" fmla="*/ 226062 w 903494"/>
              <a:gd name="connsiteY1" fmla="*/ 239230 h 2860834"/>
              <a:gd name="connsiteX2" fmla="*/ 499286 w 903494"/>
              <a:gd name="connsiteY2" fmla="*/ 5086 h 2860834"/>
              <a:gd name="connsiteX3" fmla="*/ 840706 w 903494"/>
              <a:gd name="connsiteY3" fmla="*/ 301959 h 2860834"/>
              <a:gd name="connsiteX4" fmla="*/ 880593 w 903494"/>
              <a:gd name="connsiteY4" fmla="*/ 1400496 h 2860834"/>
              <a:gd name="connsiteX5" fmla="*/ 696863 w 903494"/>
              <a:gd name="connsiteY5" fmla="*/ 2473534 h 2860834"/>
              <a:gd name="connsiteX6" fmla="*/ 382295 w 903494"/>
              <a:gd name="connsiteY6" fmla="*/ 2838592 h 2860834"/>
              <a:gd name="connsiteX7" fmla="*/ 64688 w 903494"/>
              <a:gd name="connsiteY7" fmla="*/ 1938860 h 2860834"/>
              <a:gd name="connsiteX8" fmla="*/ 17831 w 903494"/>
              <a:gd name="connsiteY8" fmla="*/ 660008 h 2860834"/>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74088 h 2874914"/>
              <a:gd name="connsiteX1" fmla="*/ 227828 w 903612"/>
              <a:gd name="connsiteY1" fmla="*/ 171626 h 2874914"/>
              <a:gd name="connsiteX2" fmla="*/ 499404 w 903612"/>
              <a:gd name="connsiteY2" fmla="*/ 19166 h 2874914"/>
              <a:gd name="connsiteX3" fmla="*/ 840824 w 903612"/>
              <a:gd name="connsiteY3" fmla="*/ 316039 h 2874914"/>
              <a:gd name="connsiteX4" fmla="*/ 880711 w 903612"/>
              <a:gd name="connsiteY4" fmla="*/ 1414576 h 2874914"/>
              <a:gd name="connsiteX5" fmla="*/ 696981 w 903612"/>
              <a:gd name="connsiteY5" fmla="*/ 2487614 h 2874914"/>
              <a:gd name="connsiteX6" fmla="*/ 382413 w 903612"/>
              <a:gd name="connsiteY6" fmla="*/ 2852672 h 2874914"/>
              <a:gd name="connsiteX7" fmla="*/ 64806 w 903612"/>
              <a:gd name="connsiteY7" fmla="*/ 1952940 h 2874914"/>
              <a:gd name="connsiteX8" fmla="*/ 17949 w 903612"/>
              <a:gd name="connsiteY8" fmla="*/ 674088 h 2874914"/>
              <a:gd name="connsiteX0" fmla="*/ 26925 w 891376"/>
              <a:gd name="connsiteY0" fmla="*/ 717064 h 2874914"/>
              <a:gd name="connsiteX1" fmla="*/ 215592 w 891376"/>
              <a:gd name="connsiteY1" fmla="*/ 171626 h 2874914"/>
              <a:gd name="connsiteX2" fmla="*/ 487168 w 891376"/>
              <a:gd name="connsiteY2" fmla="*/ 19166 h 2874914"/>
              <a:gd name="connsiteX3" fmla="*/ 828588 w 891376"/>
              <a:gd name="connsiteY3" fmla="*/ 316039 h 2874914"/>
              <a:gd name="connsiteX4" fmla="*/ 868475 w 891376"/>
              <a:gd name="connsiteY4" fmla="*/ 1414576 h 2874914"/>
              <a:gd name="connsiteX5" fmla="*/ 684745 w 891376"/>
              <a:gd name="connsiteY5" fmla="*/ 2487614 h 2874914"/>
              <a:gd name="connsiteX6" fmla="*/ 370177 w 891376"/>
              <a:gd name="connsiteY6" fmla="*/ 2852672 h 2874914"/>
              <a:gd name="connsiteX7" fmla="*/ 52570 w 891376"/>
              <a:gd name="connsiteY7" fmla="*/ 1952940 h 2874914"/>
              <a:gd name="connsiteX8" fmla="*/ 26925 w 891376"/>
              <a:gd name="connsiteY8" fmla="*/ 717064 h 2874914"/>
              <a:gd name="connsiteX0" fmla="*/ 47530 w 911981"/>
              <a:gd name="connsiteY0" fmla="*/ 717064 h 2874914"/>
              <a:gd name="connsiteX1" fmla="*/ 236197 w 911981"/>
              <a:gd name="connsiteY1" fmla="*/ 171626 h 2874914"/>
              <a:gd name="connsiteX2" fmla="*/ 507773 w 911981"/>
              <a:gd name="connsiteY2" fmla="*/ 19166 h 2874914"/>
              <a:gd name="connsiteX3" fmla="*/ 849193 w 911981"/>
              <a:gd name="connsiteY3" fmla="*/ 316039 h 2874914"/>
              <a:gd name="connsiteX4" fmla="*/ 889080 w 911981"/>
              <a:gd name="connsiteY4" fmla="*/ 1414576 h 2874914"/>
              <a:gd name="connsiteX5" fmla="*/ 705350 w 911981"/>
              <a:gd name="connsiteY5" fmla="*/ 2487614 h 2874914"/>
              <a:gd name="connsiteX6" fmla="*/ 390782 w 911981"/>
              <a:gd name="connsiteY6" fmla="*/ 2852672 h 2874914"/>
              <a:gd name="connsiteX7" fmla="*/ 73175 w 911981"/>
              <a:gd name="connsiteY7" fmla="*/ 1952940 h 2874914"/>
              <a:gd name="connsiteX8" fmla="*/ 47530 w 911981"/>
              <a:gd name="connsiteY8" fmla="*/ 717064 h 2874914"/>
              <a:gd name="connsiteX0" fmla="*/ 27966 w 892417"/>
              <a:gd name="connsiteY0" fmla="*/ 717064 h 2874914"/>
              <a:gd name="connsiteX1" fmla="*/ 216633 w 892417"/>
              <a:gd name="connsiteY1" fmla="*/ 171626 h 2874914"/>
              <a:gd name="connsiteX2" fmla="*/ 488209 w 892417"/>
              <a:gd name="connsiteY2" fmla="*/ 19166 h 2874914"/>
              <a:gd name="connsiteX3" fmla="*/ 829629 w 892417"/>
              <a:gd name="connsiteY3" fmla="*/ 316039 h 2874914"/>
              <a:gd name="connsiteX4" fmla="*/ 869516 w 892417"/>
              <a:gd name="connsiteY4" fmla="*/ 1414576 h 2874914"/>
              <a:gd name="connsiteX5" fmla="*/ 685786 w 892417"/>
              <a:gd name="connsiteY5" fmla="*/ 2487614 h 2874914"/>
              <a:gd name="connsiteX6" fmla="*/ 371218 w 892417"/>
              <a:gd name="connsiteY6" fmla="*/ 2852672 h 2874914"/>
              <a:gd name="connsiteX7" fmla="*/ 53611 w 892417"/>
              <a:gd name="connsiteY7" fmla="*/ 1952940 h 2874914"/>
              <a:gd name="connsiteX8" fmla="*/ 27966 w 892417"/>
              <a:gd name="connsiteY8" fmla="*/ 717064 h 2874914"/>
              <a:gd name="connsiteX0" fmla="*/ 12170 w 876621"/>
              <a:gd name="connsiteY0" fmla="*/ 717064 h 2882802"/>
              <a:gd name="connsiteX1" fmla="*/ 200837 w 876621"/>
              <a:gd name="connsiteY1" fmla="*/ 171626 h 2882802"/>
              <a:gd name="connsiteX2" fmla="*/ 472413 w 876621"/>
              <a:gd name="connsiteY2" fmla="*/ 19166 h 2882802"/>
              <a:gd name="connsiteX3" fmla="*/ 813833 w 876621"/>
              <a:gd name="connsiteY3" fmla="*/ 316039 h 2882802"/>
              <a:gd name="connsiteX4" fmla="*/ 853720 w 876621"/>
              <a:gd name="connsiteY4" fmla="*/ 1414576 h 2882802"/>
              <a:gd name="connsiteX5" fmla="*/ 669990 w 876621"/>
              <a:gd name="connsiteY5" fmla="*/ 2487614 h 2882802"/>
              <a:gd name="connsiteX6" fmla="*/ 355422 w 876621"/>
              <a:gd name="connsiteY6" fmla="*/ 2852672 h 2882802"/>
              <a:gd name="connsiteX7" fmla="*/ 70151 w 876621"/>
              <a:gd name="connsiteY7" fmla="*/ 1821981 h 2882802"/>
              <a:gd name="connsiteX8" fmla="*/ 12170 w 87662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35559 w 900010"/>
              <a:gd name="connsiteY0" fmla="*/ 717064 h 2882802"/>
              <a:gd name="connsiteX1" fmla="*/ 224226 w 900010"/>
              <a:gd name="connsiteY1" fmla="*/ 171626 h 2882802"/>
              <a:gd name="connsiteX2" fmla="*/ 495802 w 900010"/>
              <a:gd name="connsiteY2" fmla="*/ 19166 h 2882802"/>
              <a:gd name="connsiteX3" fmla="*/ 837222 w 900010"/>
              <a:gd name="connsiteY3" fmla="*/ 316039 h 2882802"/>
              <a:gd name="connsiteX4" fmla="*/ 877109 w 900010"/>
              <a:gd name="connsiteY4" fmla="*/ 1414576 h 2882802"/>
              <a:gd name="connsiteX5" fmla="*/ 693379 w 900010"/>
              <a:gd name="connsiteY5" fmla="*/ 2487614 h 2882802"/>
              <a:gd name="connsiteX6" fmla="*/ 378811 w 900010"/>
              <a:gd name="connsiteY6" fmla="*/ 2852672 h 2882802"/>
              <a:gd name="connsiteX7" fmla="*/ 93540 w 900010"/>
              <a:gd name="connsiteY7" fmla="*/ 1821981 h 2882802"/>
              <a:gd name="connsiteX8" fmla="*/ 35559 w 900010"/>
              <a:gd name="connsiteY8" fmla="*/ 717064 h 2882802"/>
              <a:gd name="connsiteX0" fmla="*/ 26171 w 890622"/>
              <a:gd name="connsiteY0" fmla="*/ 717064 h 2882802"/>
              <a:gd name="connsiteX1" fmla="*/ 214838 w 890622"/>
              <a:gd name="connsiteY1" fmla="*/ 171626 h 2882802"/>
              <a:gd name="connsiteX2" fmla="*/ 486414 w 890622"/>
              <a:gd name="connsiteY2" fmla="*/ 19166 h 2882802"/>
              <a:gd name="connsiteX3" fmla="*/ 827834 w 890622"/>
              <a:gd name="connsiteY3" fmla="*/ 316039 h 2882802"/>
              <a:gd name="connsiteX4" fmla="*/ 867721 w 890622"/>
              <a:gd name="connsiteY4" fmla="*/ 1414576 h 2882802"/>
              <a:gd name="connsiteX5" fmla="*/ 683991 w 890622"/>
              <a:gd name="connsiteY5" fmla="*/ 2487614 h 2882802"/>
              <a:gd name="connsiteX6" fmla="*/ 369423 w 890622"/>
              <a:gd name="connsiteY6" fmla="*/ 2852672 h 2882802"/>
              <a:gd name="connsiteX7" fmla="*/ 84152 w 890622"/>
              <a:gd name="connsiteY7" fmla="*/ 1821981 h 2882802"/>
              <a:gd name="connsiteX8" fmla="*/ 26171 w 890622"/>
              <a:gd name="connsiteY8" fmla="*/ 717064 h 2882802"/>
              <a:gd name="connsiteX0" fmla="*/ 29461 w 893912"/>
              <a:gd name="connsiteY0" fmla="*/ 717064 h 2882802"/>
              <a:gd name="connsiteX1" fmla="*/ 218128 w 893912"/>
              <a:gd name="connsiteY1" fmla="*/ 171626 h 2882802"/>
              <a:gd name="connsiteX2" fmla="*/ 489704 w 893912"/>
              <a:gd name="connsiteY2" fmla="*/ 19166 h 2882802"/>
              <a:gd name="connsiteX3" fmla="*/ 831124 w 893912"/>
              <a:gd name="connsiteY3" fmla="*/ 316039 h 2882802"/>
              <a:gd name="connsiteX4" fmla="*/ 871011 w 893912"/>
              <a:gd name="connsiteY4" fmla="*/ 1414576 h 2882802"/>
              <a:gd name="connsiteX5" fmla="*/ 687281 w 893912"/>
              <a:gd name="connsiteY5" fmla="*/ 2487614 h 2882802"/>
              <a:gd name="connsiteX6" fmla="*/ 372713 w 893912"/>
              <a:gd name="connsiteY6" fmla="*/ 2852672 h 2882802"/>
              <a:gd name="connsiteX7" fmla="*/ 87442 w 893912"/>
              <a:gd name="connsiteY7" fmla="*/ 1821981 h 2882802"/>
              <a:gd name="connsiteX8" fmla="*/ 29461 w 893912"/>
              <a:gd name="connsiteY8" fmla="*/ 717064 h 2882802"/>
              <a:gd name="connsiteX0" fmla="*/ 25528 w 904861"/>
              <a:gd name="connsiteY0" fmla="*/ 700008 h 2882802"/>
              <a:gd name="connsiteX1" fmla="*/ 229077 w 904861"/>
              <a:gd name="connsiteY1" fmla="*/ 171626 h 2882802"/>
              <a:gd name="connsiteX2" fmla="*/ 500653 w 904861"/>
              <a:gd name="connsiteY2" fmla="*/ 19166 h 2882802"/>
              <a:gd name="connsiteX3" fmla="*/ 842073 w 904861"/>
              <a:gd name="connsiteY3" fmla="*/ 316039 h 2882802"/>
              <a:gd name="connsiteX4" fmla="*/ 881960 w 904861"/>
              <a:gd name="connsiteY4" fmla="*/ 1414576 h 2882802"/>
              <a:gd name="connsiteX5" fmla="*/ 698230 w 904861"/>
              <a:gd name="connsiteY5" fmla="*/ 2487614 h 2882802"/>
              <a:gd name="connsiteX6" fmla="*/ 383662 w 904861"/>
              <a:gd name="connsiteY6" fmla="*/ 2852672 h 2882802"/>
              <a:gd name="connsiteX7" fmla="*/ 98391 w 904861"/>
              <a:gd name="connsiteY7" fmla="*/ 1821981 h 2882802"/>
              <a:gd name="connsiteX8" fmla="*/ 25528 w 904861"/>
              <a:gd name="connsiteY8" fmla="*/ 700008 h 2882802"/>
              <a:gd name="connsiteX0" fmla="*/ 3067 w 882400"/>
              <a:gd name="connsiteY0" fmla="*/ 700008 h 2882802"/>
              <a:gd name="connsiteX1" fmla="*/ 206616 w 882400"/>
              <a:gd name="connsiteY1" fmla="*/ 171626 h 2882802"/>
              <a:gd name="connsiteX2" fmla="*/ 478192 w 882400"/>
              <a:gd name="connsiteY2" fmla="*/ 19166 h 2882802"/>
              <a:gd name="connsiteX3" fmla="*/ 819612 w 882400"/>
              <a:gd name="connsiteY3" fmla="*/ 316039 h 2882802"/>
              <a:gd name="connsiteX4" fmla="*/ 859499 w 882400"/>
              <a:gd name="connsiteY4" fmla="*/ 1414576 h 2882802"/>
              <a:gd name="connsiteX5" fmla="*/ 675769 w 882400"/>
              <a:gd name="connsiteY5" fmla="*/ 2487614 h 2882802"/>
              <a:gd name="connsiteX6" fmla="*/ 361201 w 882400"/>
              <a:gd name="connsiteY6" fmla="*/ 2852672 h 2882802"/>
              <a:gd name="connsiteX7" fmla="*/ 75930 w 882400"/>
              <a:gd name="connsiteY7" fmla="*/ 1821981 h 2882802"/>
              <a:gd name="connsiteX8" fmla="*/ 3067 w 882400"/>
              <a:gd name="connsiteY8" fmla="*/ 700008 h 2882802"/>
              <a:gd name="connsiteX0" fmla="*/ 3067 w 890413"/>
              <a:gd name="connsiteY0" fmla="*/ 697657 h 2880451"/>
              <a:gd name="connsiteX1" fmla="*/ 206616 w 890413"/>
              <a:gd name="connsiteY1" fmla="*/ 169275 h 2880451"/>
              <a:gd name="connsiteX2" fmla="*/ 478192 w 890413"/>
              <a:gd name="connsiteY2" fmla="*/ 16815 h 2880451"/>
              <a:gd name="connsiteX3" fmla="*/ 837597 w 890413"/>
              <a:gd name="connsiteY3" fmla="*/ 181227 h 2880451"/>
              <a:gd name="connsiteX4" fmla="*/ 859499 w 890413"/>
              <a:gd name="connsiteY4" fmla="*/ 1412225 h 2880451"/>
              <a:gd name="connsiteX5" fmla="*/ 675769 w 890413"/>
              <a:gd name="connsiteY5" fmla="*/ 2485263 h 2880451"/>
              <a:gd name="connsiteX6" fmla="*/ 361201 w 890413"/>
              <a:gd name="connsiteY6" fmla="*/ 2850321 h 2880451"/>
              <a:gd name="connsiteX7" fmla="*/ 75930 w 890413"/>
              <a:gd name="connsiteY7" fmla="*/ 1819630 h 2880451"/>
              <a:gd name="connsiteX8" fmla="*/ 3067 w 890413"/>
              <a:gd name="connsiteY8" fmla="*/ 697657 h 2880451"/>
              <a:gd name="connsiteX0" fmla="*/ 3067 w 890413"/>
              <a:gd name="connsiteY0" fmla="*/ 747934 h 2930728"/>
              <a:gd name="connsiteX1" fmla="*/ 206616 w 890413"/>
              <a:gd name="connsiteY1" fmla="*/ 219552 h 2930728"/>
              <a:gd name="connsiteX2" fmla="*/ 490783 w 890413"/>
              <a:gd name="connsiteY2" fmla="*/ 356 h 2930728"/>
              <a:gd name="connsiteX3" fmla="*/ 837597 w 890413"/>
              <a:gd name="connsiteY3" fmla="*/ 231504 h 2930728"/>
              <a:gd name="connsiteX4" fmla="*/ 859499 w 890413"/>
              <a:gd name="connsiteY4" fmla="*/ 1462502 h 2930728"/>
              <a:gd name="connsiteX5" fmla="*/ 675769 w 890413"/>
              <a:gd name="connsiteY5" fmla="*/ 2535540 h 2930728"/>
              <a:gd name="connsiteX6" fmla="*/ 361201 w 890413"/>
              <a:gd name="connsiteY6" fmla="*/ 2900598 h 2930728"/>
              <a:gd name="connsiteX7" fmla="*/ 75930 w 890413"/>
              <a:gd name="connsiteY7" fmla="*/ 1869907 h 2930728"/>
              <a:gd name="connsiteX8" fmla="*/ 3067 w 890413"/>
              <a:gd name="connsiteY8" fmla="*/ 747934 h 2930728"/>
              <a:gd name="connsiteX0" fmla="*/ 1927 w 896675"/>
              <a:gd name="connsiteY0" fmla="*/ 1130640 h 2930728"/>
              <a:gd name="connsiteX1" fmla="*/ 212878 w 896675"/>
              <a:gd name="connsiteY1" fmla="*/ 219552 h 2930728"/>
              <a:gd name="connsiteX2" fmla="*/ 497045 w 896675"/>
              <a:gd name="connsiteY2" fmla="*/ 356 h 2930728"/>
              <a:gd name="connsiteX3" fmla="*/ 843859 w 896675"/>
              <a:gd name="connsiteY3" fmla="*/ 231504 h 2930728"/>
              <a:gd name="connsiteX4" fmla="*/ 865761 w 896675"/>
              <a:gd name="connsiteY4" fmla="*/ 1462502 h 2930728"/>
              <a:gd name="connsiteX5" fmla="*/ 682031 w 896675"/>
              <a:gd name="connsiteY5" fmla="*/ 2535540 h 2930728"/>
              <a:gd name="connsiteX6" fmla="*/ 367463 w 896675"/>
              <a:gd name="connsiteY6" fmla="*/ 2900598 h 2930728"/>
              <a:gd name="connsiteX7" fmla="*/ 82192 w 896675"/>
              <a:gd name="connsiteY7" fmla="*/ 1869907 h 2930728"/>
              <a:gd name="connsiteX8" fmla="*/ 1927 w 896675"/>
              <a:gd name="connsiteY8" fmla="*/ 1130640 h 2930728"/>
              <a:gd name="connsiteX0" fmla="*/ 3863 w 898611"/>
              <a:gd name="connsiteY0" fmla="*/ 1130640 h 2920786"/>
              <a:gd name="connsiteX1" fmla="*/ 214814 w 898611"/>
              <a:gd name="connsiteY1" fmla="*/ 219552 h 2920786"/>
              <a:gd name="connsiteX2" fmla="*/ 498981 w 898611"/>
              <a:gd name="connsiteY2" fmla="*/ 356 h 2920786"/>
              <a:gd name="connsiteX3" fmla="*/ 845795 w 898611"/>
              <a:gd name="connsiteY3" fmla="*/ 231504 h 2920786"/>
              <a:gd name="connsiteX4" fmla="*/ 867697 w 898611"/>
              <a:gd name="connsiteY4" fmla="*/ 1462502 h 2920786"/>
              <a:gd name="connsiteX5" fmla="*/ 683967 w 898611"/>
              <a:gd name="connsiteY5" fmla="*/ 2535540 h 2920786"/>
              <a:gd name="connsiteX6" fmla="*/ 369399 w 898611"/>
              <a:gd name="connsiteY6" fmla="*/ 2900598 h 2920786"/>
              <a:gd name="connsiteX7" fmla="*/ 114047 w 898611"/>
              <a:gd name="connsiteY7" fmla="*/ 2036227 h 2920786"/>
              <a:gd name="connsiteX8" fmla="*/ 3863 w 898611"/>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7429" h="2920786">
                <a:moveTo>
                  <a:pt x="2681" y="1130640"/>
                </a:moveTo>
                <a:cubicBezTo>
                  <a:pt x="19476" y="827861"/>
                  <a:pt x="23264" y="606440"/>
                  <a:pt x="213632" y="219552"/>
                </a:cubicBezTo>
                <a:cubicBezTo>
                  <a:pt x="378725" y="4273"/>
                  <a:pt x="392636" y="-1636"/>
                  <a:pt x="497799" y="356"/>
                </a:cubicBezTo>
                <a:cubicBezTo>
                  <a:pt x="602962" y="2348"/>
                  <a:pt x="651220" y="-30068"/>
                  <a:pt x="844613" y="231504"/>
                </a:cubicBezTo>
                <a:cubicBezTo>
                  <a:pt x="923436" y="495501"/>
                  <a:pt x="899322" y="1077936"/>
                  <a:pt x="866515" y="1462502"/>
                </a:cubicBezTo>
                <a:cubicBezTo>
                  <a:pt x="833708" y="1847068"/>
                  <a:pt x="761608" y="2271543"/>
                  <a:pt x="682785" y="2535540"/>
                </a:cubicBezTo>
                <a:cubicBezTo>
                  <a:pt x="603962" y="2799537"/>
                  <a:pt x="463204" y="2983817"/>
                  <a:pt x="368217" y="2900598"/>
                </a:cubicBezTo>
                <a:cubicBezTo>
                  <a:pt x="273230" y="2817379"/>
                  <a:pt x="204979" y="2394937"/>
                  <a:pt x="112865" y="2036227"/>
                </a:cubicBezTo>
                <a:cubicBezTo>
                  <a:pt x="51078" y="1661032"/>
                  <a:pt x="-14114" y="1433419"/>
                  <a:pt x="2681" y="1130640"/>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62750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6466" name="Rectangle 2"/>
          <p:cNvSpPr>
            <a:spLocks noGrp="1" noChangeArrowheads="1"/>
          </p:cNvSpPr>
          <p:nvPr>
            <p:ph type="title"/>
          </p:nvPr>
        </p:nvSpPr>
        <p:spPr/>
        <p:txBody>
          <a:bodyPr/>
          <a:lstStyle/>
          <a:p>
            <a:r>
              <a:rPr lang="en-US" altLang="zh-CN" dirty="0"/>
              <a:t>Cluster</a:t>
            </a:r>
            <a:r>
              <a:rPr lang="zh-CN" altLang="en-US" dirty="0"/>
              <a:t>间的相似性</a:t>
            </a:r>
          </a:p>
        </p:txBody>
      </p:sp>
      <p:sp>
        <p:nvSpPr>
          <p:cNvPr id="22" name="内容占位符 1"/>
          <p:cNvSpPr>
            <a:spLocks noGrp="1"/>
          </p:cNvSpPr>
          <p:nvPr>
            <p:ph idx="1"/>
          </p:nvPr>
        </p:nvSpPr>
        <p:spPr>
          <a:xfrm>
            <a:off x="162765" y="1508790"/>
            <a:ext cx="8917735" cy="4678936"/>
          </a:xfrm>
        </p:spPr>
        <p:txBody>
          <a:bodyPr/>
          <a:lstStyle/>
          <a:p>
            <a:r>
              <a:rPr lang="en-US" altLang="zh-CN" dirty="0"/>
              <a:t>Objective Function </a:t>
            </a:r>
            <a:r>
              <a:rPr lang="zh-CN" altLang="en-US" dirty="0"/>
              <a:t>目标函数类</a:t>
            </a:r>
            <a:endParaRPr lang="en-US" altLang="zh-CN" dirty="0"/>
          </a:p>
          <a:p>
            <a:pPr lvl="1"/>
            <a:r>
              <a:rPr lang="en-US" altLang="zh-CN" dirty="0"/>
              <a:t>Ward</a:t>
            </a:r>
            <a:r>
              <a:rPr lang="zh-CN" altLang="en-US" dirty="0"/>
              <a:t>算法</a:t>
            </a:r>
            <a:endParaRPr lang="en-US" altLang="zh-CN" dirty="0"/>
          </a:p>
          <a:p>
            <a:pPr lvl="2"/>
            <a:r>
              <a:rPr lang="zh-CN" altLang="en-US" dirty="0"/>
              <a:t>两个簇的邻近度定义为两个簇合并时</a:t>
            </a:r>
            <a:br>
              <a:rPr lang="en-US" altLang="zh-CN" dirty="0"/>
            </a:br>
            <a:r>
              <a:rPr lang="zh-CN" altLang="en-US" dirty="0"/>
              <a:t>导致的平方误差的增量</a:t>
            </a:r>
            <a:endParaRPr lang="en-US" altLang="zh-CN" dirty="0"/>
          </a:p>
          <a:p>
            <a:pPr lvl="1"/>
            <a:endParaRPr lang="en-US" altLang="zh-CN" dirty="0"/>
          </a:p>
          <a:p>
            <a:pPr lvl="1"/>
            <a:endParaRPr lang="zh-CN" altLang="en-US" dirty="0"/>
          </a:p>
        </p:txBody>
      </p:sp>
      <p:grpSp>
        <p:nvGrpSpPr>
          <p:cNvPr id="28" name="组合 27"/>
          <p:cNvGrpSpPr/>
          <p:nvPr/>
        </p:nvGrpSpPr>
        <p:grpSpPr>
          <a:xfrm>
            <a:off x="6538960" y="5481572"/>
            <a:ext cx="576000" cy="309600"/>
            <a:chOff x="6102883" y="4579320"/>
            <a:chExt cx="741362" cy="518400"/>
          </a:xfrm>
        </p:grpSpPr>
        <p:sp>
          <p:nvSpPr>
            <p:cNvPr id="48" name="Line 6"/>
            <p:cNvSpPr>
              <a:spLocks noChangeShapeType="1"/>
            </p:cNvSpPr>
            <p:nvPr/>
          </p:nvSpPr>
          <p:spPr bwMode="auto">
            <a:xfrm flipV="1">
              <a:off x="6102883" y="4579320"/>
              <a:ext cx="0" cy="518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8"/>
            <p:cNvSpPr>
              <a:spLocks noChangeShapeType="1"/>
            </p:cNvSpPr>
            <p:nvPr/>
          </p:nvSpPr>
          <p:spPr bwMode="auto">
            <a:xfrm>
              <a:off x="6844245" y="4579320"/>
              <a:ext cx="0" cy="518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9" name="Text Box 22"/>
          <p:cNvSpPr txBox="1">
            <a:spLocks noChangeArrowheads="1"/>
          </p:cNvSpPr>
          <p:nvPr/>
        </p:nvSpPr>
        <p:spPr bwMode="auto">
          <a:xfrm>
            <a:off x="6386561" y="5703799"/>
            <a:ext cx="428625" cy="369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p2</a:t>
            </a:r>
          </a:p>
        </p:txBody>
      </p:sp>
      <p:sp>
        <p:nvSpPr>
          <p:cNvPr id="30" name="Text Box 23"/>
          <p:cNvSpPr txBox="1">
            <a:spLocks noChangeArrowheads="1"/>
          </p:cNvSpPr>
          <p:nvPr/>
        </p:nvSpPr>
        <p:spPr bwMode="auto">
          <a:xfrm>
            <a:off x="6949941"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p5</a:t>
            </a:r>
          </a:p>
        </p:txBody>
      </p:sp>
      <p:sp>
        <p:nvSpPr>
          <p:cNvPr id="31" name="Text Box 24"/>
          <p:cNvSpPr txBox="1">
            <a:spLocks noChangeArrowheads="1"/>
          </p:cNvSpPr>
          <p:nvPr/>
        </p:nvSpPr>
        <p:spPr bwMode="auto">
          <a:xfrm>
            <a:off x="7513322"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p3</a:t>
            </a:r>
          </a:p>
        </p:txBody>
      </p:sp>
      <p:sp>
        <p:nvSpPr>
          <p:cNvPr id="32" name="Text Box 25"/>
          <p:cNvSpPr txBox="1">
            <a:spLocks noChangeArrowheads="1"/>
          </p:cNvSpPr>
          <p:nvPr/>
        </p:nvSpPr>
        <p:spPr bwMode="auto">
          <a:xfrm>
            <a:off x="8076400"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p6</a:t>
            </a:r>
          </a:p>
        </p:txBody>
      </p:sp>
      <p:sp>
        <p:nvSpPr>
          <p:cNvPr id="34" name="Text Box 26"/>
          <p:cNvSpPr txBox="1">
            <a:spLocks noChangeArrowheads="1"/>
          </p:cNvSpPr>
          <p:nvPr/>
        </p:nvSpPr>
        <p:spPr bwMode="auto">
          <a:xfrm>
            <a:off x="8639478" y="570379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p4</a:t>
            </a:r>
          </a:p>
        </p:txBody>
      </p:sp>
      <p:sp>
        <p:nvSpPr>
          <p:cNvPr id="35" name="Text Box 26"/>
          <p:cNvSpPr txBox="1">
            <a:spLocks noChangeArrowheads="1"/>
          </p:cNvSpPr>
          <p:nvPr/>
        </p:nvSpPr>
        <p:spPr bwMode="auto">
          <a:xfrm>
            <a:off x="5853160" y="5715000"/>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ea typeface="宋体" pitchFamily="2" charset="-122"/>
              </a:rPr>
              <a:t>p1</a:t>
            </a:r>
          </a:p>
        </p:txBody>
      </p:sp>
      <p:grpSp>
        <p:nvGrpSpPr>
          <p:cNvPr id="36" name="组合 35"/>
          <p:cNvGrpSpPr/>
          <p:nvPr/>
        </p:nvGrpSpPr>
        <p:grpSpPr>
          <a:xfrm>
            <a:off x="7681960" y="5531972"/>
            <a:ext cx="576000" cy="259200"/>
            <a:chOff x="6102883" y="4579320"/>
            <a:chExt cx="741362" cy="530490"/>
          </a:xfrm>
        </p:grpSpPr>
        <p:sp>
          <p:nvSpPr>
            <p:cNvPr id="45" name="Line 6"/>
            <p:cNvSpPr>
              <a:spLocks noChangeShapeType="1"/>
            </p:cNvSpPr>
            <p:nvPr/>
          </p:nvSpPr>
          <p:spPr bwMode="auto">
            <a:xfrm flipV="1">
              <a:off x="6102883" y="4579320"/>
              <a:ext cx="0" cy="530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8"/>
            <p:cNvSpPr>
              <a:spLocks noChangeShapeType="1"/>
            </p:cNvSpPr>
            <p:nvPr/>
          </p:nvSpPr>
          <p:spPr bwMode="auto">
            <a:xfrm>
              <a:off x="6844245" y="4579320"/>
              <a:ext cx="0" cy="530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 name="组合 50"/>
          <p:cNvGrpSpPr/>
          <p:nvPr/>
        </p:nvGrpSpPr>
        <p:grpSpPr>
          <a:xfrm>
            <a:off x="8001000" y="5380772"/>
            <a:ext cx="879874" cy="410400"/>
            <a:chOff x="6102883" y="4579319"/>
            <a:chExt cx="741371" cy="864001"/>
          </a:xfrm>
        </p:grpSpPr>
        <p:sp>
          <p:nvSpPr>
            <p:cNvPr id="52" name="Line 6"/>
            <p:cNvSpPr>
              <a:spLocks noChangeShapeType="1"/>
            </p:cNvSpPr>
            <p:nvPr/>
          </p:nvSpPr>
          <p:spPr bwMode="auto">
            <a:xfrm flipV="1">
              <a:off x="6102883" y="4579319"/>
              <a:ext cx="0" cy="32672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7"/>
            <p:cNvSpPr>
              <a:spLocks noChangeShapeType="1"/>
            </p:cNvSpPr>
            <p:nvPr/>
          </p:nvSpPr>
          <p:spPr bwMode="auto">
            <a:xfrm>
              <a:off x="6102891" y="4579320"/>
              <a:ext cx="74136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8"/>
            <p:cNvSpPr>
              <a:spLocks noChangeShapeType="1"/>
            </p:cNvSpPr>
            <p:nvPr/>
          </p:nvSpPr>
          <p:spPr bwMode="auto">
            <a:xfrm>
              <a:off x="6844245" y="4579320"/>
              <a:ext cx="0" cy="864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 name="椭圆 153"/>
          <p:cNvSpPr/>
          <p:nvPr/>
        </p:nvSpPr>
        <p:spPr>
          <a:xfrm rot="18322284">
            <a:off x="6024792" y="687434"/>
            <a:ext cx="2772360" cy="3282873"/>
          </a:xfrm>
          <a:custGeom>
            <a:avLst/>
            <a:gdLst>
              <a:gd name="connsiteX0" fmla="*/ 0 w 2900800"/>
              <a:gd name="connsiteY0" fmla="*/ 1793865 h 3587730"/>
              <a:gd name="connsiteX1" fmla="*/ 1450400 w 2900800"/>
              <a:gd name="connsiteY1" fmla="*/ 0 h 3587730"/>
              <a:gd name="connsiteX2" fmla="*/ 2900800 w 2900800"/>
              <a:gd name="connsiteY2" fmla="*/ 1793865 h 3587730"/>
              <a:gd name="connsiteX3" fmla="*/ 1450400 w 2900800"/>
              <a:gd name="connsiteY3" fmla="*/ 3587730 h 3587730"/>
              <a:gd name="connsiteX4" fmla="*/ 0 w 2900800"/>
              <a:gd name="connsiteY4" fmla="*/ 1793865 h 3587730"/>
              <a:gd name="connsiteX0" fmla="*/ 0 w 2897956"/>
              <a:gd name="connsiteY0" fmla="*/ 1796934 h 3592863"/>
              <a:gd name="connsiteX1" fmla="*/ 1450400 w 2897956"/>
              <a:gd name="connsiteY1" fmla="*/ 3069 h 3592863"/>
              <a:gd name="connsiteX2" fmla="*/ 2897956 w 2897956"/>
              <a:gd name="connsiteY2" fmla="*/ 1499047 h 3592863"/>
              <a:gd name="connsiteX3" fmla="*/ 1450400 w 2897956"/>
              <a:gd name="connsiteY3" fmla="*/ 3590799 h 3592863"/>
              <a:gd name="connsiteX4" fmla="*/ 0 w 2897956"/>
              <a:gd name="connsiteY4" fmla="*/ 1796934 h 3592863"/>
              <a:gd name="connsiteX0" fmla="*/ 0 w 2930395"/>
              <a:gd name="connsiteY0" fmla="*/ 1848367 h 3644296"/>
              <a:gd name="connsiteX1" fmla="*/ 1450400 w 2930395"/>
              <a:gd name="connsiteY1" fmla="*/ 54502 h 3644296"/>
              <a:gd name="connsiteX2" fmla="*/ 2245322 w 2930395"/>
              <a:gd name="connsiteY2" fmla="*/ 560759 h 3644296"/>
              <a:gd name="connsiteX3" fmla="*/ 2897956 w 2930395"/>
              <a:gd name="connsiteY3" fmla="*/ 1550480 h 3644296"/>
              <a:gd name="connsiteX4" fmla="*/ 1450400 w 2930395"/>
              <a:gd name="connsiteY4" fmla="*/ 3642232 h 3644296"/>
              <a:gd name="connsiteX5" fmla="*/ 0 w 2930395"/>
              <a:gd name="connsiteY5" fmla="*/ 1848367 h 3644296"/>
              <a:gd name="connsiteX0" fmla="*/ 3866 w 2934261"/>
              <a:gd name="connsiteY0" fmla="*/ 1742589 h 3537873"/>
              <a:gd name="connsiteX1" fmla="*/ 1068288 w 2934261"/>
              <a:gd name="connsiteY1" fmla="*/ 66262 h 3537873"/>
              <a:gd name="connsiteX2" fmla="*/ 2249188 w 2934261"/>
              <a:gd name="connsiteY2" fmla="*/ 454981 h 3537873"/>
              <a:gd name="connsiteX3" fmla="*/ 2901822 w 2934261"/>
              <a:gd name="connsiteY3" fmla="*/ 1444702 h 3537873"/>
              <a:gd name="connsiteX4" fmla="*/ 1454266 w 2934261"/>
              <a:gd name="connsiteY4" fmla="*/ 3536454 h 3537873"/>
              <a:gd name="connsiteX5" fmla="*/ 3866 w 2934261"/>
              <a:gd name="connsiteY5" fmla="*/ 1742589 h 3537873"/>
              <a:gd name="connsiteX0" fmla="*/ 4557 w 2788296"/>
              <a:gd name="connsiteY0" fmla="*/ 2355611 h 3593109"/>
              <a:gd name="connsiteX1" fmla="*/ 922323 w 2788296"/>
              <a:gd name="connsiteY1" fmla="*/ 105348 h 3593109"/>
              <a:gd name="connsiteX2" fmla="*/ 2103223 w 2788296"/>
              <a:gd name="connsiteY2" fmla="*/ 494067 h 3593109"/>
              <a:gd name="connsiteX3" fmla="*/ 2755857 w 2788296"/>
              <a:gd name="connsiteY3" fmla="*/ 1483788 h 3593109"/>
              <a:gd name="connsiteX4" fmla="*/ 1308301 w 2788296"/>
              <a:gd name="connsiteY4" fmla="*/ 3575540 h 3593109"/>
              <a:gd name="connsiteX5" fmla="*/ 4557 w 2788296"/>
              <a:gd name="connsiteY5" fmla="*/ 2355611 h 3593109"/>
              <a:gd name="connsiteX0" fmla="*/ 13374 w 2797113"/>
              <a:gd name="connsiteY0" fmla="*/ 2355611 h 3601319"/>
              <a:gd name="connsiteX1" fmla="*/ 931140 w 2797113"/>
              <a:gd name="connsiteY1" fmla="*/ 105348 h 3601319"/>
              <a:gd name="connsiteX2" fmla="*/ 2112040 w 2797113"/>
              <a:gd name="connsiteY2" fmla="*/ 494067 h 3601319"/>
              <a:gd name="connsiteX3" fmla="*/ 2764674 w 2797113"/>
              <a:gd name="connsiteY3" fmla="*/ 1483788 h 3601319"/>
              <a:gd name="connsiteX4" fmla="*/ 1635985 w 2797113"/>
              <a:gd name="connsiteY4" fmla="*/ 3583882 h 3601319"/>
              <a:gd name="connsiteX5" fmla="*/ 13374 w 2797113"/>
              <a:gd name="connsiteY5" fmla="*/ 2355611 h 3601319"/>
              <a:gd name="connsiteX0" fmla="*/ 13374 w 2737531"/>
              <a:gd name="connsiteY0" fmla="*/ 2355611 h 3592744"/>
              <a:gd name="connsiteX1" fmla="*/ 931140 w 2737531"/>
              <a:gd name="connsiteY1" fmla="*/ 105348 h 3592744"/>
              <a:gd name="connsiteX2" fmla="*/ 2112040 w 2737531"/>
              <a:gd name="connsiteY2" fmla="*/ 494067 h 3592744"/>
              <a:gd name="connsiteX3" fmla="*/ 2702063 w 2737531"/>
              <a:gd name="connsiteY3" fmla="*/ 1762945 h 3592744"/>
              <a:gd name="connsiteX4" fmla="*/ 1635985 w 2737531"/>
              <a:gd name="connsiteY4" fmla="*/ 3583882 h 3592744"/>
              <a:gd name="connsiteX5" fmla="*/ 13374 w 2737531"/>
              <a:gd name="connsiteY5" fmla="*/ 2355611 h 3592744"/>
              <a:gd name="connsiteX0" fmla="*/ 13167 w 2733685"/>
              <a:gd name="connsiteY0" fmla="*/ 2355129 h 3592262"/>
              <a:gd name="connsiteX1" fmla="*/ 930933 w 2733685"/>
              <a:gd name="connsiteY1" fmla="*/ 104866 h 3592262"/>
              <a:gd name="connsiteX2" fmla="*/ 2035194 w 2733685"/>
              <a:gd name="connsiteY2" fmla="*/ 495834 h 3592262"/>
              <a:gd name="connsiteX3" fmla="*/ 2701856 w 2733685"/>
              <a:gd name="connsiteY3" fmla="*/ 1762463 h 3592262"/>
              <a:gd name="connsiteX4" fmla="*/ 1635778 w 2733685"/>
              <a:gd name="connsiteY4" fmla="*/ 3583400 h 3592262"/>
              <a:gd name="connsiteX5" fmla="*/ 13167 w 2733685"/>
              <a:gd name="connsiteY5" fmla="*/ 2355129 h 3592262"/>
              <a:gd name="connsiteX0" fmla="*/ 13167 w 2733685"/>
              <a:gd name="connsiteY0" fmla="*/ 2394145 h 3631278"/>
              <a:gd name="connsiteX1" fmla="*/ 930933 w 2733685"/>
              <a:gd name="connsiteY1" fmla="*/ 143882 h 3631278"/>
              <a:gd name="connsiteX2" fmla="*/ 2035194 w 2733685"/>
              <a:gd name="connsiteY2" fmla="*/ 534850 h 3631278"/>
              <a:gd name="connsiteX3" fmla="*/ 2701856 w 2733685"/>
              <a:gd name="connsiteY3" fmla="*/ 1801479 h 3631278"/>
              <a:gd name="connsiteX4" fmla="*/ 1635778 w 2733685"/>
              <a:gd name="connsiteY4" fmla="*/ 3622416 h 3631278"/>
              <a:gd name="connsiteX5" fmla="*/ 13167 w 2733685"/>
              <a:gd name="connsiteY5" fmla="*/ 2394145 h 3631278"/>
              <a:gd name="connsiteX0" fmla="*/ 13167 w 2743188"/>
              <a:gd name="connsiteY0" fmla="*/ 2394145 h 3631278"/>
              <a:gd name="connsiteX1" fmla="*/ 930933 w 2743188"/>
              <a:gd name="connsiteY1" fmla="*/ 143882 h 3631278"/>
              <a:gd name="connsiteX2" fmla="*/ 2035194 w 2743188"/>
              <a:gd name="connsiteY2" fmla="*/ 534850 h 3631278"/>
              <a:gd name="connsiteX3" fmla="*/ 2701856 w 2743188"/>
              <a:gd name="connsiteY3" fmla="*/ 1801479 h 3631278"/>
              <a:gd name="connsiteX4" fmla="*/ 1635778 w 2743188"/>
              <a:gd name="connsiteY4" fmla="*/ 3622416 h 3631278"/>
              <a:gd name="connsiteX5" fmla="*/ 13167 w 2743188"/>
              <a:gd name="connsiteY5" fmla="*/ 2394145 h 3631278"/>
              <a:gd name="connsiteX0" fmla="*/ 41668 w 2771689"/>
              <a:gd name="connsiteY0" fmla="*/ 2148134 h 3384596"/>
              <a:gd name="connsiteX1" fmla="*/ 614964 w 2771689"/>
              <a:gd name="connsiteY1" fmla="*/ 317630 h 3384596"/>
              <a:gd name="connsiteX2" fmla="*/ 2063695 w 2771689"/>
              <a:gd name="connsiteY2" fmla="*/ 288839 h 3384596"/>
              <a:gd name="connsiteX3" fmla="*/ 2730357 w 2771689"/>
              <a:gd name="connsiteY3" fmla="*/ 1555468 h 3384596"/>
              <a:gd name="connsiteX4" fmla="*/ 1664279 w 2771689"/>
              <a:gd name="connsiteY4" fmla="*/ 3376405 h 3384596"/>
              <a:gd name="connsiteX5" fmla="*/ 41668 w 2771689"/>
              <a:gd name="connsiteY5" fmla="*/ 2148134 h 3384596"/>
              <a:gd name="connsiteX0" fmla="*/ 40620 w 2770641"/>
              <a:gd name="connsiteY0" fmla="*/ 2243115 h 3479577"/>
              <a:gd name="connsiteX1" fmla="*/ 613916 w 2770641"/>
              <a:gd name="connsiteY1" fmla="*/ 412611 h 3479577"/>
              <a:gd name="connsiteX2" fmla="*/ 2062647 w 2770641"/>
              <a:gd name="connsiteY2" fmla="*/ 383820 h 3479577"/>
              <a:gd name="connsiteX3" fmla="*/ 2729309 w 2770641"/>
              <a:gd name="connsiteY3" fmla="*/ 1650449 h 3479577"/>
              <a:gd name="connsiteX4" fmla="*/ 1663231 w 2770641"/>
              <a:gd name="connsiteY4" fmla="*/ 3471386 h 3479577"/>
              <a:gd name="connsiteX5" fmla="*/ 40620 w 2770641"/>
              <a:gd name="connsiteY5" fmla="*/ 2243115 h 3479577"/>
              <a:gd name="connsiteX0" fmla="*/ 42379 w 2772400"/>
              <a:gd name="connsiteY0" fmla="*/ 2169288 h 3405517"/>
              <a:gd name="connsiteX1" fmla="*/ 601919 w 2772400"/>
              <a:gd name="connsiteY1" fmla="*/ 500405 h 3405517"/>
              <a:gd name="connsiteX2" fmla="*/ 2064406 w 2772400"/>
              <a:gd name="connsiteY2" fmla="*/ 309993 h 3405517"/>
              <a:gd name="connsiteX3" fmla="*/ 2731068 w 2772400"/>
              <a:gd name="connsiteY3" fmla="*/ 1576622 h 3405517"/>
              <a:gd name="connsiteX4" fmla="*/ 1664990 w 2772400"/>
              <a:gd name="connsiteY4" fmla="*/ 3397559 h 3405517"/>
              <a:gd name="connsiteX5" fmla="*/ 42379 w 2772400"/>
              <a:gd name="connsiteY5" fmla="*/ 2169288 h 3405517"/>
              <a:gd name="connsiteX0" fmla="*/ 37284 w 2767305"/>
              <a:gd name="connsiteY0" fmla="*/ 2130289 h 3366518"/>
              <a:gd name="connsiteX1" fmla="*/ 596824 w 2767305"/>
              <a:gd name="connsiteY1" fmla="*/ 461406 h 3366518"/>
              <a:gd name="connsiteX2" fmla="*/ 2059311 w 2767305"/>
              <a:gd name="connsiteY2" fmla="*/ 270994 h 3366518"/>
              <a:gd name="connsiteX3" fmla="*/ 2725973 w 2767305"/>
              <a:gd name="connsiteY3" fmla="*/ 1537623 h 3366518"/>
              <a:gd name="connsiteX4" fmla="*/ 1659895 w 2767305"/>
              <a:gd name="connsiteY4" fmla="*/ 3358560 h 3366518"/>
              <a:gd name="connsiteX5" fmla="*/ 37284 w 2767305"/>
              <a:gd name="connsiteY5" fmla="*/ 2130289 h 3366518"/>
              <a:gd name="connsiteX0" fmla="*/ 41462 w 2761909"/>
              <a:gd name="connsiteY0" fmla="*/ 2159376 h 3395605"/>
              <a:gd name="connsiteX1" fmla="*/ 601002 w 2761909"/>
              <a:gd name="connsiteY1" fmla="*/ 490493 h 3395605"/>
              <a:gd name="connsiteX2" fmla="*/ 1886572 w 2761909"/>
              <a:gd name="connsiteY2" fmla="*/ 215416 h 3395605"/>
              <a:gd name="connsiteX3" fmla="*/ 2730151 w 2761909"/>
              <a:gd name="connsiteY3" fmla="*/ 1566710 h 3395605"/>
              <a:gd name="connsiteX4" fmla="*/ 1664073 w 2761909"/>
              <a:gd name="connsiteY4" fmla="*/ 3387647 h 3395605"/>
              <a:gd name="connsiteX5" fmla="*/ 41462 w 2761909"/>
              <a:gd name="connsiteY5" fmla="*/ 2159376 h 3395605"/>
              <a:gd name="connsiteX0" fmla="*/ 41462 w 2767893"/>
              <a:gd name="connsiteY0" fmla="*/ 2159376 h 3395605"/>
              <a:gd name="connsiteX1" fmla="*/ 601002 w 2767893"/>
              <a:gd name="connsiteY1" fmla="*/ 490493 h 3395605"/>
              <a:gd name="connsiteX2" fmla="*/ 1886572 w 2767893"/>
              <a:gd name="connsiteY2" fmla="*/ 215416 h 3395605"/>
              <a:gd name="connsiteX3" fmla="*/ 2730151 w 2767893"/>
              <a:gd name="connsiteY3" fmla="*/ 1566710 h 3395605"/>
              <a:gd name="connsiteX4" fmla="*/ 1664073 w 2767893"/>
              <a:gd name="connsiteY4" fmla="*/ 3387647 h 3395605"/>
              <a:gd name="connsiteX5" fmla="*/ 41462 w 2767893"/>
              <a:gd name="connsiteY5" fmla="*/ 2159376 h 3395605"/>
              <a:gd name="connsiteX0" fmla="*/ 41462 w 2767893"/>
              <a:gd name="connsiteY0" fmla="*/ 2124475 h 3360704"/>
              <a:gd name="connsiteX1" fmla="*/ 601002 w 2767893"/>
              <a:gd name="connsiteY1" fmla="*/ 455592 h 3360704"/>
              <a:gd name="connsiteX2" fmla="*/ 1886572 w 2767893"/>
              <a:gd name="connsiteY2" fmla="*/ 180515 h 3360704"/>
              <a:gd name="connsiteX3" fmla="*/ 2730151 w 2767893"/>
              <a:gd name="connsiteY3" fmla="*/ 1531809 h 3360704"/>
              <a:gd name="connsiteX4" fmla="*/ 1664073 w 2767893"/>
              <a:gd name="connsiteY4" fmla="*/ 3352746 h 3360704"/>
              <a:gd name="connsiteX5" fmla="*/ 41462 w 2767893"/>
              <a:gd name="connsiteY5" fmla="*/ 2124475 h 3360704"/>
              <a:gd name="connsiteX0" fmla="*/ 41462 w 2763418"/>
              <a:gd name="connsiteY0" fmla="*/ 2060017 h 3296246"/>
              <a:gd name="connsiteX1" fmla="*/ 601002 w 2763418"/>
              <a:gd name="connsiteY1" fmla="*/ 391134 h 3296246"/>
              <a:gd name="connsiteX2" fmla="*/ 1886572 w 2763418"/>
              <a:gd name="connsiteY2" fmla="*/ 116057 h 3296246"/>
              <a:gd name="connsiteX3" fmla="*/ 2730151 w 2763418"/>
              <a:gd name="connsiteY3" fmla="*/ 1467351 h 3296246"/>
              <a:gd name="connsiteX4" fmla="*/ 1664073 w 2763418"/>
              <a:gd name="connsiteY4" fmla="*/ 3288288 h 3296246"/>
              <a:gd name="connsiteX5" fmla="*/ 41462 w 2763418"/>
              <a:gd name="connsiteY5" fmla="*/ 2060017 h 3296246"/>
              <a:gd name="connsiteX0" fmla="*/ 39612 w 2755045"/>
              <a:gd name="connsiteY0" fmla="*/ 2170377 h 3406606"/>
              <a:gd name="connsiteX1" fmla="*/ 599152 w 2755045"/>
              <a:gd name="connsiteY1" fmla="*/ 501494 h 3406606"/>
              <a:gd name="connsiteX2" fmla="*/ 1709051 w 2755045"/>
              <a:gd name="connsiteY2" fmla="*/ 94143 h 3406606"/>
              <a:gd name="connsiteX3" fmla="*/ 2728301 w 2755045"/>
              <a:gd name="connsiteY3" fmla="*/ 1577711 h 3406606"/>
              <a:gd name="connsiteX4" fmla="*/ 1662223 w 2755045"/>
              <a:gd name="connsiteY4" fmla="*/ 3398648 h 3406606"/>
              <a:gd name="connsiteX5" fmla="*/ 39612 w 2755045"/>
              <a:gd name="connsiteY5" fmla="*/ 2170377 h 3406606"/>
              <a:gd name="connsiteX0" fmla="*/ 39612 w 2865867"/>
              <a:gd name="connsiteY0" fmla="*/ 2170377 h 3399285"/>
              <a:gd name="connsiteX1" fmla="*/ 599152 w 2865867"/>
              <a:gd name="connsiteY1" fmla="*/ 501494 h 3399285"/>
              <a:gd name="connsiteX2" fmla="*/ 1709051 w 2865867"/>
              <a:gd name="connsiteY2" fmla="*/ 94143 h 3399285"/>
              <a:gd name="connsiteX3" fmla="*/ 2728301 w 2865867"/>
              <a:gd name="connsiteY3" fmla="*/ 1577711 h 3399285"/>
              <a:gd name="connsiteX4" fmla="*/ 2740597 w 2865867"/>
              <a:gd name="connsiteY4" fmla="*/ 2014705 h 3399285"/>
              <a:gd name="connsiteX5" fmla="*/ 1662223 w 2865867"/>
              <a:gd name="connsiteY5" fmla="*/ 3398648 h 3399285"/>
              <a:gd name="connsiteX6" fmla="*/ 39612 w 2865867"/>
              <a:gd name="connsiteY6" fmla="*/ 2170377 h 3399285"/>
              <a:gd name="connsiteX0" fmla="*/ 39612 w 2728380"/>
              <a:gd name="connsiteY0" fmla="*/ 2170377 h 3406606"/>
              <a:gd name="connsiteX1" fmla="*/ 599152 w 2728380"/>
              <a:gd name="connsiteY1" fmla="*/ 501494 h 3406606"/>
              <a:gd name="connsiteX2" fmla="*/ 1709051 w 2728380"/>
              <a:gd name="connsiteY2" fmla="*/ 94143 h 3406606"/>
              <a:gd name="connsiteX3" fmla="*/ 2728301 w 2728380"/>
              <a:gd name="connsiteY3" fmla="*/ 1577711 h 3406606"/>
              <a:gd name="connsiteX4" fmla="*/ 1662223 w 2728380"/>
              <a:gd name="connsiteY4" fmla="*/ 3398648 h 3406606"/>
              <a:gd name="connsiteX5" fmla="*/ 39612 w 2728380"/>
              <a:gd name="connsiteY5" fmla="*/ 2170377 h 3406606"/>
              <a:gd name="connsiteX0" fmla="*/ 39612 w 2728380"/>
              <a:gd name="connsiteY0" fmla="*/ 2170377 h 3406606"/>
              <a:gd name="connsiteX1" fmla="*/ 599152 w 2728380"/>
              <a:gd name="connsiteY1" fmla="*/ 501494 h 3406606"/>
              <a:gd name="connsiteX2" fmla="*/ 1709051 w 2728380"/>
              <a:gd name="connsiteY2" fmla="*/ 94143 h 3406606"/>
              <a:gd name="connsiteX3" fmla="*/ 2728301 w 2728380"/>
              <a:gd name="connsiteY3" fmla="*/ 1577711 h 3406606"/>
              <a:gd name="connsiteX4" fmla="*/ 1662223 w 2728380"/>
              <a:gd name="connsiteY4" fmla="*/ 3398648 h 3406606"/>
              <a:gd name="connsiteX5" fmla="*/ 39612 w 2728380"/>
              <a:gd name="connsiteY5" fmla="*/ 2170377 h 3406606"/>
              <a:gd name="connsiteX0" fmla="*/ 39612 w 2786467"/>
              <a:gd name="connsiteY0" fmla="*/ 2124844 h 3365953"/>
              <a:gd name="connsiteX1" fmla="*/ 599152 w 2786467"/>
              <a:gd name="connsiteY1" fmla="*/ 455961 h 3365953"/>
              <a:gd name="connsiteX2" fmla="*/ 1709051 w 2786467"/>
              <a:gd name="connsiteY2" fmla="*/ 48610 h 3365953"/>
              <a:gd name="connsiteX3" fmla="*/ 2786405 w 2786467"/>
              <a:gd name="connsiteY3" fmla="*/ 1350755 h 3365953"/>
              <a:gd name="connsiteX4" fmla="*/ 1662223 w 2786467"/>
              <a:gd name="connsiteY4" fmla="*/ 3353115 h 3365953"/>
              <a:gd name="connsiteX5" fmla="*/ 39612 w 2786467"/>
              <a:gd name="connsiteY5" fmla="*/ 2124844 h 3365953"/>
              <a:gd name="connsiteX0" fmla="*/ 26343 w 2775445"/>
              <a:gd name="connsiteY0" fmla="*/ 2124844 h 3195800"/>
              <a:gd name="connsiteX1" fmla="*/ 585883 w 2775445"/>
              <a:gd name="connsiteY1" fmla="*/ 455961 h 3195800"/>
              <a:gd name="connsiteX2" fmla="*/ 1695782 w 2775445"/>
              <a:gd name="connsiteY2" fmla="*/ 48610 h 3195800"/>
              <a:gd name="connsiteX3" fmla="*/ 2773136 w 2775445"/>
              <a:gd name="connsiteY3" fmla="*/ 1350755 h 3195800"/>
              <a:gd name="connsiteX4" fmla="*/ 1398106 w 2775445"/>
              <a:gd name="connsiteY4" fmla="*/ 3180762 h 3195800"/>
              <a:gd name="connsiteX5" fmla="*/ 26343 w 2775445"/>
              <a:gd name="connsiteY5" fmla="*/ 2124844 h 3195800"/>
              <a:gd name="connsiteX0" fmla="*/ 25144 w 2772360"/>
              <a:gd name="connsiteY0" fmla="*/ 2211917 h 3282873"/>
              <a:gd name="connsiteX1" fmla="*/ 584684 w 2772360"/>
              <a:gd name="connsiteY1" fmla="*/ 543034 h 3282873"/>
              <a:gd name="connsiteX2" fmla="*/ 1533201 w 2772360"/>
              <a:gd name="connsiteY2" fmla="*/ 39989 h 3282873"/>
              <a:gd name="connsiteX3" fmla="*/ 2771937 w 2772360"/>
              <a:gd name="connsiteY3" fmla="*/ 1437828 h 3282873"/>
              <a:gd name="connsiteX4" fmla="*/ 1396907 w 2772360"/>
              <a:gd name="connsiteY4" fmla="*/ 3267835 h 3282873"/>
              <a:gd name="connsiteX5" fmla="*/ 25144 w 2772360"/>
              <a:gd name="connsiteY5" fmla="*/ 2211917 h 328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360" h="3282873">
                <a:moveTo>
                  <a:pt x="25144" y="2211917"/>
                </a:moveTo>
                <a:cubicBezTo>
                  <a:pt x="-110226" y="1757784"/>
                  <a:pt x="333341" y="905022"/>
                  <a:pt x="584684" y="543034"/>
                </a:cubicBezTo>
                <a:cubicBezTo>
                  <a:pt x="836027" y="181046"/>
                  <a:pt x="1168659" y="-109143"/>
                  <a:pt x="1533201" y="39989"/>
                </a:cubicBezTo>
                <a:cubicBezTo>
                  <a:pt x="1897743" y="189121"/>
                  <a:pt x="2794653" y="899854"/>
                  <a:pt x="2771937" y="1437828"/>
                </a:cubicBezTo>
                <a:cubicBezTo>
                  <a:pt x="2749221" y="1975802"/>
                  <a:pt x="1854706" y="3138820"/>
                  <a:pt x="1396907" y="3267835"/>
                </a:cubicBezTo>
                <a:cubicBezTo>
                  <a:pt x="939108" y="3396850"/>
                  <a:pt x="160514" y="2666050"/>
                  <a:pt x="25144" y="2211917"/>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3" name="组合 72"/>
          <p:cNvGrpSpPr/>
          <p:nvPr/>
        </p:nvGrpSpPr>
        <p:grpSpPr>
          <a:xfrm>
            <a:off x="6205357" y="836864"/>
            <a:ext cx="2530277" cy="2282770"/>
            <a:chOff x="660042" y="282134"/>
            <a:chExt cx="2648742" cy="2282770"/>
          </a:xfrm>
        </p:grpSpPr>
        <p:sp>
          <p:nvSpPr>
            <p:cNvPr id="74" name="菱形 73"/>
            <p:cNvSpPr/>
            <p:nvPr/>
          </p:nvSpPr>
          <p:spPr>
            <a:xfrm>
              <a:off x="2267744" y="548680"/>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5" name="菱形 74"/>
            <p:cNvSpPr/>
            <p:nvPr/>
          </p:nvSpPr>
          <p:spPr>
            <a:xfrm>
              <a:off x="1259632" y="155679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6" name="菱形 75"/>
            <p:cNvSpPr/>
            <p:nvPr/>
          </p:nvSpPr>
          <p:spPr>
            <a:xfrm>
              <a:off x="2195736" y="206084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7" name="菱形 76"/>
            <p:cNvSpPr/>
            <p:nvPr/>
          </p:nvSpPr>
          <p:spPr>
            <a:xfrm>
              <a:off x="660042" y="119675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8" name="菱形 77"/>
            <p:cNvSpPr/>
            <p:nvPr/>
          </p:nvSpPr>
          <p:spPr>
            <a:xfrm>
              <a:off x="2843808" y="242088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9" name="TextBox 78"/>
            <p:cNvSpPr txBox="1"/>
            <p:nvPr/>
          </p:nvSpPr>
          <p:spPr>
            <a:xfrm>
              <a:off x="2321723" y="282134"/>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1</a:t>
              </a:r>
              <a:endParaRPr lang="zh-CN" altLang="en-US" sz="1600" dirty="0">
                <a:latin typeface="Arial Unicode MS" pitchFamily="34" charset="-122"/>
                <a:ea typeface="Arial Unicode MS" pitchFamily="34" charset="-122"/>
                <a:cs typeface="Arial Unicode MS" pitchFamily="34" charset="-122"/>
              </a:endParaRPr>
            </a:p>
          </p:txBody>
        </p:sp>
        <p:sp>
          <p:nvSpPr>
            <p:cNvPr id="80" name="TextBox 79"/>
            <p:cNvSpPr txBox="1"/>
            <p:nvPr/>
          </p:nvSpPr>
          <p:spPr>
            <a:xfrm>
              <a:off x="1279388" y="1268760"/>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2</a:t>
              </a:r>
              <a:endParaRPr lang="zh-CN" altLang="en-US" sz="1600" dirty="0">
                <a:latin typeface="Arial Unicode MS" pitchFamily="34" charset="-122"/>
                <a:ea typeface="Arial Unicode MS" pitchFamily="34" charset="-122"/>
                <a:cs typeface="Arial Unicode MS" pitchFamily="34" charset="-122"/>
              </a:endParaRPr>
            </a:p>
          </p:txBody>
        </p:sp>
        <p:sp>
          <p:nvSpPr>
            <p:cNvPr id="81" name="TextBox 80"/>
            <p:cNvSpPr txBox="1"/>
            <p:nvPr/>
          </p:nvSpPr>
          <p:spPr>
            <a:xfrm>
              <a:off x="2215492" y="1794302"/>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3</a:t>
              </a:r>
              <a:endParaRPr lang="zh-CN" altLang="en-US" sz="1600" dirty="0">
                <a:latin typeface="Arial Unicode MS" pitchFamily="34" charset="-122"/>
                <a:ea typeface="Arial Unicode MS" pitchFamily="34" charset="-122"/>
                <a:cs typeface="Arial Unicode MS" pitchFamily="34" charset="-122"/>
              </a:endParaRPr>
            </a:p>
          </p:txBody>
        </p:sp>
        <p:sp>
          <p:nvSpPr>
            <p:cNvPr id="82" name="TextBox 81"/>
            <p:cNvSpPr txBox="1"/>
            <p:nvPr/>
          </p:nvSpPr>
          <p:spPr>
            <a:xfrm>
              <a:off x="660042" y="836712"/>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5</a:t>
              </a:r>
              <a:endParaRPr lang="zh-CN" altLang="en-US" sz="1600" dirty="0">
                <a:latin typeface="Arial Unicode MS" pitchFamily="34" charset="-122"/>
                <a:ea typeface="Arial Unicode MS" pitchFamily="34" charset="-122"/>
                <a:cs typeface="Arial Unicode MS" pitchFamily="34" charset="-122"/>
              </a:endParaRPr>
            </a:p>
          </p:txBody>
        </p:sp>
        <p:sp>
          <p:nvSpPr>
            <p:cNvPr id="83" name="TextBox 82"/>
            <p:cNvSpPr txBox="1"/>
            <p:nvPr/>
          </p:nvSpPr>
          <p:spPr>
            <a:xfrm>
              <a:off x="2892290" y="2204864"/>
              <a:ext cx="416494"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6</a:t>
              </a:r>
              <a:endParaRPr lang="zh-CN" altLang="en-US" sz="1600" dirty="0">
                <a:latin typeface="Arial Unicode MS" pitchFamily="34" charset="-122"/>
                <a:ea typeface="Arial Unicode MS" pitchFamily="34" charset="-122"/>
                <a:cs typeface="Arial Unicode MS" pitchFamily="34" charset="-122"/>
              </a:endParaRPr>
            </a:p>
          </p:txBody>
        </p:sp>
      </p:grpSp>
      <p:sp>
        <p:nvSpPr>
          <p:cNvPr id="84" name="椭圆 83"/>
          <p:cNvSpPr/>
          <p:nvPr/>
        </p:nvSpPr>
        <p:spPr>
          <a:xfrm rot="18322284">
            <a:off x="6273783" y="1430930"/>
            <a:ext cx="612000" cy="1066087"/>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nvSpPr>
        <p:spPr>
          <a:xfrm rot="17886886">
            <a:off x="7767902" y="2295026"/>
            <a:ext cx="612000" cy="1066087"/>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菱形 85"/>
          <p:cNvSpPr/>
          <p:nvPr/>
        </p:nvSpPr>
        <p:spPr>
          <a:xfrm>
            <a:off x="7122068" y="3479674"/>
            <a:ext cx="137575"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87" name="TextBox 86"/>
          <p:cNvSpPr txBox="1"/>
          <p:nvPr/>
        </p:nvSpPr>
        <p:spPr>
          <a:xfrm>
            <a:off x="7209727" y="3213128"/>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4</a:t>
            </a:r>
            <a:endParaRPr lang="zh-CN" altLang="en-US" sz="1600" dirty="0">
              <a:latin typeface="Arial Unicode MS" pitchFamily="34" charset="-122"/>
              <a:ea typeface="Arial Unicode MS" pitchFamily="34" charset="-122"/>
              <a:cs typeface="Arial Unicode MS" pitchFamily="34" charset="-122"/>
            </a:endParaRPr>
          </a:p>
        </p:txBody>
      </p:sp>
      <p:sp>
        <p:nvSpPr>
          <p:cNvPr id="88" name="椭圆 150"/>
          <p:cNvSpPr/>
          <p:nvPr/>
        </p:nvSpPr>
        <p:spPr>
          <a:xfrm rot="3290537">
            <a:off x="7181194" y="2223301"/>
            <a:ext cx="1201079" cy="1738939"/>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 name="connsiteX0" fmla="*/ 18564 w 976213"/>
              <a:gd name="connsiteY0" fmla="*/ 1584058 h 3079356"/>
              <a:gd name="connsiteX1" fmla="*/ 109752 w 976213"/>
              <a:gd name="connsiteY1" fmla="*/ 477572 h 3079356"/>
              <a:gd name="connsiteX2" fmla="*/ 491500 w 976213"/>
              <a:gd name="connsiteY2" fmla="*/ 73 h 3079356"/>
              <a:gd name="connsiteX3" fmla="*/ 880247 w 976213"/>
              <a:gd name="connsiteY3" fmla="*/ 451467 h 3079356"/>
              <a:gd name="connsiteX4" fmla="*/ 964436 w 976213"/>
              <a:gd name="connsiteY4" fmla="*/ 1584058 h 3079356"/>
              <a:gd name="connsiteX5" fmla="*/ 780706 w 976213"/>
              <a:gd name="connsiteY5" fmla="*/ 2657096 h 3079356"/>
              <a:gd name="connsiteX6" fmla="*/ 340923 w 976213"/>
              <a:gd name="connsiteY6" fmla="*/ 3079237 h 3079356"/>
              <a:gd name="connsiteX7" fmla="*/ 48387 w 976213"/>
              <a:gd name="connsiteY7" fmla="*/ 2626099 h 3079356"/>
              <a:gd name="connsiteX8" fmla="*/ 18564 w 976213"/>
              <a:gd name="connsiteY8" fmla="*/ 1584058 h 3079356"/>
              <a:gd name="connsiteX0" fmla="*/ 18564 w 976213"/>
              <a:gd name="connsiteY0" fmla="*/ 1584058 h 3022333"/>
              <a:gd name="connsiteX1" fmla="*/ 109752 w 976213"/>
              <a:gd name="connsiteY1" fmla="*/ 477572 h 3022333"/>
              <a:gd name="connsiteX2" fmla="*/ 491500 w 976213"/>
              <a:gd name="connsiteY2" fmla="*/ 73 h 3022333"/>
              <a:gd name="connsiteX3" fmla="*/ 880247 w 976213"/>
              <a:gd name="connsiteY3" fmla="*/ 451467 h 3022333"/>
              <a:gd name="connsiteX4" fmla="*/ 964436 w 976213"/>
              <a:gd name="connsiteY4" fmla="*/ 1584058 h 3022333"/>
              <a:gd name="connsiteX5" fmla="*/ 780706 w 976213"/>
              <a:gd name="connsiteY5" fmla="*/ 2657096 h 3022333"/>
              <a:gd name="connsiteX6" fmla="*/ 466138 w 976213"/>
              <a:gd name="connsiteY6" fmla="*/ 3022154 h 3022333"/>
              <a:gd name="connsiteX7" fmla="*/ 48387 w 976213"/>
              <a:gd name="connsiteY7" fmla="*/ 2626099 h 3022333"/>
              <a:gd name="connsiteX8" fmla="*/ 18564 w 976213"/>
              <a:gd name="connsiteY8" fmla="*/ 1584058 h 3022333"/>
              <a:gd name="connsiteX0" fmla="*/ 1175 w 958824"/>
              <a:gd name="connsiteY0" fmla="*/ 1584058 h 3044396"/>
              <a:gd name="connsiteX1" fmla="*/ 92363 w 958824"/>
              <a:gd name="connsiteY1" fmla="*/ 477572 h 3044396"/>
              <a:gd name="connsiteX2" fmla="*/ 474111 w 958824"/>
              <a:gd name="connsiteY2" fmla="*/ 73 h 3044396"/>
              <a:gd name="connsiteX3" fmla="*/ 862858 w 958824"/>
              <a:gd name="connsiteY3" fmla="*/ 451467 h 3044396"/>
              <a:gd name="connsiteX4" fmla="*/ 947047 w 958824"/>
              <a:gd name="connsiteY4" fmla="*/ 1584058 h 3044396"/>
              <a:gd name="connsiteX5" fmla="*/ 763317 w 958824"/>
              <a:gd name="connsiteY5" fmla="*/ 2657096 h 3044396"/>
              <a:gd name="connsiteX6" fmla="*/ 448749 w 958824"/>
              <a:gd name="connsiteY6" fmla="*/ 3022154 h 3044396"/>
              <a:gd name="connsiteX7" fmla="*/ 131142 w 958824"/>
              <a:gd name="connsiteY7" fmla="*/ 2122422 h 3044396"/>
              <a:gd name="connsiteX8" fmla="*/ 1175 w 958824"/>
              <a:gd name="connsiteY8" fmla="*/ 1584058 h 3044396"/>
              <a:gd name="connsiteX0" fmla="*/ 6125 w 927920"/>
              <a:gd name="connsiteY0" fmla="*/ 1023420 h 3044396"/>
              <a:gd name="connsiteX1" fmla="*/ 61459 w 927920"/>
              <a:gd name="connsiteY1" fmla="*/ 477572 h 3044396"/>
              <a:gd name="connsiteX2" fmla="*/ 443207 w 927920"/>
              <a:gd name="connsiteY2" fmla="*/ 73 h 3044396"/>
              <a:gd name="connsiteX3" fmla="*/ 831954 w 927920"/>
              <a:gd name="connsiteY3" fmla="*/ 451467 h 3044396"/>
              <a:gd name="connsiteX4" fmla="*/ 916143 w 927920"/>
              <a:gd name="connsiteY4" fmla="*/ 1584058 h 3044396"/>
              <a:gd name="connsiteX5" fmla="*/ 732413 w 927920"/>
              <a:gd name="connsiteY5" fmla="*/ 2657096 h 3044396"/>
              <a:gd name="connsiteX6" fmla="*/ 417845 w 927920"/>
              <a:gd name="connsiteY6" fmla="*/ 3022154 h 3044396"/>
              <a:gd name="connsiteX7" fmla="*/ 100238 w 927920"/>
              <a:gd name="connsiteY7" fmla="*/ 2122422 h 3044396"/>
              <a:gd name="connsiteX8" fmla="*/ 6125 w 927920"/>
              <a:gd name="connsiteY8" fmla="*/ 1023420 h 3044396"/>
              <a:gd name="connsiteX0" fmla="*/ 6125 w 927920"/>
              <a:gd name="connsiteY0" fmla="*/ 762296 h 2783272"/>
              <a:gd name="connsiteX1" fmla="*/ 61459 w 927920"/>
              <a:gd name="connsiteY1" fmla="*/ 216448 h 2783272"/>
              <a:gd name="connsiteX2" fmla="*/ 539850 w 927920"/>
              <a:gd name="connsiteY2" fmla="*/ 16843 h 2783272"/>
              <a:gd name="connsiteX3" fmla="*/ 831954 w 927920"/>
              <a:gd name="connsiteY3" fmla="*/ 190343 h 2783272"/>
              <a:gd name="connsiteX4" fmla="*/ 916143 w 927920"/>
              <a:gd name="connsiteY4" fmla="*/ 1322934 h 2783272"/>
              <a:gd name="connsiteX5" fmla="*/ 732413 w 927920"/>
              <a:gd name="connsiteY5" fmla="*/ 2395972 h 2783272"/>
              <a:gd name="connsiteX6" fmla="*/ 417845 w 927920"/>
              <a:gd name="connsiteY6" fmla="*/ 2761030 h 2783272"/>
              <a:gd name="connsiteX7" fmla="*/ 100238 w 927920"/>
              <a:gd name="connsiteY7" fmla="*/ 1861298 h 2783272"/>
              <a:gd name="connsiteX8" fmla="*/ 6125 w 927920"/>
              <a:gd name="connsiteY8" fmla="*/ 762296 h 2783272"/>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834817 h 2855793"/>
              <a:gd name="connsiteX1" fmla="*/ 61459 w 939044"/>
              <a:gd name="connsiteY1" fmla="*/ 288969 h 2855793"/>
              <a:gd name="connsiteX2" fmla="*/ 534836 w 939044"/>
              <a:gd name="connsiteY2" fmla="*/ 45 h 2855793"/>
              <a:gd name="connsiteX3" fmla="*/ 876256 w 939044"/>
              <a:gd name="connsiteY3" fmla="*/ 296918 h 2855793"/>
              <a:gd name="connsiteX4" fmla="*/ 916143 w 939044"/>
              <a:gd name="connsiteY4" fmla="*/ 1395455 h 2855793"/>
              <a:gd name="connsiteX5" fmla="*/ 732413 w 939044"/>
              <a:gd name="connsiteY5" fmla="*/ 2468493 h 2855793"/>
              <a:gd name="connsiteX6" fmla="*/ 417845 w 939044"/>
              <a:gd name="connsiteY6" fmla="*/ 2833551 h 2855793"/>
              <a:gd name="connsiteX7" fmla="*/ 100238 w 939044"/>
              <a:gd name="connsiteY7" fmla="*/ 1933819 h 2855793"/>
              <a:gd name="connsiteX8" fmla="*/ 6125 w 939044"/>
              <a:gd name="connsiteY8" fmla="*/ 834817 h 2855793"/>
              <a:gd name="connsiteX0" fmla="*/ 8111 w 941030"/>
              <a:gd name="connsiteY0" fmla="*/ 839858 h 2860834"/>
              <a:gd name="connsiteX1" fmla="*/ 263598 w 941030"/>
              <a:gd name="connsiteY1" fmla="*/ 239230 h 2860834"/>
              <a:gd name="connsiteX2" fmla="*/ 536822 w 941030"/>
              <a:gd name="connsiteY2" fmla="*/ 5086 h 2860834"/>
              <a:gd name="connsiteX3" fmla="*/ 878242 w 941030"/>
              <a:gd name="connsiteY3" fmla="*/ 301959 h 2860834"/>
              <a:gd name="connsiteX4" fmla="*/ 918129 w 941030"/>
              <a:gd name="connsiteY4" fmla="*/ 1400496 h 2860834"/>
              <a:gd name="connsiteX5" fmla="*/ 734399 w 941030"/>
              <a:gd name="connsiteY5" fmla="*/ 2473534 h 2860834"/>
              <a:gd name="connsiteX6" fmla="*/ 419831 w 941030"/>
              <a:gd name="connsiteY6" fmla="*/ 2838592 h 2860834"/>
              <a:gd name="connsiteX7" fmla="*/ 102224 w 941030"/>
              <a:gd name="connsiteY7" fmla="*/ 1938860 h 2860834"/>
              <a:gd name="connsiteX8" fmla="*/ 8111 w 941030"/>
              <a:gd name="connsiteY8" fmla="*/ 839858 h 2860834"/>
              <a:gd name="connsiteX0" fmla="*/ 17831 w 903494"/>
              <a:gd name="connsiteY0" fmla="*/ 660008 h 2860834"/>
              <a:gd name="connsiteX1" fmla="*/ 226062 w 903494"/>
              <a:gd name="connsiteY1" fmla="*/ 239230 h 2860834"/>
              <a:gd name="connsiteX2" fmla="*/ 499286 w 903494"/>
              <a:gd name="connsiteY2" fmla="*/ 5086 h 2860834"/>
              <a:gd name="connsiteX3" fmla="*/ 840706 w 903494"/>
              <a:gd name="connsiteY3" fmla="*/ 301959 h 2860834"/>
              <a:gd name="connsiteX4" fmla="*/ 880593 w 903494"/>
              <a:gd name="connsiteY4" fmla="*/ 1400496 h 2860834"/>
              <a:gd name="connsiteX5" fmla="*/ 696863 w 903494"/>
              <a:gd name="connsiteY5" fmla="*/ 2473534 h 2860834"/>
              <a:gd name="connsiteX6" fmla="*/ 382295 w 903494"/>
              <a:gd name="connsiteY6" fmla="*/ 2838592 h 2860834"/>
              <a:gd name="connsiteX7" fmla="*/ 64688 w 903494"/>
              <a:gd name="connsiteY7" fmla="*/ 1938860 h 2860834"/>
              <a:gd name="connsiteX8" fmla="*/ 17831 w 903494"/>
              <a:gd name="connsiteY8" fmla="*/ 660008 h 2860834"/>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74088 h 2874914"/>
              <a:gd name="connsiteX1" fmla="*/ 227828 w 903612"/>
              <a:gd name="connsiteY1" fmla="*/ 171626 h 2874914"/>
              <a:gd name="connsiteX2" fmla="*/ 499404 w 903612"/>
              <a:gd name="connsiteY2" fmla="*/ 19166 h 2874914"/>
              <a:gd name="connsiteX3" fmla="*/ 840824 w 903612"/>
              <a:gd name="connsiteY3" fmla="*/ 316039 h 2874914"/>
              <a:gd name="connsiteX4" fmla="*/ 880711 w 903612"/>
              <a:gd name="connsiteY4" fmla="*/ 1414576 h 2874914"/>
              <a:gd name="connsiteX5" fmla="*/ 696981 w 903612"/>
              <a:gd name="connsiteY5" fmla="*/ 2487614 h 2874914"/>
              <a:gd name="connsiteX6" fmla="*/ 382413 w 903612"/>
              <a:gd name="connsiteY6" fmla="*/ 2852672 h 2874914"/>
              <a:gd name="connsiteX7" fmla="*/ 64806 w 903612"/>
              <a:gd name="connsiteY7" fmla="*/ 1952940 h 2874914"/>
              <a:gd name="connsiteX8" fmla="*/ 17949 w 903612"/>
              <a:gd name="connsiteY8" fmla="*/ 674088 h 2874914"/>
              <a:gd name="connsiteX0" fmla="*/ 26925 w 891376"/>
              <a:gd name="connsiteY0" fmla="*/ 717064 h 2874914"/>
              <a:gd name="connsiteX1" fmla="*/ 215592 w 891376"/>
              <a:gd name="connsiteY1" fmla="*/ 171626 h 2874914"/>
              <a:gd name="connsiteX2" fmla="*/ 487168 w 891376"/>
              <a:gd name="connsiteY2" fmla="*/ 19166 h 2874914"/>
              <a:gd name="connsiteX3" fmla="*/ 828588 w 891376"/>
              <a:gd name="connsiteY3" fmla="*/ 316039 h 2874914"/>
              <a:gd name="connsiteX4" fmla="*/ 868475 w 891376"/>
              <a:gd name="connsiteY4" fmla="*/ 1414576 h 2874914"/>
              <a:gd name="connsiteX5" fmla="*/ 684745 w 891376"/>
              <a:gd name="connsiteY5" fmla="*/ 2487614 h 2874914"/>
              <a:gd name="connsiteX6" fmla="*/ 370177 w 891376"/>
              <a:gd name="connsiteY6" fmla="*/ 2852672 h 2874914"/>
              <a:gd name="connsiteX7" fmla="*/ 52570 w 891376"/>
              <a:gd name="connsiteY7" fmla="*/ 1952940 h 2874914"/>
              <a:gd name="connsiteX8" fmla="*/ 26925 w 891376"/>
              <a:gd name="connsiteY8" fmla="*/ 717064 h 2874914"/>
              <a:gd name="connsiteX0" fmla="*/ 47530 w 911981"/>
              <a:gd name="connsiteY0" fmla="*/ 717064 h 2874914"/>
              <a:gd name="connsiteX1" fmla="*/ 236197 w 911981"/>
              <a:gd name="connsiteY1" fmla="*/ 171626 h 2874914"/>
              <a:gd name="connsiteX2" fmla="*/ 507773 w 911981"/>
              <a:gd name="connsiteY2" fmla="*/ 19166 h 2874914"/>
              <a:gd name="connsiteX3" fmla="*/ 849193 w 911981"/>
              <a:gd name="connsiteY3" fmla="*/ 316039 h 2874914"/>
              <a:gd name="connsiteX4" fmla="*/ 889080 w 911981"/>
              <a:gd name="connsiteY4" fmla="*/ 1414576 h 2874914"/>
              <a:gd name="connsiteX5" fmla="*/ 705350 w 911981"/>
              <a:gd name="connsiteY5" fmla="*/ 2487614 h 2874914"/>
              <a:gd name="connsiteX6" fmla="*/ 390782 w 911981"/>
              <a:gd name="connsiteY6" fmla="*/ 2852672 h 2874914"/>
              <a:gd name="connsiteX7" fmla="*/ 73175 w 911981"/>
              <a:gd name="connsiteY7" fmla="*/ 1952940 h 2874914"/>
              <a:gd name="connsiteX8" fmla="*/ 47530 w 911981"/>
              <a:gd name="connsiteY8" fmla="*/ 717064 h 2874914"/>
              <a:gd name="connsiteX0" fmla="*/ 27966 w 892417"/>
              <a:gd name="connsiteY0" fmla="*/ 717064 h 2874914"/>
              <a:gd name="connsiteX1" fmla="*/ 216633 w 892417"/>
              <a:gd name="connsiteY1" fmla="*/ 171626 h 2874914"/>
              <a:gd name="connsiteX2" fmla="*/ 488209 w 892417"/>
              <a:gd name="connsiteY2" fmla="*/ 19166 h 2874914"/>
              <a:gd name="connsiteX3" fmla="*/ 829629 w 892417"/>
              <a:gd name="connsiteY3" fmla="*/ 316039 h 2874914"/>
              <a:gd name="connsiteX4" fmla="*/ 869516 w 892417"/>
              <a:gd name="connsiteY4" fmla="*/ 1414576 h 2874914"/>
              <a:gd name="connsiteX5" fmla="*/ 685786 w 892417"/>
              <a:gd name="connsiteY5" fmla="*/ 2487614 h 2874914"/>
              <a:gd name="connsiteX6" fmla="*/ 371218 w 892417"/>
              <a:gd name="connsiteY6" fmla="*/ 2852672 h 2874914"/>
              <a:gd name="connsiteX7" fmla="*/ 53611 w 892417"/>
              <a:gd name="connsiteY7" fmla="*/ 1952940 h 2874914"/>
              <a:gd name="connsiteX8" fmla="*/ 27966 w 892417"/>
              <a:gd name="connsiteY8" fmla="*/ 717064 h 2874914"/>
              <a:gd name="connsiteX0" fmla="*/ 12170 w 876621"/>
              <a:gd name="connsiteY0" fmla="*/ 717064 h 2882802"/>
              <a:gd name="connsiteX1" fmla="*/ 200837 w 876621"/>
              <a:gd name="connsiteY1" fmla="*/ 171626 h 2882802"/>
              <a:gd name="connsiteX2" fmla="*/ 472413 w 876621"/>
              <a:gd name="connsiteY2" fmla="*/ 19166 h 2882802"/>
              <a:gd name="connsiteX3" fmla="*/ 813833 w 876621"/>
              <a:gd name="connsiteY3" fmla="*/ 316039 h 2882802"/>
              <a:gd name="connsiteX4" fmla="*/ 853720 w 876621"/>
              <a:gd name="connsiteY4" fmla="*/ 1414576 h 2882802"/>
              <a:gd name="connsiteX5" fmla="*/ 669990 w 876621"/>
              <a:gd name="connsiteY5" fmla="*/ 2487614 h 2882802"/>
              <a:gd name="connsiteX6" fmla="*/ 355422 w 876621"/>
              <a:gd name="connsiteY6" fmla="*/ 2852672 h 2882802"/>
              <a:gd name="connsiteX7" fmla="*/ 70151 w 876621"/>
              <a:gd name="connsiteY7" fmla="*/ 1821981 h 2882802"/>
              <a:gd name="connsiteX8" fmla="*/ 12170 w 87662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35559 w 900010"/>
              <a:gd name="connsiteY0" fmla="*/ 717064 h 2882802"/>
              <a:gd name="connsiteX1" fmla="*/ 224226 w 900010"/>
              <a:gd name="connsiteY1" fmla="*/ 171626 h 2882802"/>
              <a:gd name="connsiteX2" fmla="*/ 495802 w 900010"/>
              <a:gd name="connsiteY2" fmla="*/ 19166 h 2882802"/>
              <a:gd name="connsiteX3" fmla="*/ 837222 w 900010"/>
              <a:gd name="connsiteY3" fmla="*/ 316039 h 2882802"/>
              <a:gd name="connsiteX4" fmla="*/ 877109 w 900010"/>
              <a:gd name="connsiteY4" fmla="*/ 1414576 h 2882802"/>
              <a:gd name="connsiteX5" fmla="*/ 693379 w 900010"/>
              <a:gd name="connsiteY5" fmla="*/ 2487614 h 2882802"/>
              <a:gd name="connsiteX6" fmla="*/ 378811 w 900010"/>
              <a:gd name="connsiteY6" fmla="*/ 2852672 h 2882802"/>
              <a:gd name="connsiteX7" fmla="*/ 93540 w 900010"/>
              <a:gd name="connsiteY7" fmla="*/ 1821981 h 2882802"/>
              <a:gd name="connsiteX8" fmla="*/ 35559 w 900010"/>
              <a:gd name="connsiteY8" fmla="*/ 717064 h 2882802"/>
              <a:gd name="connsiteX0" fmla="*/ 26171 w 890622"/>
              <a:gd name="connsiteY0" fmla="*/ 717064 h 2882802"/>
              <a:gd name="connsiteX1" fmla="*/ 214838 w 890622"/>
              <a:gd name="connsiteY1" fmla="*/ 171626 h 2882802"/>
              <a:gd name="connsiteX2" fmla="*/ 486414 w 890622"/>
              <a:gd name="connsiteY2" fmla="*/ 19166 h 2882802"/>
              <a:gd name="connsiteX3" fmla="*/ 827834 w 890622"/>
              <a:gd name="connsiteY3" fmla="*/ 316039 h 2882802"/>
              <a:gd name="connsiteX4" fmla="*/ 867721 w 890622"/>
              <a:gd name="connsiteY4" fmla="*/ 1414576 h 2882802"/>
              <a:gd name="connsiteX5" fmla="*/ 683991 w 890622"/>
              <a:gd name="connsiteY5" fmla="*/ 2487614 h 2882802"/>
              <a:gd name="connsiteX6" fmla="*/ 369423 w 890622"/>
              <a:gd name="connsiteY6" fmla="*/ 2852672 h 2882802"/>
              <a:gd name="connsiteX7" fmla="*/ 84152 w 890622"/>
              <a:gd name="connsiteY7" fmla="*/ 1821981 h 2882802"/>
              <a:gd name="connsiteX8" fmla="*/ 26171 w 890622"/>
              <a:gd name="connsiteY8" fmla="*/ 717064 h 2882802"/>
              <a:gd name="connsiteX0" fmla="*/ 29461 w 893912"/>
              <a:gd name="connsiteY0" fmla="*/ 717064 h 2882802"/>
              <a:gd name="connsiteX1" fmla="*/ 218128 w 893912"/>
              <a:gd name="connsiteY1" fmla="*/ 171626 h 2882802"/>
              <a:gd name="connsiteX2" fmla="*/ 489704 w 893912"/>
              <a:gd name="connsiteY2" fmla="*/ 19166 h 2882802"/>
              <a:gd name="connsiteX3" fmla="*/ 831124 w 893912"/>
              <a:gd name="connsiteY3" fmla="*/ 316039 h 2882802"/>
              <a:gd name="connsiteX4" fmla="*/ 871011 w 893912"/>
              <a:gd name="connsiteY4" fmla="*/ 1414576 h 2882802"/>
              <a:gd name="connsiteX5" fmla="*/ 687281 w 893912"/>
              <a:gd name="connsiteY5" fmla="*/ 2487614 h 2882802"/>
              <a:gd name="connsiteX6" fmla="*/ 372713 w 893912"/>
              <a:gd name="connsiteY6" fmla="*/ 2852672 h 2882802"/>
              <a:gd name="connsiteX7" fmla="*/ 87442 w 893912"/>
              <a:gd name="connsiteY7" fmla="*/ 1821981 h 2882802"/>
              <a:gd name="connsiteX8" fmla="*/ 29461 w 893912"/>
              <a:gd name="connsiteY8" fmla="*/ 717064 h 2882802"/>
              <a:gd name="connsiteX0" fmla="*/ 25528 w 904861"/>
              <a:gd name="connsiteY0" fmla="*/ 700008 h 2882802"/>
              <a:gd name="connsiteX1" fmla="*/ 229077 w 904861"/>
              <a:gd name="connsiteY1" fmla="*/ 171626 h 2882802"/>
              <a:gd name="connsiteX2" fmla="*/ 500653 w 904861"/>
              <a:gd name="connsiteY2" fmla="*/ 19166 h 2882802"/>
              <a:gd name="connsiteX3" fmla="*/ 842073 w 904861"/>
              <a:gd name="connsiteY3" fmla="*/ 316039 h 2882802"/>
              <a:gd name="connsiteX4" fmla="*/ 881960 w 904861"/>
              <a:gd name="connsiteY4" fmla="*/ 1414576 h 2882802"/>
              <a:gd name="connsiteX5" fmla="*/ 698230 w 904861"/>
              <a:gd name="connsiteY5" fmla="*/ 2487614 h 2882802"/>
              <a:gd name="connsiteX6" fmla="*/ 383662 w 904861"/>
              <a:gd name="connsiteY6" fmla="*/ 2852672 h 2882802"/>
              <a:gd name="connsiteX7" fmla="*/ 98391 w 904861"/>
              <a:gd name="connsiteY7" fmla="*/ 1821981 h 2882802"/>
              <a:gd name="connsiteX8" fmla="*/ 25528 w 904861"/>
              <a:gd name="connsiteY8" fmla="*/ 700008 h 2882802"/>
              <a:gd name="connsiteX0" fmla="*/ 3067 w 882400"/>
              <a:gd name="connsiteY0" fmla="*/ 700008 h 2882802"/>
              <a:gd name="connsiteX1" fmla="*/ 206616 w 882400"/>
              <a:gd name="connsiteY1" fmla="*/ 171626 h 2882802"/>
              <a:gd name="connsiteX2" fmla="*/ 478192 w 882400"/>
              <a:gd name="connsiteY2" fmla="*/ 19166 h 2882802"/>
              <a:gd name="connsiteX3" fmla="*/ 819612 w 882400"/>
              <a:gd name="connsiteY3" fmla="*/ 316039 h 2882802"/>
              <a:gd name="connsiteX4" fmla="*/ 859499 w 882400"/>
              <a:gd name="connsiteY4" fmla="*/ 1414576 h 2882802"/>
              <a:gd name="connsiteX5" fmla="*/ 675769 w 882400"/>
              <a:gd name="connsiteY5" fmla="*/ 2487614 h 2882802"/>
              <a:gd name="connsiteX6" fmla="*/ 361201 w 882400"/>
              <a:gd name="connsiteY6" fmla="*/ 2852672 h 2882802"/>
              <a:gd name="connsiteX7" fmla="*/ 75930 w 882400"/>
              <a:gd name="connsiteY7" fmla="*/ 1821981 h 2882802"/>
              <a:gd name="connsiteX8" fmla="*/ 3067 w 882400"/>
              <a:gd name="connsiteY8" fmla="*/ 700008 h 2882802"/>
              <a:gd name="connsiteX0" fmla="*/ 3067 w 890413"/>
              <a:gd name="connsiteY0" fmla="*/ 697657 h 2880451"/>
              <a:gd name="connsiteX1" fmla="*/ 206616 w 890413"/>
              <a:gd name="connsiteY1" fmla="*/ 169275 h 2880451"/>
              <a:gd name="connsiteX2" fmla="*/ 478192 w 890413"/>
              <a:gd name="connsiteY2" fmla="*/ 16815 h 2880451"/>
              <a:gd name="connsiteX3" fmla="*/ 837597 w 890413"/>
              <a:gd name="connsiteY3" fmla="*/ 181227 h 2880451"/>
              <a:gd name="connsiteX4" fmla="*/ 859499 w 890413"/>
              <a:gd name="connsiteY4" fmla="*/ 1412225 h 2880451"/>
              <a:gd name="connsiteX5" fmla="*/ 675769 w 890413"/>
              <a:gd name="connsiteY5" fmla="*/ 2485263 h 2880451"/>
              <a:gd name="connsiteX6" fmla="*/ 361201 w 890413"/>
              <a:gd name="connsiteY6" fmla="*/ 2850321 h 2880451"/>
              <a:gd name="connsiteX7" fmla="*/ 75930 w 890413"/>
              <a:gd name="connsiteY7" fmla="*/ 1819630 h 2880451"/>
              <a:gd name="connsiteX8" fmla="*/ 3067 w 890413"/>
              <a:gd name="connsiteY8" fmla="*/ 697657 h 2880451"/>
              <a:gd name="connsiteX0" fmla="*/ 3067 w 890413"/>
              <a:gd name="connsiteY0" fmla="*/ 747934 h 2930728"/>
              <a:gd name="connsiteX1" fmla="*/ 206616 w 890413"/>
              <a:gd name="connsiteY1" fmla="*/ 219552 h 2930728"/>
              <a:gd name="connsiteX2" fmla="*/ 490783 w 890413"/>
              <a:gd name="connsiteY2" fmla="*/ 356 h 2930728"/>
              <a:gd name="connsiteX3" fmla="*/ 837597 w 890413"/>
              <a:gd name="connsiteY3" fmla="*/ 231504 h 2930728"/>
              <a:gd name="connsiteX4" fmla="*/ 859499 w 890413"/>
              <a:gd name="connsiteY4" fmla="*/ 1462502 h 2930728"/>
              <a:gd name="connsiteX5" fmla="*/ 675769 w 890413"/>
              <a:gd name="connsiteY5" fmla="*/ 2535540 h 2930728"/>
              <a:gd name="connsiteX6" fmla="*/ 361201 w 890413"/>
              <a:gd name="connsiteY6" fmla="*/ 2900598 h 2930728"/>
              <a:gd name="connsiteX7" fmla="*/ 75930 w 890413"/>
              <a:gd name="connsiteY7" fmla="*/ 1869907 h 2930728"/>
              <a:gd name="connsiteX8" fmla="*/ 3067 w 890413"/>
              <a:gd name="connsiteY8" fmla="*/ 747934 h 2930728"/>
              <a:gd name="connsiteX0" fmla="*/ 1927 w 896675"/>
              <a:gd name="connsiteY0" fmla="*/ 1130640 h 2930728"/>
              <a:gd name="connsiteX1" fmla="*/ 212878 w 896675"/>
              <a:gd name="connsiteY1" fmla="*/ 219552 h 2930728"/>
              <a:gd name="connsiteX2" fmla="*/ 497045 w 896675"/>
              <a:gd name="connsiteY2" fmla="*/ 356 h 2930728"/>
              <a:gd name="connsiteX3" fmla="*/ 843859 w 896675"/>
              <a:gd name="connsiteY3" fmla="*/ 231504 h 2930728"/>
              <a:gd name="connsiteX4" fmla="*/ 865761 w 896675"/>
              <a:gd name="connsiteY4" fmla="*/ 1462502 h 2930728"/>
              <a:gd name="connsiteX5" fmla="*/ 682031 w 896675"/>
              <a:gd name="connsiteY5" fmla="*/ 2535540 h 2930728"/>
              <a:gd name="connsiteX6" fmla="*/ 367463 w 896675"/>
              <a:gd name="connsiteY6" fmla="*/ 2900598 h 2930728"/>
              <a:gd name="connsiteX7" fmla="*/ 82192 w 896675"/>
              <a:gd name="connsiteY7" fmla="*/ 1869907 h 2930728"/>
              <a:gd name="connsiteX8" fmla="*/ 1927 w 896675"/>
              <a:gd name="connsiteY8" fmla="*/ 1130640 h 2930728"/>
              <a:gd name="connsiteX0" fmla="*/ 3863 w 898611"/>
              <a:gd name="connsiteY0" fmla="*/ 1130640 h 2920786"/>
              <a:gd name="connsiteX1" fmla="*/ 214814 w 898611"/>
              <a:gd name="connsiteY1" fmla="*/ 219552 h 2920786"/>
              <a:gd name="connsiteX2" fmla="*/ 498981 w 898611"/>
              <a:gd name="connsiteY2" fmla="*/ 356 h 2920786"/>
              <a:gd name="connsiteX3" fmla="*/ 845795 w 898611"/>
              <a:gd name="connsiteY3" fmla="*/ 231504 h 2920786"/>
              <a:gd name="connsiteX4" fmla="*/ 867697 w 898611"/>
              <a:gd name="connsiteY4" fmla="*/ 1462502 h 2920786"/>
              <a:gd name="connsiteX5" fmla="*/ 683967 w 898611"/>
              <a:gd name="connsiteY5" fmla="*/ 2535540 h 2920786"/>
              <a:gd name="connsiteX6" fmla="*/ 369399 w 898611"/>
              <a:gd name="connsiteY6" fmla="*/ 2900598 h 2920786"/>
              <a:gd name="connsiteX7" fmla="*/ 114047 w 898611"/>
              <a:gd name="connsiteY7" fmla="*/ 2036227 h 2920786"/>
              <a:gd name="connsiteX8" fmla="*/ 3863 w 898611"/>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7429" h="2920786">
                <a:moveTo>
                  <a:pt x="2681" y="1130640"/>
                </a:moveTo>
                <a:cubicBezTo>
                  <a:pt x="19476" y="827861"/>
                  <a:pt x="23264" y="606440"/>
                  <a:pt x="213632" y="219552"/>
                </a:cubicBezTo>
                <a:cubicBezTo>
                  <a:pt x="378725" y="4273"/>
                  <a:pt x="392636" y="-1636"/>
                  <a:pt x="497799" y="356"/>
                </a:cubicBezTo>
                <a:cubicBezTo>
                  <a:pt x="602962" y="2348"/>
                  <a:pt x="651220" y="-30068"/>
                  <a:pt x="844613" y="231504"/>
                </a:cubicBezTo>
                <a:cubicBezTo>
                  <a:pt x="923436" y="495501"/>
                  <a:pt x="899322" y="1077936"/>
                  <a:pt x="866515" y="1462502"/>
                </a:cubicBezTo>
                <a:cubicBezTo>
                  <a:pt x="833708" y="1847068"/>
                  <a:pt x="761608" y="2271543"/>
                  <a:pt x="682785" y="2535540"/>
                </a:cubicBezTo>
                <a:cubicBezTo>
                  <a:pt x="603962" y="2799537"/>
                  <a:pt x="463204" y="2983817"/>
                  <a:pt x="368217" y="2900598"/>
                </a:cubicBezTo>
                <a:cubicBezTo>
                  <a:pt x="273230" y="2817379"/>
                  <a:pt x="204979" y="2394937"/>
                  <a:pt x="112865" y="2036227"/>
                </a:cubicBezTo>
                <a:cubicBezTo>
                  <a:pt x="51078" y="1661032"/>
                  <a:pt x="-14114" y="1433419"/>
                  <a:pt x="2681" y="1130640"/>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89"/>
          <p:cNvGrpSpPr/>
          <p:nvPr/>
        </p:nvGrpSpPr>
        <p:grpSpPr>
          <a:xfrm flipH="1">
            <a:off x="6028936" y="5193572"/>
            <a:ext cx="790964" cy="597600"/>
            <a:chOff x="6102883" y="4579315"/>
            <a:chExt cx="741362" cy="864005"/>
          </a:xfrm>
        </p:grpSpPr>
        <p:sp>
          <p:nvSpPr>
            <p:cNvPr id="91" name="Line 6"/>
            <p:cNvSpPr>
              <a:spLocks noChangeShapeType="1"/>
            </p:cNvSpPr>
            <p:nvPr/>
          </p:nvSpPr>
          <p:spPr bwMode="auto">
            <a:xfrm flipV="1">
              <a:off x="6102883" y="4579315"/>
              <a:ext cx="0" cy="43200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Line 7"/>
            <p:cNvSpPr>
              <a:spLocks noChangeShapeType="1"/>
            </p:cNvSpPr>
            <p:nvPr/>
          </p:nvSpPr>
          <p:spPr bwMode="auto">
            <a:xfrm>
              <a:off x="6102883" y="4579320"/>
              <a:ext cx="741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Line 8"/>
            <p:cNvSpPr>
              <a:spLocks noChangeShapeType="1"/>
            </p:cNvSpPr>
            <p:nvPr/>
          </p:nvSpPr>
          <p:spPr bwMode="auto">
            <a:xfrm>
              <a:off x="6844245" y="4579320"/>
              <a:ext cx="0" cy="864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4" name="组合 93"/>
          <p:cNvGrpSpPr/>
          <p:nvPr/>
        </p:nvGrpSpPr>
        <p:grpSpPr>
          <a:xfrm>
            <a:off x="6424418" y="5181600"/>
            <a:ext cx="2016523" cy="180530"/>
            <a:chOff x="6102883" y="4563926"/>
            <a:chExt cx="741371" cy="76075"/>
          </a:xfrm>
        </p:grpSpPr>
        <p:sp>
          <p:nvSpPr>
            <p:cNvPr id="95" name="Line 6"/>
            <p:cNvSpPr>
              <a:spLocks noChangeShapeType="1"/>
            </p:cNvSpPr>
            <p:nvPr/>
          </p:nvSpPr>
          <p:spPr bwMode="auto">
            <a:xfrm flipV="1">
              <a:off x="6102883" y="4563926"/>
              <a:ext cx="0" cy="1517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Line 7"/>
            <p:cNvSpPr>
              <a:spLocks noChangeShapeType="1"/>
            </p:cNvSpPr>
            <p:nvPr/>
          </p:nvSpPr>
          <p:spPr bwMode="auto">
            <a:xfrm>
              <a:off x="6102891" y="4579320"/>
              <a:ext cx="74136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Line 8"/>
            <p:cNvSpPr>
              <a:spLocks noChangeShapeType="1"/>
            </p:cNvSpPr>
            <p:nvPr/>
          </p:nvSpPr>
          <p:spPr bwMode="auto">
            <a:xfrm>
              <a:off x="6844245" y="4579320"/>
              <a:ext cx="0" cy="6068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9" name="椭圆 150"/>
          <p:cNvSpPr/>
          <p:nvPr/>
        </p:nvSpPr>
        <p:spPr>
          <a:xfrm rot="14242593">
            <a:off x="6457765" y="637019"/>
            <a:ext cx="1188000" cy="2052000"/>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 name="connsiteX0" fmla="*/ 18564 w 976213"/>
              <a:gd name="connsiteY0" fmla="*/ 1584058 h 3079356"/>
              <a:gd name="connsiteX1" fmla="*/ 109752 w 976213"/>
              <a:gd name="connsiteY1" fmla="*/ 477572 h 3079356"/>
              <a:gd name="connsiteX2" fmla="*/ 491500 w 976213"/>
              <a:gd name="connsiteY2" fmla="*/ 73 h 3079356"/>
              <a:gd name="connsiteX3" fmla="*/ 880247 w 976213"/>
              <a:gd name="connsiteY3" fmla="*/ 451467 h 3079356"/>
              <a:gd name="connsiteX4" fmla="*/ 964436 w 976213"/>
              <a:gd name="connsiteY4" fmla="*/ 1584058 h 3079356"/>
              <a:gd name="connsiteX5" fmla="*/ 780706 w 976213"/>
              <a:gd name="connsiteY5" fmla="*/ 2657096 h 3079356"/>
              <a:gd name="connsiteX6" fmla="*/ 340923 w 976213"/>
              <a:gd name="connsiteY6" fmla="*/ 3079237 h 3079356"/>
              <a:gd name="connsiteX7" fmla="*/ 48387 w 976213"/>
              <a:gd name="connsiteY7" fmla="*/ 2626099 h 3079356"/>
              <a:gd name="connsiteX8" fmla="*/ 18564 w 976213"/>
              <a:gd name="connsiteY8" fmla="*/ 1584058 h 3079356"/>
              <a:gd name="connsiteX0" fmla="*/ 18564 w 976213"/>
              <a:gd name="connsiteY0" fmla="*/ 1584058 h 3022333"/>
              <a:gd name="connsiteX1" fmla="*/ 109752 w 976213"/>
              <a:gd name="connsiteY1" fmla="*/ 477572 h 3022333"/>
              <a:gd name="connsiteX2" fmla="*/ 491500 w 976213"/>
              <a:gd name="connsiteY2" fmla="*/ 73 h 3022333"/>
              <a:gd name="connsiteX3" fmla="*/ 880247 w 976213"/>
              <a:gd name="connsiteY3" fmla="*/ 451467 h 3022333"/>
              <a:gd name="connsiteX4" fmla="*/ 964436 w 976213"/>
              <a:gd name="connsiteY4" fmla="*/ 1584058 h 3022333"/>
              <a:gd name="connsiteX5" fmla="*/ 780706 w 976213"/>
              <a:gd name="connsiteY5" fmla="*/ 2657096 h 3022333"/>
              <a:gd name="connsiteX6" fmla="*/ 466138 w 976213"/>
              <a:gd name="connsiteY6" fmla="*/ 3022154 h 3022333"/>
              <a:gd name="connsiteX7" fmla="*/ 48387 w 976213"/>
              <a:gd name="connsiteY7" fmla="*/ 2626099 h 3022333"/>
              <a:gd name="connsiteX8" fmla="*/ 18564 w 976213"/>
              <a:gd name="connsiteY8" fmla="*/ 1584058 h 3022333"/>
              <a:gd name="connsiteX0" fmla="*/ 1175 w 958824"/>
              <a:gd name="connsiteY0" fmla="*/ 1584058 h 3044396"/>
              <a:gd name="connsiteX1" fmla="*/ 92363 w 958824"/>
              <a:gd name="connsiteY1" fmla="*/ 477572 h 3044396"/>
              <a:gd name="connsiteX2" fmla="*/ 474111 w 958824"/>
              <a:gd name="connsiteY2" fmla="*/ 73 h 3044396"/>
              <a:gd name="connsiteX3" fmla="*/ 862858 w 958824"/>
              <a:gd name="connsiteY3" fmla="*/ 451467 h 3044396"/>
              <a:gd name="connsiteX4" fmla="*/ 947047 w 958824"/>
              <a:gd name="connsiteY4" fmla="*/ 1584058 h 3044396"/>
              <a:gd name="connsiteX5" fmla="*/ 763317 w 958824"/>
              <a:gd name="connsiteY5" fmla="*/ 2657096 h 3044396"/>
              <a:gd name="connsiteX6" fmla="*/ 448749 w 958824"/>
              <a:gd name="connsiteY6" fmla="*/ 3022154 h 3044396"/>
              <a:gd name="connsiteX7" fmla="*/ 131142 w 958824"/>
              <a:gd name="connsiteY7" fmla="*/ 2122422 h 3044396"/>
              <a:gd name="connsiteX8" fmla="*/ 1175 w 958824"/>
              <a:gd name="connsiteY8" fmla="*/ 1584058 h 3044396"/>
              <a:gd name="connsiteX0" fmla="*/ 6125 w 927920"/>
              <a:gd name="connsiteY0" fmla="*/ 1023420 h 3044396"/>
              <a:gd name="connsiteX1" fmla="*/ 61459 w 927920"/>
              <a:gd name="connsiteY1" fmla="*/ 477572 h 3044396"/>
              <a:gd name="connsiteX2" fmla="*/ 443207 w 927920"/>
              <a:gd name="connsiteY2" fmla="*/ 73 h 3044396"/>
              <a:gd name="connsiteX3" fmla="*/ 831954 w 927920"/>
              <a:gd name="connsiteY3" fmla="*/ 451467 h 3044396"/>
              <a:gd name="connsiteX4" fmla="*/ 916143 w 927920"/>
              <a:gd name="connsiteY4" fmla="*/ 1584058 h 3044396"/>
              <a:gd name="connsiteX5" fmla="*/ 732413 w 927920"/>
              <a:gd name="connsiteY5" fmla="*/ 2657096 h 3044396"/>
              <a:gd name="connsiteX6" fmla="*/ 417845 w 927920"/>
              <a:gd name="connsiteY6" fmla="*/ 3022154 h 3044396"/>
              <a:gd name="connsiteX7" fmla="*/ 100238 w 927920"/>
              <a:gd name="connsiteY7" fmla="*/ 2122422 h 3044396"/>
              <a:gd name="connsiteX8" fmla="*/ 6125 w 927920"/>
              <a:gd name="connsiteY8" fmla="*/ 1023420 h 3044396"/>
              <a:gd name="connsiteX0" fmla="*/ 6125 w 927920"/>
              <a:gd name="connsiteY0" fmla="*/ 762296 h 2783272"/>
              <a:gd name="connsiteX1" fmla="*/ 61459 w 927920"/>
              <a:gd name="connsiteY1" fmla="*/ 216448 h 2783272"/>
              <a:gd name="connsiteX2" fmla="*/ 539850 w 927920"/>
              <a:gd name="connsiteY2" fmla="*/ 16843 h 2783272"/>
              <a:gd name="connsiteX3" fmla="*/ 831954 w 927920"/>
              <a:gd name="connsiteY3" fmla="*/ 190343 h 2783272"/>
              <a:gd name="connsiteX4" fmla="*/ 916143 w 927920"/>
              <a:gd name="connsiteY4" fmla="*/ 1322934 h 2783272"/>
              <a:gd name="connsiteX5" fmla="*/ 732413 w 927920"/>
              <a:gd name="connsiteY5" fmla="*/ 2395972 h 2783272"/>
              <a:gd name="connsiteX6" fmla="*/ 417845 w 927920"/>
              <a:gd name="connsiteY6" fmla="*/ 2761030 h 2783272"/>
              <a:gd name="connsiteX7" fmla="*/ 100238 w 927920"/>
              <a:gd name="connsiteY7" fmla="*/ 1861298 h 2783272"/>
              <a:gd name="connsiteX8" fmla="*/ 6125 w 927920"/>
              <a:gd name="connsiteY8" fmla="*/ 762296 h 2783272"/>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834817 h 2855793"/>
              <a:gd name="connsiteX1" fmla="*/ 61459 w 939044"/>
              <a:gd name="connsiteY1" fmla="*/ 288969 h 2855793"/>
              <a:gd name="connsiteX2" fmla="*/ 534836 w 939044"/>
              <a:gd name="connsiteY2" fmla="*/ 45 h 2855793"/>
              <a:gd name="connsiteX3" fmla="*/ 876256 w 939044"/>
              <a:gd name="connsiteY3" fmla="*/ 296918 h 2855793"/>
              <a:gd name="connsiteX4" fmla="*/ 916143 w 939044"/>
              <a:gd name="connsiteY4" fmla="*/ 1395455 h 2855793"/>
              <a:gd name="connsiteX5" fmla="*/ 732413 w 939044"/>
              <a:gd name="connsiteY5" fmla="*/ 2468493 h 2855793"/>
              <a:gd name="connsiteX6" fmla="*/ 417845 w 939044"/>
              <a:gd name="connsiteY6" fmla="*/ 2833551 h 2855793"/>
              <a:gd name="connsiteX7" fmla="*/ 100238 w 939044"/>
              <a:gd name="connsiteY7" fmla="*/ 1933819 h 2855793"/>
              <a:gd name="connsiteX8" fmla="*/ 6125 w 939044"/>
              <a:gd name="connsiteY8" fmla="*/ 834817 h 2855793"/>
              <a:gd name="connsiteX0" fmla="*/ 8111 w 941030"/>
              <a:gd name="connsiteY0" fmla="*/ 839858 h 2860834"/>
              <a:gd name="connsiteX1" fmla="*/ 263598 w 941030"/>
              <a:gd name="connsiteY1" fmla="*/ 239230 h 2860834"/>
              <a:gd name="connsiteX2" fmla="*/ 536822 w 941030"/>
              <a:gd name="connsiteY2" fmla="*/ 5086 h 2860834"/>
              <a:gd name="connsiteX3" fmla="*/ 878242 w 941030"/>
              <a:gd name="connsiteY3" fmla="*/ 301959 h 2860834"/>
              <a:gd name="connsiteX4" fmla="*/ 918129 w 941030"/>
              <a:gd name="connsiteY4" fmla="*/ 1400496 h 2860834"/>
              <a:gd name="connsiteX5" fmla="*/ 734399 w 941030"/>
              <a:gd name="connsiteY5" fmla="*/ 2473534 h 2860834"/>
              <a:gd name="connsiteX6" fmla="*/ 419831 w 941030"/>
              <a:gd name="connsiteY6" fmla="*/ 2838592 h 2860834"/>
              <a:gd name="connsiteX7" fmla="*/ 102224 w 941030"/>
              <a:gd name="connsiteY7" fmla="*/ 1938860 h 2860834"/>
              <a:gd name="connsiteX8" fmla="*/ 8111 w 941030"/>
              <a:gd name="connsiteY8" fmla="*/ 839858 h 2860834"/>
              <a:gd name="connsiteX0" fmla="*/ 17831 w 903494"/>
              <a:gd name="connsiteY0" fmla="*/ 660008 h 2860834"/>
              <a:gd name="connsiteX1" fmla="*/ 226062 w 903494"/>
              <a:gd name="connsiteY1" fmla="*/ 239230 h 2860834"/>
              <a:gd name="connsiteX2" fmla="*/ 499286 w 903494"/>
              <a:gd name="connsiteY2" fmla="*/ 5086 h 2860834"/>
              <a:gd name="connsiteX3" fmla="*/ 840706 w 903494"/>
              <a:gd name="connsiteY3" fmla="*/ 301959 h 2860834"/>
              <a:gd name="connsiteX4" fmla="*/ 880593 w 903494"/>
              <a:gd name="connsiteY4" fmla="*/ 1400496 h 2860834"/>
              <a:gd name="connsiteX5" fmla="*/ 696863 w 903494"/>
              <a:gd name="connsiteY5" fmla="*/ 2473534 h 2860834"/>
              <a:gd name="connsiteX6" fmla="*/ 382295 w 903494"/>
              <a:gd name="connsiteY6" fmla="*/ 2838592 h 2860834"/>
              <a:gd name="connsiteX7" fmla="*/ 64688 w 903494"/>
              <a:gd name="connsiteY7" fmla="*/ 1938860 h 2860834"/>
              <a:gd name="connsiteX8" fmla="*/ 17831 w 903494"/>
              <a:gd name="connsiteY8" fmla="*/ 660008 h 2860834"/>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74088 h 2874914"/>
              <a:gd name="connsiteX1" fmla="*/ 227828 w 903612"/>
              <a:gd name="connsiteY1" fmla="*/ 171626 h 2874914"/>
              <a:gd name="connsiteX2" fmla="*/ 499404 w 903612"/>
              <a:gd name="connsiteY2" fmla="*/ 19166 h 2874914"/>
              <a:gd name="connsiteX3" fmla="*/ 840824 w 903612"/>
              <a:gd name="connsiteY3" fmla="*/ 316039 h 2874914"/>
              <a:gd name="connsiteX4" fmla="*/ 880711 w 903612"/>
              <a:gd name="connsiteY4" fmla="*/ 1414576 h 2874914"/>
              <a:gd name="connsiteX5" fmla="*/ 696981 w 903612"/>
              <a:gd name="connsiteY5" fmla="*/ 2487614 h 2874914"/>
              <a:gd name="connsiteX6" fmla="*/ 382413 w 903612"/>
              <a:gd name="connsiteY6" fmla="*/ 2852672 h 2874914"/>
              <a:gd name="connsiteX7" fmla="*/ 64806 w 903612"/>
              <a:gd name="connsiteY7" fmla="*/ 1952940 h 2874914"/>
              <a:gd name="connsiteX8" fmla="*/ 17949 w 903612"/>
              <a:gd name="connsiteY8" fmla="*/ 674088 h 2874914"/>
              <a:gd name="connsiteX0" fmla="*/ 26925 w 891376"/>
              <a:gd name="connsiteY0" fmla="*/ 717064 h 2874914"/>
              <a:gd name="connsiteX1" fmla="*/ 215592 w 891376"/>
              <a:gd name="connsiteY1" fmla="*/ 171626 h 2874914"/>
              <a:gd name="connsiteX2" fmla="*/ 487168 w 891376"/>
              <a:gd name="connsiteY2" fmla="*/ 19166 h 2874914"/>
              <a:gd name="connsiteX3" fmla="*/ 828588 w 891376"/>
              <a:gd name="connsiteY3" fmla="*/ 316039 h 2874914"/>
              <a:gd name="connsiteX4" fmla="*/ 868475 w 891376"/>
              <a:gd name="connsiteY4" fmla="*/ 1414576 h 2874914"/>
              <a:gd name="connsiteX5" fmla="*/ 684745 w 891376"/>
              <a:gd name="connsiteY5" fmla="*/ 2487614 h 2874914"/>
              <a:gd name="connsiteX6" fmla="*/ 370177 w 891376"/>
              <a:gd name="connsiteY6" fmla="*/ 2852672 h 2874914"/>
              <a:gd name="connsiteX7" fmla="*/ 52570 w 891376"/>
              <a:gd name="connsiteY7" fmla="*/ 1952940 h 2874914"/>
              <a:gd name="connsiteX8" fmla="*/ 26925 w 891376"/>
              <a:gd name="connsiteY8" fmla="*/ 717064 h 2874914"/>
              <a:gd name="connsiteX0" fmla="*/ 47530 w 911981"/>
              <a:gd name="connsiteY0" fmla="*/ 717064 h 2874914"/>
              <a:gd name="connsiteX1" fmla="*/ 236197 w 911981"/>
              <a:gd name="connsiteY1" fmla="*/ 171626 h 2874914"/>
              <a:gd name="connsiteX2" fmla="*/ 507773 w 911981"/>
              <a:gd name="connsiteY2" fmla="*/ 19166 h 2874914"/>
              <a:gd name="connsiteX3" fmla="*/ 849193 w 911981"/>
              <a:gd name="connsiteY3" fmla="*/ 316039 h 2874914"/>
              <a:gd name="connsiteX4" fmla="*/ 889080 w 911981"/>
              <a:gd name="connsiteY4" fmla="*/ 1414576 h 2874914"/>
              <a:gd name="connsiteX5" fmla="*/ 705350 w 911981"/>
              <a:gd name="connsiteY5" fmla="*/ 2487614 h 2874914"/>
              <a:gd name="connsiteX6" fmla="*/ 390782 w 911981"/>
              <a:gd name="connsiteY6" fmla="*/ 2852672 h 2874914"/>
              <a:gd name="connsiteX7" fmla="*/ 73175 w 911981"/>
              <a:gd name="connsiteY7" fmla="*/ 1952940 h 2874914"/>
              <a:gd name="connsiteX8" fmla="*/ 47530 w 911981"/>
              <a:gd name="connsiteY8" fmla="*/ 717064 h 2874914"/>
              <a:gd name="connsiteX0" fmla="*/ 27966 w 892417"/>
              <a:gd name="connsiteY0" fmla="*/ 717064 h 2874914"/>
              <a:gd name="connsiteX1" fmla="*/ 216633 w 892417"/>
              <a:gd name="connsiteY1" fmla="*/ 171626 h 2874914"/>
              <a:gd name="connsiteX2" fmla="*/ 488209 w 892417"/>
              <a:gd name="connsiteY2" fmla="*/ 19166 h 2874914"/>
              <a:gd name="connsiteX3" fmla="*/ 829629 w 892417"/>
              <a:gd name="connsiteY3" fmla="*/ 316039 h 2874914"/>
              <a:gd name="connsiteX4" fmla="*/ 869516 w 892417"/>
              <a:gd name="connsiteY4" fmla="*/ 1414576 h 2874914"/>
              <a:gd name="connsiteX5" fmla="*/ 685786 w 892417"/>
              <a:gd name="connsiteY5" fmla="*/ 2487614 h 2874914"/>
              <a:gd name="connsiteX6" fmla="*/ 371218 w 892417"/>
              <a:gd name="connsiteY6" fmla="*/ 2852672 h 2874914"/>
              <a:gd name="connsiteX7" fmla="*/ 53611 w 892417"/>
              <a:gd name="connsiteY7" fmla="*/ 1952940 h 2874914"/>
              <a:gd name="connsiteX8" fmla="*/ 27966 w 892417"/>
              <a:gd name="connsiteY8" fmla="*/ 717064 h 2874914"/>
              <a:gd name="connsiteX0" fmla="*/ 12170 w 876621"/>
              <a:gd name="connsiteY0" fmla="*/ 717064 h 2882802"/>
              <a:gd name="connsiteX1" fmla="*/ 200837 w 876621"/>
              <a:gd name="connsiteY1" fmla="*/ 171626 h 2882802"/>
              <a:gd name="connsiteX2" fmla="*/ 472413 w 876621"/>
              <a:gd name="connsiteY2" fmla="*/ 19166 h 2882802"/>
              <a:gd name="connsiteX3" fmla="*/ 813833 w 876621"/>
              <a:gd name="connsiteY3" fmla="*/ 316039 h 2882802"/>
              <a:gd name="connsiteX4" fmla="*/ 853720 w 876621"/>
              <a:gd name="connsiteY4" fmla="*/ 1414576 h 2882802"/>
              <a:gd name="connsiteX5" fmla="*/ 669990 w 876621"/>
              <a:gd name="connsiteY5" fmla="*/ 2487614 h 2882802"/>
              <a:gd name="connsiteX6" fmla="*/ 355422 w 876621"/>
              <a:gd name="connsiteY6" fmla="*/ 2852672 h 2882802"/>
              <a:gd name="connsiteX7" fmla="*/ 70151 w 876621"/>
              <a:gd name="connsiteY7" fmla="*/ 1821981 h 2882802"/>
              <a:gd name="connsiteX8" fmla="*/ 12170 w 87662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35559 w 900010"/>
              <a:gd name="connsiteY0" fmla="*/ 717064 h 2882802"/>
              <a:gd name="connsiteX1" fmla="*/ 224226 w 900010"/>
              <a:gd name="connsiteY1" fmla="*/ 171626 h 2882802"/>
              <a:gd name="connsiteX2" fmla="*/ 495802 w 900010"/>
              <a:gd name="connsiteY2" fmla="*/ 19166 h 2882802"/>
              <a:gd name="connsiteX3" fmla="*/ 837222 w 900010"/>
              <a:gd name="connsiteY3" fmla="*/ 316039 h 2882802"/>
              <a:gd name="connsiteX4" fmla="*/ 877109 w 900010"/>
              <a:gd name="connsiteY4" fmla="*/ 1414576 h 2882802"/>
              <a:gd name="connsiteX5" fmla="*/ 693379 w 900010"/>
              <a:gd name="connsiteY5" fmla="*/ 2487614 h 2882802"/>
              <a:gd name="connsiteX6" fmla="*/ 378811 w 900010"/>
              <a:gd name="connsiteY6" fmla="*/ 2852672 h 2882802"/>
              <a:gd name="connsiteX7" fmla="*/ 93540 w 900010"/>
              <a:gd name="connsiteY7" fmla="*/ 1821981 h 2882802"/>
              <a:gd name="connsiteX8" fmla="*/ 35559 w 900010"/>
              <a:gd name="connsiteY8" fmla="*/ 717064 h 2882802"/>
              <a:gd name="connsiteX0" fmla="*/ 26171 w 890622"/>
              <a:gd name="connsiteY0" fmla="*/ 717064 h 2882802"/>
              <a:gd name="connsiteX1" fmla="*/ 214838 w 890622"/>
              <a:gd name="connsiteY1" fmla="*/ 171626 h 2882802"/>
              <a:gd name="connsiteX2" fmla="*/ 486414 w 890622"/>
              <a:gd name="connsiteY2" fmla="*/ 19166 h 2882802"/>
              <a:gd name="connsiteX3" fmla="*/ 827834 w 890622"/>
              <a:gd name="connsiteY3" fmla="*/ 316039 h 2882802"/>
              <a:gd name="connsiteX4" fmla="*/ 867721 w 890622"/>
              <a:gd name="connsiteY4" fmla="*/ 1414576 h 2882802"/>
              <a:gd name="connsiteX5" fmla="*/ 683991 w 890622"/>
              <a:gd name="connsiteY5" fmla="*/ 2487614 h 2882802"/>
              <a:gd name="connsiteX6" fmla="*/ 369423 w 890622"/>
              <a:gd name="connsiteY6" fmla="*/ 2852672 h 2882802"/>
              <a:gd name="connsiteX7" fmla="*/ 84152 w 890622"/>
              <a:gd name="connsiteY7" fmla="*/ 1821981 h 2882802"/>
              <a:gd name="connsiteX8" fmla="*/ 26171 w 890622"/>
              <a:gd name="connsiteY8" fmla="*/ 717064 h 2882802"/>
              <a:gd name="connsiteX0" fmla="*/ 29461 w 893912"/>
              <a:gd name="connsiteY0" fmla="*/ 717064 h 2882802"/>
              <a:gd name="connsiteX1" fmla="*/ 218128 w 893912"/>
              <a:gd name="connsiteY1" fmla="*/ 171626 h 2882802"/>
              <a:gd name="connsiteX2" fmla="*/ 489704 w 893912"/>
              <a:gd name="connsiteY2" fmla="*/ 19166 h 2882802"/>
              <a:gd name="connsiteX3" fmla="*/ 831124 w 893912"/>
              <a:gd name="connsiteY3" fmla="*/ 316039 h 2882802"/>
              <a:gd name="connsiteX4" fmla="*/ 871011 w 893912"/>
              <a:gd name="connsiteY4" fmla="*/ 1414576 h 2882802"/>
              <a:gd name="connsiteX5" fmla="*/ 687281 w 893912"/>
              <a:gd name="connsiteY5" fmla="*/ 2487614 h 2882802"/>
              <a:gd name="connsiteX6" fmla="*/ 372713 w 893912"/>
              <a:gd name="connsiteY6" fmla="*/ 2852672 h 2882802"/>
              <a:gd name="connsiteX7" fmla="*/ 87442 w 893912"/>
              <a:gd name="connsiteY7" fmla="*/ 1821981 h 2882802"/>
              <a:gd name="connsiteX8" fmla="*/ 29461 w 893912"/>
              <a:gd name="connsiteY8" fmla="*/ 717064 h 2882802"/>
              <a:gd name="connsiteX0" fmla="*/ 25528 w 904861"/>
              <a:gd name="connsiteY0" fmla="*/ 700008 h 2882802"/>
              <a:gd name="connsiteX1" fmla="*/ 229077 w 904861"/>
              <a:gd name="connsiteY1" fmla="*/ 171626 h 2882802"/>
              <a:gd name="connsiteX2" fmla="*/ 500653 w 904861"/>
              <a:gd name="connsiteY2" fmla="*/ 19166 h 2882802"/>
              <a:gd name="connsiteX3" fmla="*/ 842073 w 904861"/>
              <a:gd name="connsiteY3" fmla="*/ 316039 h 2882802"/>
              <a:gd name="connsiteX4" fmla="*/ 881960 w 904861"/>
              <a:gd name="connsiteY4" fmla="*/ 1414576 h 2882802"/>
              <a:gd name="connsiteX5" fmla="*/ 698230 w 904861"/>
              <a:gd name="connsiteY5" fmla="*/ 2487614 h 2882802"/>
              <a:gd name="connsiteX6" fmla="*/ 383662 w 904861"/>
              <a:gd name="connsiteY6" fmla="*/ 2852672 h 2882802"/>
              <a:gd name="connsiteX7" fmla="*/ 98391 w 904861"/>
              <a:gd name="connsiteY7" fmla="*/ 1821981 h 2882802"/>
              <a:gd name="connsiteX8" fmla="*/ 25528 w 904861"/>
              <a:gd name="connsiteY8" fmla="*/ 700008 h 2882802"/>
              <a:gd name="connsiteX0" fmla="*/ 3067 w 882400"/>
              <a:gd name="connsiteY0" fmla="*/ 700008 h 2882802"/>
              <a:gd name="connsiteX1" fmla="*/ 206616 w 882400"/>
              <a:gd name="connsiteY1" fmla="*/ 171626 h 2882802"/>
              <a:gd name="connsiteX2" fmla="*/ 478192 w 882400"/>
              <a:gd name="connsiteY2" fmla="*/ 19166 h 2882802"/>
              <a:gd name="connsiteX3" fmla="*/ 819612 w 882400"/>
              <a:gd name="connsiteY3" fmla="*/ 316039 h 2882802"/>
              <a:gd name="connsiteX4" fmla="*/ 859499 w 882400"/>
              <a:gd name="connsiteY4" fmla="*/ 1414576 h 2882802"/>
              <a:gd name="connsiteX5" fmla="*/ 675769 w 882400"/>
              <a:gd name="connsiteY5" fmla="*/ 2487614 h 2882802"/>
              <a:gd name="connsiteX6" fmla="*/ 361201 w 882400"/>
              <a:gd name="connsiteY6" fmla="*/ 2852672 h 2882802"/>
              <a:gd name="connsiteX7" fmla="*/ 75930 w 882400"/>
              <a:gd name="connsiteY7" fmla="*/ 1821981 h 2882802"/>
              <a:gd name="connsiteX8" fmla="*/ 3067 w 882400"/>
              <a:gd name="connsiteY8" fmla="*/ 700008 h 2882802"/>
              <a:gd name="connsiteX0" fmla="*/ 3067 w 890413"/>
              <a:gd name="connsiteY0" fmla="*/ 697657 h 2880451"/>
              <a:gd name="connsiteX1" fmla="*/ 206616 w 890413"/>
              <a:gd name="connsiteY1" fmla="*/ 169275 h 2880451"/>
              <a:gd name="connsiteX2" fmla="*/ 478192 w 890413"/>
              <a:gd name="connsiteY2" fmla="*/ 16815 h 2880451"/>
              <a:gd name="connsiteX3" fmla="*/ 837597 w 890413"/>
              <a:gd name="connsiteY3" fmla="*/ 181227 h 2880451"/>
              <a:gd name="connsiteX4" fmla="*/ 859499 w 890413"/>
              <a:gd name="connsiteY4" fmla="*/ 1412225 h 2880451"/>
              <a:gd name="connsiteX5" fmla="*/ 675769 w 890413"/>
              <a:gd name="connsiteY5" fmla="*/ 2485263 h 2880451"/>
              <a:gd name="connsiteX6" fmla="*/ 361201 w 890413"/>
              <a:gd name="connsiteY6" fmla="*/ 2850321 h 2880451"/>
              <a:gd name="connsiteX7" fmla="*/ 75930 w 890413"/>
              <a:gd name="connsiteY7" fmla="*/ 1819630 h 2880451"/>
              <a:gd name="connsiteX8" fmla="*/ 3067 w 890413"/>
              <a:gd name="connsiteY8" fmla="*/ 697657 h 2880451"/>
              <a:gd name="connsiteX0" fmla="*/ 3067 w 890413"/>
              <a:gd name="connsiteY0" fmla="*/ 747934 h 2930728"/>
              <a:gd name="connsiteX1" fmla="*/ 206616 w 890413"/>
              <a:gd name="connsiteY1" fmla="*/ 219552 h 2930728"/>
              <a:gd name="connsiteX2" fmla="*/ 490783 w 890413"/>
              <a:gd name="connsiteY2" fmla="*/ 356 h 2930728"/>
              <a:gd name="connsiteX3" fmla="*/ 837597 w 890413"/>
              <a:gd name="connsiteY3" fmla="*/ 231504 h 2930728"/>
              <a:gd name="connsiteX4" fmla="*/ 859499 w 890413"/>
              <a:gd name="connsiteY4" fmla="*/ 1462502 h 2930728"/>
              <a:gd name="connsiteX5" fmla="*/ 675769 w 890413"/>
              <a:gd name="connsiteY5" fmla="*/ 2535540 h 2930728"/>
              <a:gd name="connsiteX6" fmla="*/ 361201 w 890413"/>
              <a:gd name="connsiteY6" fmla="*/ 2900598 h 2930728"/>
              <a:gd name="connsiteX7" fmla="*/ 75930 w 890413"/>
              <a:gd name="connsiteY7" fmla="*/ 1869907 h 2930728"/>
              <a:gd name="connsiteX8" fmla="*/ 3067 w 890413"/>
              <a:gd name="connsiteY8" fmla="*/ 747934 h 2930728"/>
              <a:gd name="connsiteX0" fmla="*/ 1927 w 896675"/>
              <a:gd name="connsiteY0" fmla="*/ 1130640 h 2930728"/>
              <a:gd name="connsiteX1" fmla="*/ 212878 w 896675"/>
              <a:gd name="connsiteY1" fmla="*/ 219552 h 2930728"/>
              <a:gd name="connsiteX2" fmla="*/ 497045 w 896675"/>
              <a:gd name="connsiteY2" fmla="*/ 356 h 2930728"/>
              <a:gd name="connsiteX3" fmla="*/ 843859 w 896675"/>
              <a:gd name="connsiteY3" fmla="*/ 231504 h 2930728"/>
              <a:gd name="connsiteX4" fmla="*/ 865761 w 896675"/>
              <a:gd name="connsiteY4" fmla="*/ 1462502 h 2930728"/>
              <a:gd name="connsiteX5" fmla="*/ 682031 w 896675"/>
              <a:gd name="connsiteY5" fmla="*/ 2535540 h 2930728"/>
              <a:gd name="connsiteX6" fmla="*/ 367463 w 896675"/>
              <a:gd name="connsiteY6" fmla="*/ 2900598 h 2930728"/>
              <a:gd name="connsiteX7" fmla="*/ 82192 w 896675"/>
              <a:gd name="connsiteY7" fmla="*/ 1869907 h 2930728"/>
              <a:gd name="connsiteX8" fmla="*/ 1927 w 896675"/>
              <a:gd name="connsiteY8" fmla="*/ 1130640 h 2930728"/>
              <a:gd name="connsiteX0" fmla="*/ 3863 w 898611"/>
              <a:gd name="connsiteY0" fmla="*/ 1130640 h 2920786"/>
              <a:gd name="connsiteX1" fmla="*/ 214814 w 898611"/>
              <a:gd name="connsiteY1" fmla="*/ 219552 h 2920786"/>
              <a:gd name="connsiteX2" fmla="*/ 498981 w 898611"/>
              <a:gd name="connsiteY2" fmla="*/ 356 h 2920786"/>
              <a:gd name="connsiteX3" fmla="*/ 845795 w 898611"/>
              <a:gd name="connsiteY3" fmla="*/ 231504 h 2920786"/>
              <a:gd name="connsiteX4" fmla="*/ 867697 w 898611"/>
              <a:gd name="connsiteY4" fmla="*/ 1462502 h 2920786"/>
              <a:gd name="connsiteX5" fmla="*/ 683967 w 898611"/>
              <a:gd name="connsiteY5" fmla="*/ 2535540 h 2920786"/>
              <a:gd name="connsiteX6" fmla="*/ 369399 w 898611"/>
              <a:gd name="connsiteY6" fmla="*/ 2900598 h 2920786"/>
              <a:gd name="connsiteX7" fmla="*/ 114047 w 898611"/>
              <a:gd name="connsiteY7" fmla="*/ 2036227 h 2920786"/>
              <a:gd name="connsiteX8" fmla="*/ 3863 w 898611"/>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7429" h="2920786">
                <a:moveTo>
                  <a:pt x="2681" y="1130640"/>
                </a:moveTo>
                <a:cubicBezTo>
                  <a:pt x="19476" y="827861"/>
                  <a:pt x="23264" y="606440"/>
                  <a:pt x="213632" y="219552"/>
                </a:cubicBezTo>
                <a:cubicBezTo>
                  <a:pt x="378725" y="4273"/>
                  <a:pt x="392636" y="-1636"/>
                  <a:pt x="497799" y="356"/>
                </a:cubicBezTo>
                <a:cubicBezTo>
                  <a:pt x="602962" y="2348"/>
                  <a:pt x="651220" y="-30068"/>
                  <a:pt x="844613" y="231504"/>
                </a:cubicBezTo>
                <a:cubicBezTo>
                  <a:pt x="923436" y="495501"/>
                  <a:pt x="899322" y="1077936"/>
                  <a:pt x="866515" y="1462502"/>
                </a:cubicBezTo>
                <a:cubicBezTo>
                  <a:pt x="833708" y="1847068"/>
                  <a:pt x="761608" y="2271543"/>
                  <a:pt x="682785" y="2535540"/>
                </a:cubicBezTo>
                <a:cubicBezTo>
                  <a:pt x="603962" y="2799537"/>
                  <a:pt x="463204" y="2983817"/>
                  <a:pt x="368217" y="2900598"/>
                </a:cubicBezTo>
                <a:cubicBezTo>
                  <a:pt x="273230" y="2817379"/>
                  <a:pt x="204979" y="2394937"/>
                  <a:pt x="112865" y="2036227"/>
                </a:cubicBezTo>
                <a:cubicBezTo>
                  <a:pt x="51078" y="1661032"/>
                  <a:pt x="-14114" y="1433419"/>
                  <a:pt x="2681" y="1130640"/>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表格 1"/>
          <p:cNvGraphicFramePr>
            <a:graphicFrameLocks noGrp="1"/>
          </p:cNvGraphicFramePr>
          <p:nvPr/>
        </p:nvGraphicFramePr>
        <p:xfrm>
          <a:off x="1066800" y="3413760"/>
          <a:ext cx="1143000" cy="2834640"/>
        </p:xfrm>
        <a:graphic>
          <a:graphicData uri="http://schemas.openxmlformats.org/drawingml/2006/table">
            <a:tbl>
              <a:tblPr>
                <a:tableStyleId>{5C22544A-7EE6-4342-B048-85BDC9FD1C3A}</a:tableStyleId>
              </a:tblPr>
              <a:tblGrid>
                <a:gridCol w="381000">
                  <a:extLst>
                    <a:ext uri="{9D8B030D-6E8A-4147-A177-3AD203B41FA5}">
                      <a16:colId xmlns:a16="http://schemas.microsoft.com/office/drawing/2014/main" val="20000"/>
                    </a:ext>
                  </a:extLst>
                </a:gridCol>
                <a:gridCol w="3048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tblGrid>
              <a:tr h="171450">
                <a:tc>
                  <a:txBody>
                    <a:bodyPr/>
                    <a:lstStyle/>
                    <a:p>
                      <a:pPr algn="ctr" fontAlgn="ctr"/>
                      <a:r>
                        <a:rPr lang="en-US" sz="1100" b="1" i="0" u="none" strike="noStrike" dirty="0">
                          <a:solidFill>
                            <a:srgbClr val="000000"/>
                          </a:solidFill>
                          <a:effectLst/>
                          <a:latin typeface="Times New Roman" pitchFamily="18" charset="0"/>
                          <a:cs typeface="Times New Roman" pitchFamily="18" charset="0"/>
                        </a:rPr>
                        <a:t>C</a:t>
                      </a:r>
                      <a:r>
                        <a:rPr lang="en-US" sz="1100" b="1" i="0" u="none" strike="noStrike" baseline="-25000" dirty="0">
                          <a:solidFill>
                            <a:srgbClr val="000000"/>
                          </a:solidFill>
                          <a:effectLst/>
                          <a:latin typeface="Times New Roman" pitchFamily="18" charset="0"/>
                          <a:cs typeface="Times New Roman"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i="0" u="none" strike="noStrike" dirty="0">
                          <a:solidFill>
                            <a:srgbClr val="000000"/>
                          </a:solidFill>
                          <a:effectLst/>
                          <a:latin typeface="Times New Roman" pitchFamily="18" charset="0"/>
                          <a:cs typeface="Times New Roman" pitchFamily="18" charset="0"/>
                        </a:rPr>
                        <a:t>C</a:t>
                      </a:r>
                      <a:r>
                        <a:rPr lang="en-US" sz="1100" b="1" i="0" u="none" strike="noStrike" baseline="-25000" dirty="0">
                          <a:solidFill>
                            <a:srgbClr val="000000"/>
                          </a:solidFill>
                          <a:effectLst/>
                          <a:latin typeface="Times New Roman" pitchFamily="18" charset="0"/>
                          <a:cs typeface="Times New Roman" pitchFamily="18"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Times New Roman" pitchFamily="18" charset="0"/>
                          <a:cs typeface="Times New Roman" pitchFamily="18" charset="0"/>
                        </a:rPr>
                        <a:t>SSE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71450">
                <a:tc>
                  <a:txBody>
                    <a:bodyPr/>
                    <a:lstStyle/>
                    <a:p>
                      <a:pPr algn="l" fontAlgn="ctr"/>
                      <a:r>
                        <a:rPr lang="en-US" sz="1100" u="none" strike="noStrike" dirty="0">
                          <a:effectLst/>
                          <a:latin typeface="Times New Roman" pitchFamily="18" charset="0"/>
                          <a:cs typeface="Times New Roman" pitchFamily="18" charset="0"/>
                        </a:rPr>
                        <a:t>p1</a:t>
                      </a:r>
                      <a:endParaRPr lang="en-US" sz="11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u="none" strike="noStrike">
                          <a:effectLst/>
                          <a:latin typeface="Times New Roman" pitchFamily="18" charset="0"/>
                          <a:cs typeface="Times New Roman" pitchFamily="18" charset="0"/>
                        </a:rPr>
                        <a:t>p2</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u="none" strike="noStrike">
                          <a:effectLst/>
                          <a:latin typeface="Times New Roman" pitchFamily="18" charset="0"/>
                          <a:cs typeface="Times New Roman" pitchFamily="18" charset="0"/>
                        </a:rPr>
                        <a:t>7.8</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1450">
                <a:tc>
                  <a:txBody>
                    <a:bodyPr/>
                    <a:lstStyle/>
                    <a:p>
                      <a:pPr algn="l" fontAlgn="ctr"/>
                      <a:r>
                        <a:rPr lang="en-US" sz="1100" u="none" strike="noStrike">
                          <a:effectLst/>
                          <a:latin typeface="Times New Roman" pitchFamily="18" charset="0"/>
                          <a:cs typeface="Times New Roman" pitchFamily="18" charset="0"/>
                        </a:rPr>
                        <a:t>p1</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u="none" strike="noStrike">
                          <a:effectLst/>
                          <a:latin typeface="Times New Roman" pitchFamily="18" charset="0"/>
                          <a:cs typeface="Times New Roman" pitchFamily="18" charset="0"/>
                        </a:rPr>
                        <a:t>p3</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u="none" strike="noStrike">
                          <a:effectLst/>
                          <a:latin typeface="Times New Roman" pitchFamily="18" charset="0"/>
                          <a:cs typeface="Times New Roman" pitchFamily="18" charset="0"/>
                        </a:rPr>
                        <a:t>8.0</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71450">
                <a:tc>
                  <a:txBody>
                    <a:bodyPr/>
                    <a:lstStyle/>
                    <a:p>
                      <a:pPr algn="l" fontAlgn="ctr"/>
                      <a:r>
                        <a:rPr lang="en-US" sz="1100" u="none" strike="noStrike">
                          <a:effectLst/>
                          <a:latin typeface="Times New Roman" pitchFamily="18" charset="0"/>
                          <a:cs typeface="Times New Roman" pitchFamily="18" charset="0"/>
                        </a:rPr>
                        <a:t>p1</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u="none" strike="noStrike">
                          <a:effectLst/>
                          <a:latin typeface="Times New Roman" pitchFamily="18" charset="0"/>
                          <a:cs typeface="Times New Roman" pitchFamily="18" charset="0"/>
                        </a:rPr>
                        <a:t>p4</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u="none" strike="noStrike">
                          <a:effectLst/>
                          <a:latin typeface="Times New Roman" pitchFamily="18" charset="0"/>
                          <a:cs typeface="Times New Roman" pitchFamily="18" charset="0"/>
                        </a:rPr>
                        <a:t>13.0</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71450">
                <a:tc>
                  <a:txBody>
                    <a:bodyPr/>
                    <a:lstStyle/>
                    <a:p>
                      <a:pPr algn="l" fontAlgn="ctr"/>
                      <a:r>
                        <a:rPr lang="en-US" sz="1100" u="none" strike="noStrike">
                          <a:effectLst/>
                          <a:latin typeface="Times New Roman" pitchFamily="18" charset="0"/>
                          <a:cs typeface="Times New Roman" pitchFamily="18" charset="0"/>
                        </a:rPr>
                        <a:t>p1</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u="none" strike="noStrike">
                          <a:effectLst/>
                          <a:latin typeface="Times New Roman" pitchFamily="18" charset="0"/>
                          <a:cs typeface="Times New Roman" pitchFamily="18" charset="0"/>
                        </a:rPr>
                        <a:t>p5</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u="none" strike="noStrike">
                          <a:effectLst/>
                          <a:latin typeface="Times New Roman" pitchFamily="18" charset="0"/>
                          <a:cs typeface="Times New Roman" pitchFamily="18" charset="0"/>
                        </a:rPr>
                        <a:t>9.2</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71450">
                <a:tc>
                  <a:txBody>
                    <a:bodyPr/>
                    <a:lstStyle/>
                    <a:p>
                      <a:pPr algn="l" fontAlgn="ctr"/>
                      <a:r>
                        <a:rPr lang="en-US" sz="1100" u="none" strike="noStrike">
                          <a:effectLst/>
                          <a:latin typeface="Times New Roman" pitchFamily="18" charset="0"/>
                          <a:cs typeface="Times New Roman" pitchFamily="18" charset="0"/>
                        </a:rPr>
                        <a:t>p1</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u="none" strike="noStrike">
                          <a:effectLst/>
                          <a:latin typeface="Times New Roman" pitchFamily="18" charset="0"/>
                          <a:cs typeface="Times New Roman" pitchFamily="18" charset="0"/>
                        </a:rPr>
                        <a:t>p6</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u="none" strike="noStrike">
                          <a:effectLst/>
                          <a:latin typeface="Times New Roman" pitchFamily="18" charset="0"/>
                          <a:cs typeface="Times New Roman" pitchFamily="18" charset="0"/>
                        </a:rPr>
                        <a:t>10.3</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71450">
                <a:tc>
                  <a:txBody>
                    <a:bodyPr/>
                    <a:lstStyle/>
                    <a:p>
                      <a:pPr algn="l" fontAlgn="ctr"/>
                      <a:r>
                        <a:rPr lang="en-US" sz="1100" u="none" strike="noStrike">
                          <a:effectLst/>
                          <a:latin typeface="Times New Roman" pitchFamily="18" charset="0"/>
                          <a:cs typeface="Times New Roman" pitchFamily="18" charset="0"/>
                        </a:rPr>
                        <a:t>p2</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u="none" strike="noStrike">
                          <a:effectLst/>
                          <a:latin typeface="Times New Roman" pitchFamily="18" charset="0"/>
                          <a:cs typeface="Times New Roman" pitchFamily="18" charset="0"/>
                        </a:rPr>
                        <a:t>p3</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u="none" strike="noStrike">
                          <a:effectLst/>
                          <a:latin typeface="Times New Roman" pitchFamily="18" charset="0"/>
                          <a:cs typeface="Times New Roman" pitchFamily="18" charset="0"/>
                        </a:rPr>
                        <a:t>4.9</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71450">
                <a:tc>
                  <a:txBody>
                    <a:bodyPr/>
                    <a:lstStyle/>
                    <a:p>
                      <a:pPr algn="l" fontAlgn="ctr"/>
                      <a:r>
                        <a:rPr lang="en-US" sz="1100" u="none" strike="noStrike">
                          <a:effectLst/>
                          <a:latin typeface="Times New Roman" pitchFamily="18" charset="0"/>
                          <a:cs typeface="Times New Roman" pitchFamily="18" charset="0"/>
                        </a:rPr>
                        <a:t>p2</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u="none" strike="noStrike">
                          <a:effectLst/>
                          <a:latin typeface="Times New Roman" pitchFamily="18" charset="0"/>
                          <a:cs typeface="Times New Roman" pitchFamily="18" charset="0"/>
                        </a:rPr>
                        <a:t>p4</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u="none" strike="noStrike">
                          <a:effectLst/>
                          <a:latin typeface="Times New Roman" pitchFamily="18" charset="0"/>
                          <a:cs typeface="Times New Roman" pitchFamily="18" charset="0"/>
                        </a:rPr>
                        <a:t>6.7</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71450">
                <a:tc>
                  <a:txBody>
                    <a:bodyPr/>
                    <a:lstStyle/>
                    <a:p>
                      <a:pPr algn="l" fontAlgn="ctr"/>
                      <a:r>
                        <a:rPr lang="en-US" sz="1100" u="none" strike="noStrike">
                          <a:effectLst/>
                          <a:latin typeface="Times New Roman" pitchFamily="18" charset="0"/>
                          <a:cs typeface="Times New Roman" pitchFamily="18" charset="0"/>
                        </a:rPr>
                        <a:t>p2</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u="none" strike="noStrike">
                          <a:effectLst/>
                          <a:latin typeface="Times New Roman" pitchFamily="18" charset="0"/>
                          <a:cs typeface="Times New Roman" pitchFamily="18" charset="0"/>
                        </a:rPr>
                        <a:t>p5</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u="none" strike="noStrike">
                          <a:effectLst/>
                          <a:latin typeface="Times New Roman" pitchFamily="18" charset="0"/>
                          <a:cs typeface="Times New Roman" pitchFamily="18" charset="0"/>
                        </a:rPr>
                        <a:t>4.3</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171450">
                <a:tc>
                  <a:txBody>
                    <a:bodyPr/>
                    <a:lstStyle/>
                    <a:p>
                      <a:pPr algn="l" fontAlgn="ctr"/>
                      <a:r>
                        <a:rPr lang="en-US" sz="1100" u="none" strike="noStrike">
                          <a:effectLst/>
                          <a:latin typeface="Times New Roman" pitchFamily="18" charset="0"/>
                          <a:cs typeface="Times New Roman" pitchFamily="18" charset="0"/>
                        </a:rPr>
                        <a:t>p2</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u="none" strike="noStrike">
                          <a:effectLst/>
                          <a:latin typeface="Times New Roman" pitchFamily="18" charset="0"/>
                          <a:cs typeface="Times New Roman" pitchFamily="18" charset="0"/>
                        </a:rPr>
                        <a:t>p6</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u="none" strike="noStrike">
                          <a:effectLst/>
                          <a:latin typeface="Times New Roman" pitchFamily="18" charset="0"/>
                          <a:cs typeface="Times New Roman" pitchFamily="18" charset="0"/>
                        </a:rPr>
                        <a:t>8.5</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71450">
                <a:tc>
                  <a:txBody>
                    <a:bodyPr/>
                    <a:lstStyle/>
                    <a:p>
                      <a:pPr algn="l" fontAlgn="ctr"/>
                      <a:r>
                        <a:rPr lang="en-US" sz="1100" u="none" strike="noStrike">
                          <a:effectLst/>
                          <a:latin typeface="Times New Roman" pitchFamily="18" charset="0"/>
                          <a:cs typeface="Times New Roman" pitchFamily="18" charset="0"/>
                        </a:rPr>
                        <a:t>p3</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u="none" strike="noStrike">
                          <a:effectLst/>
                          <a:latin typeface="Times New Roman" pitchFamily="18" charset="0"/>
                          <a:cs typeface="Times New Roman" pitchFamily="18" charset="0"/>
                        </a:rPr>
                        <a:t>p4</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u="none" strike="noStrike">
                          <a:effectLst/>
                          <a:latin typeface="Times New Roman" pitchFamily="18" charset="0"/>
                          <a:cs typeface="Times New Roman" pitchFamily="18" charset="0"/>
                        </a:rPr>
                        <a:t>5.4</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171450">
                <a:tc>
                  <a:txBody>
                    <a:bodyPr/>
                    <a:lstStyle/>
                    <a:p>
                      <a:pPr algn="l" fontAlgn="ctr"/>
                      <a:r>
                        <a:rPr lang="en-US" sz="1100" u="none" strike="noStrike">
                          <a:effectLst/>
                          <a:latin typeface="Times New Roman" pitchFamily="18" charset="0"/>
                          <a:cs typeface="Times New Roman" pitchFamily="18" charset="0"/>
                        </a:rPr>
                        <a:t>p3</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u="none" strike="noStrike">
                          <a:effectLst/>
                          <a:latin typeface="Times New Roman" pitchFamily="18" charset="0"/>
                          <a:cs typeface="Times New Roman" pitchFamily="18" charset="0"/>
                        </a:rPr>
                        <a:t>p5</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u="none" strike="noStrike">
                          <a:effectLst/>
                          <a:latin typeface="Times New Roman" pitchFamily="18" charset="0"/>
                          <a:cs typeface="Times New Roman" pitchFamily="18" charset="0"/>
                        </a:rPr>
                        <a:t>9.2</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171450">
                <a:tc>
                  <a:txBody>
                    <a:bodyPr/>
                    <a:lstStyle/>
                    <a:p>
                      <a:pPr algn="l" fontAlgn="ctr"/>
                      <a:r>
                        <a:rPr lang="en-US" sz="1100" u="none" strike="noStrike">
                          <a:effectLst/>
                          <a:latin typeface="Times New Roman" pitchFamily="18" charset="0"/>
                          <a:cs typeface="Times New Roman" pitchFamily="18" charset="0"/>
                        </a:rPr>
                        <a:t>p3</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zh-CN" sz="1100" u="none" strike="noStrike" dirty="0">
                          <a:effectLst/>
                          <a:latin typeface="Times New Roman" pitchFamily="18" charset="0"/>
                          <a:cs typeface="Times New Roman" pitchFamily="18" charset="0"/>
                        </a:rPr>
                        <a:t>p</a:t>
                      </a:r>
                      <a:r>
                        <a:rPr lang="en-US" sz="1100" u="none" strike="noStrike" dirty="0">
                          <a:effectLst/>
                          <a:latin typeface="Times New Roman" pitchFamily="18" charset="0"/>
                          <a:cs typeface="Times New Roman" pitchFamily="18" charset="0"/>
                        </a:rPr>
                        <a:t>6</a:t>
                      </a:r>
                      <a:endParaRPr lang="en-US" sz="11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1" u="none" strike="noStrike" dirty="0">
                          <a:solidFill>
                            <a:srgbClr val="FF0000"/>
                          </a:solidFill>
                          <a:effectLst/>
                          <a:latin typeface="Times New Roman" pitchFamily="18" charset="0"/>
                          <a:cs typeface="Times New Roman" pitchFamily="18" charset="0"/>
                        </a:rPr>
                        <a:t>3.6</a:t>
                      </a:r>
                      <a:endParaRPr lang="en-US" altLang="zh-CN" sz="1100" b="1" i="0" u="none" strike="noStrike" dirty="0">
                        <a:solidFill>
                          <a:srgbClr val="FF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171450">
                <a:tc>
                  <a:txBody>
                    <a:bodyPr/>
                    <a:lstStyle/>
                    <a:p>
                      <a:pPr algn="l" fontAlgn="ctr"/>
                      <a:r>
                        <a:rPr lang="en-US" sz="1100" u="none" strike="noStrike">
                          <a:effectLst/>
                          <a:latin typeface="Times New Roman" pitchFamily="18" charset="0"/>
                          <a:cs typeface="Times New Roman" pitchFamily="18" charset="0"/>
                        </a:rPr>
                        <a:t>p4</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u="none" strike="noStrike">
                          <a:effectLst/>
                          <a:latin typeface="Times New Roman" pitchFamily="18" charset="0"/>
                          <a:cs typeface="Times New Roman" pitchFamily="18" charset="0"/>
                        </a:rPr>
                        <a:t>p6</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u="none" strike="noStrike">
                          <a:effectLst/>
                          <a:latin typeface="Times New Roman" pitchFamily="18" charset="0"/>
                          <a:cs typeface="Times New Roman" pitchFamily="18" charset="0"/>
                        </a:rPr>
                        <a:t>6.5</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171450">
                <a:tc>
                  <a:txBody>
                    <a:bodyPr/>
                    <a:lstStyle/>
                    <a:p>
                      <a:pPr algn="l" fontAlgn="ctr"/>
                      <a:r>
                        <a:rPr lang="en-US" sz="1100" u="none" strike="noStrike">
                          <a:effectLst/>
                          <a:latin typeface="Times New Roman" pitchFamily="18" charset="0"/>
                          <a:cs typeface="Times New Roman" pitchFamily="18" charset="0"/>
                        </a:rPr>
                        <a:t>p4</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u="none" strike="noStrike">
                          <a:effectLst/>
                          <a:latin typeface="Times New Roman" pitchFamily="18" charset="0"/>
                          <a:cs typeface="Times New Roman" pitchFamily="18" charset="0"/>
                        </a:rPr>
                        <a:t>p5</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u="none" strike="noStrike">
                          <a:effectLst/>
                          <a:latin typeface="Times New Roman" pitchFamily="18" charset="0"/>
                          <a:cs typeface="Times New Roman" pitchFamily="18" charset="0"/>
                        </a:rPr>
                        <a:t>10.3</a:t>
                      </a:r>
                      <a:endParaRPr lang="en-US" altLang="zh-CN"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171450">
                <a:tc>
                  <a:txBody>
                    <a:bodyPr/>
                    <a:lstStyle/>
                    <a:p>
                      <a:pPr algn="l" fontAlgn="ctr"/>
                      <a:r>
                        <a:rPr lang="en-US" sz="1100" u="none" strike="noStrike">
                          <a:effectLst/>
                          <a:latin typeface="Times New Roman" pitchFamily="18" charset="0"/>
                          <a:cs typeface="Times New Roman" pitchFamily="18" charset="0"/>
                        </a:rPr>
                        <a:t>p5</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u="none" strike="noStrike">
                          <a:effectLst/>
                          <a:latin typeface="Times New Roman" pitchFamily="18" charset="0"/>
                          <a:cs typeface="Times New Roman" pitchFamily="18" charset="0"/>
                        </a:rPr>
                        <a:t>p6</a:t>
                      </a:r>
                      <a:endParaRPr lang="en-US" sz="1100" b="0" i="0" u="none" strike="noStrike">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u="none" strike="noStrike" dirty="0">
                          <a:effectLst/>
                          <a:latin typeface="Times New Roman" pitchFamily="18" charset="0"/>
                          <a:cs typeface="Times New Roman" pitchFamily="18" charset="0"/>
                        </a:rPr>
                        <a:t>12.8</a:t>
                      </a:r>
                      <a:endParaRPr lang="en-US" altLang="zh-CN" sz="1100" b="0" i="0" u="none" strike="noStrike" dirty="0">
                        <a:solidFill>
                          <a:srgbClr val="000000"/>
                        </a:solidFill>
                        <a:effectLst/>
                        <a:latin typeface="Times New Roman" pitchFamily="18" charset="0"/>
                        <a:cs typeface="Times New Roman"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graphicFrame>
        <p:nvGraphicFramePr>
          <p:cNvPr id="55" name="表格 54"/>
          <p:cNvGraphicFramePr>
            <a:graphicFrameLocks noGrp="1"/>
          </p:cNvGraphicFramePr>
          <p:nvPr/>
        </p:nvGraphicFramePr>
        <p:xfrm>
          <a:off x="2559050" y="3413761"/>
          <a:ext cx="1206500" cy="1948815"/>
        </p:xfrm>
        <a:graphic>
          <a:graphicData uri="http://schemas.openxmlformats.org/drawingml/2006/table">
            <a:tbl>
              <a:tblPr>
                <a:tableStyleId>{5C22544A-7EE6-4342-B048-85BDC9FD1C3A}</a:tableStyleId>
              </a:tblPr>
              <a:tblGrid>
                <a:gridCol w="381000">
                  <a:extLst>
                    <a:ext uri="{9D8B030D-6E8A-4147-A177-3AD203B41FA5}">
                      <a16:colId xmlns:a16="http://schemas.microsoft.com/office/drawing/2014/main" val="20000"/>
                    </a:ext>
                  </a:extLst>
                </a:gridCol>
                <a:gridCol w="3683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tblGrid>
              <a:tr h="171450">
                <a:tc>
                  <a:txBody>
                    <a:bodyPr/>
                    <a:lstStyle/>
                    <a:p>
                      <a:pPr algn="ctr" fontAlgn="ctr"/>
                      <a:r>
                        <a:rPr lang="en-US" sz="1100" b="1" i="0" u="none" strike="noStrike" dirty="0">
                          <a:solidFill>
                            <a:srgbClr val="000000"/>
                          </a:solidFill>
                          <a:effectLst/>
                          <a:latin typeface="Times New Roman" pitchFamily="18" charset="0"/>
                          <a:cs typeface="Times New Roman" pitchFamily="18" charset="0"/>
                        </a:rPr>
                        <a:t>C</a:t>
                      </a:r>
                      <a:r>
                        <a:rPr lang="en-US" sz="1100" b="1" i="0" u="none" strike="noStrike" baseline="-25000" dirty="0">
                          <a:solidFill>
                            <a:srgbClr val="000000"/>
                          </a:solidFill>
                          <a:effectLst/>
                          <a:latin typeface="Times New Roman" pitchFamily="18" charset="0"/>
                          <a:cs typeface="Times New Roman"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i="0" u="none" strike="noStrike" dirty="0">
                          <a:solidFill>
                            <a:srgbClr val="000000"/>
                          </a:solidFill>
                          <a:effectLst/>
                          <a:latin typeface="Times New Roman" pitchFamily="18" charset="0"/>
                          <a:cs typeface="Times New Roman" pitchFamily="18" charset="0"/>
                        </a:rPr>
                        <a:t>C</a:t>
                      </a:r>
                      <a:r>
                        <a:rPr lang="en-US" sz="1100" b="1" i="0" u="none" strike="noStrike" baseline="-25000" dirty="0">
                          <a:solidFill>
                            <a:srgbClr val="000000"/>
                          </a:solidFill>
                          <a:effectLst/>
                          <a:latin typeface="Times New Roman" pitchFamily="18" charset="0"/>
                          <a:cs typeface="Times New Roman" pitchFamily="18"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Times New Roman" pitchFamily="18" charset="0"/>
                          <a:cs typeface="Times New Roman" pitchFamily="18" charset="0"/>
                        </a:rPr>
                        <a:t>SSE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71450">
                <a:tc>
                  <a:txBody>
                    <a:bodyPr/>
                    <a:lstStyle/>
                    <a:p>
                      <a:pPr algn="l" fontAlgn="ctr"/>
                      <a:r>
                        <a:rPr lang="en-US" sz="1100" b="0" i="0" u="none" strike="noStrike">
                          <a:solidFill>
                            <a:srgbClr val="000000"/>
                          </a:solidFill>
                          <a:effectLst/>
                          <a:latin typeface="宋体"/>
                        </a:rPr>
                        <a:t>p1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宋体"/>
                        </a:rPr>
                        <a:t>p2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a:rPr>
                        <a:t>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1450">
                <a:tc>
                  <a:txBody>
                    <a:bodyPr/>
                    <a:lstStyle/>
                    <a:p>
                      <a:pPr algn="l" fontAlgn="ctr"/>
                      <a:r>
                        <a:rPr lang="en-US" sz="1100" b="0" i="0" u="none" strike="noStrike">
                          <a:solidFill>
                            <a:srgbClr val="000000"/>
                          </a:solidFill>
                          <a:effectLst/>
                          <a:latin typeface="宋体"/>
                        </a:rPr>
                        <a:t>p1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宋体"/>
                        </a:rPr>
                        <a:t>p3,6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a:rPr>
                        <a:t>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71450">
                <a:tc>
                  <a:txBody>
                    <a:bodyPr/>
                    <a:lstStyle/>
                    <a:p>
                      <a:pPr algn="l" fontAlgn="ctr"/>
                      <a:r>
                        <a:rPr lang="en-US" sz="1100" b="0" i="0" u="none" strike="noStrike">
                          <a:solidFill>
                            <a:srgbClr val="000000"/>
                          </a:solidFill>
                          <a:effectLst/>
                          <a:latin typeface="宋体"/>
                        </a:rPr>
                        <a:t>p1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宋体"/>
                        </a:rPr>
                        <a:t>p4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a:rPr>
                        <a:t>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71450">
                <a:tc>
                  <a:txBody>
                    <a:bodyPr/>
                    <a:lstStyle/>
                    <a:p>
                      <a:pPr algn="l" fontAlgn="ctr"/>
                      <a:r>
                        <a:rPr lang="en-US" sz="1100" b="0" i="0" u="none" strike="noStrike">
                          <a:solidFill>
                            <a:srgbClr val="000000"/>
                          </a:solidFill>
                          <a:effectLst/>
                          <a:latin typeface="宋体"/>
                        </a:rPr>
                        <a:t>p1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宋体"/>
                        </a:rPr>
                        <a:t>p5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a:rPr>
                        <a:t>9.2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71450">
                <a:tc>
                  <a:txBody>
                    <a:bodyPr/>
                    <a:lstStyle/>
                    <a:p>
                      <a:pPr algn="l" fontAlgn="ctr"/>
                      <a:r>
                        <a:rPr lang="en-US" sz="1100" b="0" i="0" u="none" strike="noStrike">
                          <a:solidFill>
                            <a:srgbClr val="000000"/>
                          </a:solidFill>
                          <a:effectLst/>
                          <a:latin typeface="宋体"/>
                        </a:rPr>
                        <a:t>p2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宋体"/>
                        </a:rPr>
                        <a:t>p3,6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a:rPr>
                        <a:t>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71450">
                <a:tc>
                  <a:txBody>
                    <a:bodyPr/>
                    <a:lstStyle/>
                    <a:p>
                      <a:pPr algn="l" fontAlgn="ctr"/>
                      <a:r>
                        <a:rPr lang="en-US" sz="1100" b="0" i="0" u="none" strike="noStrike">
                          <a:solidFill>
                            <a:srgbClr val="000000"/>
                          </a:solidFill>
                          <a:effectLst/>
                          <a:latin typeface="宋体"/>
                        </a:rPr>
                        <a:t>p2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宋体"/>
                        </a:rPr>
                        <a:t>p4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a:rPr>
                        <a:t>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71450">
                <a:tc>
                  <a:txBody>
                    <a:bodyPr/>
                    <a:lstStyle/>
                    <a:p>
                      <a:pPr algn="l" fontAlgn="ctr"/>
                      <a:r>
                        <a:rPr lang="en-US" sz="1100" b="0" i="0" u="none" strike="noStrike">
                          <a:solidFill>
                            <a:srgbClr val="000000"/>
                          </a:solidFill>
                          <a:effectLst/>
                          <a:latin typeface="宋体"/>
                        </a:rPr>
                        <a:t>p2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宋体"/>
                        </a:rPr>
                        <a:t>P5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1" i="0" u="none" strike="noStrike" dirty="0">
                          <a:solidFill>
                            <a:srgbClr val="FF0000"/>
                          </a:solidFill>
                          <a:effectLst/>
                          <a:latin typeface="宋体"/>
                        </a:rPr>
                        <a:t>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71450">
                <a:tc>
                  <a:txBody>
                    <a:bodyPr/>
                    <a:lstStyle/>
                    <a:p>
                      <a:pPr algn="l" fontAlgn="ctr"/>
                      <a:r>
                        <a:rPr lang="en-US" sz="1100" b="0" i="0" u="none" strike="noStrike">
                          <a:solidFill>
                            <a:srgbClr val="000000"/>
                          </a:solidFill>
                          <a:effectLst/>
                          <a:latin typeface="宋体"/>
                        </a:rPr>
                        <a:t>p4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宋体"/>
                        </a:rPr>
                        <a:t>p3,6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a:rPr>
                        <a:t>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171450">
                <a:tc>
                  <a:txBody>
                    <a:bodyPr/>
                    <a:lstStyle/>
                    <a:p>
                      <a:pPr algn="l" fontAlgn="ctr"/>
                      <a:r>
                        <a:rPr lang="en-US" sz="1100" b="0" i="0" u="none" strike="noStrike">
                          <a:solidFill>
                            <a:srgbClr val="000000"/>
                          </a:solidFill>
                          <a:effectLst/>
                          <a:latin typeface="宋体"/>
                        </a:rPr>
                        <a:t>p4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宋体"/>
                        </a:rPr>
                        <a:t>p5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a:rPr>
                        <a:t>10.3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71450">
                <a:tc>
                  <a:txBody>
                    <a:bodyPr/>
                    <a:lstStyle/>
                    <a:p>
                      <a:pPr algn="l" fontAlgn="ctr"/>
                      <a:r>
                        <a:rPr lang="en-US" sz="1100" b="0" i="0" u="none" strike="noStrike">
                          <a:solidFill>
                            <a:srgbClr val="000000"/>
                          </a:solidFill>
                          <a:effectLst/>
                          <a:latin typeface="宋体"/>
                        </a:rPr>
                        <a:t>p5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宋体"/>
                        </a:rPr>
                        <a:t>p3,6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0" i="0" u="none" strike="noStrike" dirty="0">
                          <a:solidFill>
                            <a:srgbClr val="000000"/>
                          </a:solidFill>
                          <a:effectLst/>
                          <a:latin typeface="宋体"/>
                        </a:rPr>
                        <a:t>11.0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graphicFrame>
        <p:nvGraphicFramePr>
          <p:cNvPr id="56" name="表格 55"/>
          <p:cNvGraphicFramePr>
            <a:graphicFrameLocks noGrp="1"/>
          </p:cNvGraphicFramePr>
          <p:nvPr/>
        </p:nvGraphicFramePr>
        <p:xfrm>
          <a:off x="4114800" y="3413760"/>
          <a:ext cx="1206500" cy="1417320"/>
        </p:xfrm>
        <a:graphic>
          <a:graphicData uri="http://schemas.openxmlformats.org/drawingml/2006/table">
            <a:tbl>
              <a:tblPr>
                <a:tableStyleId>{5C22544A-7EE6-4342-B048-85BDC9FD1C3A}</a:tableStyleId>
              </a:tblPr>
              <a:tblGrid>
                <a:gridCol w="381000">
                  <a:extLst>
                    <a:ext uri="{9D8B030D-6E8A-4147-A177-3AD203B41FA5}">
                      <a16:colId xmlns:a16="http://schemas.microsoft.com/office/drawing/2014/main" val="20000"/>
                    </a:ext>
                  </a:extLst>
                </a:gridCol>
                <a:gridCol w="3683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tblGrid>
              <a:tr h="171450">
                <a:tc>
                  <a:txBody>
                    <a:bodyPr/>
                    <a:lstStyle/>
                    <a:p>
                      <a:pPr algn="ctr" fontAlgn="ctr"/>
                      <a:r>
                        <a:rPr lang="en-US" sz="1100" b="1" i="0" u="none" strike="noStrike" dirty="0">
                          <a:solidFill>
                            <a:srgbClr val="000000"/>
                          </a:solidFill>
                          <a:effectLst/>
                          <a:latin typeface="Times New Roman" pitchFamily="18" charset="0"/>
                          <a:cs typeface="Times New Roman" pitchFamily="18" charset="0"/>
                        </a:rPr>
                        <a:t>C</a:t>
                      </a:r>
                      <a:r>
                        <a:rPr lang="en-US" sz="1100" b="1" i="0" u="none" strike="noStrike" baseline="-25000" dirty="0">
                          <a:solidFill>
                            <a:srgbClr val="000000"/>
                          </a:solidFill>
                          <a:effectLst/>
                          <a:latin typeface="Times New Roman" pitchFamily="18" charset="0"/>
                          <a:cs typeface="Times New Roman"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i="0" u="none" strike="noStrike" dirty="0">
                          <a:solidFill>
                            <a:srgbClr val="000000"/>
                          </a:solidFill>
                          <a:effectLst/>
                          <a:latin typeface="Times New Roman" pitchFamily="18" charset="0"/>
                          <a:cs typeface="Times New Roman" pitchFamily="18" charset="0"/>
                        </a:rPr>
                        <a:t>C</a:t>
                      </a:r>
                      <a:r>
                        <a:rPr lang="en-US" sz="1100" b="1" i="0" u="none" strike="noStrike" baseline="-25000" dirty="0">
                          <a:solidFill>
                            <a:srgbClr val="000000"/>
                          </a:solidFill>
                          <a:effectLst/>
                          <a:latin typeface="Times New Roman" pitchFamily="18" charset="0"/>
                          <a:cs typeface="Times New Roman" pitchFamily="18"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Times New Roman" pitchFamily="18" charset="0"/>
                          <a:cs typeface="Times New Roman" pitchFamily="18" charset="0"/>
                        </a:rPr>
                        <a:t>SSE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71450">
                <a:tc>
                  <a:txBody>
                    <a:bodyPr/>
                    <a:lstStyle/>
                    <a:p>
                      <a:pPr algn="l" fontAlgn="ctr"/>
                      <a:r>
                        <a:rPr lang="en-US" sz="1100" b="0" i="0" u="none" strike="noStrike">
                          <a:solidFill>
                            <a:srgbClr val="000000"/>
                          </a:solidFill>
                          <a:effectLst/>
                          <a:latin typeface="宋体"/>
                        </a:rPr>
                        <a:t>p1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宋体"/>
                        </a:rPr>
                        <a:t>p2,5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a:rPr>
                        <a:t>8.3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1450">
                <a:tc>
                  <a:txBody>
                    <a:bodyPr/>
                    <a:lstStyle/>
                    <a:p>
                      <a:pPr algn="l" fontAlgn="ctr"/>
                      <a:r>
                        <a:rPr lang="en-US" sz="1100" b="0" i="0" u="none" strike="noStrike">
                          <a:solidFill>
                            <a:srgbClr val="000000"/>
                          </a:solidFill>
                          <a:effectLst/>
                          <a:latin typeface="宋体"/>
                        </a:rPr>
                        <a:t>p1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宋体"/>
                        </a:rPr>
                        <a:t>p3,6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a:rPr>
                        <a:t>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71450">
                <a:tc>
                  <a:txBody>
                    <a:bodyPr/>
                    <a:lstStyle/>
                    <a:p>
                      <a:pPr algn="l" fontAlgn="ctr"/>
                      <a:r>
                        <a:rPr lang="en-US" sz="1100" b="0" i="0" u="none" strike="noStrike">
                          <a:solidFill>
                            <a:srgbClr val="000000"/>
                          </a:solidFill>
                          <a:effectLst/>
                          <a:latin typeface="宋体"/>
                        </a:rPr>
                        <a:t>p1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宋体"/>
                        </a:rPr>
                        <a:t>p4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a:rPr>
                        <a:t>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71450">
                <a:tc>
                  <a:txBody>
                    <a:bodyPr/>
                    <a:lstStyle/>
                    <a:p>
                      <a:pPr algn="l" fontAlgn="ctr"/>
                      <a:r>
                        <a:rPr lang="en-US" sz="1100" b="0" i="0" u="none" strike="noStrike">
                          <a:solidFill>
                            <a:srgbClr val="000000"/>
                          </a:solidFill>
                          <a:effectLst/>
                          <a:latin typeface="宋体"/>
                        </a:rPr>
                        <a:t>p2,5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宋体"/>
                        </a:rPr>
                        <a:t>p3,6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a:rPr>
                        <a:t>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71450">
                <a:tc>
                  <a:txBody>
                    <a:bodyPr/>
                    <a:lstStyle/>
                    <a:p>
                      <a:pPr algn="l" fontAlgn="ctr"/>
                      <a:r>
                        <a:rPr lang="en-US" sz="1100" b="0" i="0" u="none" strike="noStrike">
                          <a:solidFill>
                            <a:srgbClr val="000000"/>
                          </a:solidFill>
                          <a:effectLst/>
                          <a:latin typeface="宋体"/>
                        </a:rPr>
                        <a:t>p3,6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宋体"/>
                        </a:rPr>
                        <a:t>p2,5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a:rPr>
                        <a:t>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71450">
                <a:tc>
                  <a:txBody>
                    <a:bodyPr/>
                    <a:lstStyle/>
                    <a:p>
                      <a:pPr algn="l" fontAlgn="ctr"/>
                      <a:r>
                        <a:rPr lang="en-US" sz="1100" b="0" i="0" u="none" strike="noStrike">
                          <a:solidFill>
                            <a:srgbClr val="000000"/>
                          </a:solidFill>
                          <a:effectLst/>
                          <a:latin typeface="宋体"/>
                        </a:rPr>
                        <a:t>p4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宋体"/>
                        </a:rPr>
                        <a:t>p3,6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1" i="0" u="none" strike="noStrike" dirty="0">
                          <a:solidFill>
                            <a:srgbClr val="FF0000"/>
                          </a:solidFill>
                          <a:effectLst/>
                          <a:latin typeface="宋体"/>
                        </a:rPr>
                        <a:t>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71450">
                <a:tc>
                  <a:txBody>
                    <a:bodyPr/>
                    <a:lstStyle/>
                    <a:p>
                      <a:pPr algn="l" fontAlgn="ctr"/>
                      <a:r>
                        <a:rPr lang="en-US" sz="1100" b="0" i="0" u="none" strike="noStrike">
                          <a:solidFill>
                            <a:srgbClr val="000000"/>
                          </a:solidFill>
                          <a:effectLst/>
                          <a:latin typeface="宋体"/>
                        </a:rPr>
                        <a:t>p4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宋体"/>
                        </a:rPr>
                        <a:t>p2,5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0" i="0" u="none" strike="noStrike" dirty="0">
                          <a:solidFill>
                            <a:srgbClr val="000000"/>
                          </a:solidFill>
                          <a:effectLst/>
                          <a:latin typeface="宋体"/>
                        </a:rPr>
                        <a:t>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57" name="表格 56"/>
          <p:cNvGraphicFramePr>
            <a:graphicFrameLocks noGrp="1"/>
          </p:cNvGraphicFramePr>
          <p:nvPr/>
        </p:nvGraphicFramePr>
        <p:xfrm>
          <a:off x="4114800" y="4953000"/>
          <a:ext cx="1244600" cy="708660"/>
        </p:xfrm>
        <a:graphic>
          <a:graphicData uri="http://schemas.openxmlformats.org/drawingml/2006/table">
            <a:tbl>
              <a:tblPr>
                <a:tableStyleId>{5C22544A-7EE6-4342-B048-85BDC9FD1C3A}</a:tableStyleId>
              </a:tblPr>
              <a:tblGrid>
                <a:gridCol w="3683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368300">
                  <a:extLst>
                    <a:ext uri="{9D8B030D-6E8A-4147-A177-3AD203B41FA5}">
                      <a16:colId xmlns:a16="http://schemas.microsoft.com/office/drawing/2014/main" val="20002"/>
                    </a:ext>
                  </a:extLst>
                </a:gridCol>
              </a:tblGrid>
              <a:tr h="171450">
                <a:tc>
                  <a:txBody>
                    <a:bodyPr/>
                    <a:lstStyle/>
                    <a:p>
                      <a:pPr algn="ctr" fontAlgn="ctr"/>
                      <a:r>
                        <a:rPr lang="en-US" sz="1100" b="1" i="0" u="none" strike="noStrike" dirty="0">
                          <a:solidFill>
                            <a:srgbClr val="000000"/>
                          </a:solidFill>
                          <a:effectLst/>
                          <a:latin typeface="Times New Roman" pitchFamily="18" charset="0"/>
                          <a:cs typeface="Times New Roman" pitchFamily="18" charset="0"/>
                        </a:rPr>
                        <a:t>C</a:t>
                      </a:r>
                      <a:r>
                        <a:rPr lang="en-US" sz="1100" b="1" i="0" u="none" strike="noStrike" baseline="-25000" dirty="0">
                          <a:solidFill>
                            <a:srgbClr val="000000"/>
                          </a:solidFill>
                          <a:effectLst/>
                          <a:latin typeface="Times New Roman" pitchFamily="18" charset="0"/>
                          <a:cs typeface="Times New Roman"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i="0" u="none" strike="noStrike" dirty="0">
                          <a:solidFill>
                            <a:srgbClr val="000000"/>
                          </a:solidFill>
                          <a:effectLst/>
                          <a:latin typeface="Times New Roman" pitchFamily="18" charset="0"/>
                          <a:cs typeface="Times New Roman" pitchFamily="18" charset="0"/>
                        </a:rPr>
                        <a:t>C</a:t>
                      </a:r>
                      <a:r>
                        <a:rPr lang="en-US" sz="1100" b="1" i="0" u="none" strike="noStrike" baseline="-25000" dirty="0">
                          <a:solidFill>
                            <a:srgbClr val="000000"/>
                          </a:solidFill>
                          <a:effectLst/>
                          <a:latin typeface="Times New Roman" pitchFamily="18" charset="0"/>
                          <a:cs typeface="Times New Roman" pitchFamily="18"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Times New Roman" pitchFamily="18" charset="0"/>
                          <a:cs typeface="Times New Roman" pitchFamily="18" charset="0"/>
                        </a:rPr>
                        <a:t>SSE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71450">
                <a:tc>
                  <a:txBody>
                    <a:bodyPr/>
                    <a:lstStyle/>
                    <a:p>
                      <a:pPr algn="l" fontAlgn="ctr"/>
                      <a:r>
                        <a:rPr lang="en-US" sz="1100" b="0" i="0" u="none" strike="noStrike">
                          <a:solidFill>
                            <a:srgbClr val="000000"/>
                          </a:solidFill>
                          <a:effectLst/>
                          <a:latin typeface="宋体"/>
                        </a:rPr>
                        <a:t>p1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宋体"/>
                        </a:rPr>
                        <a:t>p2,5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1" i="0" u="none" strike="noStrike" dirty="0">
                          <a:solidFill>
                            <a:srgbClr val="FF0000"/>
                          </a:solidFill>
                          <a:effectLst/>
                          <a:latin typeface="宋体"/>
                        </a:rPr>
                        <a:t>8.3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1450">
                <a:tc>
                  <a:txBody>
                    <a:bodyPr/>
                    <a:lstStyle/>
                    <a:p>
                      <a:pPr algn="l" fontAlgn="ctr"/>
                      <a:r>
                        <a:rPr lang="en-US" sz="1100" b="0" i="0" u="none" strike="noStrike" dirty="0">
                          <a:solidFill>
                            <a:srgbClr val="000000"/>
                          </a:solidFill>
                          <a:effectLst/>
                          <a:latin typeface="宋体"/>
                        </a:rPr>
                        <a:t>p1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宋体"/>
                        </a:rPr>
                        <a:t>p4,3,6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71450">
                <a:tc>
                  <a:txBody>
                    <a:bodyPr/>
                    <a:lstStyle/>
                    <a:p>
                      <a:pPr algn="l" fontAlgn="ctr"/>
                      <a:r>
                        <a:rPr lang="en-US" sz="1100" b="0" i="0" u="none" strike="noStrike">
                          <a:solidFill>
                            <a:srgbClr val="000000"/>
                          </a:solidFill>
                          <a:effectLst/>
                          <a:latin typeface="宋体"/>
                        </a:rPr>
                        <a:t>p2,5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宋体"/>
                        </a:rPr>
                        <a:t>p4,3,6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0" i="0" u="none" strike="noStrike" dirty="0">
                          <a:solidFill>
                            <a:srgbClr val="000000"/>
                          </a:solidFill>
                          <a:effectLst/>
                          <a:latin typeface="宋体"/>
                        </a:rPr>
                        <a:t>8.3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58" name="表格 57"/>
          <p:cNvGraphicFramePr>
            <a:graphicFrameLocks noGrp="1"/>
          </p:cNvGraphicFramePr>
          <p:nvPr/>
        </p:nvGraphicFramePr>
        <p:xfrm>
          <a:off x="4114800" y="5768340"/>
          <a:ext cx="1319212" cy="354330"/>
        </p:xfrm>
        <a:graphic>
          <a:graphicData uri="http://schemas.openxmlformats.org/drawingml/2006/table">
            <a:tbl>
              <a:tblPr>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303212">
                  <a:extLst>
                    <a:ext uri="{9D8B030D-6E8A-4147-A177-3AD203B41FA5}">
                      <a16:colId xmlns:a16="http://schemas.microsoft.com/office/drawing/2014/main" val="20002"/>
                    </a:ext>
                  </a:extLst>
                </a:gridCol>
              </a:tblGrid>
              <a:tr h="171450">
                <a:tc>
                  <a:txBody>
                    <a:bodyPr/>
                    <a:lstStyle/>
                    <a:p>
                      <a:pPr algn="ctr" fontAlgn="ctr"/>
                      <a:r>
                        <a:rPr lang="en-US" sz="1100" b="1" i="0" u="none" strike="noStrike" dirty="0">
                          <a:solidFill>
                            <a:srgbClr val="000000"/>
                          </a:solidFill>
                          <a:effectLst/>
                          <a:latin typeface="Times New Roman" pitchFamily="18" charset="0"/>
                          <a:cs typeface="Times New Roman" pitchFamily="18" charset="0"/>
                        </a:rPr>
                        <a:t>C</a:t>
                      </a:r>
                      <a:r>
                        <a:rPr lang="en-US" sz="1100" b="1" i="0" u="none" strike="noStrike" baseline="-25000" dirty="0">
                          <a:solidFill>
                            <a:srgbClr val="000000"/>
                          </a:solidFill>
                          <a:effectLst/>
                          <a:latin typeface="Times New Roman" pitchFamily="18" charset="0"/>
                          <a:cs typeface="Times New Roman"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i="0" u="none" strike="noStrike" dirty="0">
                          <a:solidFill>
                            <a:srgbClr val="000000"/>
                          </a:solidFill>
                          <a:effectLst/>
                          <a:latin typeface="Times New Roman" pitchFamily="18" charset="0"/>
                          <a:cs typeface="Times New Roman" pitchFamily="18" charset="0"/>
                        </a:rPr>
                        <a:t>C</a:t>
                      </a:r>
                      <a:r>
                        <a:rPr lang="en-US" sz="1100" b="1" i="0" u="none" strike="noStrike" baseline="-25000" dirty="0">
                          <a:solidFill>
                            <a:srgbClr val="000000"/>
                          </a:solidFill>
                          <a:effectLst/>
                          <a:latin typeface="Times New Roman" pitchFamily="18" charset="0"/>
                          <a:cs typeface="Times New Roman" pitchFamily="18"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Times New Roman" pitchFamily="18" charset="0"/>
                          <a:cs typeface="Times New Roman" pitchFamily="18" charset="0"/>
                        </a:rPr>
                        <a:t>SSE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71450">
                <a:tc>
                  <a:txBody>
                    <a:bodyPr/>
                    <a:lstStyle/>
                    <a:p>
                      <a:pPr algn="l" fontAlgn="ctr"/>
                      <a:r>
                        <a:rPr lang="en-US" sz="1100" b="0" i="0" u="none" strike="noStrike">
                          <a:solidFill>
                            <a:srgbClr val="000000"/>
                          </a:solidFill>
                          <a:effectLst/>
                          <a:latin typeface="宋体"/>
                        </a:rPr>
                        <a:t>p1,2,5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宋体"/>
                        </a:rPr>
                        <a:t>p4,3,6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zh-CN" sz="1100" b="1" i="0" u="none" strike="noStrike" dirty="0">
                          <a:solidFill>
                            <a:srgbClr val="FF0000"/>
                          </a:solidFill>
                          <a:effectLst/>
                          <a:latin typeface="宋体"/>
                        </a:rPr>
                        <a:t>8.1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27082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6466" name="Rectangle 2"/>
          <p:cNvSpPr>
            <a:spLocks noGrp="1" noChangeArrowheads="1"/>
          </p:cNvSpPr>
          <p:nvPr>
            <p:ph type="title"/>
          </p:nvPr>
        </p:nvSpPr>
        <p:spPr/>
        <p:txBody>
          <a:bodyPr/>
          <a:lstStyle/>
          <a:p>
            <a:r>
              <a:rPr lang="en-US" altLang="zh-CN" dirty="0"/>
              <a:t>Cluster</a:t>
            </a:r>
            <a:r>
              <a:rPr lang="zh-CN" altLang="en-US" dirty="0"/>
              <a:t>间的相似性</a:t>
            </a:r>
          </a:p>
        </p:txBody>
      </p:sp>
      <p:sp>
        <p:nvSpPr>
          <p:cNvPr id="22" name="内容占位符 1"/>
          <p:cNvSpPr>
            <a:spLocks noGrp="1"/>
          </p:cNvSpPr>
          <p:nvPr>
            <p:ph idx="1"/>
          </p:nvPr>
        </p:nvSpPr>
        <p:spPr>
          <a:xfrm>
            <a:off x="162765" y="1508790"/>
            <a:ext cx="8917735" cy="4678936"/>
          </a:xfrm>
        </p:spPr>
        <p:txBody>
          <a:bodyPr/>
          <a:lstStyle/>
          <a:p>
            <a:r>
              <a:rPr lang="en-US" altLang="zh-CN" dirty="0"/>
              <a:t>Objective Function </a:t>
            </a:r>
            <a:r>
              <a:rPr lang="zh-CN" altLang="en-US" dirty="0"/>
              <a:t>目标函数类</a:t>
            </a:r>
            <a:endParaRPr lang="en-US" altLang="zh-CN" dirty="0"/>
          </a:p>
          <a:p>
            <a:pPr lvl="1"/>
            <a:r>
              <a:rPr lang="en-US" altLang="zh-CN" dirty="0"/>
              <a:t>Ward</a:t>
            </a:r>
            <a:r>
              <a:rPr lang="zh-CN" altLang="en-US" dirty="0"/>
              <a:t>算法</a:t>
            </a:r>
            <a:endParaRPr lang="en-US" altLang="zh-CN" dirty="0"/>
          </a:p>
          <a:p>
            <a:pPr lvl="2"/>
            <a:r>
              <a:rPr lang="zh-CN" altLang="en-US" dirty="0"/>
              <a:t>两个簇的邻近度定义为两个簇合并时导致的平方误差增量</a:t>
            </a:r>
            <a:endParaRPr lang="en-US" altLang="zh-CN" dirty="0"/>
          </a:p>
          <a:p>
            <a:pPr lvl="2"/>
            <a:r>
              <a:rPr lang="zh-CN" altLang="en-US" dirty="0"/>
              <a:t>当邻近度取它们之间的平方时，</a:t>
            </a:r>
            <a:r>
              <a:rPr lang="en-US" altLang="zh-CN" dirty="0"/>
              <a:t>ward</a:t>
            </a:r>
            <a:r>
              <a:rPr lang="zh-CN" altLang="en-US" dirty="0"/>
              <a:t>与组平均类似</a:t>
            </a:r>
          </a:p>
          <a:p>
            <a:pPr lvl="2"/>
            <a:r>
              <a:rPr lang="zh-CN" altLang="en-US" dirty="0"/>
              <a:t>噪音和极端值影响小</a:t>
            </a:r>
            <a:endParaRPr lang="en-US" altLang="zh-CN" dirty="0"/>
          </a:p>
          <a:p>
            <a:pPr lvl="2"/>
            <a:r>
              <a:rPr lang="zh-CN" altLang="en-US" dirty="0"/>
              <a:t>偏好球型簇</a:t>
            </a:r>
          </a:p>
          <a:p>
            <a:pPr lvl="2"/>
            <a:endParaRPr lang="zh-CN" altLang="en-US" dirty="0"/>
          </a:p>
          <a:p>
            <a:pPr lvl="1"/>
            <a:endParaRPr lang="en-US" altLang="zh-CN" dirty="0"/>
          </a:p>
          <a:p>
            <a:pPr lvl="1"/>
            <a:endParaRPr lang="zh-CN" altLang="en-US" dirty="0"/>
          </a:p>
        </p:txBody>
      </p:sp>
    </p:spTree>
    <p:extLst>
      <p:ext uri="{BB962C8B-B14F-4D97-AF65-F5344CB8AC3E}">
        <p14:creationId xmlns:p14="http://schemas.microsoft.com/office/powerpoint/2010/main" val="14735270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6466" name="Rectangle 2"/>
          <p:cNvSpPr>
            <a:spLocks noGrp="1" noChangeArrowheads="1"/>
          </p:cNvSpPr>
          <p:nvPr>
            <p:ph type="title"/>
          </p:nvPr>
        </p:nvSpPr>
        <p:spPr/>
        <p:txBody>
          <a:bodyPr/>
          <a:lstStyle/>
          <a:p>
            <a:r>
              <a:rPr lang="en-US" altLang="zh-CN" dirty="0"/>
              <a:t>Cluster</a:t>
            </a:r>
            <a:r>
              <a:rPr lang="zh-CN" altLang="en-US" dirty="0"/>
              <a:t>间的相似性</a:t>
            </a:r>
          </a:p>
        </p:txBody>
      </p:sp>
      <p:sp>
        <p:nvSpPr>
          <p:cNvPr id="5" name="椭圆 152"/>
          <p:cNvSpPr/>
          <p:nvPr/>
        </p:nvSpPr>
        <p:spPr>
          <a:xfrm rot="18322284">
            <a:off x="2046031" y="1496219"/>
            <a:ext cx="1398236" cy="2619384"/>
          </a:xfrm>
          <a:custGeom>
            <a:avLst/>
            <a:gdLst>
              <a:gd name="connsiteX0" fmla="*/ 0 w 1809000"/>
              <a:gd name="connsiteY0" fmla="*/ 1751035 h 3502070"/>
              <a:gd name="connsiteX1" fmla="*/ 904500 w 1809000"/>
              <a:gd name="connsiteY1" fmla="*/ 0 h 3502070"/>
              <a:gd name="connsiteX2" fmla="*/ 1809000 w 1809000"/>
              <a:gd name="connsiteY2" fmla="*/ 1751035 h 3502070"/>
              <a:gd name="connsiteX3" fmla="*/ 904500 w 1809000"/>
              <a:gd name="connsiteY3" fmla="*/ 3502070 h 3502070"/>
              <a:gd name="connsiteX4" fmla="*/ 0 w 1809000"/>
              <a:gd name="connsiteY4" fmla="*/ 1751035 h 3502070"/>
              <a:gd name="connsiteX0" fmla="*/ 0 w 1868444"/>
              <a:gd name="connsiteY0" fmla="*/ 1751035 h 3546793"/>
              <a:gd name="connsiteX1" fmla="*/ 904500 w 1868444"/>
              <a:gd name="connsiteY1" fmla="*/ 0 h 3546793"/>
              <a:gd name="connsiteX2" fmla="*/ 1809000 w 1868444"/>
              <a:gd name="connsiteY2" fmla="*/ 1751035 h 3546793"/>
              <a:gd name="connsiteX3" fmla="*/ 1729084 w 1868444"/>
              <a:gd name="connsiteY3" fmla="*/ 2918758 h 3546793"/>
              <a:gd name="connsiteX4" fmla="*/ 904500 w 1868444"/>
              <a:gd name="connsiteY4" fmla="*/ 3502070 h 3546793"/>
              <a:gd name="connsiteX5" fmla="*/ 0 w 1868444"/>
              <a:gd name="connsiteY5" fmla="*/ 1751035 h 3546793"/>
              <a:gd name="connsiteX0" fmla="*/ 0 w 1786911"/>
              <a:gd name="connsiteY0" fmla="*/ 1775508 h 3571266"/>
              <a:gd name="connsiteX1" fmla="*/ 904500 w 1786911"/>
              <a:gd name="connsiteY1" fmla="*/ 24473 h 3571266"/>
              <a:gd name="connsiteX2" fmla="*/ 1597687 w 1786911"/>
              <a:gd name="connsiteY2" fmla="*/ 908449 h 3571266"/>
              <a:gd name="connsiteX3" fmla="*/ 1729084 w 1786911"/>
              <a:gd name="connsiteY3" fmla="*/ 2943231 h 3571266"/>
              <a:gd name="connsiteX4" fmla="*/ 904500 w 1786911"/>
              <a:gd name="connsiteY4" fmla="*/ 3526543 h 3571266"/>
              <a:gd name="connsiteX5" fmla="*/ 0 w 1786911"/>
              <a:gd name="connsiteY5" fmla="*/ 1775508 h 3571266"/>
              <a:gd name="connsiteX0" fmla="*/ 0 w 1861239"/>
              <a:gd name="connsiteY0" fmla="*/ 2282663 h 3570358"/>
              <a:gd name="connsiteX1" fmla="*/ 978828 w 1861239"/>
              <a:gd name="connsiteY1" fmla="*/ 48562 h 3570358"/>
              <a:gd name="connsiteX2" fmla="*/ 1672015 w 1861239"/>
              <a:gd name="connsiteY2" fmla="*/ 932538 h 3570358"/>
              <a:gd name="connsiteX3" fmla="*/ 1803412 w 1861239"/>
              <a:gd name="connsiteY3" fmla="*/ 2967320 h 3570358"/>
              <a:gd name="connsiteX4" fmla="*/ 978828 w 1861239"/>
              <a:gd name="connsiteY4" fmla="*/ 3550632 h 3570358"/>
              <a:gd name="connsiteX5" fmla="*/ 0 w 1861239"/>
              <a:gd name="connsiteY5" fmla="*/ 2282663 h 3570358"/>
              <a:gd name="connsiteX0" fmla="*/ 1399 w 1862638"/>
              <a:gd name="connsiteY0" fmla="*/ 2282663 h 3370799"/>
              <a:gd name="connsiteX1" fmla="*/ 980227 w 1862638"/>
              <a:gd name="connsiteY1" fmla="*/ 48562 h 3370799"/>
              <a:gd name="connsiteX2" fmla="*/ 1673414 w 1862638"/>
              <a:gd name="connsiteY2" fmla="*/ 932538 h 3370799"/>
              <a:gd name="connsiteX3" fmla="*/ 1804811 w 1862638"/>
              <a:gd name="connsiteY3" fmla="*/ 2967320 h 3370799"/>
              <a:gd name="connsiteX4" fmla="*/ 1207036 w 1862638"/>
              <a:gd name="connsiteY4" fmla="*/ 3337459 h 3370799"/>
              <a:gd name="connsiteX5" fmla="*/ 1399 w 1862638"/>
              <a:gd name="connsiteY5" fmla="*/ 2282663 h 3370799"/>
              <a:gd name="connsiteX0" fmla="*/ 2725 w 1863964"/>
              <a:gd name="connsiteY0" fmla="*/ 2230792 h 3318928"/>
              <a:gd name="connsiteX1" fmla="*/ 903523 w 1863964"/>
              <a:gd name="connsiteY1" fmla="*/ 52085 h 3318928"/>
              <a:gd name="connsiteX2" fmla="*/ 1674740 w 1863964"/>
              <a:gd name="connsiteY2" fmla="*/ 880667 h 3318928"/>
              <a:gd name="connsiteX3" fmla="*/ 1806137 w 1863964"/>
              <a:gd name="connsiteY3" fmla="*/ 2915449 h 3318928"/>
              <a:gd name="connsiteX4" fmla="*/ 1208362 w 1863964"/>
              <a:gd name="connsiteY4" fmla="*/ 3285588 h 3318928"/>
              <a:gd name="connsiteX5" fmla="*/ 2725 w 1863964"/>
              <a:gd name="connsiteY5" fmla="*/ 2230792 h 331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3964" h="3318928">
                <a:moveTo>
                  <a:pt x="2725" y="2230792"/>
                </a:moveTo>
                <a:cubicBezTo>
                  <a:pt x="-48082" y="1691875"/>
                  <a:pt x="624854" y="277106"/>
                  <a:pt x="903523" y="52085"/>
                </a:cubicBezTo>
                <a:cubicBezTo>
                  <a:pt x="1182192" y="-172936"/>
                  <a:pt x="1572596" y="373503"/>
                  <a:pt x="1674740" y="880667"/>
                </a:cubicBezTo>
                <a:cubicBezTo>
                  <a:pt x="1776884" y="1387831"/>
                  <a:pt x="1956887" y="2623610"/>
                  <a:pt x="1806137" y="2915449"/>
                </a:cubicBezTo>
                <a:cubicBezTo>
                  <a:pt x="1655387" y="3207288"/>
                  <a:pt x="1508931" y="3399697"/>
                  <a:pt x="1208362" y="3285588"/>
                </a:cubicBezTo>
                <a:cubicBezTo>
                  <a:pt x="907793" y="3171479"/>
                  <a:pt x="53532" y="2769709"/>
                  <a:pt x="2725" y="2230792"/>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1979845" y="1515239"/>
            <a:ext cx="2080819" cy="1780873"/>
            <a:chOff x="660042" y="282134"/>
            <a:chExt cx="2759972" cy="2374051"/>
          </a:xfrm>
        </p:grpSpPr>
        <p:sp>
          <p:nvSpPr>
            <p:cNvPr id="7" name="菱形 6"/>
            <p:cNvSpPr/>
            <p:nvPr/>
          </p:nvSpPr>
          <p:spPr>
            <a:xfrm>
              <a:off x="2267744" y="548680"/>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8" name="菱形 7"/>
            <p:cNvSpPr/>
            <p:nvPr/>
          </p:nvSpPr>
          <p:spPr>
            <a:xfrm>
              <a:off x="1259632" y="155679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9" name="菱形 8"/>
            <p:cNvSpPr/>
            <p:nvPr/>
          </p:nvSpPr>
          <p:spPr>
            <a:xfrm>
              <a:off x="2195736" y="206084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0" name="菱形 9"/>
            <p:cNvSpPr/>
            <p:nvPr/>
          </p:nvSpPr>
          <p:spPr>
            <a:xfrm>
              <a:off x="660042" y="119675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1" name="菱形 10"/>
            <p:cNvSpPr/>
            <p:nvPr/>
          </p:nvSpPr>
          <p:spPr>
            <a:xfrm>
              <a:off x="2843808" y="242088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2" name="TextBox 11"/>
            <p:cNvSpPr txBox="1"/>
            <p:nvPr/>
          </p:nvSpPr>
          <p:spPr>
            <a:xfrm>
              <a:off x="2321723" y="282134"/>
              <a:ext cx="527724" cy="451321"/>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1</a:t>
              </a:r>
              <a:endParaRPr lang="zh-CN" altLang="en-US" sz="1600" dirty="0">
                <a:latin typeface="Arial Unicode MS" pitchFamily="34" charset="-122"/>
                <a:ea typeface="Arial Unicode MS" pitchFamily="34" charset="-122"/>
                <a:cs typeface="Arial Unicode MS" pitchFamily="34" charset="-122"/>
              </a:endParaRPr>
            </a:p>
          </p:txBody>
        </p:sp>
        <p:sp>
          <p:nvSpPr>
            <p:cNvPr id="13" name="TextBox 12"/>
            <p:cNvSpPr txBox="1"/>
            <p:nvPr/>
          </p:nvSpPr>
          <p:spPr>
            <a:xfrm>
              <a:off x="1279388" y="1268759"/>
              <a:ext cx="527724" cy="451321"/>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2</a:t>
              </a:r>
              <a:endParaRPr lang="zh-CN" altLang="en-US" sz="1600" dirty="0">
                <a:latin typeface="Arial Unicode MS" pitchFamily="34" charset="-122"/>
                <a:ea typeface="Arial Unicode MS" pitchFamily="34" charset="-122"/>
                <a:cs typeface="Arial Unicode MS" pitchFamily="34" charset="-122"/>
              </a:endParaRPr>
            </a:p>
          </p:txBody>
        </p:sp>
        <p:sp>
          <p:nvSpPr>
            <p:cNvPr id="14" name="TextBox 13"/>
            <p:cNvSpPr txBox="1"/>
            <p:nvPr/>
          </p:nvSpPr>
          <p:spPr>
            <a:xfrm>
              <a:off x="2215492" y="1794302"/>
              <a:ext cx="527724" cy="451321"/>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3</a:t>
              </a:r>
              <a:endParaRPr lang="zh-CN" altLang="en-US" sz="1600" dirty="0">
                <a:latin typeface="Arial Unicode MS" pitchFamily="34" charset="-122"/>
                <a:ea typeface="Arial Unicode MS" pitchFamily="34" charset="-122"/>
                <a:cs typeface="Arial Unicode MS" pitchFamily="34" charset="-122"/>
              </a:endParaRPr>
            </a:p>
          </p:txBody>
        </p:sp>
        <p:sp>
          <p:nvSpPr>
            <p:cNvPr id="15" name="TextBox 14"/>
            <p:cNvSpPr txBox="1"/>
            <p:nvPr/>
          </p:nvSpPr>
          <p:spPr>
            <a:xfrm>
              <a:off x="660042" y="836713"/>
              <a:ext cx="527724" cy="451321"/>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5</a:t>
              </a:r>
              <a:endParaRPr lang="zh-CN" altLang="en-US" sz="1600" dirty="0">
                <a:latin typeface="Arial Unicode MS" pitchFamily="34" charset="-122"/>
                <a:ea typeface="Arial Unicode MS" pitchFamily="34" charset="-122"/>
                <a:cs typeface="Arial Unicode MS" pitchFamily="34" charset="-122"/>
              </a:endParaRPr>
            </a:p>
          </p:txBody>
        </p:sp>
        <p:sp>
          <p:nvSpPr>
            <p:cNvPr id="16" name="TextBox 15"/>
            <p:cNvSpPr txBox="1"/>
            <p:nvPr/>
          </p:nvSpPr>
          <p:spPr>
            <a:xfrm>
              <a:off x="2892290" y="2204864"/>
              <a:ext cx="527724" cy="451321"/>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6</a:t>
              </a:r>
              <a:endParaRPr lang="zh-CN" altLang="en-US" sz="1600" dirty="0">
                <a:latin typeface="Arial Unicode MS" pitchFamily="34" charset="-122"/>
                <a:ea typeface="Arial Unicode MS" pitchFamily="34" charset="-122"/>
                <a:cs typeface="Arial Unicode MS" pitchFamily="34" charset="-122"/>
              </a:endParaRPr>
            </a:p>
          </p:txBody>
        </p:sp>
      </p:grpSp>
      <p:sp>
        <p:nvSpPr>
          <p:cNvPr id="17" name="椭圆 16"/>
          <p:cNvSpPr/>
          <p:nvPr/>
        </p:nvSpPr>
        <p:spPr>
          <a:xfrm rot="18322284">
            <a:off x="2045808" y="1940037"/>
            <a:ext cx="459086" cy="841384"/>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rot="17886886">
            <a:off x="3225006" y="2588230"/>
            <a:ext cx="459086" cy="841384"/>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菱形 18"/>
          <p:cNvSpPr/>
          <p:nvPr/>
        </p:nvSpPr>
        <p:spPr>
          <a:xfrm>
            <a:off x="2703336" y="3497718"/>
            <a:ext cx="108578" cy="108032"/>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0" name="TextBox 19"/>
          <p:cNvSpPr txBox="1"/>
          <p:nvPr/>
        </p:nvSpPr>
        <p:spPr>
          <a:xfrm>
            <a:off x="2772519" y="3297771"/>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4</a:t>
            </a:r>
            <a:endParaRPr lang="zh-CN" altLang="en-US" sz="1600" dirty="0">
              <a:latin typeface="Arial Unicode MS" pitchFamily="34" charset="-122"/>
              <a:ea typeface="Arial Unicode MS" pitchFamily="34" charset="-122"/>
              <a:cs typeface="Arial Unicode MS" pitchFamily="34" charset="-122"/>
            </a:endParaRPr>
          </a:p>
        </p:txBody>
      </p:sp>
      <p:sp>
        <p:nvSpPr>
          <p:cNvPr id="21" name="椭圆 150"/>
          <p:cNvSpPr/>
          <p:nvPr/>
        </p:nvSpPr>
        <p:spPr>
          <a:xfrm rot="17910324">
            <a:off x="2499222" y="1480772"/>
            <a:ext cx="732297" cy="2349302"/>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76213" h="3116084">
                <a:moveTo>
                  <a:pt x="18564" y="1584058"/>
                </a:moveTo>
                <a:cubicBezTo>
                  <a:pt x="28791" y="1225970"/>
                  <a:pt x="30929" y="741569"/>
                  <a:pt x="109752" y="477572"/>
                </a:cubicBezTo>
                <a:cubicBezTo>
                  <a:pt x="188575" y="213575"/>
                  <a:pt x="363084" y="4424"/>
                  <a:pt x="491500" y="73"/>
                </a:cubicBezTo>
                <a:cubicBezTo>
                  <a:pt x="619916" y="-4278"/>
                  <a:pt x="801424" y="187470"/>
                  <a:pt x="880247" y="451467"/>
                </a:cubicBezTo>
                <a:cubicBezTo>
                  <a:pt x="959070" y="715464"/>
                  <a:pt x="997243" y="1199492"/>
                  <a:pt x="964436" y="1584058"/>
                </a:cubicBezTo>
                <a:cubicBezTo>
                  <a:pt x="931629" y="1968624"/>
                  <a:pt x="861247" y="2645786"/>
                  <a:pt x="782424" y="2909783"/>
                </a:cubicBezTo>
                <a:cubicBezTo>
                  <a:pt x="703601" y="3173780"/>
                  <a:pt x="463262" y="3126518"/>
                  <a:pt x="340923" y="3079237"/>
                </a:cubicBezTo>
                <a:cubicBezTo>
                  <a:pt x="218584" y="3031956"/>
                  <a:pt x="127210" y="2890096"/>
                  <a:pt x="48387" y="2626099"/>
                </a:cubicBezTo>
                <a:cubicBezTo>
                  <a:pt x="-30436" y="2362102"/>
                  <a:pt x="8337" y="1942146"/>
                  <a:pt x="18564" y="1584058"/>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p:cNvGrpSpPr/>
          <p:nvPr/>
        </p:nvGrpSpPr>
        <p:grpSpPr>
          <a:xfrm>
            <a:off x="5270808" y="1593114"/>
            <a:ext cx="2080819" cy="1780873"/>
            <a:chOff x="660042" y="282134"/>
            <a:chExt cx="2759972" cy="2374051"/>
          </a:xfrm>
        </p:grpSpPr>
        <p:sp>
          <p:nvSpPr>
            <p:cNvPr id="24" name="菱形 23"/>
            <p:cNvSpPr/>
            <p:nvPr/>
          </p:nvSpPr>
          <p:spPr>
            <a:xfrm>
              <a:off x="2267744" y="548680"/>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5" name="菱形 24"/>
            <p:cNvSpPr/>
            <p:nvPr/>
          </p:nvSpPr>
          <p:spPr>
            <a:xfrm>
              <a:off x="1259632" y="155679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6" name="菱形 25"/>
            <p:cNvSpPr/>
            <p:nvPr/>
          </p:nvSpPr>
          <p:spPr>
            <a:xfrm>
              <a:off x="2195736" y="206084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7" name="菱形 26"/>
            <p:cNvSpPr/>
            <p:nvPr/>
          </p:nvSpPr>
          <p:spPr>
            <a:xfrm>
              <a:off x="660042" y="119675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8" name="菱形 27"/>
            <p:cNvSpPr/>
            <p:nvPr/>
          </p:nvSpPr>
          <p:spPr>
            <a:xfrm>
              <a:off x="2843808" y="242088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9" name="TextBox 28"/>
            <p:cNvSpPr txBox="1"/>
            <p:nvPr/>
          </p:nvSpPr>
          <p:spPr>
            <a:xfrm>
              <a:off x="2321723" y="282134"/>
              <a:ext cx="527724" cy="451321"/>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1</a:t>
              </a:r>
              <a:endParaRPr lang="zh-CN" altLang="en-US" sz="1600" dirty="0">
                <a:latin typeface="Arial Unicode MS" pitchFamily="34" charset="-122"/>
                <a:ea typeface="Arial Unicode MS" pitchFamily="34" charset="-122"/>
                <a:cs typeface="Arial Unicode MS" pitchFamily="34" charset="-122"/>
              </a:endParaRPr>
            </a:p>
          </p:txBody>
        </p:sp>
        <p:sp>
          <p:nvSpPr>
            <p:cNvPr id="30" name="TextBox 29"/>
            <p:cNvSpPr txBox="1"/>
            <p:nvPr/>
          </p:nvSpPr>
          <p:spPr>
            <a:xfrm>
              <a:off x="1279388" y="1268759"/>
              <a:ext cx="527724" cy="451321"/>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2</a:t>
              </a:r>
              <a:endParaRPr lang="zh-CN" altLang="en-US" sz="1600" dirty="0">
                <a:latin typeface="Arial Unicode MS" pitchFamily="34" charset="-122"/>
                <a:ea typeface="Arial Unicode MS" pitchFamily="34" charset="-122"/>
                <a:cs typeface="Arial Unicode MS" pitchFamily="34" charset="-122"/>
              </a:endParaRPr>
            </a:p>
          </p:txBody>
        </p:sp>
        <p:sp>
          <p:nvSpPr>
            <p:cNvPr id="31" name="TextBox 30"/>
            <p:cNvSpPr txBox="1"/>
            <p:nvPr/>
          </p:nvSpPr>
          <p:spPr>
            <a:xfrm>
              <a:off x="2215492" y="1794302"/>
              <a:ext cx="527724" cy="451321"/>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3</a:t>
              </a:r>
              <a:endParaRPr lang="zh-CN" altLang="en-US" sz="1600" dirty="0">
                <a:latin typeface="Arial Unicode MS" pitchFamily="34" charset="-122"/>
                <a:ea typeface="Arial Unicode MS" pitchFamily="34" charset="-122"/>
                <a:cs typeface="Arial Unicode MS" pitchFamily="34" charset="-122"/>
              </a:endParaRPr>
            </a:p>
          </p:txBody>
        </p:sp>
        <p:sp>
          <p:nvSpPr>
            <p:cNvPr id="32" name="TextBox 31"/>
            <p:cNvSpPr txBox="1"/>
            <p:nvPr/>
          </p:nvSpPr>
          <p:spPr>
            <a:xfrm>
              <a:off x="660042" y="836713"/>
              <a:ext cx="527724" cy="451321"/>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5</a:t>
              </a:r>
              <a:endParaRPr lang="zh-CN" altLang="en-US" sz="1600" dirty="0">
                <a:latin typeface="Arial Unicode MS" pitchFamily="34" charset="-122"/>
                <a:ea typeface="Arial Unicode MS" pitchFamily="34" charset="-122"/>
                <a:cs typeface="Arial Unicode MS" pitchFamily="34" charset="-122"/>
              </a:endParaRPr>
            </a:p>
          </p:txBody>
        </p:sp>
        <p:sp>
          <p:nvSpPr>
            <p:cNvPr id="33" name="TextBox 32"/>
            <p:cNvSpPr txBox="1"/>
            <p:nvPr/>
          </p:nvSpPr>
          <p:spPr>
            <a:xfrm>
              <a:off x="2892290" y="2204864"/>
              <a:ext cx="527724" cy="451321"/>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6</a:t>
              </a:r>
              <a:endParaRPr lang="zh-CN" altLang="en-US" sz="1600" dirty="0">
                <a:latin typeface="Arial Unicode MS" pitchFamily="34" charset="-122"/>
                <a:ea typeface="Arial Unicode MS" pitchFamily="34" charset="-122"/>
                <a:cs typeface="Arial Unicode MS" pitchFamily="34" charset="-122"/>
              </a:endParaRPr>
            </a:p>
          </p:txBody>
        </p:sp>
      </p:grpSp>
      <p:sp>
        <p:nvSpPr>
          <p:cNvPr id="34" name="椭圆 33"/>
          <p:cNvSpPr/>
          <p:nvPr/>
        </p:nvSpPr>
        <p:spPr>
          <a:xfrm rot="18322284">
            <a:off x="5336771" y="2017912"/>
            <a:ext cx="459086" cy="841384"/>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rot="17886886">
            <a:off x="6515969" y="2666106"/>
            <a:ext cx="459086" cy="841384"/>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菱形 35"/>
          <p:cNvSpPr/>
          <p:nvPr/>
        </p:nvSpPr>
        <p:spPr>
          <a:xfrm>
            <a:off x="5994299" y="3575593"/>
            <a:ext cx="108578" cy="108032"/>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37" name="TextBox 36"/>
          <p:cNvSpPr txBox="1"/>
          <p:nvPr/>
        </p:nvSpPr>
        <p:spPr>
          <a:xfrm>
            <a:off x="6063483" y="3375646"/>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4</a:t>
            </a:r>
            <a:endParaRPr lang="zh-CN" altLang="en-US" sz="1600" dirty="0">
              <a:latin typeface="Arial Unicode MS" pitchFamily="34" charset="-122"/>
              <a:ea typeface="Arial Unicode MS" pitchFamily="34" charset="-122"/>
              <a:cs typeface="Arial Unicode MS" pitchFamily="34" charset="-122"/>
            </a:endParaRPr>
          </a:p>
        </p:txBody>
      </p:sp>
      <p:sp>
        <p:nvSpPr>
          <p:cNvPr id="38" name="椭圆 150"/>
          <p:cNvSpPr/>
          <p:nvPr/>
        </p:nvSpPr>
        <p:spPr>
          <a:xfrm rot="14219823">
            <a:off x="5447114" y="1331608"/>
            <a:ext cx="885890" cy="1725765"/>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 name="connsiteX0" fmla="*/ 18564 w 976213"/>
              <a:gd name="connsiteY0" fmla="*/ 1584058 h 3079356"/>
              <a:gd name="connsiteX1" fmla="*/ 109752 w 976213"/>
              <a:gd name="connsiteY1" fmla="*/ 477572 h 3079356"/>
              <a:gd name="connsiteX2" fmla="*/ 491500 w 976213"/>
              <a:gd name="connsiteY2" fmla="*/ 73 h 3079356"/>
              <a:gd name="connsiteX3" fmla="*/ 880247 w 976213"/>
              <a:gd name="connsiteY3" fmla="*/ 451467 h 3079356"/>
              <a:gd name="connsiteX4" fmla="*/ 964436 w 976213"/>
              <a:gd name="connsiteY4" fmla="*/ 1584058 h 3079356"/>
              <a:gd name="connsiteX5" fmla="*/ 780706 w 976213"/>
              <a:gd name="connsiteY5" fmla="*/ 2657096 h 3079356"/>
              <a:gd name="connsiteX6" fmla="*/ 340923 w 976213"/>
              <a:gd name="connsiteY6" fmla="*/ 3079237 h 3079356"/>
              <a:gd name="connsiteX7" fmla="*/ 48387 w 976213"/>
              <a:gd name="connsiteY7" fmla="*/ 2626099 h 3079356"/>
              <a:gd name="connsiteX8" fmla="*/ 18564 w 976213"/>
              <a:gd name="connsiteY8" fmla="*/ 1584058 h 3079356"/>
              <a:gd name="connsiteX0" fmla="*/ 18564 w 976213"/>
              <a:gd name="connsiteY0" fmla="*/ 1584058 h 3022333"/>
              <a:gd name="connsiteX1" fmla="*/ 109752 w 976213"/>
              <a:gd name="connsiteY1" fmla="*/ 477572 h 3022333"/>
              <a:gd name="connsiteX2" fmla="*/ 491500 w 976213"/>
              <a:gd name="connsiteY2" fmla="*/ 73 h 3022333"/>
              <a:gd name="connsiteX3" fmla="*/ 880247 w 976213"/>
              <a:gd name="connsiteY3" fmla="*/ 451467 h 3022333"/>
              <a:gd name="connsiteX4" fmla="*/ 964436 w 976213"/>
              <a:gd name="connsiteY4" fmla="*/ 1584058 h 3022333"/>
              <a:gd name="connsiteX5" fmla="*/ 780706 w 976213"/>
              <a:gd name="connsiteY5" fmla="*/ 2657096 h 3022333"/>
              <a:gd name="connsiteX6" fmla="*/ 466138 w 976213"/>
              <a:gd name="connsiteY6" fmla="*/ 3022154 h 3022333"/>
              <a:gd name="connsiteX7" fmla="*/ 48387 w 976213"/>
              <a:gd name="connsiteY7" fmla="*/ 2626099 h 3022333"/>
              <a:gd name="connsiteX8" fmla="*/ 18564 w 976213"/>
              <a:gd name="connsiteY8" fmla="*/ 1584058 h 3022333"/>
              <a:gd name="connsiteX0" fmla="*/ 1175 w 958824"/>
              <a:gd name="connsiteY0" fmla="*/ 1584058 h 3044396"/>
              <a:gd name="connsiteX1" fmla="*/ 92363 w 958824"/>
              <a:gd name="connsiteY1" fmla="*/ 477572 h 3044396"/>
              <a:gd name="connsiteX2" fmla="*/ 474111 w 958824"/>
              <a:gd name="connsiteY2" fmla="*/ 73 h 3044396"/>
              <a:gd name="connsiteX3" fmla="*/ 862858 w 958824"/>
              <a:gd name="connsiteY3" fmla="*/ 451467 h 3044396"/>
              <a:gd name="connsiteX4" fmla="*/ 947047 w 958824"/>
              <a:gd name="connsiteY4" fmla="*/ 1584058 h 3044396"/>
              <a:gd name="connsiteX5" fmla="*/ 763317 w 958824"/>
              <a:gd name="connsiteY5" fmla="*/ 2657096 h 3044396"/>
              <a:gd name="connsiteX6" fmla="*/ 448749 w 958824"/>
              <a:gd name="connsiteY6" fmla="*/ 3022154 h 3044396"/>
              <a:gd name="connsiteX7" fmla="*/ 131142 w 958824"/>
              <a:gd name="connsiteY7" fmla="*/ 2122422 h 3044396"/>
              <a:gd name="connsiteX8" fmla="*/ 1175 w 958824"/>
              <a:gd name="connsiteY8" fmla="*/ 1584058 h 3044396"/>
              <a:gd name="connsiteX0" fmla="*/ 6125 w 927920"/>
              <a:gd name="connsiteY0" fmla="*/ 1023420 h 3044396"/>
              <a:gd name="connsiteX1" fmla="*/ 61459 w 927920"/>
              <a:gd name="connsiteY1" fmla="*/ 477572 h 3044396"/>
              <a:gd name="connsiteX2" fmla="*/ 443207 w 927920"/>
              <a:gd name="connsiteY2" fmla="*/ 73 h 3044396"/>
              <a:gd name="connsiteX3" fmla="*/ 831954 w 927920"/>
              <a:gd name="connsiteY3" fmla="*/ 451467 h 3044396"/>
              <a:gd name="connsiteX4" fmla="*/ 916143 w 927920"/>
              <a:gd name="connsiteY4" fmla="*/ 1584058 h 3044396"/>
              <a:gd name="connsiteX5" fmla="*/ 732413 w 927920"/>
              <a:gd name="connsiteY5" fmla="*/ 2657096 h 3044396"/>
              <a:gd name="connsiteX6" fmla="*/ 417845 w 927920"/>
              <a:gd name="connsiteY6" fmla="*/ 3022154 h 3044396"/>
              <a:gd name="connsiteX7" fmla="*/ 100238 w 927920"/>
              <a:gd name="connsiteY7" fmla="*/ 2122422 h 3044396"/>
              <a:gd name="connsiteX8" fmla="*/ 6125 w 927920"/>
              <a:gd name="connsiteY8" fmla="*/ 1023420 h 3044396"/>
              <a:gd name="connsiteX0" fmla="*/ 6125 w 927920"/>
              <a:gd name="connsiteY0" fmla="*/ 762296 h 2783272"/>
              <a:gd name="connsiteX1" fmla="*/ 61459 w 927920"/>
              <a:gd name="connsiteY1" fmla="*/ 216448 h 2783272"/>
              <a:gd name="connsiteX2" fmla="*/ 539850 w 927920"/>
              <a:gd name="connsiteY2" fmla="*/ 16843 h 2783272"/>
              <a:gd name="connsiteX3" fmla="*/ 831954 w 927920"/>
              <a:gd name="connsiteY3" fmla="*/ 190343 h 2783272"/>
              <a:gd name="connsiteX4" fmla="*/ 916143 w 927920"/>
              <a:gd name="connsiteY4" fmla="*/ 1322934 h 2783272"/>
              <a:gd name="connsiteX5" fmla="*/ 732413 w 927920"/>
              <a:gd name="connsiteY5" fmla="*/ 2395972 h 2783272"/>
              <a:gd name="connsiteX6" fmla="*/ 417845 w 927920"/>
              <a:gd name="connsiteY6" fmla="*/ 2761030 h 2783272"/>
              <a:gd name="connsiteX7" fmla="*/ 100238 w 927920"/>
              <a:gd name="connsiteY7" fmla="*/ 1861298 h 2783272"/>
              <a:gd name="connsiteX8" fmla="*/ 6125 w 927920"/>
              <a:gd name="connsiteY8" fmla="*/ 762296 h 2783272"/>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834817 h 2855793"/>
              <a:gd name="connsiteX1" fmla="*/ 61459 w 939044"/>
              <a:gd name="connsiteY1" fmla="*/ 288969 h 2855793"/>
              <a:gd name="connsiteX2" fmla="*/ 534836 w 939044"/>
              <a:gd name="connsiteY2" fmla="*/ 45 h 2855793"/>
              <a:gd name="connsiteX3" fmla="*/ 876256 w 939044"/>
              <a:gd name="connsiteY3" fmla="*/ 296918 h 2855793"/>
              <a:gd name="connsiteX4" fmla="*/ 916143 w 939044"/>
              <a:gd name="connsiteY4" fmla="*/ 1395455 h 2855793"/>
              <a:gd name="connsiteX5" fmla="*/ 732413 w 939044"/>
              <a:gd name="connsiteY5" fmla="*/ 2468493 h 2855793"/>
              <a:gd name="connsiteX6" fmla="*/ 417845 w 939044"/>
              <a:gd name="connsiteY6" fmla="*/ 2833551 h 2855793"/>
              <a:gd name="connsiteX7" fmla="*/ 100238 w 939044"/>
              <a:gd name="connsiteY7" fmla="*/ 1933819 h 2855793"/>
              <a:gd name="connsiteX8" fmla="*/ 6125 w 939044"/>
              <a:gd name="connsiteY8" fmla="*/ 834817 h 2855793"/>
              <a:gd name="connsiteX0" fmla="*/ 8111 w 941030"/>
              <a:gd name="connsiteY0" fmla="*/ 839858 h 2860834"/>
              <a:gd name="connsiteX1" fmla="*/ 263598 w 941030"/>
              <a:gd name="connsiteY1" fmla="*/ 239230 h 2860834"/>
              <a:gd name="connsiteX2" fmla="*/ 536822 w 941030"/>
              <a:gd name="connsiteY2" fmla="*/ 5086 h 2860834"/>
              <a:gd name="connsiteX3" fmla="*/ 878242 w 941030"/>
              <a:gd name="connsiteY3" fmla="*/ 301959 h 2860834"/>
              <a:gd name="connsiteX4" fmla="*/ 918129 w 941030"/>
              <a:gd name="connsiteY4" fmla="*/ 1400496 h 2860834"/>
              <a:gd name="connsiteX5" fmla="*/ 734399 w 941030"/>
              <a:gd name="connsiteY5" fmla="*/ 2473534 h 2860834"/>
              <a:gd name="connsiteX6" fmla="*/ 419831 w 941030"/>
              <a:gd name="connsiteY6" fmla="*/ 2838592 h 2860834"/>
              <a:gd name="connsiteX7" fmla="*/ 102224 w 941030"/>
              <a:gd name="connsiteY7" fmla="*/ 1938860 h 2860834"/>
              <a:gd name="connsiteX8" fmla="*/ 8111 w 941030"/>
              <a:gd name="connsiteY8" fmla="*/ 839858 h 2860834"/>
              <a:gd name="connsiteX0" fmla="*/ 17831 w 903494"/>
              <a:gd name="connsiteY0" fmla="*/ 660008 h 2860834"/>
              <a:gd name="connsiteX1" fmla="*/ 226062 w 903494"/>
              <a:gd name="connsiteY1" fmla="*/ 239230 h 2860834"/>
              <a:gd name="connsiteX2" fmla="*/ 499286 w 903494"/>
              <a:gd name="connsiteY2" fmla="*/ 5086 h 2860834"/>
              <a:gd name="connsiteX3" fmla="*/ 840706 w 903494"/>
              <a:gd name="connsiteY3" fmla="*/ 301959 h 2860834"/>
              <a:gd name="connsiteX4" fmla="*/ 880593 w 903494"/>
              <a:gd name="connsiteY4" fmla="*/ 1400496 h 2860834"/>
              <a:gd name="connsiteX5" fmla="*/ 696863 w 903494"/>
              <a:gd name="connsiteY5" fmla="*/ 2473534 h 2860834"/>
              <a:gd name="connsiteX6" fmla="*/ 382295 w 903494"/>
              <a:gd name="connsiteY6" fmla="*/ 2838592 h 2860834"/>
              <a:gd name="connsiteX7" fmla="*/ 64688 w 903494"/>
              <a:gd name="connsiteY7" fmla="*/ 1938860 h 2860834"/>
              <a:gd name="connsiteX8" fmla="*/ 17831 w 903494"/>
              <a:gd name="connsiteY8" fmla="*/ 660008 h 2860834"/>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74088 h 2874914"/>
              <a:gd name="connsiteX1" fmla="*/ 227828 w 903612"/>
              <a:gd name="connsiteY1" fmla="*/ 171626 h 2874914"/>
              <a:gd name="connsiteX2" fmla="*/ 499404 w 903612"/>
              <a:gd name="connsiteY2" fmla="*/ 19166 h 2874914"/>
              <a:gd name="connsiteX3" fmla="*/ 840824 w 903612"/>
              <a:gd name="connsiteY3" fmla="*/ 316039 h 2874914"/>
              <a:gd name="connsiteX4" fmla="*/ 880711 w 903612"/>
              <a:gd name="connsiteY4" fmla="*/ 1414576 h 2874914"/>
              <a:gd name="connsiteX5" fmla="*/ 696981 w 903612"/>
              <a:gd name="connsiteY5" fmla="*/ 2487614 h 2874914"/>
              <a:gd name="connsiteX6" fmla="*/ 382413 w 903612"/>
              <a:gd name="connsiteY6" fmla="*/ 2852672 h 2874914"/>
              <a:gd name="connsiteX7" fmla="*/ 64806 w 903612"/>
              <a:gd name="connsiteY7" fmla="*/ 1952940 h 2874914"/>
              <a:gd name="connsiteX8" fmla="*/ 17949 w 903612"/>
              <a:gd name="connsiteY8" fmla="*/ 674088 h 2874914"/>
              <a:gd name="connsiteX0" fmla="*/ 26925 w 891376"/>
              <a:gd name="connsiteY0" fmla="*/ 717064 h 2874914"/>
              <a:gd name="connsiteX1" fmla="*/ 215592 w 891376"/>
              <a:gd name="connsiteY1" fmla="*/ 171626 h 2874914"/>
              <a:gd name="connsiteX2" fmla="*/ 487168 w 891376"/>
              <a:gd name="connsiteY2" fmla="*/ 19166 h 2874914"/>
              <a:gd name="connsiteX3" fmla="*/ 828588 w 891376"/>
              <a:gd name="connsiteY3" fmla="*/ 316039 h 2874914"/>
              <a:gd name="connsiteX4" fmla="*/ 868475 w 891376"/>
              <a:gd name="connsiteY4" fmla="*/ 1414576 h 2874914"/>
              <a:gd name="connsiteX5" fmla="*/ 684745 w 891376"/>
              <a:gd name="connsiteY5" fmla="*/ 2487614 h 2874914"/>
              <a:gd name="connsiteX6" fmla="*/ 370177 w 891376"/>
              <a:gd name="connsiteY6" fmla="*/ 2852672 h 2874914"/>
              <a:gd name="connsiteX7" fmla="*/ 52570 w 891376"/>
              <a:gd name="connsiteY7" fmla="*/ 1952940 h 2874914"/>
              <a:gd name="connsiteX8" fmla="*/ 26925 w 891376"/>
              <a:gd name="connsiteY8" fmla="*/ 717064 h 2874914"/>
              <a:gd name="connsiteX0" fmla="*/ 47530 w 911981"/>
              <a:gd name="connsiteY0" fmla="*/ 717064 h 2874914"/>
              <a:gd name="connsiteX1" fmla="*/ 236197 w 911981"/>
              <a:gd name="connsiteY1" fmla="*/ 171626 h 2874914"/>
              <a:gd name="connsiteX2" fmla="*/ 507773 w 911981"/>
              <a:gd name="connsiteY2" fmla="*/ 19166 h 2874914"/>
              <a:gd name="connsiteX3" fmla="*/ 849193 w 911981"/>
              <a:gd name="connsiteY3" fmla="*/ 316039 h 2874914"/>
              <a:gd name="connsiteX4" fmla="*/ 889080 w 911981"/>
              <a:gd name="connsiteY4" fmla="*/ 1414576 h 2874914"/>
              <a:gd name="connsiteX5" fmla="*/ 705350 w 911981"/>
              <a:gd name="connsiteY5" fmla="*/ 2487614 h 2874914"/>
              <a:gd name="connsiteX6" fmla="*/ 390782 w 911981"/>
              <a:gd name="connsiteY6" fmla="*/ 2852672 h 2874914"/>
              <a:gd name="connsiteX7" fmla="*/ 73175 w 911981"/>
              <a:gd name="connsiteY7" fmla="*/ 1952940 h 2874914"/>
              <a:gd name="connsiteX8" fmla="*/ 47530 w 911981"/>
              <a:gd name="connsiteY8" fmla="*/ 717064 h 2874914"/>
              <a:gd name="connsiteX0" fmla="*/ 27966 w 892417"/>
              <a:gd name="connsiteY0" fmla="*/ 717064 h 2874914"/>
              <a:gd name="connsiteX1" fmla="*/ 216633 w 892417"/>
              <a:gd name="connsiteY1" fmla="*/ 171626 h 2874914"/>
              <a:gd name="connsiteX2" fmla="*/ 488209 w 892417"/>
              <a:gd name="connsiteY2" fmla="*/ 19166 h 2874914"/>
              <a:gd name="connsiteX3" fmla="*/ 829629 w 892417"/>
              <a:gd name="connsiteY3" fmla="*/ 316039 h 2874914"/>
              <a:gd name="connsiteX4" fmla="*/ 869516 w 892417"/>
              <a:gd name="connsiteY4" fmla="*/ 1414576 h 2874914"/>
              <a:gd name="connsiteX5" fmla="*/ 685786 w 892417"/>
              <a:gd name="connsiteY5" fmla="*/ 2487614 h 2874914"/>
              <a:gd name="connsiteX6" fmla="*/ 371218 w 892417"/>
              <a:gd name="connsiteY6" fmla="*/ 2852672 h 2874914"/>
              <a:gd name="connsiteX7" fmla="*/ 53611 w 892417"/>
              <a:gd name="connsiteY7" fmla="*/ 1952940 h 2874914"/>
              <a:gd name="connsiteX8" fmla="*/ 27966 w 892417"/>
              <a:gd name="connsiteY8" fmla="*/ 717064 h 2874914"/>
              <a:gd name="connsiteX0" fmla="*/ 12170 w 876621"/>
              <a:gd name="connsiteY0" fmla="*/ 717064 h 2882802"/>
              <a:gd name="connsiteX1" fmla="*/ 200837 w 876621"/>
              <a:gd name="connsiteY1" fmla="*/ 171626 h 2882802"/>
              <a:gd name="connsiteX2" fmla="*/ 472413 w 876621"/>
              <a:gd name="connsiteY2" fmla="*/ 19166 h 2882802"/>
              <a:gd name="connsiteX3" fmla="*/ 813833 w 876621"/>
              <a:gd name="connsiteY3" fmla="*/ 316039 h 2882802"/>
              <a:gd name="connsiteX4" fmla="*/ 853720 w 876621"/>
              <a:gd name="connsiteY4" fmla="*/ 1414576 h 2882802"/>
              <a:gd name="connsiteX5" fmla="*/ 669990 w 876621"/>
              <a:gd name="connsiteY5" fmla="*/ 2487614 h 2882802"/>
              <a:gd name="connsiteX6" fmla="*/ 355422 w 876621"/>
              <a:gd name="connsiteY6" fmla="*/ 2852672 h 2882802"/>
              <a:gd name="connsiteX7" fmla="*/ 70151 w 876621"/>
              <a:gd name="connsiteY7" fmla="*/ 1821981 h 2882802"/>
              <a:gd name="connsiteX8" fmla="*/ 12170 w 87662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35559 w 900010"/>
              <a:gd name="connsiteY0" fmla="*/ 717064 h 2882802"/>
              <a:gd name="connsiteX1" fmla="*/ 224226 w 900010"/>
              <a:gd name="connsiteY1" fmla="*/ 171626 h 2882802"/>
              <a:gd name="connsiteX2" fmla="*/ 495802 w 900010"/>
              <a:gd name="connsiteY2" fmla="*/ 19166 h 2882802"/>
              <a:gd name="connsiteX3" fmla="*/ 837222 w 900010"/>
              <a:gd name="connsiteY3" fmla="*/ 316039 h 2882802"/>
              <a:gd name="connsiteX4" fmla="*/ 877109 w 900010"/>
              <a:gd name="connsiteY4" fmla="*/ 1414576 h 2882802"/>
              <a:gd name="connsiteX5" fmla="*/ 693379 w 900010"/>
              <a:gd name="connsiteY5" fmla="*/ 2487614 h 2882802"/>
              <a:gd name="connsiteX6" fmla="*/ 378811 w 900010"/>
              <a:gd name="connsiteY6" fmla="*/ 2852672 h 2882802"/>
              <a:gd name="connsiteX7" fmla="*/ 93540 w 900010"/>
              <a:gd name="connsiteY7" fmla="*/ 1821981 h 2882802"/>
              <a:gd name="connsiteX8" fmla="*/ 35559 w 900010"/>
              <a:gd name="connsiteY8" fmla="*/ 717064 h 2882802"/>
              <a:gd name="connsiteX0" fmla="*/ 26171 w 890622"/>
              <a:gd name="connsiteY0" fmla="*/ 717064 h 2882802"/>
              <a:gd name="connsiteX1" fmla="*/ 214838 w 890622"/>
              <a:gd name="connsiteY1" fmla="*/ 171626 h 2882802"/>
              <a:gd name="connsiteX2" fmla="*/ 486414 w 890622"/>
              <a:gd name="connsiteY2" fmla="*/ 19166 h 2882802"/>
              <a:gd name="connsiteX3" fmla="*/ 827834 w 890622"/>
              <a:gd name="connsiteY3" fmla="*/ 316039 h 2882802"/>
              <a:gd name="connsiteX4" fmla="*/ 867721 w 890622"/>
              <a:gd name="connsiteY4" fmla="*/ 1414576 h 2882802"/>
              <a:gd name="connsiteX5" fmla="*/ 683991 w 890622"/>
              <a:gd name="connsiteY5" fmla="*/ 2487614 h 2882802"/>
              <a:gd name="connsiteX6" fmla="*/ 369423 w 890622"/>
              <a:gd name="connsiteY6" fmla="*/ 2852672 h 2882802"/>
              <a:gd name="connsiteX7" fmla="*/ 84152 w 890622"/>
              <a:gd name="connsiteY7" fmla="*/ 1821981 h 2882802"/>
              <a:gd name="connsiteX8" fmla="*/ 26171 w 890622"/>
              <a:gd name="connsiteY8" fmla="*/ 717064 h 2882802"/>
              <a:gd name="connsiteX0" fmla="*/ 29461 w 893912"/>
              <a:gd name="connsiteY0" fmla="*/ 717064 h 2882802"/>
              <a:gd name="connsiteX1" fmla="*/ 218128 w 893912"/>
              <a:gd name="connsiteY1" fmla="*/ 171626 h 2882802"/>
              <a:gd name="connsiteX2" fmla="*/ 489704 w 893912"/>
              <a:gd name="connsiteY2" fmla="*/ 19166 h 2882802"/>
              <a:gd name="connsiteX3" fmla="*/ 831124 w 893912"/>
              <a:gd name="connsiteY3" fmla="*/ 316039 h 2882802"/>
              <a:gd name="connsiteX4" fmla="*/ 871011 w 893912"/>
              <a:gd name="connsiteY4" fmla="*/ 1414576 h 2882802"/>
              <a:gd name="connsiteX5" fmla="*/ 687281 w 893912"/>
              <a:gd name="connsiteY5" fmla="*/ 2487614 h 2882802"/>
              <a:gd name="connsiteX6" fmla="*/ 372713 w 893912"/>
              <a:gd name="connsiteY6" fmla="*/ 2852672 h 2882802"/>
              <a:gd name="connsiteX7" fmla="*/ 87442 w 893912"/>
              <a:gd name="connsiteY7" fmla="*/ 1821981 h 2882802"/>
              <a:gd name="connsiteX8" fmla="*/ 29461 w 893912"/>
              <a:gd name="connsiteY8" fmla="*/ 717064 h 2882802"/>
              <a:gd name="connsiteX0" fmla="*/ 25528 w 904861"/>
              <a:gd name="connsiteY0" fmla="*/ 700008 h 2882802"/>
              <a:gd name="connsiteX1" fmla="*/ 229077 w 904861"/>
              <a:gd name="connsiteY1" fmla="*/ 171626 h 2882802"/>
              <a:gd name="connsiteX2" fmla="*/ 500653 w 904861"/>
              <a:gd name="connsiteY2" fmla="*/ 19166 h 2882802"/>
              <a:gd name="connsiteX3" fmla="*/ 842073 w 904861"/>
              <a:gd name="connsiteY3" fmla="*/ 316039 h 2882802"/>
              <a:gd name="connsiteX4" fmla="*/ 881960 w 904861"/>
              <a:gd name="connsiteY4" fmla="*/ 1414576 h 2882802"/>
              <a:gd name="connsiteX5" fmla="*/ 698230 w 904861"/>
              <a:gd name="connsiteY5" fmla="*/ 2487614 h 2882802"/>
              <a:gd name="connsiteX6" fmla="*/ 383662 w 904861"/>
              <a:gd name="connsiteY6" fmla="*/ 2852672 h 2882802"/>
              <a:gd name="connsiteX7" fmla="*/ 98391 w 904861"/>
              <a:gd name="connsiteY7" fmla="*/ 1821981 h 2882802"/>
              <a:gd name="connsiteX8" fmla="*/ 25528 w 904861"/>
              <a:gd name="connsiteY8" fmla="*/ 700008 h 2882802"/>
              <a:gd name="connsiteX0" fmla="*/ 3067 w 882400"/>
              <a:gd name="connsiteY0" fmla="*/ 700008 h 2882802"/>
              <a:gd name="connsiteX1" fmla="*/ 206616 w 882400"/>
              <a:gd name="connsiteY1" fmla="*/ 171626 h 2882802"/>
              <a:gd name="connsiteX2" fmla="*/ 478192 w 882400"/>
              <a:gd name="connsiteY2" fmla="*/ 19166 h 2882802"/>
              <a:gd name="connsiteX3" fmla="*/ 819612 w 882400"/>
              <a:gd name="connsiteY3" fmla="*/ 316039 h 2882802"/>
              <a:gd name="connsiteX4" fmla="*/ 859499 w 882400"/>
              <a:gd name="connsiteY4" fmla="*/ 1414576 h 2882802"/>
              <a:gd name="connsiteX5" fmla="*/ 675769 w 882400"/>
              <a:gd name="connsiteY5" fmla="*/ 2487614 h 2882802"/>
              <a:gd name="connsiteX6" fmla="*/ 361201 w 882400"/>
              <a:gd name="connsiteY6" fmla="*/ 2852672 h 2882802"/>
              <a:gd name="connsiteX7" fmla="*/ 75930 w 882400"/>
              <a:gd name="connsiteY7" fmla="*/ 1821981 h 2882802"/>
              <a:gd name="connsiteX8" fmla="*/ 3067 w 882400"/>
              <a:gd name="connsiteY8" fmla="*/ 700008 h 2882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2400" h="2882802">
                <a:moveTo>
                  <a:pt x="3067" y="700008"/>
                </a:moveTo>
                <a:cubicBezTo>
                  <a:pt x="7586" y="601184"/>
                  <a:pt x="16248" y="558514"/>
                  <a:pt x="206616" y="171626"/>
                </a:cubicBezTo>
                <a:cubicBezTo>
                  <a:pt x="371709" y="-43653"/>
                  <a:pt x="376026" y="-4903"/>
                  <a:pt x="478192" y="19166"/>
                </a:cubicBezTo>
                <a:cubicBezTo>
                  <a:pt x="580358" y="43235"/>
                  <a:pt x="626219" y="54467"/>
                  <a:pt x="819612" y="316039"/>
                </a:cubicBezTo>
                <a:cubicBezTo>
                  <a:pt x="898435" y="580036"/>
                  <a:pt x="892306" y="1030010"/>
                  <a:pt x="859499" y="1414576"/>
                </a:cubicBezTo>
                <a:cubicBezTo>
                  <a:pt x="826692" y="1799142"/>
                  <a:pt x="754592" y="2223617"/>
                  <a:pt x="675769" y="2487614"/>
                </a:cubicBezTo>
                <a:cubicBezTo>
                  <a:pt x="596946" y="2751611"/>
                  <a:pt x="461174" y="2963611"/>
                  <a:pt x="361201" y="2852672"/>
                </a:cubicBezTo>
                <a:cubicBezTo>
                  <a:pt x="261228" y="2741733"/>
                  <a:pt x="273547" y="2726154"/>
                  <a:pt x="75930" y="1821981"/>
                </a:cubicBezTo>
                <a:cubicBezTo>
                  <a:pt x="-12867" y="995842"/>
                  <a:pt x="-1452" y="798832"/>
                  <a:pt x="3067" y="700008"/>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150"/>
          <p:cNvSpPr/>
          <p:nvPr/>
        </p:nvSpPr>
        <p:spPr>
          <a:xfrm rot="3290537">
            <a:off x="6048749" y="2602846"/>
            <a:ext cx="900979" cy="1372416"/>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 name="connsiteX0" fmla="*/ 18564 w 976213"/>
              <a:gd name="connsiteY0" fmla="*/ 1584058 h 3079356"/>
              <a:gd name="connsiteX1" fmla="*/ 109752 w 976213"/>
              <a:gd name="connsiteY1" fmla="*/ 477572 h 3079356"/>
              <a:gd name="connsiteX2" fmla="*/ 491500 w 976213"/>
              <a:gd name="connsiteY2" fmla="*/ 73 h 3079356"/>
              <a:gd name="connsiteX3" fmla="*/ 880247 w 976213"/>
              <a:gd name="connsiteY3" fmla="*/ 451467 h 3079356"/>
              <a:gd name="connsiteX4" fmla="*/ 964436 w 976213"/>
              <a:gd name="connsiteY4" fmla="*/ 1584058 h 3079356"/>
              <a:gd name="connsiteX5" fmla="*/ 780706 w 976213"/>
              <a:gd name="connsiteY5" fmla="*/ 2657096 h 3079356"/>
              <a:gd name="connsiteX6" fmla="*/ 340923 w 976213"/>
              <a:gd name="connsiteY6" fmla="*/ 3079237 h 3079356"/>
              <a:gd name="connsiteX7" fmla="*/ 48387 w 976213"/>
              <a:gd name="connsiteY7" fmla="*/ 2626099 h 3079356"/>
              <a:gd name="connsiteX8" fmla="*/ 18564 w 976213"/>
              <a:gd name="connsiteY8" fmla="*/ 1584058 h 3079356"/>
              <a:gd name="connsiteX0" fmla="*/ 18564 w 976213"/>
              <a:gd name="connsiteY0" fmla="*/ 1584058 h 3022333"/>
              <a:gd name="connsiteX1" fmla="*/ 109752 w 976213"/>
              <a:gd name="connsiteY1" fmla="*/ 477572 h 3022333"/>
              <a:gd name="connsiteX2" fmla="*/ 491500 w 976213"/>
              <a:gd name="connsiteY2" fmla="*/ 73 h 3022333"/>
              <a:gd name="connsiteX3" fmla="*/ 880247 w 976213"/>
              <a:gd name="connsiteY3" fmla="*/ 451467 h 3022333"/>
              <a:gd name="connsiteX4" fmla="*/ 964436 w 976213"/>
              <a:gd name="connsiteY4" fmla="*/ 1584058 h 3022333"/>
              <a:gd name="connsiteX5" fmla="*/ 780706 w 976213"/>
              <a:gd name="connsiteY5" fmla="*/ 2657096 h 3022333"/>
              <a:gd name="connsiteX6" fmla="*/ 466138 w 976213"/>
              <a:gd name="connsiteY6" fmla="*/ 3022154 h 3022333"/>
              <a:gd name="connsiteX7" fmla="*/ 48387 w 976213"/>
              <a:gd name="connsiteY7" fmla="*/ 2626099 h 3022333"/>
              <a:gd name="connsiteX8" fmla="*/ 18564 w 976213"/>
              <a:gd name="connsiteY8" fmla="*/ 1584058 h 3022333"/>
              <a:gd name="connsiteX0" fmla="*/ 1175 w 958824"/>
              <a:gd name="connsiteY0" fmla="*/ 1584058 h 3044396"/>
              <a:gd name="connsiteX1" fmla="*/ 92363 w 958824"/>
              <a:gd name="connsiteY1" fmla="*/ 477572 h 3044396"/>
              <a:gd name="connsiteX2" fmla="*/ 474111 w 958824"/>
              <a:gd name="connsiteY2" fmla="*/ 73 h 3044396"/>
              <a:gd name="connsiteX3" fmla="*/ 862858 w 958824"/>
              <a:gd name="connsiteY3" fmla="*/ 451467 h 3044396"/>
              <a:gd name="connsiteX4" fmla="*/ 947047 w 958824"/>
              <a:gd name="connsiteY4" fmla="*/ 1584058 h 3044396"/>
              <a:gd name="connsiteX5" fmla="*/ 763317 w 958824"/>
              <a:gd name="connsiteY5" fmla="*/ 2657096 h 3044396"/>
              <a:gd name="connsiteX6" fmla="*/ 448749 w 958824"/>
              <a:gd name="connsiteY6" fmla="*/ 3022154 h 3044396"/>
              <a:gd name="connsiteX7" fmla="*/ 131142 w 958824"/>
              <a:gd name="connsiteY7" fmla="*/ 2122422 h 3044396"/>
              <a:gd name="connsiteX8" fmla="*/ 1175 w 958824"/>
              <a:gd name="connsiteY8" fmla="*/ 1584058 h 3044396"/>
              <a:gd name="connsiteX0" fmla="*/ 6125 w 927920"/>
              <a:gd name="connsiteY0" fmla="*/ 1023420 h 3044396"/>
              <a:gd name="connsiteX1" fmla="*/ 61459 w 927920"/>
              <a:gd name="connsiteY1" fmla="*/ 477572 h 3044396"/>
              <a:gd name="connsiteX2" fmla="*/ 443207 w 927920"/>
              <a:gd name="connsiteY2" fmla="*/ 73 h 3044396"/>
              <a:gd name="connsiteX3" fmla="*/ 831954 w 927920"/>
              <a:gd name="connsiteY3" fmla="*/ 451467 h 3044396"/>
              <a:gd name="connsiteX4" fmla="*/ 916143 w 927920"/>
              <a:gd name="connsiteY4" fmla="*/ 1584058 h 3044396"/>
              <a:gd name="connsiteX5" fmla="*/ 732413 w 927920"/>
              <a:gd name="connsiteY5" fmla="*/ 2657096 h 3044396"/>
              <a:gd name="connsiteX6" fmla="*/ 417845 w 927920"/>
              <a:gd name="connsiteY6" fmla="*/ 3022154 h 3044396"/>
              <a:gd name="connsiteX7" fmla="*/ 100238 w 927920"/>
              <a:gd name="connsiteY7" fmla="*/ 2122422 h 3044396"/>
              <a:gd name="connsiteX8" fmla="*/ 6125 w 927920"/>
              <a:gd name="connsiteY8" fmla="*/ 1023420 h 3044396"/>
              <a:gd name="connsiteX0" fmla="*/ 6125 w 927920"/>
              <a:gd name="connsiteY0" fmla="*/ 762296 h 2783272"/>
              <a:gd name="connsiteX1" fmla="*/ 61459 w 927920"/>
              <a:gd name="connsiteY1" fmla="*/ 216448 h 2783272"/>
              <a:gd name="connsiteX2" fmla="*/ 539850 w 927920"/>
              <a:gd name="connsiteY2" fmla="*/ 16843 h 2783272"/>
              <a:gd name="connsiteX3" fmla="*/ 831954 w 927920"/>
              <a:gd name="connsiteY3" fmla="*/ 190343 h 2783272"/>
              <a:gd name="connsiteX4" fmla="*/ 916143 w 927920"/>
              <a:gd name="connsiteY4" fmla="*/ 1322934 h 2783272"/>
              <a:gd name="connsiteX5" fmla="*/ 732413 w 927920"/>
              <a:gd name="connsiteY5" fmla="*/ 2395972 h 2783272"/>
              <a:gd name="connsiteX6" fmla="*/ 417845 w 927920"/>
              <a:gd name="connsiteY6" fmla="*/ 2761030 h 2783272"/>
              <a:gd name="connsiteX7" fmla="*/ 100238 w 927920"/>
              <a:gd name="connsiteY7" fmla="*/ 1861298 h 2783272"/>
              <a:gd name="connsiteX8" fmla="*/ 6125 w 927920"/>
              <a:gd name="connsiteY8" fmla="*/ 762296 h 2783272"/>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834817 h 2855793"/>
              <a:gd name="connsiteX1" fmla="*/ 61459 w 939044"/>
              <a:gd name="connsiteY1" fmla="*/ 288969 h 2855793"/>
              <a:gd name="connsiteX2" fmla="*/ 534836 w 939044"/>
              <a:gd name="connsiteY2" fmla="*/ 45 h 2855793"/>
              <a:gd name="connsiteX3" fmla="*/ 876256 w 939044"/>
              <a:gd name="connsiteY3" fmla="*/ 296918 h 2855793"/>
              <a:gd name="connsiteX4" fmla="*/ 916143 w 939044"/>
              <a:gd name="connsiteY4" fmla="*/ 1395455 h 2855793"/>
              <a:gd name="connsiteX5" fmla="*/ 732413 w 939044"/>
              <a:gd name="connsiteY5" fmla="*/ 2468493 h 2855793"/>
              <a:gd name="connsiteX6" fmla="*/ 417845 w 939044"/>
              <a:gd name="connsiteY6" fmla="*/ 2833551 h 2855793"/>
              <a:gd name="connsiteX7" fmla="*/ 100238 w 939044"/>
              <a:gd name="connsiteY7" fmla="*/ 1933819 h 2855793"/>
              <a:gd name="connsiteX8" fmla="*/ 6125 w 939044"/>
              <a:gd name="connsiteY8" fmla="*/ 834817 h 2855793"/>
              <a:gd name="connsiteX0" fmla="*/ 8111 w 941030"/>
              <a:gd name="connsiteY0" fmla="*/ 839858 h 2860834"/>
              <a:gd name="connsiteX1" fmla="*/ 263598 w 941030"/>
              <a:gd name="connsiteY1" fmla="*/ 239230 h 2860834"/>
              <a:gd name="connsiteX2" fmla="*/ 536822 w 941030"/>
              <a:gd name="connsiteY2" fmla="*/ 5086 h 2860834"/>
              <a:gd name="connsiteX3" fmla="*/ 878242 w 941030"/>
              <a:gd name="connsiteY3" fmla="*/ 301959 h 2860834"/>
              <a:gd name="connsiteX4" fmla="*/ 918129 w 941030"/>
              <a:gd name="connsiteY4" fmla="*/ 1400496 h 2860834"/>
              <a:gd name="connsiteX5" fmla="*/ 734399 w 941030"/>
              <a:gd name="connsiteY5" fmla="*/ 2473534 h 2860834"/>
              <a:gd name="connsiteX6" fmla="*/ 419831 w 941030"/>
              <a:gd name="connsiteY6" fmla="*/ 2838592 h 2860834"/>
              <a:gd name="connsiteX7" fmla="*/ 102224 w 941030"/>
              <a:gd name="connsiteY7" fmla="*/ 1938860 h 2860834"/>
              <a:gd name="connsiteX8" fmla="*/ 8111 w 941030"/>
              <a:gd name="connsiteY8" fmla="*/ 839858 h 2860834"/>
              <a:gd name="connsiteX0" fmla="*/ 17831 w 903494"/>
              <a:gd name="connsiteY0" fmla="*/ 660008 h 2860834"/>
              <a:gd name="connsiteX1" fmla="*/ 226062 w 903494"/>
              <a:gd name="connsiteY1" fmla="*/ 239230 h 2860834"/>
              <a:gd name="connsiteX2" fmla="*/ 499286 w 903494"/>
              <a:gd name="connsiteY2" fmla="*/ 5086 h 2860834"/>
              <a:gd name="connsiteX3" fmla="*/ 840706 w 903494"/>
              <a:gd name="connsiteY3" fmla="*/ 301959 h 2860834"/>
              <a:gd name="connsiteX4" fmla="*/ 880593 w 903494"/>
              <a:gd name="connsiteY4" fmla="*/ 1400496 h 2860834"/>
              <a:gd name="connsiteX5" fmla="*/ 696863 w 903494"/>
              <a:gd name="connsiteY5" fmla="*/ 2473534 h 2860834"/>
              <a:gd name="connsiteX6" fmla="*/ 382295 w 903494"/>
              <a:gd name="connsiteY6" fmla="*/ 2838592 h 2860834"/>
              <a:gd name="connsiteX7" fmla="*/ 64688 w 903494"/>
              <a:gd name="connsiteY7" fmla="*/ 1938860 h 2860834"/>
              <a:gd name="connsiteX8" fmla="*/ 17831 w 903494"/>
              <a:gd name="connsiteY8" fmla="*/ 660008 h 2860834"/>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74088 h 2874914"/>
              <a:gd name="connsiteX1" fmla="*/ 227828 w 903612"/>
              <a:gd name="connsiteY1" fmla="*/ 171626 h 2874914"/>
              <a:gd name="connsiteX2" fmla="*/ 499404 w 903612"/>
              <a:gd name="connsiteY2" fmla="*/ 19166 h 2874914"/>
              <a:gd name="connsiteX3" fmla="*/ 840824 w 903612"/>
              <a:gd name="connsiteY3" fmla="*/ 316039 h 2874914"/>
              <a:gd name="connsiteX4" fmla="*/ 880711 w 903612"/>
              <a:gd name="connsiteY4" fmla="*/ 1414576 h 2874914"/>
              <a:gd name="connsiteX5" fmla="*/ 696981 w 903612"/>
              <a:gd name="connsiteY5" fmla="*/ 2487614 h 2874914"/>
              <a:gd name="connsiteX6" fmla="*/ 382413 w 903612"/>
              <a:gd name="connsiteY6" fmla="*/ 2852672 h 2874914"/>
              <a:gd name="connsiteX7" fmla="*/ 64806 w 903612"/>
              <a:gd name="connsiteY7" fmla="*/ 1952940 h 2874914"/>
              <a:gd name="connsiteX8" fmla="*/ 17949 w 903612"/>
              <a:gd name="connsiteY8" fmla="*/ 674088 h 2874914"/>
              <a:gd name="connsiteX0" fmla="*/ 26925 w 891376"/>
              <a:gd name="connsiteY0" fmla="*/ 717064 h 2874914"/>
              <a:gd name="connsiteX1" fmla="*/ 215592 w 891376"/>
              <a:gd name="connsiteY1" fmla="*/ 171626 h 2874914"/>
              <a:gd name="connsiteX2" fmla="*/ 487168 w 891376"/>
              <a:gd name="connsiteY2" fmla="*/ 19166 h 2874914"/>
              <a:gd name="connsiteX3" fmla="*/ 828588 w 891376"/>
              <a:gd name="connsiteY3" fmla="*/ 316039 h 2874914"/>
              <a:gd name="connsiteX4" fmla="*/ 868475 w 891376"/>
              <a:gd name="connsiteY4" fmla="*/ 1414576 h 2874914"/>
              <a:gd name="connsiteX5" fmla="*/ 684745 w 891376"/>
              <a:gd name="connsiteY5" fmla="*/ 2487614 h 2874914"/>
              <a:gd name="connsiteX6" fmla="*/ 370177 w 891376"/>
              <a:gd name="connsiteY6" fmla="*/ 2852672 h 2874914"/>
              <a:gd name="connsiteX7" fmla="*/ 52570 w 891376"/>
              <a:gd name="connsiteY7" fmla="*/ 1952940 h 2874914"/>
              <a:gd name="connsiteX8" fmla="*/ 26925 w 891376"/>
              <a:gd name="connsiteY8" fmla="*/ 717064 h 2874914"/>
              <a:gd name="connsiteX0" fmla="*/ 47530 w 911981"/>
              <a:gd name="connsiteY0" fmla="*/ 717064 h 2874914"/>
              <a:gd name="connsiteX1" fmla="*/ 236197 w 911981"/>
              <a:gd name="connsiteY1" fmla="*/ 171626 h 2874914"/>
              <a:gd name="connsiteX2" fmla="*/ 507773 w 911981"/>
              <a:gd name="connsiteY2" fmla="*/ 19166 h 2874914"/>
              <a:gd name="connsiteX3" fmla="*/ 849193 w 911981"/>
              <a:gd name="connsiteY3" fmla="*/ 316039 h 2874914"/>
              <a:gd name="connsiteX4" fmla="*/ 889080 w 911981"/>
              <a:gd name="connsiteY4" fmla="*/ 1414576 h 2874914"/>
              <a:gd name="connsiteX5" fmla="*/ 705350 w 911981"/>
              <a:gd name="connsiteY5" fmla="*/ 2487614 h 2874914"/>
              <a:gd name="connsiteX6" fmla="*/ 390782 w 911981"/>
              <a:gd name="connsiteY6" fmla="*/ 2852672 h 2874914"/>
              <a:gd name="connsiteX7" fmla="*/ 73175 w 911981"/>
              <a:gd name="connsiteY7" fmla="*/ 1952940 h 2874914"/>
              <a:gd name="connsiteX8" fmla="*/ 47530 w 911981"/>
              <a:gd name="connsiteY8" fmla="*/ 717064 h 2874914"/>
              <a:gd name="connsiteX0" fmla="*/ 27966 w 892417"/>
              <a:gd name="connsiteY0" fmla="*/ 717064 h 2874914"/>
              <a:gd name="connsiteX1" fmla="*/ 216633 w 892417"/>
              <a:gd name="connsiteY1" fmla="*/ 171626 h 2874914"/>
              <a:gd name="connsiteX2" fmla="*/ 488209 w 892417"/>
              <a:gd name="connsiteY2" fmla="*/ 19166 h 2874914"/>
              <a:gd name="connsiteX3" fmla="*/ 829629 w 892417"/>
              <a:gd name="connsiteY3" fmla="*/ 316039 h 2874914"/>
              <a:gd name="connsiteX4" fmla="*/ 869516 w 892417"/>
              <a:gd name="connsiteY4" fmla="*/ 1414576 h 2874914"/>
              <a:gd name="connsiteX5" fmla="*/ 685786 w 892417"/>
              <a:gd name="connsiteY5" fmla="*/ 2487614 h 2874914"/>
              <a:gd name="connsiteX6" fmla="*/ 371218 w 892417"/>
              <a:gd name="connsiteY6" fmla="*/ 2852672 h 2874914"/>
              <a:gd name="connsiteX7" fmla="*/ 53611 w 892417"/>
              <a:gd name="connsiteY7" fmla="*/ 1952940 h 2874914"/>
              <a:gd name="connsiteX8" fmla="*/ 27966 w 892417"/>
              <a:gd name="connsiteY8" fmla="*/ 717064 h 2874914"/>
              <a:gd name="connsiteX0" fmla="*/ 12170 w 876621"/>
              <a:gd name="connsiteY0" fmla="*/ 717064 h 2882802"/>
              <a:gd name="connsiteX1" fmla="*/ 200837 w 876621"/>
              <a:gd name="connsiteY1" fmla="*/ 171626 h 2882802"/>
              <a:gd name="connsiteX2" fmla="*/ 472413 w 876621"/>
              <a:gd name="connsiteY2" fmla="*/ 19166 h 2882802"/>
              <a:gd name="connsiteX3" fmla="*/ 813833 w 876621"/>
              <a:gd name="connsiteY3" fmla="*/ 316039 h 2882802"/>
              <a:gd name="connsiteX4" fmla="*/ 853720 w 876621"/>
              <a:gd name="connsiteY4" fmla="*/ 1414576 h 2882802"/>
              <a:gd name="connsiteX5" fmla="*/ 669990 w 876621"/>
              <a:gd name="connsiteY5" fmla="*/ 2487614 h 2882802"/>
              <a:gd name="connsiteX6" fmla="*/ 355422 w 876621"/>
              <a:gd name="connsiteY6" fmla="*/ 2852672 h 2882802"/>
              <a:gd name="connsiteX7" fmla="*/ 70151 w 876621"/>
              <a:gd name="connsiteY7" fmla="*/ 1821981 h 2882802"/>
              <a:gd name="connsiteX8" fmla="*/ 12170 w 87662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35559 w 900010"/>
              <a:gd name="connsiteY0" fmla="*/ 717064 h 2882802"/>
              <a:gd name="connsiteX1" fmla="*/ 224226 w 900010"/>
              <a:gd name="connsiteY1" fmla="*/ 171626 h 2882802"/>
              <a:gd name="connsiteX2" fmla="*/ 495802 w 900010"/>
              <a:gd name="connsiteY2" fmla="*/ 19166 h 2882802"/>
              <a:gd name="connsiteX3" fmla="*/ 837222 w 900010"/>
              <a:gd name="connsiteY3" fmla="*/ 316039 h 2882802"/>
              <a:gd name="connsiteX4" fmla="*/ 877109 w 900010"/>
              <a:gd name="connsiteY4" fmla="*/ 1414576 h 2882802"/>
              <a:gd name="connsiteX5" fmla="*/ 693379 w 900010"/>
              <a:gd name="connsiteY5" fmla="*/ 2487614 h 2882802"/>
              <a:gd name="connsiteX6" fmla="*/ 378811 w 900010"/>
              <a:gd name="connsiteY6" fmla="*/ 2852672 h 2882802"/>
              <a:gd name="connsiteX7" fmla="*/ 93540 w 900010"/>
              <a:gd name="connsiteY7" fmla="*/ 1821981 h 2882802"/>
              <a:gd name="connsiteX8" fmla="*/ 35559 w 900010"/>
              <a:gd name="connsiteY8" fmla="*/ 717064 h 2882802"/>
              <a:gd name="connsiteX0" fmla="*/ 26171 w 890622"/>
              <a:gd name="connsiteY0" fmla="*/ 717064 h 2882802"/>
              <a:gd name="connsiteX1" fmla="*/ 214838 w 890622"/>
              <a:gd name="connsiteY1" fmla="*/ 171626 h 2882802"/>
              <a:gd name="connsiteX2" fmla="*/ 486414 w 890622"/>
              <a:gd name="connsiteY2" fmla="*/ 19166 h 2882802"/>
              <a:gd name="connsiteX3" fmla="*/ 827834 w 890622"/>
              <a:gd name="connsiteY3" fmla="*/ 316039 h 2882802"/>
              <a:gd name="connsiteX4" fmla="*/ 867721 w 890622"/>
              <a:gd name="connsiteY4" fmla="*/ 1414576 h 2882802"/>
              <a:gd name="connsiteX5" fmla="*/ 683991 w 890622"/>
              <a:gd name="connsiteY5" fmla="*/ 2487614 h 2882802"/>
              <a:gd name="connsiteX6" fmla="*/ 369423 w 890622"/>
              <a:gd name="connsiteY6" fmla="*/ 2852672 h 2882802"/>
              <a:gd name="connsiteX7" fmla="*/ 84152 w 890622"/>
              <a:gd name="connsiteY7" fmla="*/ 1821981 h 2882802"/>
              <a:gd name="connsiteX8" fmla="*/ 26171 w 890622"/>
              <a:gd name="connsiteY8" fmla="*/ 717064 h 2882802"/>
              <a:gd name="connsiteX0" fmla="*/ 29461 w 893912"/>
              <a:gd name="connsiteY0" fmla="*/ 717064 h 2882802"/>
              <a:gd name="connsiteX1" fmla="*/ 218128 w 893912"/>
              <a:gd name="connsiteY1" fmla="*/ 171626 h 2882802"/>
              <a:gd name="connsiteX2" fmla="*/ 489704 w 893912"/>
              <a:gd name="connsiteY2" fmla="*/ 19166 h 2882802"/>
              <a:gd name="connsiteX3" fmla="*/ 831124 w 893912"/>
              <a:gd name="connsiteY3" fmla="*/ 316039 h 2882802"/>
              <a:gd name="connsiteX4" fmla="*/ 871011 w 893912"/>
              <a:gd name="connsiteY4" fmla="*/ 1414576 h 2882802"/>
              <a:gd name="connsiteX5" fmla="*/ 687281 w 893912"/>
              <a:gd name="connsiteY5" fmla="*/ 2487614 h 2882802"/>
              <a:gd name="connsiteX6" fmla="*/ 372713 w 893912"/>
              <a:gd name="connsiteY6" fmla="*/ 2852672 h 2882802"/>
              <a:gd name="connsiteX7" fmla="*/ 87442 w 893912"/>
              <a:gd name="connsiteY7" fmla="*/ 1821981 h 2882802"/>
              <a:gd name="connsiteX8" fmla="*/ 29461 w 893912"/>
              <a:gd name="connsiteY8" fmla="*/ 717064 h 2882802"/>
              <a:gd name="connsiteX0" fmla="*/ 25528 w 904861"/>
              <a:gd name="connsiteY0" fmla="*/ 700008 h 2882802"/>
              <a:gd name="connsiteX1" fmla="*/ 229077 w 904861"/>
              <a:gd name="connsiteY1" fmla="*/ 171626 h 2882802"/>
              <a:gd name="connsiteX2" fmla="*/ 500653 w 904861"/>
              <a:gd name="connsiteY2" fmla="*/ 19166 h 2882802"/>
              <a:gd name="connsiteX3" fmla="*/ 842073 w 904861"/>
              <a:gd name="connsiteY3" fmla="*/ 316039 h 2882802"/>
              <a:gd name="connsiteX4" fmla="*/ 881960 w 904861"/>
              <a:gd name="connsiteY4" fmla="*/ 1414576 h 2882802"/>
              <a:gd name="connsiteX5" fmla="*/ 698230 w 904861"/>
              <a:gd name="connsiteY5" fmla="*/ 2487614 h 2882802"/>
              <a:gd name="connsiteX6" fmla="*/ 383662 w 904861"/>
              <a:gd name="connsiteY6" fmla="*/ 2852672 h 2882802"/>
              <a:gd name="connsiteX7" fmla="*/ 98391 w 904861"/>
              <a:gd name="connsiteY7" fmla="*/ 1821981 h 2882802"/>
              <a:gd name="connsiteX8" fmla="*/ 25528 w 904861"/>
              <a:gd name="connsiteY8" fmla="*/ 700008 h 2882802"/>
              <a:gd name="connsiteX0" fmla="*/ 3067 w 882400"/>
              <a:gd name="connsiteY0" fmla="*/ 700008 h 2882802"/>
              <a:gd name="connsiteX1" fmla="*/ 206616 w 882400"/>
              <a:gd name="connsiteY1" fmla="*/ 171626 h 2882802"/>
              <a:gd name="connsiteX2" fmla="*/ 478192 w 882400"/>
              <a:gd name="connsiteY2" fmla="*/ 19166 h 2882802"/>
              <a:gd name="connsiteX3" fmla="*/ 819612 w 882400"/>
              <a:gd name="connsiteY3" fmla="*/ 316039 h 2882802"/>
              <a:gd name="connsiteX4" fmla="*/ 859499 w 882400"/>
              <a:gd name="connsiteY4" fmla="*/ 1414576 h 2882802"/>
              <a:gd name="connsiteX5" fmla="*/ 675769 w 882400"/>
              <a:gd name="connsiteY5" fmla="*/ 2487614 h 2882802"/>
              <a:gd name="connsiteX6" fmla="*/ 361201 w 882400"/>
              <a:gd name="connsiteY6" fmla="*/ 2852672 h 2882802"/>
              <a:gd name="connsiteX7" fmla="*/ 75930 w 882400"/>
              <a:gd name="connsiteY7" fmla="*/ 1821981 h 2882802"/>
              <a:gd name="connsiteX8" fmla="*/ 3067 w 882400"/>
              <a:gd name="connsiteY8" fmla="*/ 700008 h 2882802"/>
              <a:gd name="connsiteX0" fmla="*/ 3067 w 890413"/>
              <a:gd name="connsiteY0" fmla="*/ 697657 h 2880451"/>
              <a:gd name="connsiteX1" fmla="*/ 206616 w 890413"/>
              <a:gd name="connsiteY1" fmla="*/ 169275 h 2880451"/>
              <a:gd name="connsiteX2" fmla="*/ 478192 w 890413"/>
              <a:gd name="connsiteY2" fmla="*/ 16815 h 2880451"/>
              <a:gd name="connsiteX3" fmla="*/ 837597 w 890413"/>
              <a:gd name="connsiteY3" fmla="*/ 181227 h 2880451"/>
              <a:gd name="connsiteX4" fmla="*/ 859499 w 890413"/>
              <a:gd name="connsiteY4" fmla="*/ 1412225 h 2880451"/>
              <a:gd name="connsiteX5" fmla="*/ 675769 w 890413"/>
              <a:gd name="connsiteY5" fmla="*/ 2485263 h 2880451"/>
              <a:gd name="connsiteX6" fmla="*/ 361201 w 890413"/>
              <a:gd name="connsiteY6" fmla="*/ 2850321 h 2880451"/>
              <a:gd name="connsiteX7" fmla="*/ 75930 w 890413"/>
              <a:gd name="connsiteY7" fmla="*/ 1819630 h 2880451"/>
              <a:gd name="connsiteX8" fmla="*/ 3067 w 890413"/>
              <a:gd name="connsiteY8" fmla="*/ 697657 h 2880451"/>
              <a:gd name="connsiteX0" fmla="*/ 3067 w 890413"/>
              <a:gd name="connsiteY0" fmla="*/ 747934 h 2930728"/>
              <a:gd name="connsiteX1" fmla="*/ 206616 w 890413"/>
              <a:gd name="connsiteY1" fmla="*/ 219552 h 2930728"/>
              <a:gd name="connsiteX2" fmla="*/ 490783 w 890413"/>
              <a:gd name="connsiteY2" fmla="*/ 356 h 2930728"/>
              <a:gd name="connsiteX3" fmla="*/ 837597 w 890413"/>
              <a:gd name="connsiteY3" fmla="*/ 231504 h 2930728"/>
              <a:gd name="connsiteX4" fmla="*/ 859499 w 890413"/>
              <a:gd name="connsiteY4" fmla="*/ 1462502 h 2930728"/>
              <a:gd name="connsiteX5" fmla="*/ 675769 w 890413"/>
              <a:gd name="connsiteY5" fmla="*/ 2535540 h 2930728"/>
              <a:gd name="connsiteX6" fmla="*/ 361201 w 890413"/>
              <a:gd name="connsiteY6" fmla="*/ 2900598 h 2930728"/>
              <a:gd name="connsiteX7" fmla="*/ 75930 w 890413"/>
              <a:gd name="connsiteY7" fmla="*/ 1869907 h 2930728"/>
              <a:gd name="connsiteX8" fmla="*/ 3067 w 890413"/>
              <a:gd name="connsiteY8" fmla="*/ 747934 h 2930728"/>
              <a:gd name="connsiteX0" fmla="*/ 1927 w 896675"/>
              <a:gd name="connsiteY0" fmla="*/ 1130640 h 2930728"/>
              <a:gd name="connsiteX1" fmla="*/ 212878 w 896675"/>
              <a:gd name="connsiteY1" fmla="*/ 219552 h 2930728"/>
              <a:gd name="connsiteX2" fmla="*/ 497045 w 896675"/>
              <a:gd name="connsiteY2" fmla="*/ 356 h 2930728"/>
              <a:gd name="connsiteX3" fmla="*/ 843859 w 896675"/>
              <a:gd name="connsiteY3" fmla="*/ 231504 h 2930728"/>
              <a:gd name="connsiteX4" fmla="*/ 865761 w 896675"/>
              <a:gd name="connsiteY4" fmla="*/ 1462502 h 2930728"/>
              <a:gd name="connsiteX5" fmla="*/ 682031 w 896675"/>
              <a:gd name="connsiteY5" fmla="*/ 2535540 h 2930728"/>
              <a:gd name="connsiteX6" fmla="*/ 367463 w 896675"/>
              <a:gd name="connsiteY6" fmla="*/ 2900598 h 2930728"/>
              <a:gd name="connsiteX7" fmla="*/ 82192 w 896675"/>
              <a:gd name="connsiteY7" fmla="*/ 1869907 h 2930728"/>
              <a:gd name="connsiteX8" fmla="*/ 1927 w 896675"/>
              <a:gd name="connsiteY8" fmla="*/ 1130640 h 2930728"/>
              <a:gd name="connsiteX0" fmla="*/ 3863 w 898611"/>
              <a:gd name="connsiteY0" fmla="*/ 1130640 h 2920786"/>
              <a:gd name="connsiteX1" fmla="*/ 214814 w 898611"/>
              <a:gd name="connsiteY1" fmla="*/ 219552 h 2920786"/>
              <a:gd name="connsiteX2" fmla="*/ 498981 w 898611"/>
              <a:gd name="connsiteY2" fmla="*/ 356 h 2920786"/>
              <a:gd name="connsiteX3" fmla="*/ 845795 w 898611"/>
              <a:gd name="connsiteY3" fmla="*/ 231504 h 2920786"/>
              <a:gd name="connsiteX4" fmla="*/ 867697 w 898611"/>
              <a:gd name="connsiteY4" fmla="*/ 1462502 h 2920786"/>
              <a:gd name="connsiteX5" fmla="*/ 683967 w 898611"/>
              <a:gd name="connsiteY5" fmla="*/ 2535540 h 2920786"/>
              <a:gd name="connsiteX6" fmla="*/ 369399 w 898611"/>
              <a:gd name="connsiteY6" fmla="*/ 2900598 h 2920786"/>
              <a:gd name="connsiteX7" fmla="*/ 114047 w 898611"/>
              <a:gd name="connsiteY7" fmla="*/ 2036227 h 2920786"/>
              <a:gd name="connsiteX8" fmla="*/ 3863 w 898611"/>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7429" h="2920786">
                <a:moveTo>
                  <a:pt x="2681" y="1130640"/>
                </a:moveTo>
                <a:cubicBezTo>
                  <a:pt x="19476" y="827861"/>
                  <a:pt x="23264" y="606440"/>
                  <a:pt x="213632" y="219552"/>
                </a:cubicBezTo>
                <a:cubicBezTo>
                  <a:pt x="378725" y="4273"/>
                  <a:pt x="392636" y="-1636"/>
                  <a:pt x="497799" y="356"/>
                </a:cubicBezTo>
                <a:cubicBezTo>
                  <a:pt x="602962" y="2348"/>
                  <a:pt x="651220" y="-30068"/>
                  <a:pt x="844613" y="231504"/>
                </a:cubicBezTo>
                <a:cubicBezTo>
                  <a:pt x="923436" y="495501"/>
                  <a:pt x="899322" y="1077936"/>
                  <a:pt x="866515" y="1462502"/>
                </a:cubicBezTo>
                <a:cubicBezTo>
                  <a:pt x="833708" y="1847068"/>
                  <a:pt x="761608" y="2271543"/>
                  <a:pt x="682785" y="2535540"/>
                </a:cubicBezTo>
                <a:cubicBezTo>
                  <a:pt x="603962" y="2799537"/>
                  <a:pt x="463204" y="2983817"/>
                  <a:pt x="368217" y="2900598"/>
                </a:cubicBezTo>
                <a:cubicBezTo>
                  <a:pt x="273230" y="2817379"/>
                  <a:pt x="204979" y="2394937"/>
                  <a:pt x="112865" y="2036227"/>
                </a:cubicBezTo>
                <a:cubicBezTo>
                  <a:pt x="51078" y="1661032"/>
                  <a:pt x="-14114" y="1433419"/>
                  <a:pt x="2681" y="1130640"/>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153"/>
          <p:cNvSpPr/>
          <p:nvPr/>
        </p:nvSpPr>
        <p:spPr>
          <a:xfrm rot="17801342">
            <a:off x="5144301" y="1326999"/>
            <a:ext cx="2187411" cy="2670741"/>
          </a:xfrm>
          <a:custGeom>
            <a:avLst/>
            <a:gdLst>
              <a:gd name="connsiteX0" fmla="*/ 0 w 2900800"/>
              <a:gd name="connsiteY0" fmla="*/ 1793865 h 3587730"/>
              <a:gd name="connsiteX1" fmla="*/ 1450400 w 2900800"/>
              <a:gd name="connsiteY1" fmla="*/ 0 h 3587730"/>
              <a:gd name="connsiteX2" fmla="*/ 2900800 w 2900800"/>
              <a:gd name="connsiteY2" fmla="*/ 1793865 h 3587730"/>
              <a:gd name="connsiteX3" fmla="*/ 1450400 w 2900800"/>
              <a:gd name="connsiteY3" fmla="*/ 3587730 h 3587730"/>
              <a:gd name="connsiteX4" fmla="*/ 0 w 2900800"/>
              <a:gd name="connsiteY4" fmla="*/ 1793865 h 3587730"/>
              <a:gd name="connsiteX0" fmla="*/ 0 w 2897956"/>
              <a:gd name="connsiteY0" fmla="*/ 1796934 h 3592863"/>
              <a:gd name="connsiteX1" fmla="*/ 1450400 w 2897956"/>
              <a:gd name="connsiteY1" fmla="*/ 3069 h 3592863"/>
              <a:gd name="connsiteX2" fmla="*/ 2897956 w 2897956"/>
              <a:gd name="connsiteY2" fmla="*/ 1499047 h 3592863"/>
              <a:gd name="connsiteX3" fmla="*/ 1450400 w 2897956"/>
              <a:gd name="connsiteY3" fmla="*/ 3590799 h 3592863"/>
              <a:gd name="connsiteX4" fmla="*/ 0 w 2897956"/>
              <a:gd name="connsiteY4" fmla="*/ 1796934 h 3592863"/>
              <a:gd name="connsiteX0" fmla="*/ 0 w 2930395"/>
              <a:gd name="connsiteY0" fmla="*/ 1848367 h 3644296"/>
              <a:gd name="connsiteX1" fmla="*/ 1450400 w 2930395"/>
              <a:gd name="connsiteY1" fmla="*/ 54502 h 3644296"/>
              <a:gd name="connsiteX2" fmla="*/ 2245322 w 2930395"/>
              <a:gd name="connsiteY2" fmla="*/ 560759 h 3644296"/>
              <a:gd name="connsiteX3" fmla="*/ 2897956 w 2930395"/>
              <a:gd name="connsiteY3" fmla="*/ 1550480 h 3644296"/>
              <a:gd name="connsiteX4" fmla="*/ 1450400 w 2930395"/>
              <a:gd name="connsiteY4" fmla="*/ 3642232 h 3644296"/>
              <a:gd name="connsiteX5" fmla="*/ 0 w 2930395"/>
              <a:gd name="connsiteY5" fmla="*/ 1848367 h 3644296"/>
              <a:gd name="connsiteX0" fmla="*/ 3866 w 2934261"/>
              <a:gd name="connsiteY0" fmla="*/ 1742589 h 3537873"/>
              <a:gd name="connsiteX1" fmla="*/ 1068288 w 2934261"/>
              <a:gd name="connsiteY1" fmla="*/ 66262 h 3537873"/>
              <a:gd name="connsiteX2" fmla="*/ 2249188 w 2934261"/>
              <a:gd name="connsiteY2" fmla="*/ 454981 h 3537873"/>
              <a:gd name="connsiteX3" fmla="*/ 2901822 w 2934261"/>
              <a:gd name="connsiteY3" fmla="*/ 1444702 h 3537873"/>
              <a:gd name="connsiteX4" fmla="*/ 1454266 w 2934261"/>
              <a:gd name="connsiteY4" fmla="*/ 3536454 h 3537873"/>
              <a:gd name="connsiteX5" fmla="*/ 3866 w 2934261"/>
              <a:gd name="connsiteY5" fmla="*/ 1742589 h 3537873"/>
              <a:gd name="connsiteX0" fmla="*/ 4557 w 2788296"/>
              <a:gd name="connsiteY0" fmla="*/ 2355611 h 3593109"/>
              <a:gd name="connsiteX1" fmla="*/ 922323 w 2788296"/>
              <a:gd name="connsiteY1" fmla="*/ 105348 h 3593109"/>
              <a:gd name="connsiteX2" fmla="*/ 2103223 w 2788296"/>
              <a:gd name="connsiteY2" fmla="*/ 494067 h 3593109"/>
              <a:gd name="connsiteX3" fmla="*/ 2755857 w 2788296"/>
              <a:gd name="connsiteY3" fmla="*/ 1483788 h 3593109"/>
              <a:gd name="connsiteX4" fmla="*/ 1308301 w 2788296"/>
              <a:gd name="connsiteY4" fmla="*/ 3575540 h 3593109"/>
              <a:gd name="connsiteX5" fmla="*/ 4557 w 2788296"/>
              <a:gd name="connsiteY5" fmla="*/ 2355611 h 3593109"/>
              <a:gd name="connsiteX0" fmla="*/ 13374 w 2797113"/>
              <a:gd name="connsiteY0" fmla="*/ 2355611 h 3601319"/>
              <a:gd name="connsiteX1" fmla="*/ 931140 w 2797113"/>
              <a:gd name="connsiteY1" fmla="*/ 105348 h 3601319"/>
              <a:gd name="connsiteX2" fmla="*/ 2112040 w 2797113"/>
              <a:gd name="connsiteY2" fmla="*/ 494067 h 3601319"/>
              <a:gd name="connsiteX3" fmla="*/ 2764674 w 2797113"/>
              <a:gd name="connsiteY3" fmla="*/ 1483788 h 3601319"/>
              <a:gd name="connsiteX4" fmla="*/ 1635985 w 2797113"/>
              <a:gd name="connsiteY4" fmla="*/ 3583882 h 3601319"/>
              <a:gd name="connsiteX5" fmla="*/ 13374 w 2797113"/>
              <a:gd name="connsiteY5" fmla="*/ 2355611 h 3601319"/>
              <a:gd name="connsiteX0" fmla="*/ 13374 w 2737531"/>
              <a:gd name="connsiteY0" fmla="*/ 2355611 h 3592744"/>
              <a:gd name="connsiteX1" fmla="*/ 931140 w 2737531"/>
              <a:gd name="connsiteY1" fmla="*/ 105348 h 3592744"/>
              <a:gd name="connsiteX2" fmla="*/ 2112040 w 2737531"/>
              <a:gd name="connsiteY2" fmla="*/ 494067 h 3592744"/>
              <a:gd name="connsiteX3" fmla="*/ 2702063 w 2737531"/>
              <a:gd name="connsiteY3" fmla="*/ 1762945 h 3592744"/>
              <a:gd name="connsiteX4" fmla="*/ 1635985 w 2737531"/>
              <a:gd name="connsiteY4" fmla="*/ 3583882 h 3592744"/>
              <a:gd name="connsiteX5" fmla="*/ 13374 w 2737531"/>
              <a:gd name="connsiteY5" fmla="*/ 2355611 h 3592744"/>
              <a:gd name="connsiteX0" fmla="*/ 13167 w 2733685"/>
              <a:gd name="connsiteY0" fmla="*/ 2355129 h 3592262"/>
              <a:gd name="connsiteX1" fmla="*/ 930933 w 2733685"/>
              <a:gd name="connsiteY1" fmla="*/ 104866 h 3592262"/>
              <a:gd name="connsiteX2" fmla="*/ 2035194 w 2733685"/>
              <a:gd name="connsiteY2" fmla="*/ 495834 h 3592262"/>
              <a:gd name="connsiteX3" fmla="*/ 2701856 w 2733685"/>
              <a:gd name="connsiteY3" fmla="*/ 1762463 h 3592262"/>
              <a:gd name="connsiteX4" fmla="*/ 1635778 w 2733685"/>
              <a:gd name="connsiteY4" fmla="*/ 3583400 h 3592262"/>
              <a:gd name="connsiteX5" fmla="*/ 13167 w 2733685"/>
              <a:gd name="connsiteY5" fmla="*/ 2355129 h 3592262"/>
              <a:gd name="connsiteX0" fmla="*/ 13167 w 2733685"/>
              <a:gd name="connsiteY0" fmla="*/ 2394145 h 3631278"/>
              <a:gd name="connsiteX1" fmla="*/ 930933 w 2733685"/>
              <a:gd name="connsiteY1" fmla="*/ 143882 h 3631278"/>
              <a:gd name="connsiteX2" fmla="*/ 2035194 w 2733685"/>
              <a:gd name="connsiteY2" fmla="*/ 534850 h 3631278"/>
              <a:gd name="connsiteX3" fmla="*/ 2701856 w 2733685"/>
              <a:gd name="connsiteY3" fmla="*/ 1801479 h 3631278"/>
              <a:gd name="connsiteX4" fmla="*/ 1635778 w 2733685"/>
              <a:gd name="connsiteY4" fmla="*/ 3622416 h 3631278"/>
              <a:gd name="connsiteX5" fmla="*/ 13167 w 2733685"/>
              <a:gd name="connsiteY5" fmla="*/ 2394145 h 3631278"/>
              <a:gd name="connsiteX0" fmla="*/ 13167 w 2743188"/>
              <a:gd name="connsiteY0" fmla="*/ 2394145 h 3631278"/>
              <a:gd name="connsiteX1" fmla="*/ 930933 w 2743188"/>
              <a:gd name="connsiteY1" fmla="*/ 143882 h 3631278"/>
              <a:gd name="connsiteX2" fmla="*/ 2035194 w 2743188"/>
              <a:gd name="connsiteY2" fmla="*/ 534850 h 3631278"/>
              <a:gd name="connsiteX3" fmla="*/ 2701856 w 2743188"/>
              <a:gd name="connsiteY3" fmla="*/ 1801479 h 3631278"/>
              <a:gd name="connsiteX4" fmla="*/ 1635778 w 2743188"/>
              <a:gd name="connsiteY4" fmla="*/ 3622416 h 3631278"/>
              <a:gd name="connsiteX5" fmla="*/ 13167 w 2743188"/>
              <a:gd name="connsiteY5" fmla="*/ 2394145 h 3631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43188" h="3631278">
                <a:moveTo>
                  <a:pt x="13167" y="2394145"/>
                </a:moveTo>
                <a:cubicBezTo>
                  <a:pt x="-104307" y="1814389"/>
                  <a:pt x="593929" y="453765"/>
                  <a:pt x="930933" y="143882"/>
                </a:cubicBezTo>
                <a:cubicBezTo>
                  <a:pt x="1267938" y="-166001"/>
                  <a:pt x="1497967" y="52290"/>
                  <a:pt x="2035194" y="534850"/>
                </a:cubicBezTo>
                <a:cubicBezTo>
                  <a:pt x="2459975" y="1005959"/>
                  <a:pt x="2878023" y="1285143"/>
                  <a:pt x="2701856" y="1801479"/>
                </a:cubicBezTo>
                <a:cubicBezTo>
                  <a:pt x="2525689" y="2317815"/>
                  <a:pt x="2083893" y="3523638"/>
                  <a:pt x="1635778" y="3622416"/>
                </a:cubicBezTo>
                <a:cubicBezTo>
                  <a:pt x="1187663" y="3721194"/>
                  <a:pt x="130641" y="2973901"/>
                  <a:pt x="13167" y="2394145"/>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153"/>
          <p:cNvSpPr/>
          <p:nvPr/>
        </p:nvSpPr>
        <p:spPr>
          <a:xfrm rot="18322284">
            <a:off x="1836481" y="1195234"/>
            <a:ext cx="2057778" cy="2865899"/>
          </a:xfrm>
          <a:custGeom>
            <a:avLst/>
            <a:gdLst>
              <a:gd name="connsiteX0" fmla="*/ 0 w 2900800"/>
              <a:gd name="connsiteY0" fmla="*/ 1793865 h 3587730"/>
              <a:gd name="connsiteX1" fmla="*/ 1450400 w 2900800"/>
              <a:gd name="connsiteY1" fmla="*/ 0 h 3587730"/>
              <a:gd name="connsiteX2" fmla="*/ 2900800 w 2900800"/>
              <a:gd name="connsiteY2" fmla="*/ 1793865 h 3587730"/>
              <a:gd name="connsiteX3" fmla="*/ 1450400 w 2900800"/>
              <a:gd name="connsiteY3" fmla="*/ 3587730 h 3587730"/>
              <a:gd name="connsiteX4" fmla="*/ 0 w 2900800"/>
              <a:gd name="connsiteY4" fmla="*/ 1793865 h 3587730"/>
              <a:gd name="connsiteX0" fmla="*/ 0 w 2897956"/>
              <a:gd name="connsiteY0" fmla="*/ 1796934 h 3592863"/>
              <a:gd name="connsiteX1" fmla="*/ 1450400 w 2897956"/>
              <a:gd name="connsiteY1" fmla="*/ 3069 h 3592863"/>
              <a:gd name="connsiteX2" fmla="*/ 2897956 w 2897956"/>
              <a:gd name="connsiteY2" fmla="*/ 1499047 h 3592863"/>
              <a:gd name="connsiteX3" fmla="*/ 1450400 w 2897956"/>
              <a:gd name="connsiteY3" fmla="*/ 3590799 h 3592863"/>
              <a:gd name="connsiteX4" fmla="*/ 0 w 2897956"/>
              <a:gd name="connsiteY4" fmla="*/ 1796934 h 3592863"/>
              <a:gd name="connsiteX0" fmla="*/ 0 w 2930395"/>
              <a:gd name="connsiteY0" fmla="*/ 1848367 h 3644296"/>
              <a:gd name="connsiteX1" fmla="*/ 1450400 w 2930395"/>
              <a:gd name="connsiteY1" fmla="*/ 54502 h 3644296"/>
              <a:gd name="connsiteX2" fmla="*/ 2245322 w 2930395"/>
              <a:gd name="connsiteY2" fmla="*/ 560759 h 3644296"/>
              <a:gd name="connsiteX3" fmla="*/ 2897956 w 2930395"/>
              <a:gd name="connsiteY3" fmla="*/ 1550480 h 3644296"/>
              <a:gd name="connsiteX4" fmla="*/ 1450400 w 2930395"/>
              <a:gd name="connsiteY4" fmla="*/ 3642232 h 3644296"/>
              <a:gd name="connsiteX5" fmla="*/ 0 w 2930395"/>
              <a:gd name="connsiteY5" fmla="*/ 1848367 h 3644296"/>
              <a:gd name="connsiteX0" fmla="*/ 3866 w 2934261"/>
              <a:gd name="connsiteY0" fmla="*/ 1742589 h 3537873"/>
              <a:gd name="connsiteX1" fmla="*/ 1068288 w 2934261"/>
              <a:gd name="connsiteY1" fmla="*/ 66262 h 3537873"/>
              <a:gd name="connsiteX2" fmla="*/ 2249188 w 2934261"/>
              <a:gd name="connsiteY2" fmla="*/ 454981 h 3537873"/>
              <a:gd name="connsiteX3" fmla="*/ 2901822 w 2934261"/>
              <a:gd name="connsiteY3" fmla="*/ 1444702 h 3537873"/>
              <a:gd name="connsiteX4" fmla="*/ 1454266 w 2934261"/>
              <a:gd name="connsiteY4" fmla="*/ 3536454 h 3537873"/>
              <a:gd name="connsiteX5" fmla="*/ 3866 w 2934261"/>
              <a:gd name="connsiteY5" fmla="*/ 1742589 h 3537873"/>
              <a:gd name="connsiteX0" fmla="*/ 4557 w 2788296"/>
              <a:gd name="connsiteY0" fmla="*/ 2355611 h 3593109"/>
              <a:gd name="connsiteX1" fmla="*/ 922323 w 2788296"/>
              <a:gd name="connsiteY1" fmla="*/ 105348 h 3593109"/>
              <a:gd name="connsiteX2" fmla="*/ 2103223 w 2788296"/>
              <a:gd name="connsiteY2" fmla="*/ 494067 h 3593109"/>
              <a:gd name="connsiteX3" fmla="*/ 2755857 w 2788296"/>
              <a:gd name="connsiteY3" fmla="*/ 1483788 h 3593109"/>
              <a:gd name="connsiteX4" fmla="*/ 1308301 w 2788296"/>
              <a:gd name="connsiteY4" fmla="*/ 3575540 h 3593109"/>
              <a:gd name="connsiteX5" fmla="*/ 4557 w 2788296"/>
              <a:gd name="connsiteY5" fmla="*/ 2355611 h 3593109"/>
              <a:gd name="connsiteX0" fmla="*/ 13374 w 2797113"/>
              <a:gd name="connsiteY0" fmla="*/ 2355611 h 3601319"/>
              <a:gd name="connsiteX1" fmla="*/ 931140 w 2797113"/>
              <a:gd name="connsiteY1" fmla="*/ 105348 h 3601319"/>
              <a:gd name="connsiteX2" fmla="*/ 2112040 w 2797113"/>
              <a:gd name="connsiteY2" fmla="*/ 494067 h 3601319"/>
              <a:gd name="connsiteX3" fmla="*/ 2764674 w 2797113"/>
              <a:gd name="connsiteY3" fmla="*/ 1483788 h 3601319"/>
              <a:gd name="connsiteX4" fmla="*/ 1635985 w 2797113"/>
              <a:gd name="connsiteY4" fmla="*/ 3583882 h 3601319"/>
              <a:gd name="connsiteX5" fmla="*/ 13374 w 2797113"/>
              <a:gd name="connsiteY5" fmla="*/ 2355611 h 3601319"/>
              <a:gd name="connsiteX0" fmla="*/ 13374 w 2737531"/>
              <a:gd name="connsiteY0" fmla="*/ 2355611 h 3592744"/>
              <a:gd name="connsiteX1" fmla="*/ 931140 w 2737531"/>
              <a:gd name="connsiteY1" fmla="*/ 105348 h 3592744"/>
              <a:gd name="connsiteX2" fmla="*/ 2112040 w 2737531"/>
              <a:gd name="connsiteY2" fmla="*/ 494067 h 3592744"/>
              <a:gd name="connsiteX3" fmla="*/ 2702063 w 2737531"/>
              <a:gd name="connsiteY3" fmla="*/ 1762945 h 3592744"/>
              <a:gd name="connsiteX4" fmla="*/ 1635985 w 2737531"/>
              <a:gd name="connsiteY4" fmla="*/ 3583882 h 3592744"/>
              <a:gd name="connsiteX5" fmla="*/ 13374 w 2737531"/>
              <a:gd name="connsiteY5" fmla="*/ 2355611 h 3592744"/>
              <a:gd name="connsiteX0" fmla="*/ 13167 w 2733685"/>
              <a:gd name="connsiteY0" fmla="*/ 2355129 h 3592262"/>
              <a:gd name="connsiteX1" fmla="*/ 930933 w 2733685"/>
              <a:gd name="connsiteY1" fmla="*/ 104866 h 3592262"/>
              <a:gd name="connsiteX2" fmla="*/ 2035194 w 2733685"/>
              <a:gd name="connsiteY2" fmla="*/ 495834 h 3592262"/>
              <a:gd name="connsiteX3" fmla="*/ 2701856 w 2733685"/>
              <a:gd name="connsiteY3" fmla="*/ 1762463 h 3592262"/>
              <a:gd name="connsiteX4" fmla="*/ 1635778 w 2733685"/>
              <a:gd name="connsiteY4" fmla="*/ 3583400 h 3592262"/>
              <a:gd name="connsiteX5" fmla="*/ 13167 w 2733685"/>
              <a:gd name="connsiteY5" fmla="*/ 2355129 h 3592262"/>
              <a:gd name="connsiteX0" fmla="*/ 13167 w 2733685"/>
              <a:gd name="connsiteY0" fmla="*/ 2394145 h 3631278"/>
              <a:gd name="connsiteX1" fmla="*/ 930933 w 2733685"/>
              <a:gd name="connsiteY1" fmla="*/ 143882 h 3631278"/>
              <a:gd name="connsiteX2" fmla="*/ 2035194 w 2733685"/>
              <a:gd name="connsiteY2" fmla="*/ 534850 h 3631278"/>
              <a:gd name="connsiteX3" fmla="*/ 2701856 w 2733685"/>
              <a:gd name="connsiteY3" fmla="*/ 1801479 h 3631278"/>
              <a:gd name="connsiteX4" fmla="*/ 1635778 w 2733685"/>
              <a:gd name="connsiteY4" fmla="*/ 3622416 h 3631278"/>
              <a:gd name="connsiteX5" fmla="*/ 13167 w 2733685"/>
              <a:gd name="connsiteY5" fmla="*/ 2394145 h 3631278"/>
              <a:gd name="connsiteX0" fmla="*/ 13167 w 2743188"/>
              <a:gd name="connsiteY0" fmla="*/ 2394145 h 3631278"/>
              <a:gd name="connsiteX1" fmla="*/ 930933 w 2743188"/>
              <a:gd name="connsiteY1" fmla="*/ 143882 h 3631278"/>
              <a:gd name="connsiteX2" fmla="*/ 2035194 w 2743188"/>
              <a:gd name="connsiteY2" fmla="*/ 534850 h 3631278"/>
              <a:gd name="connsiteX3" fmla="*/ 2701856 w 2743188"/>
              <a:gd name="connsiteY3" fmla="*/ 1801479 h 3631278"/>
              <a:gd name="connsiteX4" fmla="*/ 1635778 w 2743188"/>
              <a:gd name="connsiteY4" fmla="*/ 3622416 h 3631278"/>
              <a:gd name="connsiteX5" fmla="*/ 13167 w 2743188"/>
              <a:gd name="connsiteY5" fmla="*/ 2394145 h 3631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43188" h="3631278">
                <a:moveTo>
                  <a:pt x="13167" y="2394145"/>
                </a:moveTo>
                <a:cubicBezTo>
                  <a:pt x="-104307" y="1814389"/>
                  <a:pt x="593929" y="453765"/>
                  <a:pt x="930933" y="143882"/>
                </a:cubicBezTo>
                <a:cubicBezTo>
                  <a:pt x="1267938" y="-166001"/>
                  <a:pt x="1497967" y="52290"/>
                  <a:pt x="2035194" y="534850"/>
                </a:cubicBezTo>
                <a:cubicBezTo>
                  <a:pt x="2459975" y="1005959"/>
                  <a:pt x="2878023" y="1285143"/>
                  <a:pt x="2701856" y="1801479"/>
                </a:cubicBezTo>
                <a:cubicBezTo>
                  <a:pt x="2525689" y="2317815"/>
                  <a:pt x="2083893" y="3523638"/>
                  <a:pt x="1635778" y="3622416"/>
                </a:cubicBezTo>
                <a:cubicBezTo>
                  <a:pt x="1187663" y="3721194"/>
                  <a:pt x="130641" y="2973901"/>
                  <a:pt x="13167" y="2394145"/>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152"/>
          <p:cNvSpPr/>
          <p:nvPr/>
        </p:nvSpPr>
        <p:spPr>
          <a:xfrm rot="18322284">
            <a:off x="2166308" y="3898527"/>
            <a:ext cx="1398236" cy="2619384"/>
          </a:xfrm>
          <a:custGeom>
            <a:avLst/>
            <a:gdLst>
              <a:gd name="connsiteX0" fmla="*/ 0 w 1809000"/>
              <a:gd name="connsiteY0" fmla="*/ 1751035 h 3502070"/>
              <a:gd name="connsiteX1" fmla="*/ 904500 w 1809000"/>
              <a:gd name="connsiteY1" fmla="*/ 0 h 3502070"/>
              <a:gd name="connsiteX2" fmla="*/ 1809000 w 1809000"/>
              <a:gd name="connsiteY2" fmla="*/ 1751035 h 3502070"/>
              <a:gd name="connsiteX3" fmla="*/ 904500 w 1809000"/>
              <a:gd name="connsiteY3" fmla="*/ 3502070 h 3502070"/>
              <a:gd name="connsiteX4" fmla="*/ 0 w 1809000"/>
              <a:gd name="connsiteY4" fmla="*/ 1751035 h 3502070"/>
              <a:gd name="connsiteX0" fmla="*/ 0 w 1868444"/>
              <a:gd name="connsiteY0" fmla="*/ 1751035 h 3546793"/>
              <a:gd name="connsiteX1" fmla="*/ 904500 w 1868444"/>
              <a:gd name="connsiteY1" fmla="*/ 0 h 3546793"/>
              <a:gd name="connsiteX2" fmla="*/ 1809000 w 1868444"/>
              <a:gd name="connsiteY2" fmla="*/ 1751035 h 3546793"/>
              <a:gd name="connsiteX3" fmla="*/ 1729084 w 1868444"/>
              <a:gd name="connsiteY3" fmla="*/ 2918758 h 3546793"/>
              <a:gd name="connsiteX4" fmla="*/ 904500 w 1868444"/>
              <a:gd name="connsiteY4" fmla="*/ 3502070 h 3546793"/>
              <a:gd name="connsiteX5" fmla="*/ 0 w 1868444"/>
              <a:gd name="connsiteY5" fmla="*/ 1751035 h 3546793"/>
              <a:gd name="connsiteX0" fmla="*/ 0 w 1786911"/>
              <a:gd name="connsiteY0" fmla="*/ 1775508 h 3571266"/>
              <a:gd name="connsiteX1" fmla="*/ 904500 w 1786911"/>
              <a:gd name="connsiteY1" fmla="*/ 24473 h 3571266"/>
              <a:gd name="connsiteX2" fmla="*/ 1597687 w 1786911"/>
              <a:gd name="connsiteY2" fmla="*/ 908449 h 3571266"/>
              <a:gd name="connsiteX3" fmla="*/ 1729084 w 1786911"/>
              <a:gd name="connsiteY3" fmla="*/ 2943231 h 3571266"/>
              <a:gd name="connsiteX4" fmla="*/ 904500 w 1786911"/>
              <a:gd name="connsiteY4" fmla="*/ 3526543 h 3571266"/>
              <a:gd name="connsiteX5" fmla="*/ 0 w 1786911"/>
              <a:gd name="connsiteY5" fmla="*/ 1775508 h 3571266"/>
              <a:gd name="connsiteX0" fmla="*/ 0 w 1861239"/>
              <a:gd name="connsiteY0" fmla="*/ 2282663 h 3570358"/>
              <a:gd name="connsiteX1" fmla="*/ 978828 w 1861239"/>
              <a:gd name="connsiteY1" fmla="*/ 48562 h 3570358"/>
              <a:gd name="connsiteX2" fmla="*/ 1672015 w 1861239"/>
              <a:gd name="connsiteY2" fmla="*/ 932538 h 3570358"/>
              <a:gd name="connsiteX3" fmla="*/ 1803412 w 1861239"/>
              <a:gd name="connsiteY3" fmla="*/ 2967320 h 3570358"/>
              <a:gd name="connsiteX4" fmla="*/ 978828 w 1861239"/>
              <a:gd name="connsiteY4" fmla="*/ 3550632 h 3570358"/>
              <a:gd name="connsiteX5" fmla="*/ 0 w 1861239"/>
              <a:gd name="connsiteY5" fmla="*/ 2282663 h 3570358"/>
              <a:gd name="connsiteX0" fmla="*/ 1399 w 1862638"/>
              <a:gd name="connsiteY0" fmla="*/ 2282663 h 3370799"/>
              <a:gd name="connsiteX1" fmla="*/ 980227 w 1862638"/>
              <a:gd name="connsiteY1" fmla="*/ 48562 h 3370799"/>
              <a:gd name="connsiteX2" fmla="*/ 1673414 w 1862638"/>
              <a:gd name="connsiteY2" fmla="*/ 932538 h 3370799"/>
              <a:gd name="connsiteX3" fmla="*/ 1804811 w 1862638"/>
              <a:gd name="connsiteY3" fmla="*/ 2967320 h 3370799"/>
              <a:gd name="connsiteX4" fmla="*/ 1207036 w 1862638"/>
              <a:gd name="connsiteY4" fmla="*/ 3337459 h 3370799"/>
              <a:gd name="connsiteX5" fmla="*/ 1399 w 1862638"/>
              <a:gd name="connsiteY5" fmla="*/ 2282663 h 3370799"/>
              <a:gd name="connsiteX0" fmla="*/ 2725 w 1863964"/>
              <a:gd name="connsiteY0" fmla="*/ 2230792 h 3318928"/>
              <a:gd name="connsiteX1" fmla="*/ 903523 w 1863964"/>
              <a:gd name="connsiteY1" fmla="*/ 52085 h 3318928"/>
              <a:gd name="connsiteX2" fmla="*/ 1674740 w 1863964"/>
              <a:gd name="connsiteY2" fmla="*/ 880667 h 3318928"/>
              <a:gd name="connsiteX3" fmla="*/ 1806137 w 1863964"/>
              <a:gd name="connsiteY3" fmla="*/ 2915449 h 3318928"/>
              <a:gd name="connsiteX4" fmla="*/ 1208362 w 1863964"/>
              <a:gd name="connsiteY4" fmla="*/ 3285588 h 3318928"/>
              <a:gd name="connsiteX5" fmla="*/ 2725 w 1863964"/>
              <a:gd name="connsiteY5" fmla="*/ 2230792 h 331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3964" h="3318928">
                <a:moveTo>
                  <a:pt x="2725" y="2230792"/>
                </a:moveTo>
                <a:cubicBezTo>
                  <a:pt x="-48082" y="1691875"/>
                  <a:pt x="624854" y="277106"/>
                  <a:pt x="903523" y="52085"/>
                </a:cubicBezTo>
                <a:cubicBezTo>
                  <a:pt x="1182192" y="-172936"/>
                  <a:pt x="1572596" y="373503"/>
                  <a:pt x="1674740" y="880667"/>
                </a:cubicBezTo>
                <a:cubicBezTo>
                  <a:pt x="1776884" y="1387831"/>
                  <a:pt x="1956887" y="2623610"/>
                  <a:pt x="1806137" y="2915449"/>
                </a:cubicBezTo>
                <a:cubicBezTo>
                  <a:pt x="1655387" y="3207288"/>
                  <a:pt x="1508931" y="3399697"/>
                  <a:pt x="1208362" y="3285588"/>
                </a:cubicBezTo>
                <a:cubicBezTo>
                  <a:pt x="907793" y="3171479"/>
                  <a:pt x="53532" y="2769709"/>
                  <a:pt x="2725" y="2230792"/>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153"/>
          <p:cNvSpPr/>
          <p:nvPr/>
        </p:nvSpPr>
        <p:spPr>
          <a:xfrm rot="18322284">
            <a:off x="2017608" y="3567446"/>
            <a:ext cx="2057778" cy="2865899"/>
          </a:xfrm>
          <a:custGeom>
            <a:avLst/>
            <a:gdLst>
              <a:gd name="connsiteX0" fmla="*/ 0 w 2900800"/>
              <a:gd name="connsiteY0" fmla="*/ 1793865 h 3587730"/>
              <a:gd name="connsiteX1" fmla="*/ 1450400 w 2900800"/>
              <a:gd name="connsiteY1" fmla="*/ 0 h 3587730"/>
              <a:gd name="connsiteX2" fmla="*/ 2900800 w 2900800"/>
              <a:gd name="connsiteY2" fmla="*/ 1793865 h 3587730"/>
              <a:gd name="connsiteX3" fmla="*/ 1450400 w 2900800"/>
              <a:gd name="connsiteY3" fmla="*/ 3587730 h 3587730"/>
              <a:gd name="connsiteX4" fmla="*/ 0 w 2900800"/>
              <a:gd name="connsiteY4" fmla="*/ 1793865 h 3587730"/>
              <a:gd name="connsiteX0" fmla="*/ 0 w 2897956"/>
              <a:gd name="connsiteY0" fmla="*/ 1796934 h 3592863"/>
              <a:gd name="connsiteX1" fmla="*/ 1450400 w 2897956"/>
              <a:gd name="connsiteY1" fmla="*/ 3069 h 3592863"/>
              <a:gd name="connsiteX2" fmla="*/ 2897956 w 2897956"/>
              <a:gd name="connsiteY2" fmla="*/ 1499047 h 3592863"/>
              <a:gd name="connsiteX3" fmla="*/ 1450400 w 2897956"/>
              <a:gd name="connsiteY3" fmla="*/ 3590799 h 3592863"/>
              <a:gd name="connsiteX4" fmla="*/ 0 w 2897956"/>
              <a:gd name="connsiteY4" fmla="*/ 1796934 h 3592863"/>
              <a:gd name="connsiteX0" fmla="*/ 0 w 2930395"/>
              <a:gd name="connsiteY0" fmla="*/ 1848367 h 3644296"/>
              <a:gd name="connsiteX1" fmla="*/ 1450400 w 2930395"/>
              <a:gd name="connsiteY1" fmla="*/ 54502 h 3644296"/>
              <a:gd name="connsiteX2" fmla="*/ 2245322 w 2930395"/>
              <a:gd name="connsiteY2" fmla="*/ 560759 h 3644296"/>
              <a:gd name="connsiteX3" fmla="*/ 2897956 w 2930395"/>
              <a:gd name="connsiteY3" fmla="*/ 1550480 h 3644296"/>
              <a:gd name="connsiteX4" fmla="*/ 1450400 w 2930395"/>
              <a:gd name="connsiteY4" fmla="*/ 3642232 h 3644296"/>
              <a:gd name="connsiteX5" fmla="*/ 0 w 2930395"/>
              <a:gd name="connsiteY5" fmla="*/ 1848367 h 3644296"/>
              <a:gd name="connsiteX0" fmla="*/ 3866 w 2934261"/>
              <a:gd name="connsiteY0" fmla="*/ 1742589 h 3537873"/>
              <a:gd name="connsiteX1" fmla="*/ 1068288 w 2934261"/>
              <a:gd name="connsiteY1" fmla="*/ 66262 h 3537873"/>
              <a:gd name="connsiteX2" fmla="*/ 2249188 w 2934261"/>
              <a:gd name="connsiteY2" fmla="*/ 454981 h 3537873"/>
              <a:gd name="connsiteX3" fmla="*/ 2901822 w 2934261"/>
              <a:gd name="connsiteY3" fmla="*/ 1444702 h 3537873"/>
              <a:gd name="connsiteX4" fmla="*/ 1454266 w 2934261"/>
              <a:gd name="connsiteY4" fmla="*/ 3536454 h 3537873"/>
              <a:gd name="connsiteX5" fmla="*/ 3866 w 2934261"/>
              <a:gd name="connsiteY5" fmla="*/ 1742589 h 3537873"/>
              <a:gd name="connsiteX0" fmla="*/ 4557 w 2788296"/>
              <a:gd name="connsiteY0" fmla="*/ 2355611 h 3593109"/>
              <a:gd name="connsiteX1" fmla="*/ 922323 w 2788296"/>
              <a:gd name="connsiteY1" fmla="*/ 105348 h 3593109"/>
              <a:gd name="connsiteX2" fmla="*/ 2103223 w 2788296"/>
              <a:gd name="connsiteY2" fmla="*/ 494067 h 3593109"/>
              <a:gd name="connsiteX3" fmla="*/ 2755857 w 2788296"/>
              <a:gd name="connsiteY3" fmla="*/ 1483788 h 3593109"/>
              <a:gd name="connsiteX4" fmla="*/ 1308301 w 2788296"/>
              <a:gd name="connsiteY4" fmla="*/ 3575540 h 3593109"/>
              <a:gd name="connsiteX5" fmla="*/ 4557 w 2788296"/>
              <a:gd name="connsiteY5" fmla="*/ 2355611 h 3593109"/>
              <a:gd name="connsiteX0" fmla="*/ 13374 w 2797113"/>
              <a:gd name="connsiteY0" fmla="*/ 2355611 h 3601319"/>
              <a:gd name="connsiteX1" fmla="*/ 931140 w 2797113"/>
              <a:gd name="connsiteY1" fmla="*/ 105348 h 3601319"/>
              <a:gd name="connsiteX2" fmla="*/ 2112040 w 2797113"/>
              <a:gd name="connsiteY2" fmla="*/ 494067 h 3601319"/>
              <a:gd name="connsiteX3" fmla="*/ 2764674 w 2797113"/>
              <a:gd name="connsiteY3" fmla="*/ 1483788 h 3601319"/>
              <a:gd name="connsiteX4" fmla="*/ 1635985 w 2797113"/>
              <a:gd name="connsiteY4" fmla="*/ 3583882 h 3601319"/>
              <a:gd name="connsiteX5" fmla="*/ 13374 w 2797113"/>
              <a:gd name="connsiteY5" fmla="*/ 2355611 h 3601319"/>
              <a:gd name="connsiteX0" fmla="*/ 13374 w 2737531"/>
              <a:gd name="connsiteY0" fmla="*/ 2355611 h 3592744"/>
              <a:gd name="connsiteX1" fmla="*/ 931140 w 2737531"/>
              <a:gd name="connsiteY1" fmla="*/ 105348 h 3592744"/>
              <a:gd name="connsiteX2" fmla="*/ 2112040 w 2737531"/>
              <a:gd name="connsiteY2" fmla="*/ 494067 h 3592744"/>
              <a:gd name="connsiteX3" fmla="*/ 2702063 w 2737531"/>
              <a:gd name="connsiteY3" fmla="*/ 1762945 h 3592744"/>
              <a:gd name="connsiteX4" fmla="*/ 1635985 w 2737531"/>
              <a:gd name="connsiteY4" fmla="*/ 3583882 h 3592744"/>
              <a:gd name="connsiteX5" fmla="*/ 13374 w 2737531"/>
              <a:gd name="connsiteY5" fmla="*/ 2355611 h 3592744"/>
              <a:gd name="connsiteX0" fmla="*/ 13167 w 2733685"/>
              <a:gd name="connsiteY0" fmla="*/ 2355129 h 3592262"/>
              <a:gd name="connsiteX1" fmla="*/ 930933 w 2733685"/>
              <a:gd name="connsiteY1" fmla="*/ 104866 h 3592262"/>
              <a:gd name="connsiteX2" fmla="*/ 2035194 w 2733685"/>
              <a:gd name="connsiteY2" fmla="*/ 495834 h 3592262"/>
              <a:gd name="connsiteX3" fmla="*/ 2701856 w 2733685"/>
              <a:gd name="connsiteY3" fmla="*/ 1762463 h 3592262"/>
              <a:gd name="connsiteX4" fmla="*/ 1635778 w 2733685"/>
              <a:gd name="connsiteY4" fmla="*/ 3583400 h 3592262"/>
              <a:gd name="connsiteX5" fmla="*/ 13167 w 2733685"/>
              <a:gd name="connsiteY5" fmla="*/ 2355129 h 3592262"/>
              <a:gd name="connsiteX0" fmla="*/ 13167 w 2733685"/>
              <a:gd name="connsiteY0" fmla="*/ 2394145 h 3631278"/>
              <a:gd name="connsiteX1" fmla="*/ 930933 w 2733685"/>
              <a:gd name="connsiteY1" fmla="*/ 143882 h 3631278"/>
              <a:gd name="connsiteX2" fmla="*/ 2035194 w 2733685"/>
              <a:gd name="connsiteY2" fmla="*/ 534850 h 3631278"/>
              <a:gd name="connsiteX3" fmla="*/ 2701856 w 2733685"/>
              <a:gd name="connsiteY3" fmla="*/ 1801479 h 3631278"/>
              <a:gd name="connsiteX4" fmla="*/ 1635778 w 2733685"/>
              <a:gd name="connsiteY4" fmla="*/ 3622416 h 3631278"/>
              <a:gd name="connsiteX5" fmla="*/ 13167 w 2733685"/>
              <a:gd name="connsiteY5" fmla="*/ 2394145 h 3631278"/>
              <a:gd name="connsiteX0" fmla="*/ 13167 w 2743188"/>
              <a:gd name="connsiteY0" fmla="*/ 2394145 h 3631278"/>
              <a:gd name="connsiteX1" fmla="*/ 930933 w 2743188"/>
              <a:gd name="connsiteY1" fmla="*/ 143882 h 3631278"/>
              <a:gd name="connsiteX2" fmla="*/ 2035194 w 2743188"/>
              <a:gd name="connsiteY2" fmla="*/ 534850 h 3631278"/>
              <a:gd name="connsiteX3" fmla="*/ 2701856 w 2743188"/>
              <a:gd name="connsiteY3" fmla="*/ 1801479 h 3631278"/>
              <a:gd name="connsiteX4" fmla="*/ 1635778 w 2743188"/>
              <a:gd name="connsiteY4" fmla="*/ 3622416 h 3631278"/>
              <a:gd name="connsiteX5" fmla="*/ 13167 w 2743188"/>
              <a:gd name="connsiteY5" fmla="*/ 2394145 h 3631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43188" h="3631278">
                <a:moveTo>
                  <a:pt x="13167" y="2394145"/>
                </a:moveTo>
                <a:cubicBezTo>
                  <a:pt x="-104307" y="1814389"/>
                  <a:pt x="593929" y="453765"/>
                  <a:pt x="930933" y="143882"/>
                </a:cubicBezTo>
                <a:cubicBezTo>
                  <a:pt x="1267938" y="-166001"/>
                  <a:pt x="1497967" y="52290"/>
                  <a:pt x="2035194" y="534850"/>
                </a:cubicBezTo>
                <a:cubicBezTo>
                  <a:pt x="2459975" y="1005959"/>
                  <a:pt x="2878023" y="1285143"/>
                  <a:pt x="2701856" y="1801479"/>
                </a:cubicBezTo>
                <a:cubicBezTo>
                  <a:pt x="2525689" y="2317815"/>
                  <a:pt x="2083893" y="3523638"/>
                  <a:pt x="1635778" y="3622416"/>
                </a:cubicBezTo>
                <a:cubicBezTo>
                  <a:pt x="1187663" y="3721194"/>
                  <a:pt x="130641" y="2973901"/>
                  <a:pt x="13167" y="2394145"/>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组合 43"/>
          <p:cNvGrpSpPr/>
          <p:nvPr/>
        </p:nvGrpSpPr>
        <p:grpSpPr>
          <a:xfrm>
            <a:off x="2098132" y="3887450"/>
            <a:ext cx="2080819" cy="1780873"/>
            <a:chOff x="660042" y="282134"/>
            <a:chExt cx="2759972" cy="2374051"/>
          </a:xfrm>
        </p:grpSpPr>
        <p:sp>
          <p:nvSpPr>
            <p:cNvPr id="45" name="菱形 44"/>
            <p:cNvSpPr/>
            <p:nvPr/>
          </p:nvSpPr>
          <p:spPr>
            <a:xfrm>
              <a:off x="2267744" y="548680"/>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46" name="菱形 45"/>
            <p:cNvSpPr/>
            <p:nvPr/>
          </p:nvSpPr>
          <p:spPr>
            <a:xfrm>
              <a:off x="1259632" y="155679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47" name="菱形 46"/>
            <p:cNvSpPr/>
            <p:nvPr/>
          </p:nvSpPr>
          <p:spPr>
            <a:xfrm>
              <a:off x="2195736" y="206084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48" name="菱形 47"/>
            <p:cNvSpPr/>
            <p:nvPr/>
          </p:nvSpPr>
          <p:spPr>
            <a:xfrm>
              <a:off x="660042" y="119675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49" name="菱形 48"/>
            <p:cNvSpPr/>
            <p:nvPr/>
          </p:nvSpPr>
          <p:spPr>
            <a:xfrm>
              <a:off x="2843808" y="242088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0" name="TextBox 49"/>
            <p:cNvSpPr txBox="1"/>
            <p:nvPr/>
          </p:nvSpPr>
          <p:spPr>
            <a:xfrm>
              <a:off x="2321723" y="282134"/>
              <a:ext cx="527724" cy="451321"/>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1</a:t>
              </a:r>
              <a:endParaRPr lang="zh-CN" altLang="en-US" sz="1600" dirty="0">
                <a:latin typeface="Arial Unicode MS" pitchFamily="34" charset="-122"/>
                <a:ea typeface="Arial Unicode MS" pitchFamily="34" charset="-122"/>
                <a:cs typeface="Arial Unicode MS" pitchFamily="34" charset="-122"/>
              </a:endParaRPr>
            </a:p>
          </p:txBody>
        </p:sp>
        <p:sp>
          <p:nvSpPr>
            <p:cNvPr id="51" name="TextBox 50"/>
            <p:cNvSpPr txBox="1"/>
            <p:nvPr/>
          </p:nvSpPr>
          <p:spPr>
            <a:xfrm>
              <a:off x="1279388" y="1268759"/>
              <a:ext cx="527724" cy="451321"/>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2</a:t>
              </a:r>
              <a:endParaRPr lang="zh-CN" altLang="en-US" sz="1600" dirty="0">
                <a:latin typeface="Arial Unicode MS" pitchFamily="34" charset="-122"/>
                <a:ea typeface="Arial Unicode MS" pitchFamily="34" charset="-122"/>
                <a:cs typeface="Arial Unicode MS" pitchFamily="34" charset="-122"/>
              </a:endParaRPr>
            </a:p>
          </p:txBody>
        </p:sp>
        <p:sp>
          <p:nvSpPr>
            <p:cNvPr id="52" name="TextBox 51"/>
            <p:cNvSpPr txBox="1"/>
            <p:nvPr/>
          </p:nvSpPr>
          <p:spPr>
            <a:xfrm>
              <a:off x="2215492" y="1794302"/>
              <a:ext cx="527724" cy="451321"/>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3</a:t>
              </a:r>
              <a:endParaRPr lang="zh-CN" altLang="en-US" sz="1600" dirty="0">
                <a:latin typeface="Arial Unicode MS" pitchFamily="34" charset="-122"/>
                <a:ea typeface="Arial Unicode MS" pitchFamily="34" charset="-122"/>
                <a:cs typeface="Arial Unicode MS" pitchFamily="34" charset="-122"/>
              </a:endParaRPr>
            </a:p>
          </p:txBody>
        </p:sp>
        <p:sp>
          <p:nvSpPr>
            <p:cNvPr id="53" name="TextBox 52"/>
            <p:cNvSpPr txBox="1"/>
            <p:nvPr/>
          </p:nvSpPr>
          <p:spPr>
            <a:xfrm>
              <a:off x="660042" y="836713"/>
              <a:ext cx="527724" cy="451321"/>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5</a:t>
              </a:r>
              <a:endParaRPr lang="zh-CN" altLang="en-US" sz="1600" dirty="0">
                <a:latin typeface="Arial Unicode MS" pitchFamily="34" charset="-122"/>
                <a:ea typeface="Arial Unicode MS" pitchFamily="34" charset="-122"/>
                <a:cs typeface="Arial Unicode MS" pitchFamily="34" charset="-122"/>
              </a:endParaRPr>
            </a:p>
          </p:txBody>
        </p:sp>
        <p:sp>
          <p:nvSpPr>
            <p:cNvPr id="54" name="TextBox 53"/>
            <p:cNvSpPr txBox="1"/>
            <p:nvPr/>
          </p:nvSpPr>
          <p:spPr>
            <a:xfrm>
              <a:off x="2892290" y="2204864"/>
              <a:ext cx="527724" cy="451321"/>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6</a:t>
              </a:r>
              <a:endParaRPr lang="zh-CN" altLang="en-US" sz="1600" dirty="0">
                <a:latin typeface="Arial Unicode MS" pitchFamily="34" charset="-122"/>
                <a:ea typeface="Arial Unicode MS" pitchFamily="34" charset="-122"/>
                <a:cs typeface="Arial Unicode MS" pitchFamily="34" charset="-122"/>
              </a:endParaRPr>
            </a:p>
          </p:txBody>
        </p:sp>
      </p:grpSp>
      <p:sp>
        <p:nvSpPr>
          <p:cNvPr id="55" name="椭圆 54"/>
          <p:cNvSpPr/>
          <p:nvPr/>
        </p:nvSpPr>
        <p:spPr>
          <a:xfrm rot="18322284">
            <a:off x="2164096" y="4312248"/>
            <a:ext cx="459086" cy="841384"/>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rot="17886886">
            <a:off x="3343293" y="4960442"/>
            <a:ext cx="459086" cy="841384"/>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菱形 56"/>
          <p:cNvSpPr/>
          <p:nvPr/>
        </p:nvSpPr>
        <p:spPr>
          <a:xfrm>
            <a:off x="2821623" y="5869930"/>
            <a:ext cx="108578" cy="108032"/>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8" name="TextBox 57"/>
          <p:cNvSpPr txBox="1"/>
          <p:nvPr/>
        </p:nvSpPr>
        <p:spPr>
          <a:xfrm>
            <a:off x="2890807" y="5669983"/>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4</a:t>
            </a:r>
            <a:endParaRPr lang="zh-CN" altLang="en-US" sz="1600" dirty="0">
              <a:latin typeface="Arial Unicode MS" pitchFamily="34" charset="-122"/>
              <a:ea typeface="Arial Unicode MS" pitchFamily="34" charset="-122"/>
              <a:cs typeface="Arial Unicode MS" pitchFamily="34" charset="-122"/>
            </a:endParaRPr>
          </a:p>
        </p:txBody>
      </p:sp>
      <p:sp>
        <p:nvSpPr>
          <p:cNvPr id="59" name="椭圆 150"/>
          <p:cNvSpPr/>
          <p:nvPr/>
        </p:nvSpPr>
        <p:spPr>
          <a:xfrm rot="3290537">
            <a:off x="2891760" y="4893489"/>
            <a:ext cx="900979" cy="1372416"/>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 name="connsiteX0" fmla="*/ 18564 w 976213"/>
              <a:gd name="connsiteY0" fmla="*/ 1584058 h 3079356"/>
              <a:gd name="connsiteX1" fmla="*/ 109752 w 976213"/>
              <a:gd name="connsiteY1" fmla="*/ 477572 h 3079356"/>
              <a:gd name="connsiteX2" fmla="*/ 491500 w 976213"/>
              <a:gd name="connsiteY2" fmla="*/ 73 h 3079356"/>
              <a:gd name="connsiteX3" fmla="*/ 880247 w 976213"/>
              <a:gd name="connsiteY3" fmla="*/ 451467 h 3079356"/>
              <a:gd name="connsiteX4" fmla="*/ 964436 w 976213"/>
              <a:gd name="connsiteY4" fmla="*/ 1584058 h 3079356"/>
              <a:gd name="connsiteX5" fmla="*/ 780706 w 976213"/>
              <a:gd name="connsiteY5" fmla="*/ 2657096 h 3079356"/>
              <a:gd name="connsiteX6" fmla="*/ 340923 w 976213"/>
              <a:gd name="connsiteY6" fmla="*/ 3079237 h 3079356"/>
              <a:gd name="connsiteX7" fmla="*/ 48387 w 976213"/>
              <a:gd name="connsiteY7" fmla="*/ 2626099 h 3079356"/>
              <a:gd name="connsiteX8" fmla="*/ 18564 w 976213"/>
              <a:gd name="connsiteY8" fmla="*/ 1584058 h 3079356"/>
              <a:gd name="connsiteX0" fmla="*/ 18564 w 976213"/>
              <a:gd name="connsiteY0" fmla="*/ 1584058 h 3022333"/>
              <a:gd name="connsiteX1" fmla="*/ 109752 w 976213"/>
              <a:gd name="connsiteY1" fmla="*/ 477572 h 3022333"/>
              <a:gd name="connsiteX2" fmla="*/ 491500 w 976213"/>
              <a:gd name="connsiteY2" fmla="*/ 73 h 3022333"/>
              <a:gd name="connsiteX3" fmla="*/ 880247 w 976213"/>
              <a:gd name="connsiteY3" fmla="*/ 451467 h 3022333"/>
              <a:gd name="connsiteX4" fmla="*/ 964436 w 976213"/>
              <a:gd name="connsiteY4" fmla="*/ 1584058 h 3022333"/>
              <a:gd name="connsiteX5" fmla="*/ 780706 w 976213"/>
              <a:gd name="connsiteY5" fmla="*/ 2657096 h 3022333"/>
              <a:gd name="connsiteX6" fmla="*/ 466138 w 976213"/>
              <a:gd name="connsiteY6" fmla="*/ 3022154 h 3022333"/>
              <a:gd name="connsiteX7" fmla="*/ 48387 w 976213"/>
              <a:gd name="connsiteY7" fmla="*/ 2626099 h 3022333"/>
              <a:gd name="connsiteX8" fmla="*/ 18564 w 976213"/>
              <a:gd name="connsiteY8" fmla="*/ 1584058 h 3022333"/>
              <a:gd name="connsiteX0" fmla="*/ 1175 w 958824"/>
              <a:gd name="connsiteY0" fmla="*/ 1584058 h 3044396"/>
              <a:gd name="connsiteX1" fmla="*/ 92363 w 958824"/>
              <a:gd name="connsiteY1" fmla="*/ 477572 h 3044396"/>
              <a:gd name="connsiteX2" fmla="*/ 474111 w 958824"/>
              <a:gd name="connsiteY2" fmla="*/ 73 h 3044396"/>
              <a:gd name="connsiteX3" fmla="*/ 862858 w 958824"/>
              <a:gd name="connsiteY3" fmla="*/ 451467 h 3044396"/>
              <a:gd name="connsiteX4" fmla="*/ 947047 w 958824"/>
              <a:gd name="connsiteY4" fmla="*/ 1584058 h 3044396"/>
              <a:gd name="connsiteX5" fmla="*/ 763317 w 958824"/>
              <a:gd name="connsiteY5" fmla="*/ 2657096 h 3044396"/>
              <a:gd name="connsiteX6" fmla="*/ 448749 w 958824"/>
              <a:gd name="connsiteY6" fmla="*/ 3022154 h 3044396"/>
              <a:gd name="connsiteX7" fmla="*/ 131142 w 958824"/>
              <a:gd name="connsiteY7" fmla="*/ 2122422 h 3044396"/>
              <a:gd name="connsiteX8" fmla="*/ 1175 w 958824"/>
              <a:gd name="connsiteY8" fmla="*/ 1584058 h 3044396"/>
              <a:gd name="connsiteX0" fmla="*/ 6125 w 927920"/>
              <a:gd name="connsiteY0" fmla="*/ 1023420 h 3044396"/>
              <a:gd name="connsiteX1" fmla="*/ 61459 w 927920"/>
              <a:gd name="connsiteY1" fmla="*/ 477572 h 3044396"/>
              <a:gd name="connsiteX2" fmla="*/ 443207 w 927920"/>
              <a:gd name="connsiteY2" fmla="*/ 73 h 3044396"/>
              <a:gd name="connsiteX3" fmla="*/ 831954 w 927920"/>
              <a:gd name="connsiteY3" fmla="*/ 451467 h 3044396"/>
              <a:gd name="connsiteX4" fmla="*/ 916143 w 927920"/>
              <a:gd name="connsiteY4" fmla="*/ 1584058 h 3044396"/>
              <a:gd name="connsiteX5" fmla="*/ 732413 w 927920"/>
              <a:gd name="connsiteY5" fmla="*/ 2657096 h 3044396"/>
              <a:gd name="connsiteX6" fmla="*/ 417845 w 927920"/>
              <a:gd name="connsiteY6" fmla="*/ 3022154 h 3044396"/>
              <a:gd name="connsiteX7" fmla="*/ 100238 w 927920"/>
              <a:gd name="connsiteY7" fmla="*/ 2122422 h 3044396"/>
              <a:gd name="connsiteX8" fmla="*/ 6125 w 927920"/>
              <a:gd name="connsiteY8" fmla="*/ 1023420 h 3044396"/>
              <a:gd name="connsiteX0" fmla="*/ 6125 w 927920"/>
              <a:gd name="connsiteY0" fmla="*/ 762296 h 2783272"/>
              <a:gd name="connsiteX1" fmla="*/ 61459 w 927920"/>
              <a:gd name="connsiteY1" fmla="*/ 216448 h 2783272"/>
              <a:gd name="connsiteX2" fmla="*/ 539850 w 927920"/>
              <a:gd name="connsiteY2" fmla="*/ 16843 h 2783272"/>
              <a:gd name="connsiteX3" fmla="*/ 831954 w 927920"/>
              <a:gd name="connsiteY3" fmla="*/ 190343 h 2783272"/>
              <a:gd name="connsiteX4" fmla="*/ 916143 w 927920"/>
              <a:gd name="connsiteY4" fmla="*/ 1322934 h 2783272"/>
              <a:gd name="connsiteX5" fmla="*/ 732413 w 927920"/>
              <a:gd name="connsiteY5" fmla="*/ 2395972 h 2783272"/>
              <a:gd name="connsiteX6" fmla="*/ 417845 w 927920"/>
              <a:gd name="connsiteY6" fmla="*/ 2761030 h 2783272"/>
              <a:gd name="connsiteX7" fmla="*/ 100238 w 927920"/>
              <a:gd name="connsiteY7" fmla="*/ 1861298 h 2783272"/>
              <a:gd name="connsiteX8" fmla="*/ 6125 w 927920"/>
              <a:gd name="connsiteY8" fmla="*/ 762296 h 2783272"/>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834817 h 2855793"/>
              <a:gd name="connsiteX1" fmla="*/ 61459 w 939044"/>
              <a:gd name="connsiteY1" fmla="*/ 288969 h 2855793"/>
              <a:gd name="connsiteX2" fmla="*/ 534836 w 939044"/>
              <a:gd name="connsiteY2" fmla="*/ 45 h 2855793"/>
              <a:gd name="connsiteX3" fmla="*/ 876256 w 939044"/>
              <a:gd name="connsiteY3" fmla="*/ 296918 h 2855793"/>
              <a:gd name="connsiteX4" fmla="*/ 916143 w 939044"/>
              <a:gd name="connsiteY4" fmla="*/ 1395455 h 2855793"/>
              <a:gd name="connsiteX5" fmla="*/ 732413 w 939044"/>
              <a:gd name="connsiteY5" fmla="*/ 2468493 h 2855793"/>
              <a:gd name="connsiteX6" fmla="*/ 417845 w 939044"/>
              <a:gd name="connsiteY6" fmla="*/ 2833551 h 2855793"/>
              <a:gd name="connsiteX7" fmla="*/ 100238 w 939044"/>
              <a:gd name="connsiteY7" fmla="*/ 1933819 h 2855793"/>
              <a:gd name="connsiteX8" fmla="*/ 6125 w 939044"/>
              <a:gd name="connsiteY8" fmla="*/ 834817 h 2855793"/>
              <a:gd name="connsiteX0" fmla="*/ 8111 w 941030"/>
              <a:gd name="connsiteY0" fmla="*/ 839858 h 2860834"/>
              <a:gd name="connsiteX1" fmla="*/ 263598 w 941030"/>
              <a:gd name="connsiteY1" fmla="*/ 239230 h 2860834"/>
              <a:gd name="connsiteX2" fmla="*/ 536822 w 941030"/>
              <a:gd name="connsiteY2" fmla="*/ 5086 h 2860834"/>
              <a:gd name="connsiteX3" fmla="*/ 878242 w 941030"/>
              <a:gd name="connsiteY3" fmla="*/ 301959 h 2860834"/>
              <a:gd name="connsiteX4" fmla="*/ 918129 w 941030"/>
              <a:gd name="connsiteY4" fmla="*/ 1400496 h 2860834"/>
              <a:gd name="connsiteX5" fmla="*/ 734399 w 941030"/>
              <a:gd name="connsiteY5" fmla="*/ 2473534 h 2860834"/>
              <a:gd name="connsiteX6" fmla="*/ 419831 w 941030"/>
              <a:gd name="connsiteY6" fmla="*/ 2838592 h 2860834"/>
              <a:gd name="connsiteX7" fmla="*/ 102224 w 941030"/>
              <a:gd name="connsiteY7" fmla="*/ 1938860 h 2860834"/>
              <a:gd name="connsiteX8" fmla="*/ 8111 w 941030"/>
              <a:gd name="connsiteY8" fmla="*/ 839858 h 2860834"/>
              <a:gd name="connsiteX0" fmla="*/ 17831 w 903494"/>
              <a:gd name="connsiteY0" fmla="*/ 660008 h 2860834"/>
              <a:gd name="connsiteX1" fmla="*/ 226062 w 903494"/>
              <a:gd name="connsiteY1" fmla="*/ 239230 h 2860834"/>
              <a:gd name="connsiteX2" fmla="*/ 499286 w 903494"/>
              <a:gd name="connsiteY2" fmla="*/ 5086 h 2860834"/>
              <a:gd name="connsiteX3" fmla="*/ 840706 w 903494"/>
              <a:gd name="connsiteY3" fmla="*/ 301959 h 2860834"/>
              <a:gd name="connsiteX4" fmla="*/ 880593 w 903494"/>
              <a:gd name="connsiteY4" fmla="*/ 1400496 h 2860834"/>
              <a:gd name="connsiteX5" fmla="*/ 696863 w 903494"/>
              <a:gd name="connsiteY5" fmla="*/ 2473534 h 2860834"/>
              <a:gd name="connsiteX6" fmla="*/ 382295 w 903494"/>
              <a:gd name="connsiteY6" fmla="*/ 2838592 h 2860834"/>
              <a:gd name="connsiteX7" fmla="*/ 64688 w 903494"/>
              <a:gd name="connsiteY7" fmla="*/ 1938860 h 2860834"/>
              <a:gd name="connsiteX8" fmla="*/ 17831 w 903494"/>
              <a:gd name="connsiteY8" fmla="*/ 660008 h 2860834"/>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74088 h 2874914"/>
              <a:gd name="connsiteX1" fmla="*/ 227828 w 903612"/>
              <a:gd name="connsiteY1" fmla="*/ 171626 h 2874914"/>
              <a:gd name="connsiteX2" fmla="*/ 499404 w 903612"/>
              <a:gd name="connsiteY2" fmla="*/ 19166 h 2874914"/>
              <a:gd name="connsiteX3" fmla="*/ 840824 w 903612"/>
              <a:gd name="connsiteY3" fmla="*/ 316039 h 2874914"/>
              <a:gd name="connsiteX4" fmla="*/ 880711 w 903612"/>
              <a:gd name="connsiteY4" fmla="*/ 1414576 h 2874914"/>
              <a:gd name="connsiteX5" fmla="*/ 696981 w 903612"/>
              <a:gd name="connsiteY5" fmla="*/ 2487614 h 2874914"/>
              <a:gd name="connsiteX6" fmla="*/ 382413 w 903612"/>
              <a:gd name="connsiteY6" fmla="*/ 2852672 h 2874914"/>
              <a:gd name="connsiteX7" fmla="*/ 64806 w 903612"/>
              <a:gd name="connsiteY7" fmla="*/ 1952940 h 2874914"/>
              <a:gd name="connsiteX8" fmla="*/ 17949 w 903612"/>
              <a:gd name="connsiteY8" fmla="*/ 674088 h 2874914"/>
              <a:gd name="connsiteX0" fmla="*/ 26925 w 891376"/>
              <a:gd name="connsiteY0" fmla="*/ 717064 h 2874914"/>
              <a:gd name="connsiteX1" fmla="*/ 215592 w 891376"/>
              <a:gd name="connsiteY1" fmla="*/ 171626 h 2874914"/>
              <a:gd name="connsiteX2" fmla="*/ 487168 w 891376"/>
              <a:gd name="connsiteY2" fmla="*/ 19166 h 2874914"/>
              <a:gd name="connsiteX3" fmla="*/ 828588 w 891376"/>
              <a:gd name="connsiteY3" fmla="*/ 316039 h 2874914"/>
              <a:gd name="connsiteX4" fmla="*/ 868475 w 891376"/>
              <a:gd name="connsiteY4" fmla="*/ 1414576 h 2874914"/>
              <a:gd name="connsiteX5" fmla="*/ 684745 w 891376"/>
              <a:gd name="connsiteY5" fmla="*/ 2487614 h 2874914"/>
              <a:gd name="connsiteX6" fmla="*/ 370177 w 891376"/>
              <a:gd name="connsiteY6" fmla="*/ 2852672 h 2874914"/>
              <a:gd name="connsiteX7" fmla="*/ 52570 w 891376"/>
              <a:gd name="connsiteY7" fmla="*/ 1952940 h 2874914"/>
              <a:gd name="connsiteX8" fmla="*/ 26925 w 891376"/>
              <a:gd name="connsiteY8" fmla="*/ 717064 h 2874914"/>
              <a:gd name="connsiteX0" fmla="*/ 47530 w 911981"/>
              <a:gd name="connsiteY0" fmla="*/ 717064 h 2874914"/>
              <a:gd name="connsiteX1" fmla="*/ 236197 w 911981"/>
              <a:gd name="connsiteY1" fmla="*/ 171626 h 2874914"/>
              <a:gd name="connsiteX2" fmla="*/ 507773 w 911981"/>
              <a:gd name="connsiteY2" fmla="*/ 19166 h 2874914"/>
              <a:gd name="connsiteX3" fmla="*/ 849193 w 911981"/>
              <a:gd name="connsiteY3" fmla="*/ 316039 h 2874914"/>
              <a:gd name="connsiteX4" fmla="*/ 889080 w 911981"/>
              <a:gd name="connsiteY4" fmla="*/ 1414576 h 2874914"/>
              <a:gd name="connsiteX5" fmla="*/ 705350 w 911981"/>
              <a:gd name="connsiteY5" fmla="*/ 2487614 h 2874914"/>
              <a:gd name="connsiteX6" fmla="*/ 390782 w 911981"/>
              <a:gd name="connsiteY6" fmla="*/ 2852672 h 2874914"/>
              <a:gd name="connsiteX7" fmla="*/ 73175 w 911981"/>
              <a:gd name="connsiteY7" fmla="*/ 1952940 h 2874914"/>
              <a:gd name="connsiteX8" fmla="*/ 47530 w 911981"/>
              <a:gd name="connsiteY8" fmla="*/ 717064 h 2874914"/>
              <a:gd name="connsiteX0" fmla="*/ 27966 w 892417"/>
              <a:gd name="connsiteY0" fmla="*/ 717064 h 2874914"/>
              <a:gd name="connsiteX1" fmla="*/ 216633 w 892417"/>
              <a:gd name="connsiteY1" fmla="*/ 171626 h 2874914"/>
              <a:gd name="connsiteX2" fmla="*/ 488209 w 892417"/>
              <a:gd name="connsiteY2" fmla="*/ 19166 h 2874914"/>
              <a:gd name="connsiteX3" fmla="*/ 829629 w 892417"/>
              <a:gd name="connsiteY3" fmla="*/ 316039 h 2874914"/>
              <a:gd name="connsiteX4" fmla="*/ 869516 w 892417"/>
              <a:gd name="connsiteY4" fmla="*/ 1414576 h 2874914"/>
              <a:gd name="connsiteX5" fmla="*/ 685786 w 892417"/>
              <a:gd name="connsiteY5" fmla="*/ 2487614 h 2874914"/>
              <a:gd name="connsiteX6" fmla="*/ 371218 w 892417"/>
              <a:gd name="connsiteY6" fmla="*/ 2852672 h 2874914"/>
              <a:gd name="connsiteX7" fmla="*/ 53611 w 892417"/>
              <a:gd name="connsiteY7" fmla="*/ 1952940 h 2874914"/>
              <a:gd name="connsiteX8" fmla="*/ 27966 w 892417"/>
              <a:gd name="connsiteY8" fmla="*/ 717064 h 2874914"/>
              <a:gd name="connsiteX0" fmla="*/ 12170 w 876621"/>
              <a:gd name="connsiteY0" fmla="*/ 717064 h 2882802"/>
              <a:gd name="connsiteX1" fmla="*/ 200837 w 876621"/>
              <a:gd name="connsiteY1" fmla="*/ 171626 h 2882802"/>
              <a:gd name="connsiteX2" fmla="*/ 472413 w 876621"/>
              <a:gd name="connsiteY2" fmla="*/ 19166 h 2882802"/>
              <a:gd name="connsiteX3" fmla="*/ 813833 w 876621"/>
              <a:gd name="connsiteY3" fmla="*/ 316039 h 2882802"/>
              <a:gd name="connsiteX4" fmla="*/ 853720 w 876621"/>
              <a:gd name="connsiteY4" fmla="*/ 1414576 h 2882802"/>
              <a:gd name="connsiteX5" fmla="*/ 669990 w 876621"/>
              <a:gd name="connsiteY5" fmla="*/ 2487614 h 2882802"/>
              <a:gd name="connsiteX6" fmla="*/ 355422 w 876621"/>
              <a:gd name="connsiteY6" fmla="*/ 2852672 h 2882802"/>
              <a:gd name="connsiteX7" fmla="*/ 70151 w 876621"/>
              <a:gd name="connsiteY7" fmla="*/ 1821981 h 2882802"/>
              <a:gd name="connsiteX8" fmla="*/ 12170 w 87662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35559 w 900010"/>
              <a:gd name="connsiteY0" fmla="*/ 717064 h 2882802"/>
              <a:gd name="connsiteX1" fmla="*/ 224226 w 900010"/>
              <a:gd name="connsiteY1" fmla="*/ 171626 h 2882802"/>
              <a:gd name="connsiteX2" fmla="*/ 495802 w 900010"/>
              <a:gd name="connsiteY2" fmla="*/ 19166 h 2882802"/>
              <a:gd name="connsiteX3" fmla="*/ 837222 w 900010"/>
              <a:gd name="connsiteY3" fmla="*/ 316039 h 2882802"/>
              <a:gd name="connsiteX4" fmla="*/ 877109 w 900010"/>
              <a:gd name="connsiteY4" fmla="*/ 1414576 h 2882802"/>
              <a:gd name="connsiteX5" fmla="*/ 693379 w 900010"/>
              <a:gd name="connsiteY5" fmla="*/ 2487614 h 2882802"/>
              <a:gd name="connsiteX6" fmla="*/ 378811 w 900010"/>
              <a:gd name="connsiteY6" fmla="*/ 2852672 h 2882802"/>
              <a:gd name="connsiteX7" fmla="*/ 93540 w 900010"/>
              <a:gd name="connsiteY7" fmla="*/ 1821981 h 2882802"/>
              <a:gd name="connsiteX8" fmla="*/ 35559 w 900010"/>
              <a:gd name="connsiteY8" fmla="*/ 717064 h 2882802"/>
              <a:gd name="connsiteX0" fmla="*/ 26171 w 890622"/>
              <a:gd name="connsiteY0" fmla="*/ 717064 h 2882802"/>
              <a:gd name="connsiteX1" fmla="*/ 214838 w 890622"/>
              <a:gd name="connsiteY1" fmla="*/ 171626 h 2882802"/>
              <a:gd name="connsiteX2" fmla="*/ 486414 w 890622"/>
              <a:gd name="connsiteY2" fmla="*/ 19166 h 2882802"/>
              <a:gd name="connsiteX3" fmla="*/ 827834 w 890622"/>
              <a:gd name="connsiteY3" fmla="*/ 316039 h 2882802"/>
              <a:gd name="connsiteX4" fmla="*/ 867721 w 890622"/>
              <a:gd name="connsiteY4" fmla="*/ 1414576 h 2882802"/>
              <a:gd name="connsiteX5" fmla="*/ 683991 w 890622"/>
              <a:gd name="connsiteY5" fmla="*/ 2487614 h 2882802"/>
              <a:gd name="connsiteX6" fmla="*/ 369423 w 890622"/>
              <a:gd name="connsiteY6" fmla="*/ 2852672 h 2882802"/>
              <a:gd name="connsiteX7" fmla="*/ 84152 w 890622"/>
              <a:gd name="connsiteY7" fmla="*/ 1821981 h 2882802"/>
              <a:gd name="connsiteX8" fmla="*/ 26171 w 890622"/>
              <a:gd name="connsiteY8" fmla="*/ 717064 h 2882802"/>
              <a:gd name="connsiteX0" fmla="*/ 29461 w 893912"/>
              <a:gd name="connsiteY0" fmla="*/ 717064 h 2882802"/>
              <a:gd name="connsiteX1" fmla="*/ 218128 w 893912"/>
              <a:gd name="connsiteY1" fmla="*/ 171626 h 2882802"/>
              <a:gd name="connsiteX2" fmla="*/ 489704 w 893912"/>
              <a:gd name="connsiteY2" fmla="*/ 19166 h 2882802"/>
              <a:gd name="connsiteX3" fmla="*/ 831124 w 893912"/>
              <a:gd name="connsiteY3" fmla="*/ 316039 h 2882802"/>
              <a:gd name="connsiteX4" fmla="*/ 871011 w 893912"/>
              <a:gd name="connsiteY4" fmla="*/ 1414576 h 2882802"/>
              <a:gd name="connsiteX5" fmla="*/ 687281 w 893912"/>
              <a:gd name="connsiteY5" fmla="*/ 2487614 h 2882802"/>
              <a:gd name="connsiteX6" fmla="*/ 372713 w 893912"/>
              <a:gd name="connsiteY6" fmla="*/ 2852672 h 2882802"/>
              <a:gd name="connsiteX7" fmla="*/ 87442 w 893912"/>
              <a:gd name="connsiteY7" fmla="*/ 1821981 h 2882802"/>
              <a:gd name="connsiteX8" fmla="*/ 29461 w 893912"/>
              <a:gd name="connsiteY8" fmla="*/ 717064 h 2882802"/>
              <a:gd name="connsiteX0" fmla="*/ 25528 w 904861"/>
              <a:gd name="connsiteY0" fmla="*/ 700008 h 2882802"/>
              <a:gd name="connsiteX1" fmla="*/ 229077 w 904861"/>
              <a:gd name="connsiteY1" fmla="*/ 171626 h 2882802"/>
              <a:gd name="connsiteX2" fmla="*/ 500653 w 904861"/>
              <a:gd name="connsiteY2" fmla="*/ 19166 h 2882802"/>
              <a:gd name="connsiteX3" fmla="*/ 842073 w 904861"/>
              <a:gd name="connsiteY3" fmla="*/ 316039 h 2882802"/>
              <a:gd name="connsiteX4" fmla="*/ 881960 w 904861"/>
              <a:gd name="connsiteY4" fmla="*/ 1414576 h 2882802"/>
              <a:gd name="connsiteX5" fmla="*/ 698230 w 904861"/>
              <a:gd name="connsiteY5" fmla="*/ 2487614 h 2882802"/>
              <a:gd name="connsiteX6" fmla="*/ 383662 w 904861"/>
              <a:gd name="connsiteY6" fmla="*/ 2852672 h 2882802"/>
              <a:gd name="connsiteX7" fmla="*/ 98391 w 904861"/>
              <a:gd name="connsiteY7" fmla="*/ 1821981 h 2882802"/>
              <a:gd name="connsiteX8" fmla="*/ 25528 w 904861"/>
              <a:gd name="connsiteY8" fmla="*/ 700008 h 2882802"/>
              <a:gd name="connsiteX0" fmla="*/ 3067 w 882400"/>
              <a:gd name="connsiteY0" fmla="*/ 700008 h 2882802"/>
              <a:gd name="connsiteX1" fmla="*/ 206616 w 882400"/>
              <a:gd name="connsiteY1" fmla="*/ 171626 h 2882802"/>
              <a:gd name="connsiteX2" fmla="*/ 478192 w 882400"/>
              <a:gd name="connsiteY2" fmla="*/ 19166 h 2882802"/>
              <a:gd name="connsiteX3" fmla="*/ 819612 w 882400"/>
              <a:gd name="connsiteY3" fmla="*/ 316039 h 2882802"/>
              <a:gd name="connsiteX4" fmla="*/ 859499 w 882400"/>
              <a:gd name="connsiteY4" fmla="*/ 1414576 h 2882802"/>
              <a:gd name="connsiteX5" fmla="*/ 675769 w 882400"/>
              <a:gd name="connsiteY5" fmla="*/ 2487614 h 2882802"/>
              <a:gd name="connsiteX6" fmla="*/ 361201 w 882400"/>
              <a:gd name="connsiteY6" fmla="*/ 2852672 h 2882802"/>
              <a:gd name="connsiteX7" fmla="*/ 75930 w 882400"/>
              <a:gd name="connsiteY7" fmla="*/ 1821981 h 2882802"/>
              <a:gd name="connsiteX8" fmla="*/ 3067 w 882400"/>
              <a:gd name="connsiteY8" fmla="*/ 700008 h 2882802"/>
              <a:gd name="connsiteX0" fmla="*/ 3067 w 890413"/>
              <a:gd name="connsiteY0" fmla="*/ 697657 h 2880451"/>
              <a:gd name="connsiteX1" fmla="*/ 206616 w 890413"/>
              <a:gd name="connsiteY1" fmla="*/ 169275 h 2880451"/>
              <a:gd name="connsiteX2" fmla="*/ 478192 w 890413"/>
              <a:gd name="connsiteY2" fmla="*/ 16815 h 2880451"/>
              <a:gd name="connsiteX3" fmla="*/ 837597 w 890413"/>
              <a:gd name="connsiteY3" fmla="*/ 181227 h 2880451"/>
              <a:gd name="connsiteX4" fmla="*/ 859499 w 890413"/>
              <a:gd name="connsiteY4" fmla="*/ 1412225 h 2880451"/>
              <a:gd name="connsiteX5" fmla="*/ 675769 w 890413"/>
              <a:gd name="connsiteY5" fmla="*/ 2485263 h 2880451"/>
              <a:gd name="connsiteX6" fmla="*/ 361201 w 890413"/>
              <a:gd name="connsiteY6" fmla="*/ 2850321 h 2880451"/>
              <a:gd name="connsiteX7" fmla="*/ 75930 w 890413"/>
              <a:gd name="connsiteY7" fmla="*/ 1819630 h 2880451"/>
              <a:gd name="connsiteX8" fmla="*/ 3067 w 890413"/>
              <a:gd name="connsiteY8" fmla="*/ 697657 h 2880451"/>
              <a:gd name="connsiteX0" fmla="*/ 3067 w 890413"/>
              <a:gd name="connsiteY0" fmla="*/ 747934 h 2930728"/>
              <a:gd name="connsiteX1" fmla="*/ 206616 w 890413"/>
              <a:gd name="connsiteY1" fmla="*/ 219552 h 2930728"/>
              <a:gd name="connsiteX2" fmla="*/ 490783 w 890413"/>
              <a:gd name="connsiteY2" fmla="*/ 356 h 2930728"/>
              <a:gd name="connsiteX3" fmla="*/ 837597 w 890413"/>
              <a:gd name="connsiteY3" fmla="*/ 231504 h 2930728"/>
              <a:gd name="connsiteX4" fmla="*/ 859499 w 890413"/>
              <a:gd name="connsiteY4" fmla="*/ 1462502 h 2930728"/>
              <a:gd name="connsiteX5" fmla="*/ 675769 w 890413"/>
              <a:gd name="connsiteY5" fmla="*/ 2535540 h 2930728"/>
              <a:gd name="connsiteX6" fmla="*/ 361201 w 890413"/>
              <a:gd name="connsiteY6" fmla="*/ 2900598 h 2930728"/>
              <a:gd name="connsiteX7" fmla="*/ 75930 w 890413"/>
              <a:gd name="connsiteY7" fmla="*/ 1869907 h 2930728"/>
              <a:gd name="connsiteX8" fmla="*/ 3067 w 890413"/>
              <a:gd name="connsiteY8" fmla="*/ 747934 h 2930728"/>
              <a:gd name="connsiteX0" fmla="*/ 1927 w 896675"/>
              <a:gd name="connsiteY0" fmla="*/ 1130640 h 2930728"/>
              <a:gd name="connsiteX1" fmla="*/ 212878 w 896675"/>
              <a:gd name="connsiteY1" fmla="*/ 219552 h 2930728"/>
              <a:gd name="connsiteX2" fmla="*/ 497045 w 896675"/>
              <a:gd name="connsiteY2" fmla="*/ 356 h 2930728"/>
              <a:gd name="connsiteX3" fmla="*/ 843859 w 896675"/>
              <a:gd name="connsiteY3" fmla="*/ 231504 h 2930728"/>
              <a:gd name="connsiteX4" fmla="*/ 865761 w 896675"/>
              <a:gd name="connsiteY4" fmla="*/ 1462502 h 2930728"/>
              <a:gd name="connsiteX5" fmla="*/ 682031 w 896675"/>
              <a:gd name="connsiteY5" fmla="*/ 2535540 h 2930728"/>
              <a:gd name="connsiteX6" fmla="*/ 367463 w 896675"/>
              <a:gd name="connsiteY6" fmla="*/ 2900598 h 2930728"/>
              <a:gd name="connsiteX7" fmla="*/ 82192 w 896675"/>
              <a:gd name="connsiteY7" fmla="*/ 1869907 h 2930728"/>
              <a:gd name="connsiteX8" fmla="*/ 1927 w 896675"/>
              <a:gd name="connsiteY8" fmla="*/ 1130640 h 2930728"/>
              <a:gd name="connsiteX0" fmla="*/ 3863 w 898611"/>
              <a:gd name="connsiteY0" fmla="*/ 1130640 h 2920786"/>
              <a:gd name="connsiteX1" fmla="*/ 214814 w 898611"/>
              <a:gd name="connsiteY1" fmla="*/ 219552 h 2920786"/>
              <a:gd name="connsiteX2" fmla="*/ 498981 w 898611"/>
              <a:gd name="connsiteY2" fmla="*/ 356 h 2920786"/>
              <a:gd name="connsiteX3" fmla="*/ 845795 w 898611"/>
              <a:gd name="connsiteY3" fmla="*/ 231504 h 2920786"/>
              <a:gd name="connsiteX4" fmla="*/ 867697 w 898611"/>
              <a:gd name="connsiteY4" fmla="*/ 1462502 h 2920786"/>
              <a:gd name="connsiteX5" fmla="*/ 683967 w 898611"/>
              <a:gd name="connsiteY5" fmla="*/ 2535540 h 2920786"/>
              <a:gd name="connsiteX6" fmla="*/ 369399 w 898611"/>
              <a:gd name="connsiteY6" fmla="*/ 2900598 h 2920786"/>
              <a:gd name="connsiteX7" fmla="*/ 114047 w 898611"/>
              <a:gd name="connsiteY7" fmla="*/ 2036227 h 2920786"/>
              <a:gd name="connsiteX8" fmla="*/ 3863 w 898611"/>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7429" h="2920786">
                <a:moveTo>
                  <a:pt x="2681" y="1130640"/>
                </a:moveTo>
                <a:cubicBezTo>
                  <a:pt x="19476" y="827861"/>
                  <a:pt x="23264" y="606440"/>
                  <a:pt x="213632" y="219552"/>
                </a:cubicBezTo>
                <a:cubicBezTo>
                  <a:pt x="378725" y="4273"/>
                  <a:pt x="392636" y="-1636"/>
                  <a:pt x="497799" y="356"/>
                </a:cubicBezTo>
                <a:cubicBezTo>
                  <a:pt x="602962" y="2348"/>
                  <a:pt x="651220" y="-30068"/>
                  <a:pt x="844613" y="231504"/>
                </a:cubicBezTo>
                <a:cubicBezTo>
                  <a:pt x="923436" y="495501"/>
                  <a:pt x="899322" y="1077936"/>
                  <a:pt x="866515" y="1462502"/>
                </a:cubicBezTo>
                <a:cubicBezTo>
                  <a:pt x="833708" y="1847068"/>
                  <a:pt x="761608" y="2271543"/>
                  <a:pt x="682785" y="2535540"/>
                </a:cubicBezTo>
                <a:cubicBezTo>
                  <a:pt x="603962" y="2799537"/>
                  <a:pt x="463204" y="2983817"/>
                  <a:pt x="368217" y="2900598"/>
                </a:cubicBezTo>
                <a:cubicBezTo>
                  <a:pt x="273230" y="2817379"/>
                  <a:pt x="204979" y="2394937"/>
                  <a:pt x="112865" y="2036227"/>
                </a:cubicBezTo>
                <a:cubicBezTo>
                  <a:pt x="51078" y="1661032"/>
                  <a:pt x="-14114" y="1433419"/>
                  <a:pt x="2681" y="1130640"/>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153"/>
          <p:cNvSpPr/>
          <p:nvPr/>
        </p:nvSpPr>
        <p:spPr>
          <a:xfrm rot="18322284">
            <a:off x="5490750" y="3686586"/>
            <a:ext cx="2079661" cy="2590929"/>
          </a:xfrm>
          <a:custGeom>
            <a:avLst/>
            <a:gdLst>
              <a:gd name="connsiteX0" fmla="*/ 0 w 2900800"/>
              <a:gd name="connsiteY0" fmla="*/ 1793865 h 3587730"/>
              <a:gd name="connsiteX1" fmla="*/ 1450400 w 2900800"/>
              <a:gd name="connsiteY1" fmla="*/ 0 h 3587730"/>
              <a:gd name="connsiteX2" fmla="*/ 2900800 w 2900800"/>
              <a:gd name="connsiteY2" fmla="*/ 1793865 h 3587730"/>
              <a:gd name="connsiteX3" fmla="*/ 1450400 w 2900800"/>
              <a:gd name="connsiteY3" fmla="*/ 3587730 h 3587730"/>
              <a:gd name="connsiteX4" fmla="*/ 0 w 2900800"/>
              <a:gd name="connsiteY4" fmla="*/ 1793865 h 3587730"/>
              <a:gd name="connsiteX0" fmla="*/ 0 w 2897956"/>
              <a:gd name="connsiteY0" fmla="*/ 1796934 h 3592863"/>
              <a:gd name="connsiteX1" fmla="*/ 1450400 w 2897956"/>
              <a:gd name="connsiteY1" fmla="*/ 3069 h 3592863"/>
              <a:gd name="connsiteX2" fmla="*/ 2897956 w 2897956"/>
              <a:gd name="connsiteY2" fmla="*/ 1499047 h 3592863"/>
              <a:gd name="connsiteX3" fmla="*/ 1450400 w 2897956"/>
              <a:gd name="connsiteY3" fmla="*/ 3590799 h 3592863"/>
              <a:gd name="connsiteX4" fmla="*/ 0 w 2897956"/>
              <a:gd name="connsiteY4" fmla="*/ 1796934 h 3592863"/>
              <a:gd name="connsiteX0" fmla="*/ 0 w 2930395"/>
              <a:gd name="connsiteY0" fmla="*/ 1848367 h 3644296"/>
              <a:gd name="connsiteX1" fmla="*/ 1450400 w 2930395"/>
              <a:gd name="connsiteY1" fmla="*/ 54502 h 3644296"/>
              <a:gd name="connsiteX2" fmla="*/ 2245322 w 2930395"/>
              <a:gd name="connsiteY2" fmla="*/ 560759 h 3644296"/>
              <a:gd name="connsiteX3" fmla="*/ 2897956 w 2930395"/>
              <a:gd name="connsiteY3" fmla="*/ 1550480 h 3644296"/>
              <a:gd name="connsiteX4" fmla="*/ 1450400 w 2930395"/>
              <a:gd name="connsiteY4" fmla="*/ 3642232 h 3644296"/>
              <a:gd name="connsiteX5" fmla="*/ 0 w 2930395"/>
              <a:gd name="connsiteY5" fmla="*/ 1848367 h 3644296"/>
              <a:gd name="connsiteX0" fmla="*/ 3866 w 2934261"/>
              <a:gd name="connsiteY0" fmla="*/ 1742589 h 3537873"/>
              <a:gd name="connsiteX1" fmla="*/ 1068288 w 2934261"/>
              <a:gd name="connsiteY1" fmla="*/ 66262 h 3537873"/>
              <a:gd name="connsiteX2" fmla="*/ 2249188 w 2934261"/>
              <a:gd name="connsiteY2" fmla="*/ 454981 h 3537873"/>
              <a:gd name="connsiteX3" fmla="*/ 2901822 w 2934261"/>
              <a:gd name="connsiteY3" fmla="*/ 1444702 h 3537873"/>
              <a:gd name="connsiteX4" fmla="*/ 1454266 w 2934261"/>
              <a:gd name="connsiteY4" fmla="*/ 3536454 h 3537873"/>
              <a:gd name="connsiteX5" fmla="*/ 3866 w 2934261"/>
              <a:gd name="connsiteY5" fmla="*/ 1742589 h 3537873"/>
              <a:gd name="connsiteX0" fmla="*/ 4557 w 2788296"/>
              <a:gd name="connsiteY0" fmla="*/ 2355611 h 3593109"/>
              <a:gd name="connsiteX1" fmla="*/ 922323 w 2788296"/>
              <a:gd name="connsiteY1" fmla="*/ 105348 h 3593109"/>
              <a:gd name="connsiteX2" fmla="*/ 2103223 w 2788296"/>
              <a:gd name="connsiteY2" fmla="*/ 494067 h 3593109"/>
              <a:gd name="connsiteX3" fmla="*/ 2755857 w 2788296"/>
              <a:gd name="connsiteY3" fmla="*/ 1483788 h 3593109"/>
              <a:gd name="connsiteX4" fmla="*/ 1308301 w 2788296"/>
              <a:gd name="connsiteY4" fmla="*/ 3575540 h 3593109"/>
              <a:gd name="connsiteX5" fmla="*/ 4557 w 2788296"/>
              <a:gd name="connsiteY5" fmla="*/ 2355611 h 3593109"/>
              <a:gd name="connsiteX0" fmla="*/ 13374 w 2797113"/>
              <a:gd name="connsiteY0" fmla="*/ 2355611 h 3601319"/>
              <a:gd name="connsiteX1" fmla="*/ 931140 w 2797113"/>
              <a:gd name="connsiteY1" fmla="*/ 105348 h 3601319"/>
              <a:gd name="connsiteX2" fmla="*/ 2112040 w 2797113"/>
              <a:gd name="connsiteY2" fmla="*/ 494067 h 3601319"/>
              <a:gd name="connsiteX3" fmla="*/ 2764674 w 2797113"/>
              <a:gd name="connsiteY3" fmla="*/ 1483788 h 3601319"/>
              <a:gd name="connsiteX4" fmla="*/ 1635985 w 2797113"/>
              <a:gd name="connsiteY4" fmla="*/ 3583882 h 3601319"/>
              <a:gd name="connsiteX5" fmla="*/ 13374 w 2797113"/>
              <a:gd name="connsiteY5" fmla="*/ 2355611 h 3601319"/>
              <a:gd name="connsiteX0" fmla="*/ 13374 w 2737531"/>
              <a:gd name="connsiteY0" fmla="*/ 2355611 h 3592744"/>
              <a:gd name="connsiteX1" fmla="*/ 931140 w 2737531"/>
              <a:gd name="connsiteY1" fmla="*/ 105348 h 3592744"/>
              <a:gd name="connsiteX2" fmla="*/ 2112040 w 2737531"/>
              <a:gd name="connsiteY2" fmla="*/ 494067 h 3592744"/>
              <a:gd name="connsiteX3" fmla="*/ 2702063 w 2737531"/>
              <a:gd name="connsiteY3" fmla="*/ 1762945 h 3592744"/>
              <a:gd name="connsiteX4" fmla="*/ 1635985 w 2737531"/>
              <a:gd name="connsiteY4" fmla="*/ 3583882 h 3592744"/>
              <a:gd name="connsiteX5" fmla="*/ 13374 w 2737531"/>
              <a:gd name="connsiteY5" fmla="*/ 2355611 h 3592744"/>
              <a:gd name="connsiteX0" fmla="*/ 13167 w 2733685"/>
              <a:gd name="connsiteY0" fmla="*/ 2355129 h 3592262"/>
              <a:gd name="connsiteX1" fmla="*/ 930933 w 2733685"/>
              <a:gd name="connsiteY1" fmla="*/ 104866 h 3592262"/>
              <a:gd name="connsiteX2" fmla="*/ 2035194 w 2733685"/>
              <a:gd name="connsiteY2" fmla="*/ 495834 h 3592262"/>
              <a:gd name="connsiteX3" fmla="*/ 2701856 w 2733685"/>
              <a:gd name="connsiteY3" fmla="*/ 1762463 h 3592262"/>
              <a:gd name="connsiteX4" fmla="*/ 1635778 w 2733685"/>
              <a:gd name="connsiteY4" fmla="*/ 3583400 h 3592262"/>
              <a:gd name="connsiteX5" fmla="*/ 13167 w 2733685"/>
              <a:gd name="connsiteY5" fmla="*/ 2355129 h 3592262"/>
              <a:gd name="connsiteX0" fmla="*/ 13167 w 2733685"/>
              <a:gd name="connsiteY0" fmla="*/ 2394145 h 3631278"/>
              <a:gd name="connsiteX1" fmla="*/ 930933 w 2733685"/>
              <a:gd name="connsiteY1" fmla="*/ 143882 h 3631278"/>
              <a:gd name="connsiteX2" fmla="*/ 2035194 w 2733685"/>
              <a:gd name="connsiteY2" fmla="*/ 534850 h 3631278"/>
              <a:gd name="connsiteX3" fmla="*/ 2701856 w 2733685"/>
              <a:gd name="connsiteY3" fmla="*/ 1801479 h 3631278"/>
              <a:gd name="connsiteX4" fmla="*/ 1635778 w 2733685"/>
              <a:gd name="connsiteY4" fmla="*/ 3622416 h 3631278"/>
              <a:gd name="connsiteX5" fmla="*/ 13167 w 2733685"/>
              <a:gd name="connsiteY5" fmla="*/ 2394145 h 3631278"/>
              <a:gd name="connsiteX0" fmla="*/ 13167 w 2743188"/>
              <a:gd name="connsiteY0" fmla="*/ 2394145 h 3631278"/>
              <a:gd name="connsiteX1" fmla="*/ 930933 w 2743188"/>
              <a:gd name="connsiteY1" fmla="*/ 143882 h 3631278"/>
              <a:gd name="connsiteX2" fmla="*/ 2035194 w 2743188"/>
              <a:gd name="connsiteY2" fmla="*/ 534850 h 3631278"/>
              <a:gd name="connsiteX3" fmla="*/ 2701856 w 2743188"/>
              <a:gd name="connsiteY3" fmla="*/ 1801479 h 3631278"/>
              <a:gd name="connsiteX4" fmla="*/ 1635778 w 2743188"/>
              <a:gd name="connsiteY4" fmla="*/ 3622416 h 3631278"/>
              <a:gd name="connsiteX5" fmla="*/ 13167 w 2743188"/>
              <a:gd name="connsiteY5" fmla="*/ 2394145 h 3631278"/>
              <a:gd name="connsiteX0" fmla="*/ 41668 w 2771689"/>
              <a:gd name="connsiteY0" fmla="*/ 2148134 h 3384596"/>
              <a:gd name="connsiteX1" fmla="*/ 614964 w 2771689"/>
              <a:gd name="connsiteY1" fmla="*/ 317630 h 3384596"/>
              <a:gd name="connsiteX2" fmla="*/ 2063695 w 2771689"/>
              <a:gd name="connsiteY2" fmla="*/ 288839 h 3384596"/>
              <a:gd name="connsiteX3" fmla="*/ 2730357 w 2771689"/>
              <a:gd name="connsiteY3" fmla="*/ 1555468 h 3384596"/>
              <a:gd name="connsiteX4" fmla="*/ 1664279 w 2771689"/>
              <a:gd name="connsiteY4" fmla="*/ 3376405 h 3384596"/>
              <a:gd name="connsiteX5" fmla="*/ 41668 w 2771689"/>
              <a:gd name="connsiteY5" fmla="*/ 2148134 h 3384596"/>
              <a:gd name="connsiteX0" fmla="*/ 40620 w 2770641"/>
              <a:gd name="connsiteY0" fmla="*/ 2243115 h 3479577"/>
              <a:gd name="connsiteX1" fmla="*/ 613916 w 2770641"/>
              <a:gd name="connsiteY1" fmla="*/ 412611 h 3479577"/>
              <a:gd name="connsiteX2" fmla="*/ 2062647 w 2770641"/>
              <a:gd name="connsiteY2" fmla="*/ 383820 h 3479577"/>
              <a:gd name="connsiteX3" fmla="*/ 2729309 w 2770641"/>
              <a:gd name="connsiteY3" fmla="*/ 1650449 h 3479577"/>
              <a:gd name="connsiteX4" fmla="*/ 1663231 w 2770641"/>
              <a:gd name="connsiteY4" fmla="*/ 3471386 h 3479577"/>
              <a:gd name="connsiteX5" fmla="*/ 40620 w 2770641"/>
              <a:gd name="connsiteY5" fmla="*/ 2243115 h 3479577"/>
              <a:gd name="connsiteX0" fmla="*/ 42379 w 2772400"/>
              <a:gd name="connsiteY0" fmla="*/ 2169288 h 3405517"/>
              <a:gd name="connsiteX1" fmla="*/ 601919 w 2772400"/>
              <a:gd name="connsiteY1" fmla="*/ 500405 h 3405517"/>
              <a:gd name="connsiteX2" fmla="*/ 2064406 w 2772400"/>
              <a:gd name="connsiteY2" fmla="*/ 309993 h 3405517"/>
              <a:gd name="connsiteX3" fmla="*/ 2731068 w 2772400"/>
              <a:gd name="connsiteY3" fmla="*/ 1576622 h 3405517"/>
              <a:gd name="connsiteX4" fmla="*/ 1664990 w 2772400"/>
              <a:gd name="connsiteY4" fmla="*/ 3397559 h 3405517"/>
              <a:gd name="connsiteX5" fmla="*/ 42379 w 2772400"/>
              <a:gd name="connsiteY5" fmla="*/ 2169288 h 3405517"/>
              <a:gd name="connsiteX0" fmla="*/ 37284 w 2767305"/>
              <a:gd name="connsiteY0" fmla="*/ 2130289 h 3366518"/>
              <a:gd name="connsiteX1" fmla="*/ 596824 w 2767305"/>
              <a:gd name="connsiteY1" fmla="*/ 461406 h 3366518"/>
              <a:gd name="connsiteX2" fmla="*/ 2059311 w 2767305"/>
              <a:gd name="connsiteY2" fmla="*/ 270994 h 3366518"/>
              <a:gd name="connsiteX3" fmla="*/ 2725973 w 2767305"/>
              <a:gd name="connsiteY3" fmla="*/ 1537623 h 3366518"/>
              <a:gd name="connsiteX4" fmla="*/ 1659895 w 2767305"/>
              <a:gd name="connsiteY4" fmla="*/ 3358560 h 3366518"/>
              <a:gd name="connsiteX5" fmla="*/ 37284 w 2767305"/>
              <a:gd name="connsiteY5" fmla="*/ 2130289 h 3366518"/>
              <a:gd name="connsiteX0" fmla="*/ 41462 w 2761909"/>
              <a:gd name="connsiteY0" fmla="*/ 2159376 h 3395605"/>
              <a:gd name="connsiteX1" fmla="*/ 601002 w 2761909"/>
              <a:gd name="connsiteY1" fmla="*/ 490493 h 3395605"/>
              <a:gd name="connsiteX2" fmla="*/ 1886572 w 2761909"/>
              <a:gd name="connsiteY2" fmla="*/ 215416 h 3395605"/>
              <a:gd name="connsiteX3" fmla="*/ 2730151 w 2761909"/>
              <a:gd name="connsiteY3" fmla="*/ 1566710 h 3395605"/>
              <a:gd name="connsiteX4" fmla="*/ 1664073 w 2761909"/>
              <a:gd name="connsiteY4" fmla="*/ 3387647 h 3395605"/>
              <a:gd name="connsiteX5" fmla="*/ 41462 w 2761909"/>
              <a:gd name="connsiteY5" fmla="*/ 2159376 h 3395605"/>
              <a:gd name="connsiteX0" fmla="*/ 41462 w 2767893"/>
              <a:gd name="connsiteY0" fmla="*/ 2159376 h 3395605"/>
              <a:gd name="connsiteX1" fmla="*/ 601002 w 2767893"/>
              <a:gd name="connsiteY1" fmla="*/ 490493 h 3395605"/>
              <a:gd name="connsiteX2" fmla="*/ 1886572 w 2767893"/>
              <a:gd name="connsiteY2" fmla="*/ 215416 h 3395605"/>
              <a:gd name="connsiteX3" fmla="*/ 2730151 w 2767893"/>
              <a:gd name="connsiteY3" fmla="*/ 1566710 h 3395605"/>
              <a:gd name="connsiteX4" fmla="*/ 1664073 w 2767893"/>
              <a:gd name="connsiteY4" fmla="*/ 3387647 h 3395605"/>
              <a:gd name="connsiteX5" fmla="*/ 41462 w 2767893"/>
              <a:gd name="connsiteY5" fmla="*/ 2159376 h 3395605"/>
              <a:gd name="connsiteX0" fmla="*/ 41462 w 2767893"/>
              <a:gd name="connsiteY0" fmla="*/ 2124475 h 3360704"/>
              <a:gd name="connsiteX1" fmla="*/ 601002 w 2767893"/>
              <a:gd name="connsiteY1" fmla="*/ 455592 h 3360704"/>
              <a:gd name="connsiteX2" fmla="*/ 1886572 w 2767893"/>
              <a:gd name="connsiteY2" fmla="*/ 180515 h 3360704"/>
              <a:gd name="connsiteX3" fmla="*/ 2730151 w 2767893"/>
              <a:gd name="connsiteY3" fmla="*/ 1531809 h 3360704"/>
              <a:gd name="connsiteX4" fmla="*/ 1664073 w 2767893"/>
              <a:gd name="connsiteY4" fmla="*/ 3352746 h 3360704"/>
              <a:gd name="connsiteX5" fmla="*/ 41462 w 2767893"/>
              <a:gd name="connsiteY5" fmla="*/ 2124475 h 3360704"/>
              <a:gd name="connsiteX0" fmla="*/ 41462 w 2763418"/>
              <a:gd name="connsiteY0" fmla="*/ 2060017 h 3296246"/>
              <a:gd name="connsiteX1" fmla="*/ 601002 w 2763418"/>
              <a:gd name="connsiteY1" fmla="*/ 391134 h 3296246"/>
              <a:gd name="connsiteX2" fmla="*/ 1886572 w 2763418"/>
              <a:gd name="connsiteY2" fmla="*/ 116057 h 3296246"/>
              <a:gd name="connsiteX3" fmla="*/ 2730151 w 2763418"/>
              <a:gd name="connsiteY3" fmla="*/ 1467351 h 3296246"/>
              <a:gd name="connsiteX4" fmla="*/ 1664073 w 2763418"/>
              <a:gd name="connsiteY4" fmla="*/ 3288288 h 3296246"/>
              <a:gd name="connsiteX5" fmla="*/ 41462 w 2763418"/>
              <a:gd name="connsiteY5" fmla="*/ 2060017 h 3296246"/>
              <a:gd name="connsiteX0" fmla="*/ 39612 w 2755045"/>
              <a:gd name="connsiteY0" fmla="*/ 2170377 h 3406606"/>
              <a:gd name="connsiteX1" fmla="*/ 599152 w 2755045"/>
              <a:gd name="connsiteY1" fmla="*/ 501494 h 3406606"/>
              <a:gd name="connsiteX2" fmla="*/ 1709051 w 2755045"/>
              <a:gd name="connsiteY2" fmla="*/ 94143 h 3406606"/>
              <a:gd name="connsiteX3" fmla="*/ 2728301 w 2755045"/>
              <a:gd name="connsiteY3" fmla="*/ 1577711 h 3406606"/>
              <a:gd name="connsiteX4" fmla="*/ 1662223 w 2755045"/>
              <a:gd name="connsiteY4" fmla="*/ 3398648 h 3406606"/>
              <a:gd name="connsiteX5" fmla="*/ 39612 w 2755045"/>
              <a:gd name="connsiteY5" fmla="*/ 2170377 h 3406606"/>
              <a:gd name="connsiteX0" fmla="*/ 39612 w 2865867"/>
              <a:gd name="connsiteY0" fmla="*/ 2170377 h 3399285"/>
              <a:gd name="connsiteX1" fmla="*/ 599152 w 2865867"/>
              <a:gd name="connsiteY1" fmla="*/ 501494 h 3399285"/>
              <a:gd name="connsiteX2" fmla="*/ 1709051 w 2865867"/>
              <a:gd name="connsiteY2" fmla="*/ 94143 h 3399285"/>
              <a:gd name="connsiteX3" fmla="*/ 2728301 w 2865867"/>
              <a:gd name="connsiteY3" fmla="*/ 1577711 h 3399285"/>
              <a:gd name="connsiteX4" fmla="*/ 2740597 w 2865867"/>
              <a:gd name="connsiteY4" fmla="*/ 2014705 h 3399285"/>
              <a:gd name="connsiteX5" fmla="*/ 1662223 w 2865867"/>
              <a:gd name="connsiteY5" fmla="*/ 3398648 h 3399285"/>
              <a:gd name="connsiteX6" fmla="*/ 39612 w 2865867"/>
              <a:gd name="connsiteY6" fmla="*/ 2170377 h 3399285"/>
              <a:gd name="connsiteX0" fmla="*/ 39612 w 2728380"/>
              <a:gd name="connsiteY0" fmla="*/ 2170377 h 3406606"/>
              <a:gd name="connsiteX1" fmla="*/ 599152 w 2728380"/>
              <a:gd name="connsiteY1" fmla="*/ 501494 h 3406606"/>
              <a:gd name="connsiteX2" fmla="*/ 1709051 w 2728380"/>
              <a:gd name="connsiteY2" fmla="*/ 94143 h 3406606"/>
              <a:gd name="connsiteX3" fmla="*/ 2728301 w 2728380"/>
              <a:gd name="connsiteY3" fmla="*/ 1577711 h 3406606"/>
              <a:gd name="connsiteX4" fmla="*/ 1662223 w 2728380"/>
              <a:gd name="connsiteY4" fmla="*/ 3398648 h 3406606"/>
              <a:gd name="connsiteX5" fmla="*/ 39612 w 2728380"/>
              <a:gd name="connsiteY5" fmla="*/ 2170377 h 3406606"/>
              <a:gd name="connsiteX0" fmla="*/ 39612 w 2728380"/>
              <a:gd name="connsiteY0" fmla="*/ 2170377 h 3406606"/>
              <a:gd name="connsiteX1" fmla="*/ 599152 w 2728380"/>
              <a:gd name="connsiteY1" fmla="*/ 501494 h 3406606"/>
              <a:gd name="connsiteX2" fmla="*/ 1709051 w 2728380"/>
              <a:gd name="connsiteY2" fmla="*/ 94143 h 3406606"/>
              <a:gd name="connsiteX3" fmla="*/ 2728301 w 2728380"/>
              <a:gd name="connsiteY3" fmla="*/ 1577711 h 3406606"/>
              <a:gd name="connsiteX4" fmla="*/ 1662223 w 2728380"/>
              <a:gd name="connsiteY4" fmla="*/ 3398648 h 3406606"/>
              <a:gd name="connsiteX5" fmla="*/ 39612 w 2728380"/>
              <a:gd name="connsiteY5" fmla="*/ 2170377 h 3406606"/>
              <a:gd name="connsiteX0" fmla="*/ 39612 w 2786467"/>
              <a:gd name="connsiteY0" fmla="*/ 2124844 h 3365953"/>
              <a:gd name="connsiteX1" fmla="*/ 599152 w 2786467"/>
              <a:gd name="connsiteY1" fmla="*/ 455961 h 3365953"/>
              <a:gd name="connsiteX2" fmla="*/ 1709051 w 2786467"/>
              <a:gd name="connsiteY2" fmla="*/ 48610 h 3365953"/>
              <a:gd name="connsiteX3" fmla="*/ 2786405 w 2786467"/>
              <a:gd name="connsiteY3" fmla="*/ 1350755 h 3365953"/>
              <a:gd name="connsiteX4" fmla="*/ 1662223 w 2786467"/>
              <a:gd name="connsiteY4" fmla="*/ 3353115 h 3365953"/>
              <a:gd name="connsiteX5" fmla="*/ 39612 w 2786467"/>
              <a:gd name="connsiteY5" fmla="*/ 2124844 h 3365953"/>
              <a:gd name="connsiteX0" fmla="*/ 26343 w 2775445"/>
              <a:gd name="connsiteY0" fmla="*/ 2124844 h 3195800"/>
              <a:gd name="connsiteX1" fmla="*/ 585883 w 2775445"/>
              <a:gd name="connsiteY1" fmla="*/ 455961 h 3195800"/>
              <a:gd name="connsiteX2" fmla="*/ 1695782 w 2775445"/>
              <a:gd name="connsiteY2" fmla="*/ 48610 h 3195800"/>
              <a:gd name="connsiteX3" fmla="*/ 2773136 w 2775445"/>
              <a:gd name="connsiteY3" fmla="*/ 1350755 h 3195800"/>
              <a:gd name="connsiteX4" fmla="*/ 1398106 w 2775445"/>
              <a:gd name="connsiteY4" fmla="*/ 3180762 h 3195800"/>
              <a:gd name="connsiteX5" fmla="*/ 26343 w 2775445"/>
              <a:gd name="connsiteY5" fmla="*/ 2124844 h 3195800"/>
              <a:gd name="connsiteX0" fmla="*/ 25144 w 2772360"/>
              <a:gd name="connsiteY0" fmla="*/ 2211917 h 3282873"/>
              <a:gd name="connsiteX1" fmla="*/ 584684 w 2772360"/>
              <a:gd name="connsiteY1" fmla="*/ 543034 h 3282873"/>
              <a:gd name="connsiteX2" fmla="*/ 1533201 w 2772360"/>
              <a:gd name="connsiteY2" fmla="*/ 39989 h 3282873"/>
              <a:gd name="connsiteX3" fmla="*/ 2771937 w 2772360"/>
              <a:gd name="connsiteY3" fmla="*/ 1437828 h 3282873"/>
              <a:gd name="connsiteX4" fmla="*/ 1396907 w 2772360"/>
              <a:gd name="connsiteY4" fmla="*/ 3267835 h 3282873"/>
              <a:gd name="connsiteX5" fmla="*/ 25144 w 2772360"/>
              <a:gd name="connsiteY5" fmla="*/ 2211917 h 328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360" h="3282873">
                <a:moveTo>
                  <a:pt x="25144" y="2211917"/>
                </a:moveTo>
                <a:cubicBezTo>
                  <a:pt x="-110226" y="1757784"/>
                  <a:pt x="333341" y="905022"/>
                  <a:pt x="584684" y="543034"/>
                </a:cubicBezTo>
                <a:cubicBezTo>
                  <a:pt x="836027" y="181046"/>
                  <a:pt x="1168659" y="-109143"/>
                  <a:pt x="1533201" y="39989"/>
                </a:cubicBezTo>
                <a:cubicBezTo>
                  <a:pt x="1897743" y="189121"/>
                  <a:pt x="2794653" y="899854"/>
                  <a:pt x="2771937" y="1437828"/>
                </a:cubicBezTo>
                <a:cubicBezTo>
                  <a:pt x="2749221" y="1975802"/>
                  <a:pt x="1854706" y="3138820"/>
                  <a:pt x="1396907" y="3267835"/>
                </a:cubicBezTo>
                <a:cubicBezTo>
                  <a:pt x="939108" y="3396850"/>
                  <a:pt x="160514" y="2666050"/>
                  <a:pt x="25144" y="2211917"/>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1" name="组合 60"/>
          <p:cNvGrpSpPr/>
          <p:nvPr/>
        </p:nvGrpSpPr>
        <p:grpSpPr>
          <a:xfrm>
            <a:off x="5579077" y="3862836"/>
            <a:ext cx="2080819" cy="1780873"/>
            <a:chOff x="660042" y="282134"/>
            <a:chExt cx="2759972" cy="2374051"/>
          </a:xfrm>
        </p:grpSpPr>
        <p:sp>
          <p:nvSpPr>
            <p:cNvPr id="62" name="菱形 61"/>
            <p:cNvSpPr/>
            <p:nvPr/>
          </p:nvSpPr>
          <p:spPr>
            <a:xfrm>
              <a:off x="2267744" y="548680"/>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3" name="菱形 62"/>
            <p:cNvSpPr/>
            <p:nvPr/>
          </p:nvSpPr>
          <p:spPr>
            <a:xfrm>
              <a:off x="1259632" y="155679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4" name="菱形 63"/>
            <p:cNvSpPr/>
            <p:nvPr/>
          </p:nvSpPr>
          <p:spPr>
            <a:xfrm>
              <a:off x="2195736" y="206084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5" name="菱形 64"/>
            <p:cNvSpPr/>
            <p:nvPr/>
          </p:nvSpPr>
          <p:spPr>
            <a:xfrm>
              <a:off x="660042" y="1196752"/>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6" name="菱形 65"/>
            <p:cNvSpPr/>
            <p:nvPr/>
          </p:nvSpPr>
          <p:spPr>
            <a:xfrm>
              <a:off x="2843808" y="2420888"/>
              <a:ext cx="144016" cy="144016"/>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7" name="TextBox 66"/>
            <p:cNvSpPr txBox="1"/>
            <p:nvPr/>
          </p:nvSpPr>
          <p:spPr>
            <a:xfrm>
              <a:off x="2321723" y="282134"/>
              <a:ext cx="527724" cy="451321"/>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1</a:t>
              </a:r>
              <a:endParaRPr lang="zh-CN" altLang="en-US" sz="1600" dirty="0">
                <a:latin typeface="Arial Unicode MS" pitchFamily="34" charset="-122"/>
                <a:ea typeface="Arial Unicode MS" pitchFamily="34" charset="-122"/>
                <a:cs typeface="Arial Unicode MS" pitchFamily="34" charset="-122"/>
              </a:endParaRPr>
            </a:p>
          </p:txBody>
        </p:sp>
        <p:sp>
          <p:nvSpPr>
            <p:cNvPr id="68" name="TextBox 67"/>
            <p:cNvSpPr txBox="1"/>
            <p:nvPr/>
          </p:nvSpPr>
          <p:spPr>
            <a:xfrm>
              <a:off x="1279388" y="1268759"/>
              <a:ext cx="527724" cy="451321"/>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2</a:t>
              </a:r>
              <a:endParaRPr lang="zh-CN" altLang="en-US" sz="1600" dirty="0">
                <a:latin typeface="Arial Unicode MS" pitchFamily="34" charset="-122"/>
                <a:ea typeface="Arial Unicode MS" pitchFamily="34" charset="-122"/>
                <a:cs typeface="Arial Unicode MS" pitchFamily="34" charset="-122"/>
              </a:endParaRPr>
            </a:p>
          </p:txBody>
        </p:sp>
        <p:sp>
          <p:nvSpPr>
            <p:cNvPr id="69" name="TextBox 68"/>
            <p:cNvSpPr txBox="1"/>
            <p:nvPr/>
          </p:nvSpPr>
          <p:spPr>
            <a:xfrm>
              <a:off x="2215492" y="1794302"/>
              <a:ext cx="527724" cy="451321"/>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3</a:t>
              </a:r>
              <a:endParaRPr lang="zh-CN" altLang="en-US" sz="1600" dirty="0">
                <a:latin typeface="Arial Unicode MS" pitchFamily="34" charset="-122"/>
                <a:ea typeface="Arial Unicode MS" pitchFamily="34" charset="-122"/>
                <a:cs typeface="Arial Unicode MS" pitchFamily="34" charset="-122"/>
              </a:endParaRPr>
            </a:p>
          </p:txBody>
        </p:sp>
        <p:sp>
          <p:nvSpPr>
            <p:cNvPr id="70" name="TextBox 69"/>
            <p:cNvSpPr txBox="1"/>
            <p:nvPr/>
          </p:nvSpPr>
          <p:spPr>
            <a:xfrm>
              <a:off x="660042" y="836713"/>
              <a:ext cx="527724" cy="451321"/>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5</a:t>
              </a:r>
              <a:endParaRPr lang="zh-CN" altLang="en-US" sz="1600" dirty="0">
                <a:latin typeface="Arial Unicode MS" pitchFamily="34" charset="-122"/>
                <a:ea typeface="Arial Unicode MS" pitchFamily="34" charset="-122"/>
                <a:cs typeface="Arial Unicode MS" pitchFamily="34" charset="-122"/>
              </a:endParaRPr>
            </a:p>
          </p:txBody>
        </p:sp>
        <p:sp>
          <p:nvSpPr>
            <p:cNvPr id="71" name="TextBox 70"/>
            <p:cNvSpPr txBox="1"/>
            <p:nvPr/>
          </p:nvSpPr>
          <p:spPr>
            <a:xfrm>
              <a:off x="2892290" y="2204864"/>
              <a:ext cx="527724" cy="451321"/>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6</a:t>
              </a:r>
              <a:endParaRPr lang="zh-CN" altLang="en-US" sz="1600" dirty="0">
                <a:latin typeface="Arial Unicode MS" pitchFamily="34" charset="-122"/>
                <a:ea typeface="Arial Unicode MS" pitchFamily="34" charset="-122"/>
                <a:cs typeface="Arial Unicode MS" pitchFamily="34" charset="-122"/>
              </a:endParaRPr>
            </a:p>
          </p:txBody>
        </p:sp>
      </p:grpSp>
      <p:sp>
        <p:nvSpPr>
          <p:cNvPr id="72" name="椭圆 71"/>
          <p:cNvSpPr/>
          <p:nvPr/>
        </p:nvSpPr>
        <p:spPr>
          <a:xfrm rot="18322284">
            <a:off x="5645040" y="4287634"/>
            <a:ext cx="459086" cy="841384"/>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rot="17886886">
            <a:off x="6824237" y="4935827"/>
            <a:ext cx="459086" cy="841384"/>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菱形 73"/>
          <p:cNvSpPr/>
          <p:nvPr/>
        </p:nvSpPr>
        <p:spPr>
          <a:xfrm>
            <a:off x="6302568" y="5845315"/>
            <a:ext cx="108578" cy="108032"/>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5" name="TextBox 74"/>
          <p:cNvSpPr txBox="1"/>
          <p:nvPr/>
        </p:nvSpPr>
        <p:spPr>
          <a:xfrm>
            <a:off x="6371751" y="5645368"/>
            <a:ext cx="397866" cy="338554"/>
          </a:xfrm>
          <a:prstGeom prst="rect">
            <a:avLst/>
          </a:prstGeom>
          <a:noFill/>
        </p:spPr>
        <p:txBody>
          <a:bodyPr wrap="none" rtlCol="0">
            <a:spAutoFit/>
          </a:bodyPr>
          <a:lstStyle/>
          <a:p>
            <a:r>
              <a:rPr lang="en-US" altLang="zh-CN" sz="1600" dirty="0">
                <a:latin typeface="Arial Unicode MS" pitchFamily="34" charset="-122"/>
                <a:ea typeface="Arial Unicode MS" pitchFamily="34" charset="-122"/>
                <a:cs typeface="Arial Unicode MS" pitchFamily="34" charset="-122"/>
              </a:rPr>
              <a:t>p</a:t>
            </a:r>
            <a:r>
              <a:rPr lang="en-US" altLang="zh-CN" sz="1400" dirty="0">
                <a:latin typeface="Arial Unicode MS" pitchFamily="34" charset="-122"/>
                <a:ea typeface="Arial Unicode MS" pitchFamily="34" charset="-122"/>
                <a:cs typeface="Arial Unicode MS" pitchFamily="34" charset="-122"/>
              </a:rPr>
              <a:t>4</a:t>
            </a:r>
            <a:endParaRPr lang="zh-CN" altLang="en-US" sz="1600" dirty="0">
              <a:latin typeface="Arial Unicode MS" pitchFamily="34" charset="-122"/>
              <a:ea typeface="Arial Unicode MS" pitchFamily="34" charset="-122"/>
              <a:cs typeface="Arial Unicode MS" pitchFamily="34" charset="-122"/>
            </a:endParaRPr>
          </a:p>
        </p:txBody>
      </p:sp>
      <p:sp>
        <p:nvSpPr>
          <p:cNvPr id="76" name="椭圆 150"/>
          <p:cNvSpPr/>
          <p:nvPr/>
        </p:nvSpPr>
        <p:spPr>
          <a:xfrm rot="3290537">
            <a:off x="6372705" y="4868874"/>
            <a:ext cx="900979" cy="1372416"/>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 name="connsiteX0" fmla="*/ 18564 w 976213"/>
              <a:gd name="connsiteY0" fmla="*/ 1584058 h 3079356"/>
              <a:gd name="connsiteX1" fmla="*/ 109752 w 976213"/>
              <a:gd name="connsiteY1" fmla="*/ 477572 h 3079356"/>
              <a:gd name="connsiteX2" fmla="*/ 491500 w 976213"/>
              <a:gd name="connsiteY2" fmla="*/ 73 h 3079356"/>
              <a:gd name="connsiteX3" fmla="*/ 880247 w 976213"/>
              <a:gd name="connsiteY3" fmla="*/ 451467 h 3079356"/>
              <a:gd name="connsiteX4" fmla="*/ 964436 w 976213"/>
              <a:gd name="connsiteY4" fmla="*/ 1584058 h 3079356"/>
              <a:gd name="connsiteX5" fmla="*/ 780706 w 976213"/>
              <a:gd name="connsiteY5" fmla="*/ 2657096 h 3079356"/>
              <a:gd name="connsiteX6" fmla="*/ 340923 w 976213"/>
              <a:gd name="connsiteY6" fmla="*/ 3079237 h 3079356"/>
              <a:gd name="connsiteX7" fmla="*/ 48387 w 976213"/>
              <a:gd name="connsiteY7" fmla="*/ 2626099 h 3079356"/>
              <a:gd name="connsiteX8" fmla="*/ 18564 w 976213"/>
              <a:gd name="connsiteY8" fmla="*/ 1584058 h 3079356"/>
              <a:gd name="connsiteX0" fmla="*/ 18564 w 976213"/>
              <a:gd name="connsiteY0" fmla="*/ 1584058 h 3022333"/>
              <a:gd name="connsiteX1" fmla="*/ 109752 w 976213"/>
              <a:gd name="connsiteY1" fmla="*/ 477572 h 3022333"/>
              <a:gd name="connsiteX2" fmla="*/ 491500 w 976213"/>
              <a:gd name="connsiteY2" fmla="*/ 73 h 3022333"/>
              <a:gd name="connsiteX3" fmla="*/ 880247 w 976213"/>
              <a:gd name="connsiteY3" fmla="*/ 451467 h 3022333"/>
              <a:gd name="connsiteX4" fmla="*/ 964436 w 976213"/>
              <a:gd name="connsiteY4" fmla="*/ 1584058 h 3022333"/>
              <a:gd name="connsiteX5" fmla="*/ 780706 w 976213"/>
              <a:gd name="connsiteY5" fmla="*/ 2657096 h 3022333"/>
              <a:gd name="connsiteX6" fmla="*/ 466138 w 976213"/>
              <a:gd name="connsiteY6" fmla="*/ 3022154 h 3022333"/>
              <a:gd name="connsiteX7" fmla="*/ 48387 w 976213"/>
              <a:gd name="connsiteY7" fmla="*/ 2626099 h 3022333"/>
              <a:gd name="connsiteX8" fmla="*/ 18564 w 976213"/>
              <a:gd name="connsiteY8" fmla="*/ 1584058 h 3022333"/>
              <a:gd name="connsiteX0" fmla="*/ 1175 w 958824"/>
              <a:gd name="connsiteY0" fmla="*/ 1584058 h 3044396"/>
              <a:gd name="connsiteX1" fmla="*/ 92363 w 958824"/>
              <a:gd name="connsiteY1" fmla="*/ 477572 h 3044396"/>
              <a:gd name="connsiteX2" fmla="*/ 474111 w 958824"/>
              <a:gd name="connsiteY2" fmla="*/ 73 h 3044396"/>
              <a:gd name="connsiteX3" fmla="*/ 862858 w 958824"/>
              <a:gd name="connsiteY3" fmla="*/ 451467 h 3044396"/>
              <a:gd name="connsiteX4" fmla="*/ 947047 w 958824"/>
              <a:gd name="connsiteY4" fmla="*/ 1584058 h 3044396"/>
              <a:gd name="connsiteX5" fmla="*/ 763317 w 958824"/>
              <a:gd name="connsiteY5" fmla="*/ 2657096 h 3044396"/>
              <a:gd name="connsiteX6" fmla="*/ 448749 w 958824"/>
              <a:gd name="connsiteY6" fmla="*/ 3022154 h 3044396"/>
              <a:gd name="connsiteX7" fmla="*/ 131142 w 958824"/>
              <a:gd name="connsiteY7" fmla="*/ 2122422 h 3044396"/>
              <a:gd name="connsiteX8" fmla="*/ 1175 w 958824"/>
              <a:gd name="connsiteY8" fmla="*/ 1584058 h 3044396"/>
              <a:gd name="connsiteX0" fmla="*/ 6125 w 927920"/>
              <a:gd name="connsiteY0" fmla="*/ 1023420 h 3044396"/>
              <a:gd name="connsiteX1" fmla="*/ 61459 w 927920"/>
              <a:gd name="connsiteY1" fmla="*/ 477572 h 3044396"/>
              <a:gd name="connsiteX2" fmla="*/ 443207 w 927920"/>
              <a:gd name="connsiteY2" fmla="*/ 73 h 3044396"/>
              <a:gd name="connsiteX3" fmla="*/ 831954 w 927920"/>
              <a:gd name="connsiteY3" fmla="*/ 451467 h 3044396"/>
              <a:gd name="connsiteX4" fmla="*/ 916143 w 927920"/>
              <a:gd name="connsiteY4" fmla="*/ 1584058 h 3044396"/>
              <a:gd name="connsiteX5" fmla="*/ 732413 w 927920"/>
              <a:gd name="connsiteY5" fmla="*/ 2657096 h 3044396"/>
              <a:gd name="connsiteX6" fmla="*/ 417845 w 927920"/>
              <a:gd name="connsiteY6" fmla="*/ 3022154 h 3044396"/>
              <a:gd name="connsiteX7" fmla="*/ 100238 w 927920"/>
              <a:gd name="connsiteY7" fmla="*/ 2122422 h 3044396"/>
              <a:gd name="connsiteX8" fmla="*/ 6125 w 927920"/>
              <a:gd name="connsiteY8" fmla="*/ 1023420 h 3044396"/>
              <a:gd name="connsiteX0" fmla="*/ 6125 w 927920"/>
              <a:gd name="connsiteY0" fmla="*/ 762296 h 2783272"/>
              <a:gd name="connsiteX1" fmla="*/ 61459 w 927920"/>
              <a:gd name="connsiteY1" fmla="*/ 216448 h 2783272"/>
              <a:gd name="connsiteX2" fmla="*/ 539850 w 927920"/>
              <a:gd name="connsiteY2" fmla="*/ 16843 h 2783272"/>
              <a:gd name="connsiteX3" fmla="*/ 831954 w 927920"/>
              <a:gd name="connsiteY3" fmla="*/ 190343 h 2783272"/>
              <a:gd name="connsiteX4" fmla="*/ 916143 w 927920"/>
              <a:gd name="connsiteY4" fmla="*/ 1322934 h 2783272"/>
              <a:gd name="connsiteX5" fmla="*/ 732413 w 927920"/>
              <a:gd name="connsiteY5" fmla="*/ 2395972 h 2783272"/>
              <a:gd name="connsiteX6" fmla="*/ 417845 w 927920"/>
              <a:gd name="connsiteY6" fmla="*/ 2761030 h 2783272"/>
              <a:gd name="connsiteX7" fmla="*/ 100238 w 927920"/>
              <a:gd name="connsiteY7" fmla="*/ 1861298 h 2783272"/>
              <a:gd name="connsiteX8" fmla="*/ 6125 w 927920"/>
              <a:gd name="connsiteY8" fmla="*/ 762296 h 2783272"/>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834817 h 2855793"/>
              <a:gd name="connsiteX1" fmla="*/ 61459 w 939044"/>
              <a:gd name="connsiteY1" fmla="*/ 288969 h 2855793"/>
              <a:gd name="connsiteX2" fmla="*/ 534836 w 939044"/>
              <a:gd name="connsiteY2" fmla="*/ 45 h 2855793"/>
              <a:gd name="connsiteX3" fmla="*/ 876256 w 939044"/>
              <a:gd name="connsiteY3" fmla="*/ 296918 h 2855793"/>
              <a:gd name="connsiteX4" fmla="*/ 916143 w 939044"/>
              <a:gd name="connsiteY4" fmla="*/ 1395455 h 2855793"/>
              <a:gd name="connsiteX5" fmla="*/ 732413 w 939044"/>
              <a:gd name="connsiteY5" fmla="*/ 2468493 h 2855793"/>
              <a:gd name="connsiteX6" fmla="*/ 417845 w 939044"/>
              <a:gd name="connsiteY6" fmla="*/ 2833551 h 2855793"/>
              <a:gd name="connsiteX7" fmla="*/ 100238 w 939044"/>
              <a:gd name="connsiteY7" fmla="*/ 1933819 h 2855793"/>
              <a:gd name="connsiteX8" fmla="*/ 6125 w 939044"/>
              <a:gd name="connsiteY8" fmla="*/ 834817 h 2855793"/>
              <a:gd name="connsiteX0" fmla="*/ 8111 w 941030"/>
              <a:gd name="connsiteY0" fmla="*/ 839858 h 2860834"/>
              <a:gd name="connsiteX1" fmla="*/ 263598 w 941030"/>
              <a:gd name="connsiteY1" fmla="*/ 239230 h 2860834"/>
              <a:gd name="connsiteX2" fmla="*/ 536822 w 941030"/>
              <a:gd name="connsiteY2" fmla="*/ 5086 h 2860834"/>
              <a:gd name="connsiteX3" fmla="*/ 878242 w 941030"/>
              <a:gd name="connsiteY3" fmla="*/ 301959 h 2860834"/>
              <a:gd name="connsiteX4" fmla="*/ 918129 w 941030"/>
              <a:gd name="connsiteY4" fmla="*/ 1400496 h 2860834"/>
              <a:gd name="connsiteX5" fmla="*/ 734399 w 941030"/>
              <a:gd name="connsiteY5" fmla="*/ 2473534 h 2860834"/>
              <a:gd name="connsiteX6" fmla="*/ 419831 w 941030"/>
              <a:gd name="connsiteY6" fmla="*/ 2838592 h 2860834"/>
              <a:gd name="connsiteX7" fmla="*/ 102224 w 941030"/>
              <a:gd name="connsiteY7" fmla="*/ 1938860 h 2860834"/>
              <a:gd name="connsiteX8" fmla="*/ 8111 w 941030"/>
              <a:gd name="connsiteY8" fmla="*/ 839858 h 2860834"/>
              <a:gd name="connsiteX0" fmla="*/ 17831 w 903494"/>
              <a:gd name="connsiteY0" fmla="*/ 660008 h 2860834"/>
              <a:gd name="connsiteX1" fmla="*/ 226062 w 903494"/>
              <a:gd name="connsiteY1" fmla="*/ 239230 h 2860834"/>
              <a:gd name="connsiteX2" fmla="*/ 499286 w 903494"/>
              <a:gd name="connsiteY2" fmla="*/ 5086 h 2860834"/>
              <a:gd name="connsiteX3" fmla="*/ 840706 w 903494"/>
              <a:gd name="connsiteY3" fmla="*/ 301959 h 2860834"/>
              <a:gd name="connsiteX4" fmla="*/ 880593 w 903494"/>
              <a:gd name="connsiteY4" fmla="*/ 1400496 h 2860834"/>
              <a:gd name="connsiteX5" fmla="*/ 696863 w 903494"/>
              <a:gd name="connsiteY5" fmla="*/ 2473534 h 2860834"/>
              <a:gd name="connsiteX6" fmla="*/ 382295 w 903494"/>
              <a:gd name="connsiteY6" fmla="*/ 2838592 h 2860834"/>
              <a:gd name="connsiteX7" fmla="*/ 64688 w 903494"/>
              <a:gd name="connsiteY7" fmla="*/ 1938860 h 2860834"/>
              <a:gd name="connsiteX8" fmla="*/ 17831 w 903494"/>
              <a:gd name="connsiteY8" fmla="*/ 660008 h 2860834"/>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74088 h 2874914"/>
              <a:gd name="connsiteX1" fmla="*/ 227828 w 903612"/>
              <a:gd name="connsiteY1" fmla="*/ 171626 h 2874914"/>
              <a:gd name="connsiteX2" fmla="*/ 499404 w 903612"/>
              <a:gd name="connsiteY2" fmla="*/ 19166 h 2874914"/>
              <a:gd name="connsiteX3" fmla="*/ 840824 w 903612"/>
              <a:gd name="connsiteY3" fmla="*/ 316039 h 2874914"/>
              <a:gd name="connsiteX4" fmla="*/ 880711 w 903612"/>
              <a:gd name="connsiteY4" fmla="*/ 1414576 h 2874914"/>
              <a:gd name="connsiteX5" fmla="*/ 696981 w 903612"/>
              <a:gd name="connsiteY5" fmla="*/ 2487614 h 2874914"/>
              <a:gd name="connsiteX6" fmla="*/ 382413 w 903612"/>
              <a:gd name="connsiteY6" fmla="*/ 2852672 h 2874914"/>
              <a:gd name="connsiteX7" fmla="*/ 64806 w 903612"/>
              <a:gd name="connsiteY7" fmla="*/ 1952940 h 2874914"/>
              <a:gd name="connsiteX8" fmla="*/ 17949 w 903612"/>
              <a:gd name="connsiteY8" fmla="*/ 674088 h 2874914"/>
              <a:gd name="connsiteX0" fmla="*/ 26925 w 891376"/>
              <a:gd name="connsiteY0" fmla="*/ 717064 h 2874914"/>
              <a:gd name="connsiteX1" fmla="*/ 215592 w 891376"/>
              <a:gd name="connsiteY1" fmla="*/ 171626 h 2874914"/>
              <a:gd name="connsiteX2" fmla="*/ 487168 w 891376"/>
              <a:gd name="connsiteY2" fmla="*/ 19166 h 2874914"/>
              <a:gd name="connsiteX3" fmla="*/ 828588 w 891376"/>
              <a:gd name="connsiteY3" fmla="*/ 316039 h 2874914"/>
              <a:gd name="connsiteX4" fmla="*/ 868475 w 891376"/>
              <a:gd name="connsiteY4" fmla="*/ 1414576 h 2874914"/>
              <a:gd name="connsiteX5" fmla="*/ 684745 w 891376"/>
              <a:gd name="connsiteY5" fmla="*/ 2487614 h 2874914"/>
              <a:gd name="connsiteX6" fmla="*/ 370177 w 891376"/>
              <a:gd name="connsiteY6" fmla="*/ 2852672 h 2874914"/>
              <a:gd name="connsiteX7" fmla="*/ 52570 w 891376"/>
              <a:gd name="connsiteY7" fmla="*/ 1952940 h 2874914"/>
              <a:gd name="connsiteX8" fmla="*/ 26925 w 891376"/>
              <a:gd name="connsiteY8" fmla="*/ 717064 h 2874914"/>
              <a:gd name="connsiteX0" fmla="*/ 47530 w 911981"/>
              <a:gd name="connsiteY0" fmla="*/ 717064 h 2874914"/>
              <a:gd name="connsiteX1" fmla="*/ 236197 w 911981"/>
              <a:gd name="connsiteY1" fmla="*/ 171626 h 2874914"/>
              <a:gd name="connsiteX2" fmla="*/ 507773 w 911981"/>
              <a:gd name="connsiteY2" fmla="*/ 19166 h 2874914"/>
              <a:gd name="connsiteX3" fmla="*/ 849193 w 911981"/>
              <a:gd name="connsiteY3" fmla="*/ 316039 h 2874914"/>
              <a:gd name="connsiteX4" fmla="*/ 889080 w 911981"/>
              <a:gd name="connsiteY4" fmla="*/ 1414576 h 2874914"/>
              <a:gd name="connsiteX5" fmla="*/ 705350 w 911981"/>
              <a:gd name="connsiteY5" fmla="*/ 2487614 h 2874914"/>
              <a:gd name="connsiteX6" fmla="*/ 390782 w 911981"/>
              <a:gd name="connsiteY6" fmla="*/ 2852672 h 2874914"/>
              <a:gd name="connsiteX7" fmla="*/ 73175 w 911981"/>
              <a:gd name="connsiteY7" fmla="*/ 1952940 h 2874914"/>
              <a:gd name="connsiteX8" fmla="*/ 47530 w 911981"/>
              <a:gd name="connsiteY8" fmla="*/ 717064 h 2874914"/>
              <a:gd name="connsiteX0" fmla="*/ 27966 w 892417"/>
              <a:gd name="connsiteY0" fmla="*/ 717064 h 2874914"/>
              <a:gd name="connsiteX1" fmla="*/ 216633 w 892417"/>
              <a:gd name="connsiteY1" fmla="*/ 171626 h 2874914"/>
              <a:gd name="connsiteX2" fmla="*/ 488209 w 892417"/>
              <a:gd name="connsiteY2" fmla="*/ 19166 h 2874914"/>
              <a:gd name="connsiteX3" fmla="*/ 829629 w 892417"/>
              <a:gd name="connsiteY3" fmla="*/ 316039 h 2874914"/>
              <a:gd name="connsiteX4" fmla="*/ 869516 w 892417"/>
              <a:gd name="connsiteY4" fmla="*/ 1414576 h 2874914"/>
              <a:gd name="connsiteX5" fmla="*/ 685786 w 892417"/>
              <a:gd name="connsiteY5" fmla="*/ 2487614 h 2874914"/>
              <a:gd name="connsiteX6" fmla="*/ 371218 w 892417"/>
              <a:gd name="connsiteY6" fmla="*/ 2852672 h 2874914"/>
              <a:gd name="connsiteX7" fmla="*/ 53611 w 892417"/>
              <a:gd name="connsiteY7" fmla="*/ 1952940 h 2874914"/>
              <a:gd name="connsiteX8" fmla="*/ 27966 w 892417"/>
              <a:gd name="connsiteY8" fmla="*/ 717064 h 2874914"/>
              <a:gd name="connsiteX0" fmla="*/ 12170 w 876621"/>
              <a:gd name="connsiteY0" fmla="*/ 717064 h 2882802"/>
              <a:gd name="connsiteX1" fmla="*/ 200837 w 876621"/>
              <a:gd name="connsiteY1" fmla="*/ 171626 h 2882802"/>
              <a:gd name="connsiteX2" fmla="*/ 472413 w 876621"/>
              <a:gd name="connsiteY2" fmla="*/ 19166 h 2882802"/>
              <a:gd name="connsiteX3" fmla="*/ 813833 w 876621"/>
              <a:gd name="connsiteY3" fmla="*/ 316039 h 2882802"/>
              <a:gd name="connsiteX4" fmla="*/ 853720 w 876621"/>
              <a:gd name="connsiteY4" fmla="*/ 1414576 h 2882802"/>
              <a:gd name="connsiteX5" fmla="*/ 669990 w 876621"/>
              <a:gd name="connsiteY5" fmla="*/ 2487614 h 2882802"/>
              <a:gd name="connsiteX6" fmla="*/ 355422 w 876621"/>
              <a:gd name="connsiteY6" fmla="*/ 2852672 h 2882802"/>
              <a:gd name="connsiteX7" fmla="*/ 70151 w 876621"/>
              <a:gd name="connsiteY7" fmla="*/ 1821981 h 2882802"/>
              <a:gd name="connsiteX8" fmla="*/ 12170 w 87662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35559 w 900010"/>
              <a:gd name="connsiteY0" fmla="*/ 717064 h 2882802"/>
              <a:gd name="connsiteX1" fmla="*/ 224226 w 900010"/>
              <a:gd name="connsiteY1" fmla="*/ 171626 h 2882802"/>
              <a:gd name="connsiteX2" fmla="*/ 495802 w 900010"/>
              <a:gd name="connsiteY2" fmla="*/ 19166 h 2882802"/>
              <a:gd name="connsiteX3" fmla="*/ 837222 w 900010"/>
              <a:gd name="connsiteY3" fmla="*/ 316039 h 2882802"/>
              <a:gd name="connsiteX4" fmla="*/ 877109 w 900010"/>
              <a:gd name="connsiteY4" fmla="*/ 1414576 h 2882802"/>
              <a:gd name="connsiteX5" fmla="*/ 693379 w 900010"/>
              <a:gd name="connsiteY5" fmla="*/ 2487614 h 2882802"/>
              <a:gd name="connsiteX6" fmla="*/ 378811 w 900010"/>
              <a:gd name="connsiteY6" fmla="*/ 2852672 h 2882802"/>
              <a:gd name="connsiteX7" fmla="*/ 93540 w 900010"/>
              <a:gd name="connsiteY7" fmla="*/ 1821981 h 2882802"/>
              <a:gd name="connsiteX8" fmla="*/ 35559 w 900010"/>
              <a:gd name="connsiteY8" fmla="*/ 717064 h 2882802"/>
              <a:gd name="connsiteX0" fmla="*/ 26171 w 890622"/>
              <a:gd name="connsiteY0" fmla="*/ 717064 h 2882802"/>
              <a:gd name="connsiteX1" fmla="*/ 214838 w 890622"/>
              <a:gd name="connsiteY1" fmla="*/ 171626 h 2882802"/>
              <a:gd name="connsiteX2" fmla="*/ 486414 w 890622"/>
              <a:gd name="connsiteY2" fmla="*/ 19166 h 2882802"/>
              <a:gd name="connsiteX3" fmla="*/ 827834 w 890622"/>
              <a:gd name="connsiteY3" fmla="*/ 316039 h 2882802"/>
              <a:gd name="connsiteX4" fmla="*/ 867721 w 890622"/>
              <a:gd name="connsiteY4" fmla="*/ 1414576 h 2882802"/>
              <a:gd name="connsiteX5" fmla="*/ 683991 w 890622"/>
              <a:gd name="connsiteY5" fmla="*/ 2487614 h 2882802"/>
              <a:gd name="connsiteX6" fmla="*/ 369423 w 890622"/>
              <a:gd name="connsiteY6" fmla="*/ 2852672 h 2882802"/>
              <a:gd name="connsiteX7" fmla="*/ 84152 w 890622"/>
              <a:gd name="connsiteY7" fmla="*/ 1821981 h 2882802"/>
              <a:gd name="connsiteX8" fmla="*/ 26171 w 890622"/>
              <a:gd name="connsiteY8" fmla="*/ 717064 h 2882802"/>
              <a:gd name="connsiteX0" fmla="*/ 29461 w 893912"/>
              <a:gd name="connsiteY0" fmla="*/ 717064 h 2882802"/>
              <a:gd name="connsiteX1" fmla="*/ 218128 w 893912"/>
              <a:gd name="connsiteY1" fmla="*/ 171626 h 2882802"/>
              <a:gd name="connsiteX2" fmla="*/ 489704 w 893912"/>
              <a:gd name="connsiteY2" fmla="*/ 19166 h 2882802"/>
              <a:gd name="connsiteX3" fmla="*/ 831124 w 893912"/>
              <a:gd name="connsiteY3" fmla="*/ 316039 h 2882802"/>
              <a:gd name="connsiteX4" fmla="*/ 871011 w 893912"/>
              <a:gd name="connsiteY4" fmla="*/ 1414576 h 2882802"/>
              <a:gd name="connsiteX5" fmla="*/ 687281 w 893912"/>
              <a:gd name="connsiteY5" fmla="*/ 2487614 h 2882802"/>
              <a:gd name="connsiteX6" fmla="*/ 372713 w 893912"/>
              <a:gd name="connsiteY6" fmla="*/ 2852672 h 2882802"/>
              <a:gd name="connsiteX7" fmla="*/ 87442 w 893912"/>
              <a:gd name="connsiteY7" fmla="*/ 1821981 h 2882802"/>
              <a:gd name="connsiteX8" fmla="*/ 29461 w 893912"/>
              <a:gd name="connsiteY8" fmla="*/ 717064 h 2882802"/>
              <a:gd name="connsiteX0" fmla="*/ 25528 w 904861"/>
              <a:gd name="connsiteY0" fmla="*/ 700008 h 2882802"/>
              <a:gd name="connsiteX1" fmla="*/ 229077 w 904861"/>
              <a:gd name="connsiteY1" fmla="*/ 171626 h 2882802"/>
              <a:gd name="connsiteX2" fmla="*/ 500653 w 904861"/>
              <a:gd name="connsiteY2" fmla="*/ 19166 h 2882802"/>
              <a:gd name="connsiteX3" fmla="*/ 842073 w 904861"/>
              <a:gd name="connsiteY3" fmla="*/ 316039 h 2882802"/>
              <a:gd name="connsiteX4" fmla="*/ 881960 w 904861"/>
              <a:gd name="connsiteY4" fmla="*/ 1414576 h 2882802"/>
              <a:gd name="connsiteX5" fmla="*/ 698230 w 904861"/>
              <a:gd name="connsiteY5" fmla="*/ 2487614 h 2882802"/>
              <a:gd name="connsiteX6" fmla="*/ 383662 w 904861"/>
              <a:gd name="connsiteY6" fmla="*/ 2852672 h 2882802"/>
              <a:gd name="connsiteX7" fmla="*/ 98391 w 904861"/>
              <a:gd name="connsiteY7" fmla="*/ 1821981 h 2882802"/>
              <a:gd name="connsiteX8" fmla="*/ 25528 w 904861"/>
              <a:gd name="connsiteY8" fmla="*/ 700008 h 2882802"/>
              <a:gd name="connsiteX0" fmla="*/ 3067 w 882400"/>
              <a:gd name="connsiteY0" fmla="*/ 700008 h 2882802"/>
              <a:gd name="connsiteX1" fmla="*/ 206616 w 882400"/>
              <a:gd name="connsiteY1" fmla="*/ 171626 h 2882802"/>
              <a:gd name="connsiteX2" fmla="*/ 478192 w 882400"/>
              <a:gd name="connsiteY2" fmla="*/ 19166 h 2882802"/>
              <a:gd name="connsiteX3" fmla="*/ 819612 w 882400"/>
              <a:gd name="connsiteY3" fmla="*/ 316039 h 2882802"/>
              <a:gd name="connsiteX4" fmla="*/ 859499 w 882400"/>
              <a:gd name="connsiteY4" fmla="*/ 1414576 h 2882802"/>
              <a:gd name="connsiteX5" fmla="*/ 675769 w 882400"/>
              <a:gd name="connsiteY5" fmla="*/ 2487614 h 2882802"/>
              <a:gd name="connsiteX6" fmla="*/ 361201 w 882400"/>
              <a:gd name="connsiteY6" fmla="*/ 2852672 h 2882802"/>
              <a:gd name="connsiteX7" fmla="*/ 75930 w 882400"/>
              <a:gd name="connsiteY7" fmla="*/ 1821981 h 2882802"/>
              <a:gd name="connsiteX8" fmla="*/ 3067 w 882400"/>
              <a:gd name="connsiteY8" fmla="*/ 700008 h 2882802"/>
              <a:gd name="connsiteX0" fmla="*/ 3067 w 890413"/>
              <a:gd name="connsiteY0" fmla="*/ 697657 h 2880451"/>
              <a:gd name="connsiteX1" fmla="*/ 206616 w 890413"/>
              <a:gd name="connsiteY1" fmla="*/ 169275 h 2880451"/>
              <a:gd name="connsiteX2" fmla="*/ 478192 w 890413"/>
              <a:gd name="connsiteY2" fmla="*/ 16815 h 2880451"/>
              <a:gd name="connsiteX3" fmla="*/ 837597 w 890413"/>
              <a:gd name="connsiteY3" fmla="*/ 181227 h 2880451"/>
              <a:gd name="connsiteX4" fmla="*/ 859499 w 890413"/>
              <a:gd name="connsiteY4" fmla="*/ 1412225 h 2880451"/>
              <a:gd name="connsiteX5" fmla="*/ 675769 w 890413"/>
              <a:gd name="connsiteY5" fmla="*/ 2485263 h 2880451"/>
              <a:gd name="connsiteX6" fmla="*/ 361201 w 890413"/>
              <a:gd name="connsiteY6" fmla="*/ 2850321 h 2880451"/>
              <a:gd name="connsiteX7" fmla="*/ 75930 w 890413"/>
              <a:gd name="connsiteY7" fmla="*/ 1819630 h 2880451"/>
              <a:gd name="connsiteX8" fmla="*/ 3067 w 890413"/>
              <a:gd name="connsiteY8" fmla="*/ 697657 h 2880451"/>
              <a:gd name="connsiteX0" fmla="*/ 3067 w 890413"/>
              <a:gd name="connsiteY0" fmla="*/ 747934 h 2930728"/>
              <a:gd name="connsiteX1" fmla="*/ 206616 w 890413"/>
              <a:gd name="connsiteY1" fmla="*/ 219552 h 2930728"/>
              <a:gd name="connsiteX2" fmla="*/ 490783 w 890413"/>
              <a:gd name="connsiteY2" fmla="*/ 356 h 2930728"/>
              <a:gd name="connsiteX3" fmla="*/ 837597 w 890413"/>
              <a:gd name="connsiteY3" fmla="*/ 231504 h 2930728"/>
              <a:gd name="connsiteX4" fmla="*/ 859499 w 890413"/>
              <a:gd name="connsiteY4" fmla="*/ 1462502 h 2930728"/>
              <a:gd name="connsiteX5" fmla="*/ 675769 w 890413"/>
              <a:gd name="connsiteY5" fmla="*/ 2535540 h 2930728"/>
              <a:gd name="connsiteX6" fmla="*/ 361201 w 890413"/>
              <a:gd name="connsiteY6" fmla="*/ 2900598 h 2930728"/>
              <a:gd name="connsiteX7" fmla="*/ 75930 w 890413"/>
              <a:gd name="connsiteY7" fmla="*/ 1869907 h 2930728"/>
              <a:gd name="connsiteX8" fmla="*/ 3067 w 890413"/>
              <a:gd name="connsiteY8" fmla="*/ 747934 h 2930728"/>
              <a:gd name="connsiteX0" fmla="*/ 1927 w 896675"/>
              <a:gd name="connsiteY0" fmla="*/ 1130640 h 2930728"/>
              <a:gd name="connsiteX1" fmla="*/ 212878 w 896675"/>
              <a:gd name="connsiteY1" fmla="*/ 219552 h 2930728"/>
              <a:gd name="connsiteX2" fmla="*/ 497045 w 896675"/>
              <a:gd name="connsiteY2" fmla="*/ 356 h 2930728"/>
              <a:gd name="connsiteX3" fmla="*/ 843859 w 896675"/>
              <a:gd name="connsiteY3" fmla="*/ 231504 h 2930728"/>
              <a:gd name="connsiteX4" fmla="*/ 865761 w 896675"/>
              <a:gd name="connsiteY4" fmla="*/ 1462502 h 2930728"/>
              <a:gd name="connsiteX5" fmla="*/ 682031 w 896675"/>
              <a:gd name="connsiteY5" fmla="*/ 2535540 h 2930728"/>
              <a:gd name="connsiteX6" fmla="*/ 367463 w 896675"/>
              <a:gd name="connsiteY6" fmla="*/ 2900598 h 2930728"/>
              <a:gd name="connsiteX7" fmla="*/ 82192 w 896675"/>
              <a:gd name="connsiteY7" fmla="*/ 1869907 h 2930728"/>
              <a:gd name="connsiteX8" fmla="*/ 1927 w 896675"/>
              <a:gd name="connsiteY8" fmla="*/ 1130640 h 2930728"/>
              <a:gd name="connsiteX0" fmla="*/ 3863 w 898611"/>
              <a:gd name="connsiteY0" fmla="*/ 1130640 h 2920786"/>
              <a:gd name="connsiteX1" fmla="*/ 214814 w 898611"/>
              <a:gd name="connsiteY1" fmla="*/ 219552 h 2920786"/>
              <a:gd name="connsiteX2" fmla="*/ 498981 w 898611"/>
              <a:gd name="connsiteY2" fmla="*/ 356 h 2920786"/>
              <a:gd name="connsiteX3" fmla="*/ 845795 w 898611"/>
              <a:gd name="connsiteY3" fmla="*/ 231504 h 2920786"/>
              <a:gd name="connsiteX4" fmla="*/ 867697 w 898611"/>
              <a:gd name="connsiteY4" fmla="*/ 1462502 h 2920786"/>
              <a:gd name="connsiteX5" fmla="*/ 683967 w 898611"/>
              <a:gd name="connsiteY5" fmla="*/ 2535540 h 2920786"/>
              <a:gd name="connsiteX6" fmla="*/ 369399 w 898611"/>
              <a:gd name="connsiteY6" fmla="*/ 2900598 h 2920786"/>
              <a:gd name="connsiteX7" fmla="*/ 114047 w 898611"/>
              <a:gd name="connsiteY7" fmla="*/ 2036227 h 2920786"/>
              <a:gd name="connsiteX8" fmla="*/ 3863 w 898611"/>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7429" h="2920786">
                <a:moveTo>
                  <a:pt x="2681" y="1130640"/>
                </a:moveTo>
                <a:cubicBezTo>
                  <a:pt x="19476" y="827861"/>
                  <a:pt x="23264" y="606440"/>
                  <a:pt x="213632" y="219552"/>
                </a:cubicBezTo>
                <a:cubicBezTo>
                  <a:pt x="378725" y="4273"/>
                  <a:pt x="392636" y="-1636"/>
                  <a:pt x="497799" y="356"/>
                </a:cubicBezTo>
                <a:cubicBezTo>
                  <a:pt x="602962" y="2348"/>
                  <a:pt x="651220" y="-30068"/>
                  <a:pt x="844613" y="231504"/>
                </a:cubicBezTo>
                <a:cubicBezTo>
                  <a:pt x="923436" y="495501"/>
                  <a:pt x="899322" y="1077936"/>
                  <a:pt x="866515" y="1462502"/>
                </a:cubicBezTo>
                <a:cubicBezTo>
                  <a:pt x="833708" y="1847068"/>
                  <a:pt x="761608" y="2271543"/>
                  <a:pt x="682785" y="2535540"/>
                </a:cubicBezTo>
                <a:cubicBezTo>
                  <a:pt x="603962" y="2799537"/>
                  <a:pt x="463204" y="2983817"/>
                  <a:pt x="368217" y="2900598"/>
                </a:cubicBezTo>
                <a:cubicBezTo>
                  <a:pt x="273230" y="2817379"/>
                  <a:pt x="204979" y="2394937"/>
                  <a:pt x="112865" y="2036227"/>
                </a:cubicBezTo>
                <a:cubicBezTo>
                  <a:pt x="51078" y="1661032"/>
                  <a:pt x="-14114" y="1433419"/>
                  <a:pt x="2681" y="1130640"/>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150"/>
          <p:cNvSpPr/>
          <p:nvPr/>
        </p:nvSpPr>
        <p:spPr>
          <a:xfrm rot="14242593">
            <a:off x="5801500" y="3672822"/>
            <a:ext cx="891168" cy="1619492"/>
          </a:xfrm>
          <a:custGeom>
            <a:avLst/>
            <a:gdLst>
              <a:gd name="connsiteX0" fmla="*/ 0 w 945872"/>
              <a:gd name="connsiteY0" fmla="*/ 1583985 h 3167970"/>
              <a:gd name="connsiteX1" fmla="*/ 472936 w 945872"/>
              <a:gd name="connsiteY1" fmla="*/ 0 h 3167970"/>
              <a:gd name="connsiteX2" fmla="*/ 945872 w 945872"/>
              <a:gd name="connsiteY2" fmla="*/ 1583985 h 3167970"/>
              <a:gd name="connsiteX3" fmla="*/ 472936 w 945872"/>
              <a:gd name="connsiteY3" fmla="*/ 3167970 h 3167970"/>
              <a:gd name="connsiteX4" fmla="*/ 0 w 945872"/>
              <a:gd name="connsiteY4" fmla="*/ 1583985 h 3167970"/>
              <a:gd name="connsiteX0" fmla="*/ 0 w 967452"/>
              <a:gd name="connsiteY0" fmla="*/ 1635047 h 3219032"/>
              <a:gd name="connsiteX1" fmla="*/ 472936 w 967452"/>
              <a:gd name="connsiteY1" fmla="*/ 51062 h 3219032"/>
              <a:gd name="connsiteX2" fmla="*/ 861683 w 967452"/>
              <a:gd name="connsiteY2" fmla="*/ 502456 h 3219032"/>
              <a:gd name="connsiteX3" fmla="*/ 945872 w 967452"/>
              <a:gd name="connsiteY3" fmla="*/ 1635047 h 3219032"/>
              <a:gd name="connsiteX4" fmla="*/ 472936 w 967452"/>
              <a:gd name="connsiteY4" fmla="*/ 3219032 h 3219032"/>
              <a:gd name="connsiteX5" fmla="*/ 0 w 967452"/>
              <a:gd name="connsiteY5" fmla="*/ 1635047 h 3219032"/>
              <a:gd name="connsiteX0" fmla="*/ 23718 w 991170"/>
              <a:gd name="connsiteY0" fmla="*/ 1584058 h 3168043"/>
              <a:gd name="connsiteX1" fmla="*/ 114906 w 991170"/>
              <a:gd name="connsiteY1" fmla="*/ 477572 h 3168043"/>
              <a:gd name="connsiteX2" fmla="*/ 496654 w 991170"/>
              <a:gd name="connsiteY2" fmla="*/ 73 h 3168043"/>
              <a:gd name="connsiteX3" fmla="*/ 885401 w 991170"/>
              <a:gd name="connsiteY3" fmla="*/ 451467 h 3168043"/>
              <a:gd name="connsiteX4" fmla="*/ 969590 w 991170"/>
              <a:gd name="connsiteY4" fmla="*/ 1584058 h 3168043"/>
              <a:gd name="connsiteX5" fmla="*/ 496654 w 991170"/>
              <a:gd name="connsiteY5" fmla="*/ 3168043 h 3168043"/>
              <a:gd name="connsiteX6" fmla="*/ 23718 w 991170"/>
              <a:gd name="connsiteY6" fmla="*/ 1584058 h 3168043"/>
              <a:gd name="connsiteX0" fmla="*/ 812 w 968264"/>
              <a:gd name="connsiteY0" fmla="*/ 1584058 h 3226959"/>
              <a:gd name="connsiteX1" fmla="*/ 92000 w 968264"/>
              <a:gd name="connsiteY1" fmla="*/ 477572 h 3226959"/>
              <a:gd name="connsiteX2" fmla="*/ 473748 w 968264"/>
              <a:gd name="connsiteY2" fmla="*/ 73 h 3226959"/>
              <a:gd name="connsiteX3" fmla="*/ 862495 w 968264"/>
              <a:gd name="connsiteY3" fmla="*/ 451467 h 3226959"/>
              <a:gd name="connsiteX4" fmla="*/ 946684 w 968264"/>
              <a:gd name="connsiteY4" fmla="*/ 1584058 h 3226959"/>
              <a:gd name="connsiteX5" fmla="*/ 473748 w 968264"/>
              <a:gd name="connsiteY5" fmla="*/ 3168043 h 3226959"/>
              <a:gd name="connsiteX6" fmla="*/ 122501 w 968264"/>
              <a:gd name="connsiteY6" fmla="*/ 2763848 h 3226959"/>
              <a:gd name="connsiteX7" fmla="*/ 812 w 968264"/>
              <a:gd name="connsiteY7" fmla="*/ 1584058 h 3226959"/>
              <a:gd name="connsiteX0" fmla="*/ 812 w 958461"/>
              <a:gd name="connsiteY0" fmla="*/ 1584058 h 3175875"/>
              <a:gd name="connsiteX1" fmla="*/ 92000 w 958461"/>
              <a:gd name="connsiteY1" fmla="*/ 477572 h 3175875"/>
              <a:gd name="connsiteX2" fmla="*/ 473748 w 958461"/>
              <a:gd name="connsiteY2" fmla="*/ 73 h 3175875"/>
              <a:gd name="connsiteX3" fmla="*/ 862495 w 958461"/>
              <a:gd name="connsiteY3" fmla="*/ 451467 h 3175875"/>
              <a:gd name="connsiteX4" fmla="*/ 946684 w 958461"/>
              <a:gd name="connsiteY4" fmla="*/ 1584058 h 3175875"/>
              <a:gd name="connsiteX5" fmla="*/ 764672 w 958461"/>
              <a:gd name="connsiteY5" fmla="*/ 2909783 h 3175875"/>
              <a:gd name="connsiteX6" fmla="*/ 473748 w 958461"/>
              <a:gd name="connsiteY6" fmla="*/ 3168043 h 3175875"/>
              <a:gd name="connsiteX7" fmla="*/ 122501 w 958461"/>
              <a:gd name="connsiteY7" fmla="*/ 2763848 h 3175875"/>
              <a:gd name="connsiteX8" fmla="*/ 812 w 958461"/>
              <a:gd name="connsiteY8" fmla="*/ 1584058 h 3175875"/>
              <a:gd name="connsiteX0" fmla="*/ 812 w 958461"/>
              <a:gd name="connsiteY0" fmla="*/ 1584058 h 3106127"/>
              <a:gd name="connsiteX1" fmla="*/ 92000 w 958461"/>
              <a:gd name="connsiteY1" fmla="*/ 477572 h 3106127"/>
              <a:gd name="connsiteX2" fmla="*/ 473748 w 958461"/>
              <a:gd name="connsiteY2" fmla="*/ 73 h 3106127"/>
              <a:gd name="connsiteX3" fmla="*/ 862495 w 958461"/>
              <a:gd name="connsiteY3" fmla="*/ 451467 h 3106127"/>
              <a:gd name="connsiteX4" fmla="*/ 946684 w 958461"/>
              <a:gd name="connsiteY4" fmla="*/ 1584058 h 3106127"/>
              <a:gd name="connsiteX5" fmla="*/ 764672 w 958461"/>
              <a:gd name="connsiteY5" fmla="*/ 2909783 h 3106127"/>
              <a:gd name="connsiteX6" fmla="*/ 323171 w 958461"/>
              <a:gd name="connsiteY6" fmla="*/ 3079237 h 3106127"/>
              <a:gd name="connsiteX7" fmla="*/ 122501 w 958461"/>
              <a:gd name="connsiteY7" fmla="*/ 2763848 h 3106127"/>
              <a:gd name="connsiteX8" fmla="*/ 812 w 958461"/>
              <a:gd name="connsiteY8" fmla="*/ 1584058 h 3106127"/>
              <a:gd name="connsiteX0" fmla="*/ 18564 w 976213"/>
              <a:gd name="connsiteY0" fmla="*/ 1584058 h 3116084"/>
              <a:gd name="connsiteX1" fmla="*/ 109752 w 976213"/>
              <a:gd name="connsiteY1" fmla="*/ 477572 h 3116084"/>
              <a:gd name="connsiteX2" fmla="*/ 491500 w 976213"/>
              <a:gd name="connsiteY2" fmla="*/ 73 h 3116084"/>
              <a:gd name="connsiteX3" fmla="*/ 880247 w 976213"/>
              <a:gd name="connsiteY3" fmla="*/ 451467 h 3116084"/>
              <a:gd name="connsiteX4" fmla="*/ 964436 w 976213"/>
              <a:gd name="connsiteY4" fmla="*/ 1584058 h 3116084"/>
              <a:gd name="connsiteX5" fmla="*/ 782424 w 976213"/>
              <a:gd name="connsiteY5" fmla="*/ 2909783 h 3116084"/>
              <a:gd name="connsiteX6" fmla="*/ 340923 w 976213"/>
              <a:gd name="connsiteY6" fmla="*/ 3079237 h 3116084"/>
              <a:gd name="connsiteX7" fmla="*/ 48387 w 976213"/>
              <a:gd name="connsiteY7" fmla="*/ 2626099 h 3116084"/>
              <a:gd name="connsiteX8" fmla="*/ 18564 w 976213"/>
              <a:gd name="connsiteY8" fmla="*/ 1584058 h 3116084"/>
              <a:gd name="connsiteX0" fmla="*/ 18564 w 976213"/>
              <a:gd name="connsiteY0" fmla="*/ 1584058 h 3079356"/>
              <a:gd name="connsiteX1" fmla="*/ 109752 w 976213"/>
              <a:gd name="connsiteY1" fmla="*/ 477572 h 3079356"/>
              <a:gd name="connsiteX2" fmla="*/ 491500 w 976213"/>
              <a:gd name="connsiteY2" fmla="*/ 73 h 3079356"/>
              <a:gd name="connsiteX3" fmla="*/ 880247 w 976213"/>
              <a:gd name="connsiteY3" fmla="*/ 451467 h 3079356"/>
              <a:gd name="connsiteX4" fmla="*/ 964436 w 976213"/>
              <a:gd name="connsiteY4" fmla="*/ 1584058 h 3079356"/>
              <a:gd name="connsiteX5" fmla="*/ 780706 w 976213"/>
              <a:gd name="connsiteY5" fmla="*/ 2657096 h 3079356"/>
              <a:gd name="connsiteX6" fmla="*/ 340923 w 976213"/>
              <a:gd name="connsiteY6" fmla="*/ 3079237 h 3079356"/>
              <a:gd name="connsiteX7" fmla="*/ 48387 w 976213"/>
              <a:gd name="connsiteY7" fmla="*/ 2626099 h 3079356"/>
              <a:gd name="connsiteX8" fmla="*/ 18564 w 976213"/>
              <a:gd name="connsiteY8" fmla="*/ 1584058 h 3079356"/>
              <a:gd name="connsiteX0" fmla="*/ 18564 w 976213"/>
              <a:gd name="connsiteY0" fmla="*/ 1584058 h 3022333"/>
              <a:gd name="connsiteX1" fmla="*/ 109752 w 976213"/>
              <a:gd name="connsiteY1" fmla="*/ 477572 h 3022333"/>
              <a:gd name="connsiteX2" fmla="*/ 491500 w 976213"/>
              <a:gd name="connsiteY2" fmla="*/ 73 h 3022333"/>
              <a:gd name="connsiteX3" fmla="*/ 880247 w 976213"/>
              <a:gd name="connsiteY3" fmla="*/ 451467 h 3022333"/>
              <a:gd name="connsiteX4" fmla="*/ 964436 w 976213"/>
              <a:gd name="connsiteY4" fmla="*/ 1584058 h 3022333"/>
              <a:gd name="connsiteX5" fmla="*/ 780706 w 976213"/>
              <a:gd name="connsiteY5" fmla="*/ 2657096 h 3022333"/>
              <a:gd name="connsiteX6" fmla="*/ 466138 w 976213"/>
              <a:gd name="connsiteY6" fmla="*/ 3022154 h 3022333"/>
              <a:gd name="connsiteX7" fmla="*/ 48387 w 976213"/>
              <a:gd name="connsiteY7" fmla="*/ 2626099 h 3022333"/>
              <a:gd name="connsiteX8" fmla="*/ 18564 w 976213"/>
              <a:gd name="connsiteY8" fmla="*/ 1584058 h 3022333"/>
              <a:gd name="connsiteX0" fmla="*/ 1175 w 958824"/>
              <a:gd name="connsiteY0" fmla="*/ 1584058 h 3044396"/>
              <a:gd name="connsiteX1" fmla="*/ 92363 w 958824"/>
              <a:gd name="connsiteY1" fmla="*/ 477572 h 3044396"/>
              <a:gd name="connsiteX2" fmla="*/ 474111 w 958824"/>
              <a:gd name="connsiteY2" fmla="*/ 73 h 3044396"/>
              <a:gd name="connsiteX3" fmla="*/ 862858 w 958824"/>
              <a:gd name="connsiteY3" fmla="*/ 451467 h 3044396"/>
              <a:gd name="connsiteX4" fmla="*/ 947047 w 958824"/>
              <a:gd name="connsiteY4" fmla="*/ 1584058 h 3044396"/>
              <a:gd name="connsiteX5" fmla="*/ 763317 w 958824"/>
              <a:gd name="connsiteY5" fmla="*/ 2657096 h 3044396"/>
              <a:gd name="connsiteX6" fmla="*/ 448749 w 958824"/>
              <a:gd name="connsiteY6" fmla="*/ 3022154 h 3044396"/>
              <a:gd name="connsiteX7" fmla="*/ 131142 w 958824"/>
              <a:gd name="connsiteY7" fmla="*/ 2122422 h 3044396"/>
              <a:gd name="connsiteX8" fmla="*/ 1175 w 958824"/>
              <a:gd name="connsiteY8" fmla="*/ 1584058 h 3044396"/>
              <a:gd name="connsiteX0" fmla="*/ 6125 w 927920"/>
              <a:gd name="connsiteY0" fmla="*/ 1023420 h 3044396"/>
              <a:gd name="connsiteX1" fmla="*/ 61459 w 927920"/>
              <a:gd name="connsiteY1" fmla="*/ 477572 h 3044396"/>
              <a:gd name="connsiteX2" fmla="*/ 443207 w 927920"/>
              <a:gd name="connsiteY2" fmla="*/ 73 h 3044396"/>
              <a:gd name="connsiteX3" fmla="*/ 831954 w 927920"/>
              <a:gd name="connsiteY3" fmla="*/ 451467 h 3044396"/>
              <a:gd name="connsiteX4" fmla="*/ 916143 w 927920"/>
              <a:gd name="connsiteY4" fmla="*/ 1584058 h 3044396"/>
              <a:gd name="connsiteX5" fmla="*/ 732413 w 927920"/>
              <a:gd name="connsiteY5" fmla="*/ 2657096 h 3044396"/>
              <a:gd name="connsiteX6" fmla="*/ 417845 w 927920"/>
              <a:gd name="connsiteY6" fmla="*/ 3022154 h 3044396"/>
              <a:gd name="connsiteX7" fmla="*/ 100238 w 927920"/>
              <a:gd name="connsiteY7" fmla="*/ 2122422 h 3044396"/>
              <a:gd name="connsiteX8" fmla="*/ 6125 w 927920"/>
              <a:gd name="connsiteY8" fmla="*/ 1023420 h 3044396"/>
              <a:gd name="connsiteX0" fmla="*/ 6125 w 927920"/>
              <a:gd name="connsiteY0" fmla="*/ 762296 h 2783272"/>
              <a:gd name="connsiteX1" fmla="*/ 61459 w 927920"/>
              <a:gd name="connsiteY1" fmla="*/ 216448 h 2783272"/>
              <a:gd name="connsiteX2" fmla="*/ 539850 w 927920"/>
              <a:gd name="connsiteY2" fmla="*/ 16843 h 2783272"/>
              <a:gd name="connsiteX3" fmla="*/ 831954 w 927920"/>
              <a:gd name="connsiteY3" fmla="*/ 190343 h 2783272"/>
              <a:gd name="connsiteX4" fmla="*/ 916143 w 927920"/>
              <a:gd name="connsiteY4" fmla="*/ 1322934 h 2783272"/>
              <a:gd name="connsiteX5" fmla="*/ 732413 w 927920"/>
              <a:gd name="connsiteY5" fmla="*/ 2395972 h 2783272"/>
              <a:gd name="connsiteX6" fmla="*/ 417845 w 927920"/>
              <a:gd name="connsiteY6" fmla="*/ 2761030 h 2783272"/>
              <a:gd name="connsiteX7" fmla="*/ 100238 w 927920"/>
              <a:gd name="connsiteY7" fmla="*/ 1861298 h 2783272"/>
              <a:gd name="connsiteX8" fmla="*/ 6125 w 927920"/>
              <a:gd name="connsiteY8" fmla="*/ 762296 h 2783272"/>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752965 h 2773941"/>
              <a:gd name="connsiteX1" fmla="*/ 61459 w 939044"/>
              <a:gd name="connsiteY1" fmla="*/ 207117 h 2773941"/>
              <a:gd name="connsiteX2" fmla="*/ 539850 w 939044"/>
              <a:gd name="connsiteY2" fmla="*/ 7512 h 2773941"/>
              <a:gd name="connsiteX3" fmla="*/ 876256 w 939044"/>
              <a:gd name="connsiteY3" fmla="*/ 215066 h 2773941"/>
              <a:gd name="connsiteX4" fmla="*/ 916143 w 939044"/>
              <a:gd name="connsiteY4" fmla="*/ 1313603 h 2773941"/>
              <a:gd name="connsiteX5" fmla="*/ 732413 w 939044"/>
              <a:gd name="connsiteY5" fmla="*/ 2386641 h 2773941"/>
              <a:gd name="connsiteX6" fmla="*/ 417845 w 939044"/>
              <a:gd name="connsiteY6" fmla="*/ 2751699 h 2773941"/>
              <a:gd name="connsiteX7" fmla="*/ 100238 w 939044"/>
              <a:gd name="connsiteY7" fmla="*/ 1851967 h 2773941"/>
              <a:gd name="connsiteX8" fmla="*/ 6125 w 939044"/>
              <a:gd name="connsiteY8" fmla="*/ 752965 h 2773941"/>
              <a:gd name="connsiteX0" fmla="*/ 6125 w 939044"/>
              <a:gd name="connsiteY0" fmla="*/ 834817 h 2855793"/>
              <a:gd name="connsiteX1" fmla="*/ 61459 w 939044"/>
              <a:gd name="connsiteY1" fmla="*/ 288969 h 2855793"/>
              <a:gd name="connsiteX2" fmla="*/ 534836 w 939044"/>
              <a:gd name="connsiteY2" fmla="*/ 45 h 2855793"/>
              <a:gd name="connsiteX3" fmla="*/ 876256 w 939044"/>
              <a:gd name="connsiteY3" fmla="*/ 296918 h 2855793"/>
              <a:gd name="connsiteX4" fmla="*/ 916143 w 939044"/>
              <a:gd name="connsiteY4" fmla="*/ 1395455 h 2855793"/>
              <a:gd name="connsiteX5" fmla="*/ 732413 w 939044"/>
              <a:gd name="connsiteY5" fmla="*/ 2468493 h 2855793"/>
              <a:gd name="connsiteX6" fmla="*/ 417845 w 939044"/>
              <a:gd name="connsiteY6" fmla="*/ 2833551 h 2855793"/>
              <a:gd name="connsiteX7" fmla="*/ 100238 w 939044"/>
              <a:gd name="connsiteY7" fmla="*/ 1933819 h 2855793"/>
              <a:gd name="connsiteX8" fmla="*/ 6125 w 939044"/>
              <a:gd name="connsiteY8" fmla="*/ 834817 h 2855793"/>
              <a:gd name="connsiteX0" fmla="*/ 8111 w 941030"/>
              <a:gd name="connsiteY0" fmla="*/ 839858 h 2860834"/>
              <a:gd name="connsiteX1" fmla="*/ 263598 w 941030"/>
              <a:gd name="connsiteY1" fmla="*/ 239230 h 2860834"/>
              <a:gd name="connsiteX2" fmla="*/ 536822 w 941030"/>
              <a:gd name="connsiteY2" fmla="*/ 5086 h 2860834"/>
              <a:gd name="connsiteX3" fmla="*/ 878242 w 941030"/>
              <a:gd name="connsiteY3" fmla="*/ 301959 h 2860834"/>
              <a:gd name="connsiteX4" fmla="*/ 918129 w 941030"/>
              <a:gd name="connsiteY4" fmla="*/ 1400496 h 2860834"/>
              <a:gd name="connsiteX5" fmla="*/ 734399 w 941030"/>
              <a:gd name="connsiteY5" fmla="*/ 2473534 h 2860834"/>
              <a:gd name="connsiteX6" fmla="*/ 419831 w 941030"/>
              <a:gd name="connsiteY6" fmla="*/ 2838592 h 2860834"/>
              <a:gd name="connsiteX7" fmla="*/ 102224 w 941030"/>
              <a:gd name="connsiteY7" fmla="*/ 1938860 h 2860834"/>
              <a:gd name="connsiteX8" fmla="*/ 8111 w 941030"/>
              <a:gd name="connsiteY8" fmla="*/ 839858 h 2860834"/>
              <a:gd name="connsiteX0" fmla="*/ 17831 w 903494"/>
              <a:gd name="connsiteY0" fmla="*/ 660008 h 2860834"/>
              <a:gd name="connsiteX1" fmla="*/ 226062 w 903494"/>
              <a:gd name="connsiteY1" fmla="*/ 239230 h 2860834"/>
              <a:gd name="connsiteX2" fmla="*/ 499286 w 903494"/>
              <a:gd name="connsiteY2" fmla="*/ 5086 h 2860834"/>
              <a:gd name="connsiteX3" fmla="*/ 840706 w 903494"/>
              <a:gd name="connsiteY3" fmla="*/ 301959 h 2860834"/>
              <a:gd name="connsiteX4" fmla="*/ 880593 w 903494"/>
              <a:gd name="connsiteY4" fmla="*/ 1400496 h 2860834"/>
              <a:gd name="connsiteX5" fmla="*/ 696863 w 903494"/>
              <a:gd name="connsiteY5" fmla="*/ 2473534 h 2860834"/>
              <a:gd name="connsiteX6" fmla="*/ 382295 w 903494"/>
              <a:gd name="connsiteY6" fmla="*/ 2838592 h 2860834"/>
              <a:gd name="connsiteX7" fmla="*/ 64688 w 903494"/>
              <a:gd name="connsiteY7" fmla="*/ 1938860 h 2860834"/>
              <a:gd name="connsiteX8" fmla="*/ 17831 w 903494"/>
              <a:gd name="connsiteY8" fmla="*/ 660008 h 2860834"/>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88176 h 2889002"/>
              <a:gd name="connsiteX1" fmla="*/ 227828 w 903612"/>
              <a:gd name="connsiteY1" fmla="*/ 185714 h 2889002"/>
              <a:gd name="connsiteX2" fmla="*/ 499404 w 903612"/>
              <a:gd name="connsiteY2" fmla="*/ 33254 h 2889002"/>
              <a:gd name="connsiteX3" fmla="*/ 840824 w 903612"/>
              <a:gd name="connsiteY3" fmla="*/ 330127 h 2889002"/>
              <a:gd name="connsiteX4" fmla="*/ 880711 w 903612"/>
              <a:gd name="connsiteY4" fmla="*/ 1428664 h 2889002"/>
              <a:gd name="connsiteX5" fmla="*/ 696981 w 903612"/>
              <a:gd name="connsiteY5" fmla="*/ 2501702 h 2889002"/>
              <a:gd name="connsiteX6" fmla="*/ 382413 w 903612"/>
              <a:gd name="connsiteY6" fmla="*/ 2866760 h 2889002"/>
              <a:gd name="connsiteX7" fmla="*/ 64806 w 903612"/>
              <a:gd name="connsiteY7" fmla="*/ 1967028 h 2889002"/>
              <a:gd name="connsiteX8" fmla="*/ 17949 w 903612"/>
              <a:gd name="connsiteY8" fmla="*/ 688176 h 2889002"/>
              <a:gd name="connsiteX0" fmla="*/ 17949 w 903612"/>
              <a:gd name="connsiteY0" fmla="*/ 674088 h 2874914"/>
              <a:gd name="connsiteX1" fmla="*/ 227828 w 903612"/>
              <a:gd name="connsiteY1" fmla="*/ 171626 h 2874914"/>
              <a:gd name="connsiteX2" fmla="*/ 499404 w 903612"/>
              <a:gd name="connsiteY2" fmla="*/ 19166 h 2874914"/>
              <a:gd name="connsiteX3" fmla="*/ 840824 w 903612"/>
              <a:gd name="connsiteY3" fmla="*/ 316039 h 2874914"/>
              <a:gd name="connsiteX4" fmla="*/ 880711 w 903612"/>
              <a:gd name="connsiteY4" fmla="*/ 1414576 h 2874914"/>
              <a:gd name="connsiteX5" fmla="*/ 696981 w 903612"/>
              <a:gd name="connsiteY5" fmla="*/ 2487614 h 2874914"/>
              <a:gd name="connsiteX6" fmla="*/ 382413 w 903612"/>
              <a:gd name="connsiteY6" fmla="*/ 2852672 h 2874914"/>
              <a:gd name="connsiteX7" fmla="*/ 64806 w 903612"/>
              <a:gd name="connsiteY7" fmla="*/ 1952940 h 2874914"/>
              <a:gd name="connsiteX8" fmla="*/ 17949 w 903612"/>
              <a:gd name="connsiteY8" fmla="*/ 674088 h 2874914"/>
              <a:gd name="connsiteX0" fmla="*/ 26925 w 891376"/>
              <a:gd name="connsiteY0" fmla="*/ 717064 h 2874914"/>
              <a:gd name="connsiteX1" fmla="*/ 215592 w 891376"/>
              <a:gd name="connsiteY1" fmla="*/ 171626 h 2874914"/>
              <a:gd name="connsiteX2" fmla="*/ 487168 w 891376"/>
              <a:gd name="connsiteY2" fmla="*/ 19166 h 2874914"/>
              <a:gd name="connsiteX3" fmla="*/ 828588 w 891376"/>
              <a:gd name="connsiteY3" fmla="*/ 316039 h 2874914"/>
              <a:gd name="connsiteX4" fmla="*/ 868475 w 891376"/>
              <a:gd name="connsiteY4" fmla="*/ 1414576 h 2874914"/>
              <a:gd name="connsiteX5" fmla="*/ 684745 w 891376"/>
              <a:gd name="connsiteY5" fmla="*/ 2487614 h 2874914"/>
              <a:gd name="connsiteX6" fmla="*/ 370177 w 891376"/>
              <a:gd name="connsiteY6" fmla="*/ 2852672 h 2874914"/>
              <a:gd name="connsiteX7" fmla="*/ 52570 w 891376"/>
              <a:gd name="connsiteY7" fmla="*/ 1952940 h 2874914"/>
              <a:gd name="connsiteX8" fmla="*/ 26925 w 891376"/>
              <a:gd name="connsiteY8" fmla="*/ 717064 h 2874914"/>
              <a:gd name="connsiteX0" fmla="*/ 47530 w 911981"/>
              <a:gd name="connsiteY0" fmla="*/ 717064 h 2874914"/>
              <a:gd name="connsiteX1" fmla="*/ 236197 w 911981"/>
              <a:gd name="connsiteY1" fmla="*/ 171626 h 2874914"/>
              <a:gd name="connsiteX2" fmla="*/ 507773 w 911981"/>
              <a:gd name="connsiteY2" fmla="*/ 19166 h 2874914"/>
              <a:gd name="connsiteX3" fmla="*/ 849193 w 911981"/>
              <a:gd name="connsiteY3" fmla="*/ 316039 h 2874914"/>
              <a:gd name="connsiteX4" fmla="*/ 889080 w 911981"/>
              <a:gd name="connsiteY4" fmla="*/ 1414576 h 2874914"/>
              <a:gd name="connsiteX5" fmla="*/ 705350 w 911981"/>
              <a:gd name="connsiteY5" fmla="*/ 2487614 h 2874914"/>
              <a:gd name="connsiteX6" fmla="*/ 390782 w 911981"/>
              <a:gd name="connsiteY6" fmla="*/ 2852672 h 2874914"/>
              <a:gd name="connsiteX7" fmla="*/ 73175 w 911981"/>
              <a:gd name="connsiteY7" fmla="*/ 1952940 h 2874914"/>
              <a:gd name="connsiteX8" fmla="*/ 47530 w 911981"/>
              <a:gd name="connsiteY8" fmla="*/ 717064 h 2874914"/>
              <a:gd name="connsiteX0" fmla="*/ 27966 w 892417"/>
              <a:gd name="connsiteY0" fmla="*/ 717064 h 2874914"/>
              <a:gd name="connsiteX1" fmla="*/ 216633 w 892417"/>
              <a:gd name="connsiteY1" fmla="*/ 171626 h 2874914"/>
              <a:gd name="connsiteX2" fmla="*/ 488209 w 892417"/>
              <a:gd name="connsiteY2" fmla="*/ 19166 h 2874914"/>
              <a:gd name="connsiteX3" fmla="*/ 829629 w 892417"/>
              <a:gd name="connsiteY3" fmla="*/ 316039 h 2874914"/>
              <a:gd name="connsiteX4" fmla="*/ 869516 w 892417"/>
              <a:gd name="connsiteY4" fmla="*/ 1414576 h 2874914"/>
              <a:gd name="connsiteX5" fmla="*/ 685786 w 892417"/>
              <a:gd name="connsiteY5" fmla="*/ 2487614 h 2874914"/>
              <a:gd name="connsiteX6" fmla="*/ 371218 w 892417"/>
              <a:gd name="connsiteY6" fmla="*/ 2852672 h 2874914"/>
              <a:gd name="connsiteX7" fmla="*/ 53611 w 892417"/>
              <a:gd name="connsiteY7" fmla="*/ 1952940 h 2874914"/>
              <a:gd name="connsiteX8" fmla="*/ 27966 w 892417"/>
              <a:gd name="connsiteY8" fmla="*/ 717064 h 2874914"/>
              <a:gd name="connsiteX0" fmla="*/ 12170 w 876621"/>
              <a:gd name="connsiteY0" fmla="*/ 717064 h 2882802"/>
              <a:gd name="connsiteX1" fmla="*/ 200837 w 876621"/>
              <a:gd name="connsiteY1" fmla="*/ 171626 h 2882802"/>
              <a:gd name="connsiteX2" fmla="*/ 472413 w 876621"/>
              <a:gd name="connsiteY2" fmla="*/ 19166 h 2882802"/>
              <a:gd name="connsiteX3" fmla="*/ 813833 w 876621"/>
              <a:gd name="connsiteY3" fmla="*/ 316039 h 2882802"/>
              <a:gd name="connsiteX4" fmla="*/ 853720 w 876621"/>
              <a:gd name="connsiteY4" fmla="*/ 1414576 h 2882802"/>
              <a:gd name="connsiteX5" fmla="*/ 669990 w 876621"/>
              <a:gd name="connsiteY5" fmla="*/ 2487614 h 2882802"/>
              <a:gd name="connsiteX6" fmla="*/ 355422 w 876621"/>
              <a:gd name="connsiteY6" fmla="*/ 2852672 h 2882802"/>
              <a:gd name="connsiteX7" fmla="*/ 70151 w 876621"/>
              <a:gd name="connsiteY7" fmla="*/ 1821981 h 2882802"/>
              <a:gd name="connsiteX8" fmla="*/ 12170 w 87662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14640 w 879091"/>
              <a:gd name="connsiteY0" fmla="*/ 717064 h 2882802"/>
              <a:gd name="connsiteX1" fmla="*/ 203307 w 879091"/>
              <a:gd name="connsiteY1" fmla="*/ 171626 h 2882802"/>
              <a:gd name="connsiteX2" fmla="*/ 474883 w 879091"/>
              <a:gd name="connsiteY2" fmla="*/ 19166 h 2882802"/>
              <a:gd name="connsiteX3" fmla="*/ 816303 w 879091"/>
              <a:gd name="connsiteY3" fmla="*/ 316039 h 2882802"/>
              <a:gd name="connsiteX4" fmla="*/ 856190 w 879091"/>
              <a:gd name="connsiteY4" fmla="*/ 1414576 h 2882802"/>
              <a:gd name="connsiteX5" fmla="*/ 672460 w 879091"/>
              <a:gd name="connsiteY5" fmla="*/ 2487614 h 2882802"/>
              <a:gd name="connsiteX6" fmla="*/ 357892 w 879091"/>
              <a:gd name="connsiteY6" fmla="*/ 2852672 h 2882802"/>
              <a:gd name="connsiteX7" fmla="*/ 72621 w 879091"/>
              <a:gd name="connsiteY7" fmla="*/ 1821981 h 2882802"/>
              <a:gd name="connsiteX8" fmla="*/ 14640 w 879091"/>
              <a:gd name="connsiteY8" fmla="*/ 717064 h 2882802"/>
              <a:gd name="connsiteX0" fmla="*/ 35559 w 900010"/>
              <a:gd name="connsiteY0" fmla="*/ 717064 h 2882802"/>
              <a:gd name="connsiteX1" fmla="*/ 224226 w 900010"/>
              <a:gd name="connsiteY1" fmla="*/ 171626 h 2882802"/>
              <a:gd name="connsiteX2" fmla="*/ 495802 w 900010"/>
              <a:gd name="connsiteY2" fmla="*/ 19166 h 2882802"/>
              <a:gd name="connsiteX3" fmla="*/ 837222 w 900010"/>
              <a:gd name="connsiteY3" fmla="*/ 316039 h 2882802"/>
              <a:gd name="connsiteX4" fmla="*/ 877109 w 900010"/>
              <a:gd name="connsiteY4" fmla="*/ 1414576 h 2882802"/>
              <a:gd name="connsiteX5" fmla="*/ 693379 w 900010"/>
              <a:gd name="connsiteY5" fmla="*/ 2487614 h 2882802"/>
              <a:gd name="connsiteX6" fmla="*/ 378811 w 900010"/>
              <a:gd name="connsiteY6" fmla="*/ 2852672 h 2882802"/>
              <a:gd name="connsiteX7" fmla="*/ 93540 w 900010"/>
              <a:gd name="connsiteY7" fmla="*/ 1821981 h 2882802"/>
              <a:gd name="connsiteX8" fmla="*/ 35559 w 900010"/>
              <a:gd name="connsiteY8" fmla="*/ 717064 h 2882802"/>
              <a:gd name="connsiteX0" fmla="*/ 26171 w 890622"/>
              <a:gd name="connsiteY0" fmla="*/ 717064 h 2882802"/>
              <a:gd name="connsiteX1" fmla="*/ 214838 w 890622"/>
              <a:gd name="connsiteY1" fmla="*/ 171626 h 2882802"/>
              <a:gd name="connsiteX2" fmla="*/ 486414 w 890622"/>
              <a:gd name="connsiteY2" fmla="*/ 19166 h 2882802"/>
              <a:gd name="connsiteX3" fmla="*/ 827834 w 890622"/>
              <a:gd name="connsiteY3" fmla="*/ 316039 h 2882802"/>
              <a:gd name="connsiteX4" fmla="*/ 867721 w 890622"/>
              <a:gd name="connsiteY4" fmla="*/ 1414576 h 2882802"/>
              <a:gd name="connsiteX5" fmla="*/ 683991 w 890622"/>
              <a:gd name="connsiteY5" fmla="*/ 2487614 h 2882802"/>
              <a:gd name="connsiteX6" fmla="*/ 369423 w 890622"/>
              <a:gd name="connsiteY6" fmla="*/ 2852672 h 2882802"/>
              <a:gd name="connsiteX7" fmla="*/ 84152 w 890622"/>
              <a:gd name="connsiteY7" fmla="*/ 1821981 h 2882802"/>
              <a:gd name="connsiteX8" fmla="*/ 26171 w 890622"/>
              <a:gd name="connsiteY8" fmla="*/ 717064 h 2882802"/>
              <a:gd name="connsiteX0" fmla="*/ 29461 w 893912"/>
              <a:gd name="connsiteY0" fmla="*/ 717064 h 2882802"/>
              <a:gd name="connsiteX1" fmla="*/ 218128 w 893912"/>
              <a:gd name="connsiteY1" fmla="*/ 171626 h 2882802"/>
              <a:gd name="connsiteX2" fmla="*/ 489704 w 893912"/>
              <a:gd name="connsiteY2" fmla="*/ 19166 h 2882802"/>
              <a:gd name="connsiteX3" fmla="*/ 831124 w 893912"/>
              <a:gd name="connsiteY3" fmla="*/ 316039 h 2882802"/>
              <a:gd name="connsiteX4" fmla="*/ 871011 w 893912"/>
              <a:gd name="connsiteY4" fmla="*/ 1414576 h 2882802"/>
              <a:gd name="connsiteX5" fmla="*/ 687281 w 893912"/>
              <a:gd name="connsiteY5" fmla="*/ 2487614 h 2882802"/>
              <a:gd name="connsiteX6" fmla="*/ 372713 w 893912"/>
              <a:gd name="connsiteY6" fmla="*/ 2852672 h 2882802"/>
              <a:gd name="connsiteX7" fmla="*/ 87442 w 893912"/>
              <a:gd name="connsiteY7" fmla="*/ 1821981 h 2882802"/>
              <a:gd name="connsiteX8" fmla="*/ 29461 w 893912"/>
              <a:gd name="connsiteY8" fmla="*/ 717064 h 2882802"/>
              <a:gd name="connsiteX0" fmla="*/ 25528 w 904861"/>
              <a:gd name="connsiteY0" fmla="*/ 700008 h 2882802"/>
              <a:gd name="connsiteX1" fmla="*/ 229077 w 904861"/>
              <a:gd name="connsiteY1" fmla="*/ 171626 h 2882802"/>
              <a:gd name="connsiteX2" fmla="*/ 500653 w 904861"/>
              <a:gd name="connsiteY2" fmla="*/ 19166 h 2882802"/>
              <a:gd name="connsiteX3" fmla="*/ 842073 w 904861"/>
              <a:gd name="connsiteY3" fmla="*/ 316039 h 2882802"/>
              <a:gd name="connsiteX4" fmla="*/ 881960 w 904861"/>
              <a:gd name="connsiteY4" fmla="*/ 1414576 h 2882802"/>
              <a:gd name="connsiteX5" fmla="*/ 698230 w 904861"/>
              <a:gd name="connsiteY5" fmla="*/ 2487614 h 2882802"/>
              <a:gd name="connsiteX6" fmla="*/ 383662 w 904861"/>
              <a:gd name="connsiteY6" fmla="*/ 2852672 h 2882802"/>
              <a:gd name="connsiteX7" fmla="*/ 98391 w 904861"/>
              <a:gd name="connsiteY7" fmla="*/ 1821981 h 2882802"/>
              <a:gd name="connsiteX8" fmla="*/ 25528 w 904861"/>
              <a:gd name="connsiteY8" fmla="*/ 700008 h 2882802"/>
              <a:gd name="connsiteX0" fmla="*/ 3067 w 882400"/>
              <a:gd name="connsiteY0" fmla="*/ 700008 h 2882802"/>
              <a:gd name="connsiteX1" fmla="*/ 206616 w 882400"/>
              <a:gd name="connsiteY1" fmla="*/ 171626 h 2882802"/>
              <a:gd name="connsiteX2" fmla="*/ 478192 w 882400"/>
              <a:gd name="connsiteY2" fmla="*/ 19166 h 2882802"/>
              <a:gd name="connsiteX3" fmla="*/ 819612 w 882400"/>
              <a:gd name="connsiteY3" fmla="*/ 316039 h 2882802"/>
              <a:gd name="connsiteX4" fmla="*/ 859499 w 882400"/>
              <a:gd name="connsiteY4" fmla="*/ 1414576 h 2882802"/>
              <a:gd name="connsiteX5" fmla="*/ 675769 w 882400"/>
              <a:gd name="connsiteY5" fmla="*/ 2487614 h 2882802"/>
              <a:gd name="connsiteX6" fmla="*/ 361201 w 882400"/>
              <a:gd name="connsiteY6" fmla="*/ 2852672 h 2882802"/>
              <a:gd name="connsiteX7" fmla="*/ 75930 w 882400"/>
              <a:gd name="connsiteY7" fmla="*/ 1821981 h 2882802"/>
              <a:gd name="connsiteX8" fmla="*/ 3067 w 882400"/>
              <a:gd name="connsiteY8" fmla="*/ 700008 h 2882802"/>
              <a:gd name="connsiteX0" fmla="*/ 3067 w 890413"/>
              <a:gd name="connsiteY0" fmla="*/ 697657 h 2880451"/>
              <a:gd name="connsiteX1" fmla="*/ 206616 w 890413"/>
              <a:gd name="connsiteY1" fmla="*/ 169275 h 2880451"/>
              <a:gd name="connsiteX2" fmla="*/ 478192 w 890413"/>
              <a:gd name="connsiteY2" fmla="*/ 16815 h 2880451"/>
              <a:gd name="connsiteX3" fmla="*/ 837597 w 890413"/>
              <a:gd name="connsiteY3" fmla="*/ 181227 h 2880451"/>
              <a:gd name="connsiteX4" fmla="*/ 859499 w 890413"/>
              <a:gd name="connsiteY4" fmla="*/ 1412225 h 2880451"/>
              <a:gd name="connsiteX5" fmla="*/ 675769 w 890413"/>
              <a:gd name="connsiteY5" fmla="*/ 2485263 h 2880451"/>
              <a:gd name="connsiteX6" fmla="*/ 361201 w 890413"/>
              <a:gd name="connsiteY6" fmla="*/ 2850321 h 2880451"/>
              <a:gd name="connsiteX7" fmla="*/ 75930 w 890413"/>
              <a:gd name="connsiteY7" fmla="*/ 1819630 h 2880451"/>
              <a:gd name="connsiteX8" fmla="*/ 3067 w 890413"/>
              <a:gd name="connsiteY8" fmla="*/ 697657 h 2880451"/>
              <a:gd name="connsiteX0" fmla="*/ 3067 w 890413"/>
              <a:gd name="connsiteY0" fmla="*/ 747934 h 2930728"/>
              <a:gd name="connsiteX1" fmla="*/ 206616 w 890413"/>
              <a:gd name="connsiteY1" fmla="*/ 219552 h 2930728"/>
              <a:gd name="connsiteX2" fmla="*/ 490783 w 890413"/>
              <a:gd name="connsiteY2" fmla="*/ 356 h 2930728"/>
              <a:gd name="connsiteX3" fmla="*/ 837597 w 890413"/>
              <a:gd name="connsiteY3" fmla="*/ 231504 h 2930728"/>
              <a:gd name="connsiteX4" fmla="*/ 859499 w 890413"/>
              <a:gd name="connsiteY4" fmla="*/ 1462502 h 2930728"/>
              <a:gd name="connsiteX5" fmla="*/ 675769 w 890413"/>
              <a:gd name="connsiteY5" fmla="*/ 2535540 h 2930728"/>
              <a:gd name="connsiteX6" fmla="*/ 361201 w 890413"/>
              <a:gd name="connsiteY6" fmla="*/ 2900598 h 2930728"/>
              <a:gd name="connsiteX7" fmla="*/ 75930 w 890413"/>
              <a:gd name="connsiteY7" fmla="*/ 1869907 h 2930728"/>
              <a:gd name="connsiteX8" fmla="*/ 3067 w 890413"/>
              <a:gd name="connsiteY8" fmla="*/ 747934 h 2930728"/>
              <a:gd name="connsiteX0" fmla="*/ 1927 w 896675"/>
              <a:gd name="connsiteY0" fmla="*/ 1130640 h 2930728"/>
              <a:gd name="connsiteX1" fmla="*/ 212878 w 896675"/>
              <a:gd name="connsiteY1" fmla="*/ 219552 h 2930728"/>
              <a:gd name="connsiteX2" fmla="*/ 497045 w 896675"/>
              <a:gd name="connsiteY2" fmla="*/ 356 h 2930728"/>
              <a:gd name="connsiteX3" fmla="*/ 843859 w 896675"/>
              <a:gd name="connsiteY3" fmla="*/ 231504 h 2930728"/>
              <a:gd name="connsiteX4" fmla="*/ 865761 w 896675"/>
              <a:gd name="connsiteY4" fmla="*/ 1462502 h 2930728"/>
              <a:gd name="connsiteX5" fmla="*/ 682031 w 896675"/>
              <a:gd name="connsiteY5" fmla="*/ 2535540 h 2930728"/>
              <a:gd name="connsiteX6" fmla="*/ 367463 w 896675"/>
              <a:gd name="connsiteY6" fmla="*/ 2900598 h 2930728"/>
              <a:gd name="connsiteX7" fmla="*/ 82192 w 896675"/>
              <a:gd name="connsiteY7" fmla="*/ 1869907 h 2930728"/>
              <a:gd name="connsiteX8" fmla="*/ 1927 w 896675"/>
              <a:gd name="connsiteY8" fmla="*/ 1130640 h 2930728"/>
              <a:gd name="connsiteX0" fmla="*/ 3863 w 898611"/>
              <a:gd name="connsiteY0" fmla="*/ 1130640 h 2920786"/>
              <a:gd name="connsiteX1" fmla="*/ 214814 w 898611"/>
              <a:gd name="connsiteY1" fmla="*/ 219552 h 2920786"/>
              <a:gd name="connsiteX2" fmla="*/ 498981 w 898611"/>
              <a:gd name="connsiteY2" fmla="*/ 356 h 2920786"/>
              <a:gd name="connsiteX3" fmla="*/ 845795 w 898611"/>
              <a:gd name="connsiteY3" fmla="*/ 231504 h 2920786"/>
              <a:gd name="connsiteX4" fmla="*/ 867697 w 898611"/>
              <a:gd name="connsiteY4" fmla="*/ 1462502 h 2920786"/>
              <a:gd name="connsiteX5" fmla="*/ 683967 w 898611"/>
              <a:gd name="connsiteY5" fmla="*/ 2535540 h 2920786"/>
              <a:gd name="connsiteX6" fmla="*/ 369399 w 898611"/>
              <a:gd name="connsiteY6" fmla="*/ 2900598 h 2920786"/>
              <a:gd name="connsiteX7" fmla="*/ 114047 w 898611"/>
              <a:gd name="connsiteY7" fmla="*/ 2036227 h 2920786"/>
              <a:gd name="connsiteX8" fmla="*/ 3863 w 898611"/>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 name="connsiteX0" fmla="*/ 2681 w 897429"/>
              <a:gd name="connsiteY0" fmla="*/ 1130640 h 2920786"/>
              <a:gd name="connsiteX1" fmla="*/ 213632 w 897429"/>
              <a:gd name="connsiteY1" fmla="*/ 219552 h 2920786"/>
              <a:gd name="connsiteX2" fmla="*/ 497799 w 897429"/>
              <a:gd name="connsiteY2" fmla="*/ 356 h 2920786"/>
              <a:gd name="connsiteX3" fmla="*/ 844613 w 897429"/>
              <a:gd name="connsiteY3" fmla="*/ 231504 h 2920786"/>
              <a:gd name="connsiteX4" fmla="*/ 866515 w 897429"/>
              <a:gd name="connsiteY4" fmla="*/ 1462502 h 2920786"/>
              <a:gd name="connsiteX5" fmla="*/ 682785 w 897429"/>
              <a:gd name="connsiteY5" fmla="*/ 2535540 h 2920786"/>
              <a:gd name="connsiteX6" fmla="*/ 368217 w 897429"/>
              <a:gd name="connsiteY6" fmla="*/ 2900598 h 2920786"/>
              <a:gd name="connsiteX7" fmla="*/ 112865 w 897429"/>
              <a:gd name="connsiteY7" fmla="*/ 2036227 h 2920786"/>
              <a:gd name="connsiteX8" fmla="*/ 2681 w 897429"/>
              <a:gd name="connsiteY8" fmla="*/ 1130640 h 292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7429" h="2920786">
                <a:moveTo>
                  <a:pt x="2681" y="1130640"/>
                </a:moveTo>
                <a:cubicBezTo>
                  <a:pt x="19476" y="827861"/>
                  <a:pt x="23264" y="606440"/>
                  <a:pt x="213632" y="219552"/>
                </a:cubicBezTo>
                <a:cubicBezTo>
                  <a:pt x="378725" y="4273"/>
                  <a:pt x="392636" y="-1636"/>
                  <a:pt x="497799" y="356"/>
                </a:cubicBezTo>
                <a:cubicBezTo>
                  <a:pt x="602962" y="2348"/>
                  <a:pt x="651220" y="-30068"/>
                  <a:pt x="844613" y="231504"/>
                </a:cubicBezTo>
                <a:cubicBezTo>
                  <a:pt x="923436" y="495501"/>
                  <a:pt x="899322" y="1077936"/>
                  <a:pt x="866515" y="1462502"/>
                </a:cubicBezTo>
                <a:cubicBezTo>
                  <a:pt x="833708" y="1847068"/>
                  <a:pt x="761608" y="2271543"/>
                  <a:pt x="682785" y="2535540"/>
                </a:cubicBezTo>
                <a:cubicBezTo>
                  <a:pt x="603962" y="2799537"/>
                  <a:pt x="463204" y="2983817"/>
                  <a:pt x="368217" y="2900598"/>
                </a:cubicBezTo>
                <a:cubicBezTo>
                  <a:pt x="273230" y="2817379"/>
                  <a:pt x="204979" y="2394937"/>
                  <a:pt x="112865" y="2036227"/>
                </a:cubicBezTo>
                <a:cubicBezTo>
                  <a:pt x="51078" y="1661032"/>
                  <a:pt x="-14114" y="1433419"/>
                  <a:pt x="2681" y="1130640"/>
                </a:cubicBezTo>
                <a:close/>
              </a:path>
            </a:pathLst>
          </a:cu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468722" y="2268292"/>
            <a:ext cx="1180131" cy="400110"/>
          </a:xfrm>
          <a:prstGeom prst="rect">
            <a:avLst/>
          </a:prstGeom>
        </p:spPr>
        <p:txBody>
          <a:bodyPr wrap="none">
            <a:spAutoFit/>
          </a:bodyPr>
          <a:lstStyle/>
          <a:p>
            <a:r>
              <a:rPr lang="en-US" altLang="zh-CN" sz="2000" dirty="0">
                <a:latin typeface="华文细黑" pitchFamily="2" charset="-122"/>
                <a:ea typeface="华文细黑" pitchFamily="2" charset="-122"/>
              </a:rPr>
              <a:t>MIN</a:t>
            </a:r>
            <a:r>
              <a:rPr lang="zh-CN" altLang="en-US" sz="2000" dirty="0">
                <a:latin typeface="华文细黑" pitchFamily="2" charset="-122"/>
                <a:ea typeface="华文细黑" pitchFamily="2" charset="-122"/>
              </a:rPr>
              <a:t>单链</a:t>
            </a:r>
          </a:p>
        </p:txBody>
      </p:sp>
      <p:sp>
        <p:nvSpPr>
          <p:cNvPr id="79" name="矩形 78"/>
          <p:cNvSpPr/>
          <p:nvPr/>
        </p:nvSpPr>
        <p:spPr>
          <a:xfrm>
            <a:off x="7692274" y="2391320"/>
            <a:ext cx="1277914" cy="400110"/>
          </a:xfrm>
          <a:prstGeom prst="rect">
            <a:avLst/>
          </a:prstGeom>
        </p:spPr>
        <p:txBody>
          <a:bodyPr wrap="none">
            <a:spAutoFit/>
          </a:bodyPr>
          <a:lstStyle/>
          <a:p>
            <a:r>
              <a:rPr lang="en-US" altLang="zh-CN" sz="2000" dirty="0">
                <a:latin typeface="华文细黑" pitchFamily="2" charset="-122"/>
                <a:ea typeface="华文细黑" pitchFamily="2" charset="-122"/>
              </a:rPr>
              <a:t>MAX</a:t>
            </a:r>
            <a:r>
              <a:rPr lang="zh-CN" altLang="en-US" sz="2000" dirty="0">
                <a:latin typeface="华文细黑" pitchFamily="2" charset="-122"/>
                <a:ea typeface="华文细黑" pitchFamily="2" charset="-122"/>
              </a:rPr>
              <a:t>全链</a:t>
            </a:r>
          </a:p>
        </p:txBody>
      </p:sp>
      <p:sp>
        <p:nvSpPr>
          <p:cNvPr id="80" name="矩形 79"/>
          <p:cNvSpPr/>
          <p:nvPr/>
        </p:nvSpPr>
        <p:spPr>
          <a:xfrm>
            <a:off x="619305" y="5105098"/>
            <a:ext cx="954107" cy="400110"/>
          </a:xfrm>
          <a:prstGeom prst="rect">
            <a:avLst/>
          </a:prstGeom>
        </p:spPr>
        <p:txBody>
          <a:bodyPr wrap="none">
            <a:spAutoFit/>
          </a:bodyPr>
          <a:lstStyle/>
          <a:p>
            <a:r>
              <a:rPr lang="zh-CN" altLang="en-US" sz="2000" dirty="0">
                <a:latin typeface="华文细黑" pitchFamily="2" charset="-122"/>
                <a:ea typeface="华文细黑" pitchFamily="2" charset="-122"/>
              </a:rPr>
              <a:t>组平均</a:t>
            </a:r>
          </a:p>
        </p:txBody>
      </p:sp>
      <p:sp>
        <p:nvSpPr>
          <p:cNvPr id="81" name="矩形 80"/>
          <p:cNvSpPr/>
          <p:nvPr/>
        </p:nvSpPr>
        <p:spPr>
          <a:xfrm>
            <a:off x="7854178" y="4963586"/>
            <a:ext cx="859531" cy="400110"/>
          </a:xfrm>
          <a:prstGeom prst="rect">
            <a:avLst/>
          </a:prstGeom>
        </p:spPr>
        <p:txBody>
          <a:bodyPr wrap="none">
            <a:spAutoFit/>
          </a:bodyPr>
          <a:lstStyle/>
          <a:p>
            <a:r>
              <a:rPr lang="en-US" altLang="zh-CN" sz="2000" dirty="0">
                <a:latin typeface="华文细黑" pitchFamily="2" charset="-122"/>
                <a:ea typeface="华文细黑" pitchFamily="2" charset="-122"/>
              </a:rPr>
              <a:t>Ward</a:t>
            </a:r>
            <a:endParaRPr lang="zh-CN" altLang="en-US" sz="2000" dirty="0">
              <a:latin typeface="华文细黑" pitchFamily="2" charset="-122"/>
              <a:ea typeface="华文细黑" pitchFamily="2" charset="-122"/>
            </a:endParaRPr>
          </a:p>
        </p:txBody>
      </p:sp>
    </p:spTree>
    <p:extLst>
      <p:ext uri="{BB962C8B-B14F-4D97-AF65-F5344CB8AC3E}">
        <p14:creationId xmlns:p14="http://schemas.microsoft.com/office/powerpoint/2010/main" val="2615186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1650" name="Rectangle 2"/>
          <p:cNvSpPr>
            <a:spLocks noGrp="1" noChangeArrowheads="1"/>
          </p:cNvSpPr>
          <p:nvPr>
            <p:ph type="title"/>
          </p:nvPr>
        </p:nvSpPr>
        <p:spPr/>
        <p:txBody>
          <a:bodyPr/>
          <a:lstStyle/>
          <a:p>
            <a:r>
              <a:rPr lang="zh-CN" altLang="en-US" dirty="0"/>
              <a:t>算法特点</a:t>
            </a:r>
          </a:p>
        </p:txBody>
      </p:sp>
      <p:sp>
        <p:nvSpPr>
          <p:cNvPr id="1691651" name="Rectangle 3"/>
          <p:cNvSpPr>
            <a:spLocks noGrp="1" noChangeArrowheads="1"/>
          </p:cNvSpPr>
          <p:nvPr>
            <p:ph idx="1"/>
          </p:nvPr>
        </p:nvSpPr>
        <p:spPr/>
        <p:txBody>
          <a:bodyPr/>
          <a:lstStyle/>
          <a:p>
            <a:r>
              <a:rPr lang="zh-CN" altLang="en-US" dirty="0"/>
              <a:t>优点：</a:t>
            </a:r>
          </a:p>
          <a:p>
            <a:pPr lvl="1"/>
            <a:r>
              <a:rPr lang="zh-CN" altLang="en-US" dirty="0"/>
              <a:t>某些应用领域需要层次结构。如：系统发生树，基因芯片</a:t>
            </a:r>
          </a:p>
          <a:p>
            <a:pPr lvl="1"/>
            <a:r>
              <a:rPr lang="zh-CN" altLang="en-US" dirty="0"/>
              <a:t>有些研究表明，这种算法能够产生较高质量的聚类</a:t>
            </a:r>
          </a:p>
          <a:p>
            <a:r>
              <a:rPr lang="zh-CN" altLang="en-US" dirty="0"/>
              <a:t>缺点：</a:t>
            </a:r>
          </a:p>
          <a:p>
            <a:pPr lvl="1"/>
            <a:r>
              <a:rPr lang="zh-CN" altLang="en-US" dirty="0"/>
              <a:t>计算量、存储量大</a:t>
            </a:r>
          </a:p>
          <a:p>
            <a:pPr lvl="1"/>
            <a:r>
              <a:rPr lang="zh-CN" altLang="en-US" dirty="0"/>
              <a:t>对噪声、高维数据敏感</a:t>
            </a:r>
          </a:p>
        </p:txBody>
      </p:sp>
      <p:grpSp>
        <p:nvGrpSpPr>
          <p:cNvPr id="6" name="组合 5"/>
          <p:cNvGrpSpPr/>
          <p:nvPr/>
        </p:nvGrpSpPr>
        <p:grpSpPr>
          <a:xfrm>
            <a:off x="3795219" y="3509356"/>
            <a:ext cx="5286375" cy="2476501"/>
            <a:chOff x="-838200" y="4209817"/>
            <a:chExt cx="5286375" cy="2971801"/>
          </a:xfrm>
        </p:grpSpPr>
        <p:pic>
          <p:nvPicPr>
            <p:cNvPr id="1761282" name="Picture 2" descr="https://timgsa.baidu.com/timg?image&amp;quality=80&amp;size=b9999_10000&amp;sec=1512534482089&amp;di=7793d42cf5328478207bdfa78758b566&amp;imgtype=0&amp;src=http%3A%2F%2Fimage.sciencenet.cn%2Falbum%2F201208%2F24%2F1515304qmqlfm7c74zfwmw.jpg"/>
            <p:cNvPicPr>
              <a:picLocks noChangeAspect="1" noChangeArrowheads="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838200" y="4209817"/>
              <a:ext cx="5286375" cy="2971801"/>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1981200" y="6550222"/>
              <a:ext cx="1467068" cy="480132"/>
            </a:xfrm>
            <a:prstGeom prst="rect">
              <a:avLst/>
            </a:prstGeom>
          </p:spPr>
          <p:txBody>
            <a:bodyPr wrap="none">
              <a:spAutoFit/>
            </a:bodyPr>
            <a:lstStyle/>
            <a:p>
              <a:r>
                <a:rPr lang="zh-CN" altLang="en-US" sz="2000" dirty="0">
                  <a:latin typeface="华文细黑" pitchFamily="2" charset="-122"/>
                  <a:ea typeface="华文细黑" pitchFamily="2" charset="-122"/>
                </a:rPr>
                <a:t>系统发生树</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1650" name="Rectangle 2"/>
          <p:cNvSpPr>
            <a:spLocks noGrp="1" noChangeArrowheads="1"/>
          </p:cNvSpPr>
          <p:nvPr>
            <p:ph type="title"/>
          </p:nvPr>
        </p:nvSpPr>
        <p:spPr/>
        <p:txBody>
          <a:bodyPr/>
          <a:lstStyle/>
          <a:p>
            <a:r>
              <a:rPr lang="zh-CN" altLang="en-US" dirty="0"/>
              <a:t>算法特点</a:t>
            </a:r>
          </a:p>
        </p:txBody>
      </p:sp>
      <p:sp>
        <p:nvSpPr>
          <p:cNvPr id="1691651" name="Rectangle 3"/>
          <p:cNvSpPr>
            <a:spLocks noGrp="1" noChangeArrowheads="1"/>
          </p:cNvSpPr>
          <p:nvPr>
            <p:ph idx="1"/>
          </p:nvPr>
        </p:nvSpPr>
        <p:spPr/>
        <p:txBody>
          <a:bodyPr/>
          <a:lstStyle/>
          <a:p>
            <a:r>
              <a:rPr lang="zh-CN" altLang="en-US" dirty="0"/>
              <a:t>优点：</a:t>
            </a:r>
          </a:p>
          <a:p>
            <a:pPr lvl="1"/>
            <a:r>
              <a:rPr lang="zh-CN" altLang="en-US" dirty="0"/>
              <a:t>某些应用领域需要层次结构。如：系统发生树，基因芯片</a:t>
            </a:r>
          </a:p>
          <a:p>
            <a:pPr lvl="1"/>
            <a:r>
              <a:rPr lang="zh-CN" altLang="en-US" dirty="0"/>
              <a:t>有些研究表明，这种算法能够产生较高质量的聚类</a:t>
            </a:r>
          </a:p>
          <a:p>
            <a:r>
              <a:rPr lang="zh-CN" altLang="en-US" dirty="0"/>
              <a:t>缺点：</a:t>
            </a:r>
          </a:p>
          <a:p>
            <a:pPr lvl="1"/>
            <a:r>
              <a:rPr lang="zh-CN" altLang="en-US" dirty="0"/>
              <a:t>计算量、存储量大</a:t>
            </a:r>
          </a:p>
          <a:p>
            <a:pPr lvl="1"/>
            <a:r>
              <a:rPr lang="zh-CN" altLang="en-US" dirty="0"/>
              <a:t>对噪声、高维数据敏感</a:t>
            </a:r>
          </a:p>
        </p:txBody>
      </p:sp>
      <p:pic>
        <p:nvPicPr>
          <p:cNvPr id="1761284" name="Picture 4" descr="https://timgsa.baidu.com/timg?image&amp;quality=80&amp;size=b10000_10000&amp;sec=1512524610&amp;di=74adc0c1f502bba7f7065bda85647a9a&amp;src=http://blog.sciencenet.cn/upload/blog/images/2008/11/2008111111133814.JPG"/>
          <p:cNvPicPr>
            <a:picLocks noChangeAspect="1" noChangeArrowheads="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bwMode="auto">
          <a:xfrm>
            <a:off x="5181600" y="3227599"/>
            <a:ext cx="3810000" cy="2894542"/>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4952999" y="5939840"/>
            <a:ext cx="1338828" cy="369332"/>
          </a:xfrm>
          <a:prstGeom prst="rect">
            <a:avLst/>
          </a:prstGeom>
        </p:spPr>
        <p:txBody>
          <a:bodyPr wrap="none">
            <a:spAutoFit/>
          </a:bodyPr>
          <a:lstStyle/>
          <a:p>
            <a:r>
              <a:rPr lang="zh-CN" altLang="en-US" dirty="0">
                <a:latin typeface="华文细黑" pitchFamily="2" charset="-122"/>
                <a:ea typeface="华文细黑" pitchFamily="2" charset="-122"/>
              </a:rPr>
              <a:t>系统发生树</a:t>
            </a:r>
          </a:p>
        </p:txBody>
      </p:sp>
    </p:spTree>
    <p:extLst>
      <p:ext uri="{BB962C8B-B14F-4D97-AF65-F5344CB8AC3E}">
        <p14:creationId xmlns:p14="http://schemas.microsoft.com/office/powerpoint/2010/main" val="3288089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1650" name="Rectangle 2"/>
          <p:cNvSpPr>
            <a:spLocks noGrp="1" noChangeArrowheads="1"/>
          </p:cNvSpPr>
          <p:nvPr>
            <p:ph type="title"/>
          </p:nvPr>
        </p:nvSpPr>
        <p:spPr/>
        <p:txBody>
          <a:bodyPr/>
          <a:lstStyle/>
          <a:p>
            <a:r>
              <a:rPr lang="zh-CN" altLang="en-US" dirty="0"/>
              <a:t>算法特点</a:t>
            </a:r>
          </a:p>
        </p:txBody>
      </p:sp>
      <p:sp>
        <p:nvSpPr>
          <p:cNvPr id="1691651" name="Rectangle 3"/>
          <p:cNvSpPr>
            <a:spLocks noGrp="1" noChangeArrowheads="1"/>
          </p:cNvSpPr>
          <p:nvPr>
            <p:ph idx="1"/>
          </p:nvPr>
        </p:nvSpPr>
        <p:spPr/>
        <p:txBody>
          <a:bodyPr/>
          <a:lstStyle/>
          <a:p>
            <a:r>
              <a:rPr lang="zh-CN" altLang="en-US" dirty="0"/>
              <a:t>优点：</a:t>
            </a:r>
          </a:p>
          <a:p>
            <a:pPr lvl="1"/>
            <a:r>
              <a:rPr lang="zh-CN" altLang="en-US" dirty="0"/>
              <a:t>某些应用领域需要层次结构。如：系统发生树，基因芯片</a:t>
            </a:r>
          </a:p>
          <a:p>
            <a:pPr lvl="1"/>
            <a:r>
              <a:rPr lang="zh-CN" altLang="en-US" dirty="0"/>
              <a:t>有些研究表明，这种算法能够产生较高质量的聚类</a:t>
            </a:r>
          </a:p>
          <a:p>
            <a:r>
              <a:rPr lang="zh-CN" altLang="en-US" dirty="0"/>
              <a:t>缺点：</a:t>
            </a:r>
          </a:p>
          <a:p>
            <a:pPr lvl="1"/>
            <a:r>
              <a:rPr lang="zh-CN" altLang="en-US" dirty="0"/>
              <a:t>计算量、存储量大</a:t>
            </a:r>
          </a:p>
          <a:p>
            <a:pPr lvl="1"/>
            <a:r>
              <a:rPr lang="zh-CN" altLang="en-US" dirty="0"/>
              <a:t>对噪声、高维数据敏感</a:t>
            </a:r>
          </a:p>
        </p:txBody>
      </p:sp>
      <p:pic>
        <p:nvPicPr>
          <p:cNvPr id="1761286" name="Picture 6" descr="https://ss1.bdstatic.com/70cFvXSh_Q1YnxGkpoWK1HF6hhy/it/u=1275883210,3618235237&amp;fm=27&amp;gp=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2325" y="3200401"/>
            <a:ext cx="3504975" cy="2973387"/>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4161736" y="5773677"/>
            <a:ext cx="1210588" cy="400110"/>
          </a:xfrm>
          <a:prstGeom prst="rect">
            <a:avLst/>
          </a:prstGeom>
        </p:spPr>
        <p:txBody>
          <a:bodyPr wrap="none">
            <a:spAutoFit/>
          </a:bodyPr>
          <a:lstStyle/>
          <a:p>
            <a:pPr marL="0" lvl="1"/>
            <a:r>
              <a:rPr lang="zh-CN" altLang="en-US" sz="2000" dirty="0">
                <a:latin typeface="华文细黑" pitchFamily="2" charset="-122"/>
                <a:ea typeface="华文细黑" pitchFamily="2" charset="-122"/>
              </a:rPr>
              <a:t>基因芯片</a:t>
            </a:r>
          </a:p>
        </p:txBody>
      </p:sp>
    </p:spTree>
    <p:extLst>
      <p:ext uri="{BB962C8B-B14F-4D97-AF65-F5344CB8AC3E}">
        <p14:creationId xmlns:p14="http://schemas.microsoft.com/office/powerpoint/2010/main" val="8296180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p>
        </p:txBody>
      </p:sp>
      <p:sp>
        <p:nvSpPr>
          <p:cNvPr id="3" name="内容占位符 2"/>
          <p:cNvSpPr>
            <a:spLocks noGrp="1"/>
          </p:cNvSpPr>
          <p:nvPr>
            <p:ph idx="1"/>
          </p:nvPr>
        </p:nvSpPr>
        <p:spPr/>
        <p:txBody>
          <a:bodyPr/>
          <a:lstStyle/>
          <a:p>
            <a:r>
              <a:rPr lang="zh-CN" altLang="en-US" dirty="0"/>
              <a:t>层次聚类的关键点在于</a:t>
            </a:r>
            <a:endParaRPr lang="en-US" altLang="zh-CN" dirty="0"/>
          </a:p>
          <a:p>
            <a:pPr lvl="1"/>
            <a:r>
              <a:rPr lang="zh-CN" altLang="en-US" dirty="0"/>
              <a:t>簇的相似度衡量方法</a:t>
            </a:r>
            <a:endParaRPr lang="en-US" altLang="zh-CN" dirty="0"/>
          </a:p>
          <a:p>
            <a:pPr lvl="1"/>
            <a:r>
              <a:rPr lang="zh-CN" altLang="en-US" dirty="0"/>
              <a:t>计算效率</a:t>
            </a:r>
          </a:p>
        </p:txBody>
      </p:sp>
    </p:spTree>
    <p:extLst>
      <p:ext uri="{BB962C8B-B14F-4D97-AF65-F5344CB8AC3E}">
        <p14:creationId xmlns:p14="http://schemas.microsoft.com/office/powerpoint/2010/main" val="2190339965"/>
      </p:ext>
    </p:extLst>
  </p:cSld>
  <p:clrMapOvr>
    <a:masterClrMapping/>
  </p:clrMapOvr>
</p:sld>
</file>

<file path=ppt/theme/theme1.xml><?xml version="1.0" encoding="utf-8"?>
<a:theme xmlns:a="http://schemas.openxmlformats.org/drawingml/2006/main" name="白底灰边-Office2010风格">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黑体+Times">
      <a:majorFont>
        <a:latin typeface="Times New Roman"/>
        <a:ea typeface="黑体"/>
        <a:cs typeface=""/>
      </a:majorFont>
      <a:minorFont>
        <a:latin typeface="Times New Roman"/>
        <a:ea typeface="黑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白底灰边-Office2010风格</Template>
  <TotalTime>5663</TotalTime>
  <Words>2246</Words>
  <Application>Microsoft Office PowerPoint</Application>
  <PresentationFormat>全屏显示(4:3)</PresentationFormat>
  <Paragraphs>1276</Paragraphs>
  <Slides>37</Slides>
  <Notes>2</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37</vt:i4>
      </vt:variant>
    </vt:vector>
  </HeadingPairs>
  <TitlesOfParts>
    <vt:vector size="52" baseType="lpstr">
      <vt:lpstr>Arial Unicode MS</vt:lpstr>
      <vt:lpstr>黑体</vt:lpstr>
      <vt:lpstr>华文细黑</vt:lpstr>
      <vt:lpstr>宋体</vt:lpstr>
      <vt:lpstr>微软雅黑</vt:lpstr>
      <vt:lpstr>幼圆</vt:lpstr>
      <vt:lpstr>Arial</vt:lpstr>
      <vt:lpstr>Calibri</vt:lpstr>
      <vt:lpstr>Times New Roman</vt:lpstr>
      <vt:lpstr>Wingdings</vt:lpstr>
      <vt:lpstr>Wingdings 2</vt:lpstr>
      <vt:lpstr>白底灰边-Office2010风格</vt:lpstr>
      <vt:lpstr>VISIO</vt:lpstr>
      <vt:lpstr>Microsoft Excel Worksheet</vt:lpstr>
      <vt:lpstr>公式</vt:lpstr>
      <vt:lpstr>无监督学习 层次聚类 王丽苹   </vt:lpstr>
      <vt:lpstr>层次聚类</vt:lpstr>
      <vt:lpstr>凝聚的和分裂的层次聚类 </vt:lpstr>
      <vt:lpstr>凝聚的和分裂的层次聚类 </vt:lpstr>
      <vt:lpstr>基本凝聚层次聚类方法</vt:lpstr>
      <vt:lpstr>[例]</vt:lpstr>
      <vt:lpstr>[例]</vt:lpstr>
      <vt:lpstr>PowerPoint 演示文稿</vt:lpstr>
      <vt:lpstr>PowerPoint 演示文稿</vt:lpstr>
      <vt:lpstr>PowerPoint 演示文稿</vt:lpstr>
      <vt:lpstr>示例</vt:lpstr>
      <vt:lpstr>示例</vt:lpstr>
      <vt:lpstr>示例</vt:lpstr>
      <vt:lpstr>示例</vt:lpstr>
      <vt:lpstr>示例</vt:lpstr>
      <vt:lpstr>Cluster间的相似性</vt:lpstr>
      <vt:lpstr>Cluster间的相似性</vt:lpstr>
      <vt:lpstr>Cluster间的相似性</vt:lpstr>
      <vt:lpstr>Cluster间的相似性</vt:lpstr>
      <vt:lpstr>Cluster间的相似性</vt:lpstr>
      <vt:lpstr>Cluster间的相似性</vt:lpstr>
      <vt:lpstr>Cluster间的相似性</vt:lpstr>
      <vt:lpstr>Cluster间的相似性</vt:lpstr>
      <vt:lpstr>Cluster间的相似性</vt:lpstr>
      <vt:lpstr>Cluster间的相似性</vt:lpstr>
      <vt:lpstr>Cluster间的相似性</vt:lpstr>
      <vt:lpstr>Cluster间的相似性</vt:lpstr>
      <vt:lpstr>Cluster间的相似性</vt:lpstr>
      <vt:lpstr>Cluster间的相似性</vt:lpstr>
      <vt:lpstr>Cluster间的相似性</vt:lpstr>
      <vt:lpstr>Cluster间的相似性</vt:lpstr>
      <vt:lpstr>Cluster间的相似性</vt:lpstr>
      <vt:lpstr>Cluster间的相似性</vt:lpstr>
      <vt:lpstr>算法特点</vt:lpstr>
      <vt:lpstr>算法特点</vt:lpstr>
      <vt:lpstr>算法特点</vt:lpstr>
      <vt:lpstr>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wuxf</dc:creator>
  <cp:lastModifiedBy>Liping Wang</cp:lastModifiedBy>
  <cp:revision>1584</cp:revision>
  <dcterms:created xsi:type="dcterms:W3CDTF">2018-01-15T02:11:00Z</dcterms:created>
  <dcterms:modified xsi:type="dcterms:W3CDTF">2025-10-30T01:39:45Z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2052-11.1.0.9440</vt:lpwstr>
  </property>
</Properties>
</file>