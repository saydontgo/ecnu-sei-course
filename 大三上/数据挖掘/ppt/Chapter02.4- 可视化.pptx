
<file path=[Content_Types].xml><?xml version="1.0" encoding="utf-8"?>
<Types xmlns="http://schemas.openxmlformats.org/package/2006/content-types">
  <Default Extension="emf" ContentType="image/x-emf"/>
  <Default Extension="jpeg" ContentType="image/jpeg"/>
  <Default Extension="jpg" ContentType="image/png"/>
  <Default Extension="png" ContentType="image/png"/>
  <Default Extension="rels" ContentType="application/vnd.openxmlformats-package.relationships+xml"/>
  <Default Extension="svg" ContentType="image/svg+xml"/>
  <Default Extension="vml" ContentType="application/vnd.openxmlformats-officedocument.vmlDrawing"/>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heme/themeOverride1.xml" ContentType="application/vnd.openxmlformats-officedocument.themeOverr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theme/themeOverride2.xml" ContentType="application/vnd.openxmlformats-officedocument.themeOverr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3.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2" r:id="rId1"/>
  </p:sldMasterIdLst>
  <p:notesMasterIdLst>
    <p:notesMasterId r:id="rId27"/>
  </p:notesMasterIdLst>
  <p:sldIdLst>
    <p:sldId id="4261" r:id="rId2"/>
    <p:sldId id="15921" r:id="rId3"/>
    <p:sldId id="15911" r:id="rId4"/>
    <p:sldId id="15912" r:id="rId5"/>
    <p:sldId id="271" r:id="rId6"/>
    <p:sldId id="341" r:id="rId7"/>
    <p:sldId id="15909" r:id="rId8"/>
    <p:sldId id="15913" r:id="rId9"/>
    <p:sldId id="343" r:id="rId10"/>
    <p:sldId id="265" r:id="rId11"/>
    <p:sldId id="268" r:id="rId12"/>
    <p:sldId id="15908" r:id="rId13"/>
    <p:sldId id="331" r:id="rId14"/>
    <p:sldId id="269" r:id="rId15"/>
    <p:sldId id="15914" r:id="rId16"/>
    <p:sldId id="15915" r:id="rId17"/>
    <p:sldId id="344" r:id="rId18"/>
    <p:sldId id="327" r:id="rId19"/>
    <p:sldId id="280" r:id="rId20"/>
    <p:sldId id="15916" r:id="rId21"/>
    <p:sldId id="15917" r:id="rId22"/>
    <p:sldId id="15918" r:id="rId23"/>
    <p:sldId id="15919" r:id="rId24"/>
    <p:sldId id="15920" r:id="rId25"/>
    <p:sldId id="4278" r:id="rId26"/>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3FDBE"/>
    <a:srgbClr val="DCFDAB"/>
    <a:srgbClr val="FFAAA9"/>
    <a:srgbClr val="DBFDAA"/>
    <a:srgbClr val="FFE1E1"/>
    <a:srgbClr val="ECE5F7"/>
    <a:srgbClr val="E1D6F2"/>
    <a:srgbClr val="DCFDAD"/>
    <a:srgbClr val="D4C5EC"/>
    <a:srgbClr val="FFDAD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899" autoAdjust="0"/>
    <p:restoredTop sz="83822" autoAdjust="0"/>
  </p:normalViewPr>
  <p:slideViewPr>
    <p:cSldViewPr snapToGrid="0">
      <p:cViewPr varScale="1">
        <p:scale>
          <a:sx n="92" d="100"/>
          <a:sy n="92" d="100"/>
        </p:scale>
        <p:origin x="1272" y="84"/>
      </p:cViewPr>
      <p:guideLst>
        <p:guide orient="horz" pos="2160"/>
        <p:guide pos="2880"/>
      </p:guideLst>
    </p:cSldViewPr>
  </p:slideViewPr>
  <p:notesTextViewPr>
    <p:cViewPr>
      <p:scale>
        <a:sx n="1" d="1"/>
        <a:sy n="1" d="1"/>
      </p:scale>
      <p:origin x="0" y="0"/>
    </p:cViewPr>
  </p:notesTextViewPr>
  <p:sorterViewPr>
    <p:cViewPr varScale="1">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charts/_rels/chart1.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3" Type="http://schemas.openxmlformats.org/officeDocument/2006/relationships/themeOverride" Target="../theme/themeOverride2.xml"/><Relationship Id="rId2" Type="http://schemas.microsoft.com/office/2011/relationships/chartColorStyle" Target="colors2.xml"/><Relationship Id="rId1" Type="http://schemas.microsoft.com/office/2011/relationships/chartStyle" Target="style2.xml"/><Relationship Id="rId4"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14335977024611055"/>
          <c:y val="4.4465633329334564E-2"/>
          <c:w val="0.78779965004374464"/>
          <c:h val="0.80848350553324055"/>
        </c:manualLayout>
      </c:layout>
      <c:barChart>
        <c:barDir val="col"/>
        <c:grouping val="clustered"/>
        <c:varyColors val="0"/>
        <c:ser>
          <c:idx val="0"/>
          <c:order val="0"/>
          <c:spPr>
            <a:noFill/>
            <a:ln w="25400" cap="flat" cmpd="sng" algn="ctr">
              <a:solidFill>
                <a:schemeClr val="tx1"/>
              </a:solidFill>
              <a:miter lim="800000"/>
            </a:ln>
            <a:effectLst/>
          </c:spPr>
          <c:invertIfNegative val="0"/>
          <c:dPt>
            <c:idx val="0"/>
            <c:invertIfNegative val="0"/>
            <c:bubble3D val="0"/>
            <c:spPr>
              <a:solidFill>
                <a:srgbClr val="7895C1"/>
              </a:solidFill>
              <a:ln w="25400" cap="flat" cmpd="sng" algn="ctr">
                <a:solidFill>
                  <a:schemeClr val="tx1"/>
                </a:solidFill>
                <a:miter lim="800000"/>
              </a:ln>
              <a:effectLst/>
            </c:spPr>
            <c:extLst>
              <c:ext xmlns:c16="http://schemas.microsoft.com/office/drawing/2014/chart" uri="{C3380CC4-5D6E-409C-BE32-E72D297353CC}">
                <c16:uniqueId val="{00000001-627B-4E95-B98B-E8E1AB165FAB}"/>
              </c:ext>
            </c:extLst>
          </c:dPt>
          <c:dPt>
            <c:idx val="1"/>
            <c:invertIfNegative val="0"/>
            <c:bubble3D val="0"/>
            <c:spPr>
              <a:solidFill>
                <a:srgbClr val="A8CBDF"/>
              </a:solidFill>
              <a:ln w="25400" cap="flat" cmpd="sng" algn="ctr">
                <a:solidFill>
                  <a:schemeClr val="tx1"/>
                </a:solidFill>
                <a:miter lim="800000"/>
              </a:ln>
              <a:effectLst/>
            </c:spPr>
            <c:extLst>
              <c:ext xmlns:c16="http://schemas.microsoft.com/office/drawing/2014/chart" uri="{C3380CC4-5D6E-409C-BE32-E72D297353CC}">
                <c16:uniqueId val="{00000003-627B-4E95-B98B-E8E1AB165FAB}"/>
              </c:ext>
            </c:extLst>
          </c:dPt>
          <c:dPt>
            <c:idx val="2"/>
            <c:invertIfNegative val="0"/>
            <c:bubble3D val="0"/>
            <c:spPr>
              <a:solidFill>
                <a:srgbClr val="D6EFF4"/>
              </a:solidFill>
              <a:ln w="25400" cap="flat" cmpd="sng" algn="ctr">
                <a:solidFill>
                  <a:schemeClr val="tx1"/>
                </a:solidFill>
                <a:miter lim="800000"/>
              </a:ln>
              <a:effectLst/>
            </c:spPr>
            <c:extLst>
              <c:ext xmlns:c16="http://schemas.microsoft.com/office/drawing/2014/chart" uri="{C3380CC4-5D6E-409C-BE32-E72D297353CC}">
                <c16:uniqueId val="{00000005-627B-4E95-B98B-E8E1AB165FAB}"/>
              </c:ext>
            </c:extLst>
          </c:dPt>
          <c:dPt>
            <c:idx val="3"/>
            <c:invertIfNegative val="0"/>
            <c:bubble3D val="0"/>
            <c:spPr>
              <a:solidFill>
                <a:srgbClr val="F2FAFC"/>
              </a:solidFill>
              <a:ln w="25400" cap="flat" cmpd="sng" algn="ctr">
                <a:solidFill>
                  <a:schemeClr val="tx1"/>
                </a:solidFill>
                <a:miter lim="800000"/>
              </a:ln>
              <a:effectLst/>
            </c:spPr>
            <c:extLst>
              <c:ext xmlns:c16="http://schemas.microsoft.com/office/drawing/2014/chart" uri="{C3380CC4-5D6E-409C-BE32-E72D297353CC}">
                <c16:uniqueId val="{00000007-627B-4E95-B98B-E8E1AB165FAB}"/>
              </c:ext>
            </c:extLst>
          </c:dPt>
          <c:dPt>
            <c:idx val="4"/>
            <c:invertIfNegative val="0"/>
            <c:bubble3D val="0"/>
            <c:spPr>
              <a:solidFill>
                <a:srgbClr val="992224"/>
              </a:solidFill>
              <a:ln w="25400" cap="flat" cmpd="sng" algn="ctr">
                <a:solidFill>
                  <a:schemeClr val="tx1"/>
                </a:solidFill>
                <a:miter lim="800000"/>
              </a:ln>
              <a:effectLst/>
            </c:spPr>
            <c:extLst>
              <c:ext xmlns:c16="http://schemas.microsoft.com/office/drawing/2014/chart" uri="{C3380CC4-5D6E-409C-BE32-E72D297353CC}">
                <c16:uniqueId val="{00000009-627B-4E95-B98B-E8E1AB165FAB}"/>
              </c:ext>
            </c:extLst>
          </c:dPt>
          <c:dPt>
            <c:idx val="5"/>
            <c:invertIfNegative val="0"/>
            <c:bubble3D val="0"/>
            <c:spPr>
              <a:solidFill>
                <a:srgbClr val="B54764"/>
              </a:solidFill>
              <a:ln w="25400" cap="flat" cmpd="sng" algn="ctr">
                <a:solidFill>
                  <a:schemeClr val="tx1"/>
                </a:solidFill>
                <a:miter lim="800000"/>
              </a:ln>
              <a:effectLst/>
            </c:spPr>
            <c:extLst>
              <c:ext xmlns:c16="http://schemas.microsoft.com/office/drawing/2014/chart" uri="{C3380CC4-5D6E-409C-BE32-E72D297353CC}">
                <c16:uniqueId val="{0000000B-627B-4E95-B98B-E8E1AB165FAB}"/>
              </c:ext>
            </c:extLst>
          </c:dPt>
          <c:dPt>
            <c:idx val="6"/>
            <c:invertIfNegative val="0"/>
            <c:bubble3D val="0"/>
            <c:spPr>
              <a:solidFill>
                <a:srgbClr val="E3625D"/>
              </a:solidFill>
              <a:ln w="25400" cap="flat" cmpd="sng" algn="ctr">
                <a:solidFill>
                  <a:schemeClr val="tx1"/>
                </a:solidFill>
                <a:miter lim="800000"/>
              </a:ln>
              <a:effectLst/>
            </c:spPr>
            <c:extLst>
              <c:ext xmlns:c16="http://schemas.microsoft.com/office/drawing/2014/chart" uri="{C3380CC4-5D6E-409C-BE32-E72D297353CC}">
                <c16:uniqueId val="{0000000D-627B-4E95-B98B-E8E1AB165FAB}"/>
              </c:ext>
            </c:extLst>
          </c:dPt>
          <c:dPt>
            <c:idx val="7"/>
            <c:invertIfNegative val="0"/>
            <c:bubble3D val="0"/>
            <c:spPr>
              <a:solidFill>
                <a:srgbClr val="EF8B67"/>
              </a:solidFill>
              <a:ln w="25400" cap="flat" cmpd="sng" algn="ctr">
                <a:solidFill>
                  <a:schemeClr val="tx1"/>
                </a:solidFill>
                <a:miter lim="800000"/>
              </a:ln>
              <a:effectLst/>
            </c:spPr>
            <c:extLst>
              <c:ext xmlns:c16="http://schemas.microsoft.com/office/drawing/2014/chart" uri="{C3380CC4-5D6E-409C-BE32-E72D297353CC}">
                <c16:uniqueId val="{0000000F-627B-4E95-B98B-E8E1AB165FAB}"/>
              </c:ext>
            </c:extLst>
          </c:dPt>
          <c:dLbls>
            <c:spPr>
              <a:noFill/>
              <a:ln>
                <a:noFill/>
              </a:ln>
              <a:effectLst/>
            </c:spPr>
            <c:txPr>
              <a:bodyPr rot="0" spcFirstLastPara="1" vertOverflow="ellipsis" vert="horz" wrap="square" lIns="38100" tIns="19050" rIns="38100" bIns="19050" anchor="ctr" anchorCtr="1">
                <a:spAutoFit/>
              </a:bodyPr>
              <a:lstStyle/>
              <a:p>
                <a:pPr>
                  <a:defRPr sz="16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Sheet1!$A$1:$A$8</c:f>
              <c:strCache>
                <c:ptCount val="8"/>
                <c:pt idx="0">
                  <c:v>微型车</c:v>
                </c:pt>
                <c:pt idx="1">
                  <c:v>厢型车</c:v>
                </c:pt>
                <c:pt idx="2">
                  <c:v>豪华轿车</c:v>
                </c:pt>
                <c:pt idx="3">
                  <c:v>双门汽车</c:v>
                </c:pt>
                <c:pt idx="4">
                  <c:v>大巴车</c:v>
                </c:pt>
                <c:pt idx="5">
                  <c:v>商务车</c:v>
                </c:pt>
                <c:pt idx="6">
                  <c:v>搅拌车</c:v>
                </c:pt>
                <c:pt idx="7">
                  <c:v>敞篷车</c:v>
                </c:pt>
              </c:strCache>
            </c:strRef>
          </c:cat>
          <c:val>
            <c:numRef>
              <c:f>Sheet1!$B$1:$B$8</c:f>
              <c:numCache>
                <c:formatCode>General</c:formatCode>
                <c:ptCount val="8"/>
                <c:pt idx="0">
                  <c:v>32155</c:v>
                </c:pt>
                <c:pt idx="1">
                  <c:v>28291</c:v>
                </c:pt>
                <c:pt idx="2">
                  <c:v>38983</c:v>
                </c:pt>
                <c:pt idx="3">
                  <c:v>7214</c:v>
                </c:pt>
                <c:pt idx="4">
                  <c:v>12819</c:v>
                </c:pt>
                <c:pt idx="5">
                  <c:v>6228</c:v>
                </c:pt>
                <c:pt idx="6">
                  <c:v>1135</c:v>
                </c:pt>
                <c:pt idx="7">
                  <c:v>9060</c:v>
                </c:pt>
              </c:numCache>
            </c:numRef>
          </c:val>
          <c:extLst>
            <c:ext xmlns:c16="http://schemas.microsoft.com/office/drawing/2014/chart" uri="{C3380CC4-5D6E-409C-BE32-E72D297353CC}">
              <c16:uniqueId val="{00000010-627B-4E95-B98B-E8E1AB165FAB}"/>
            </c:ext>
          </c:extLst>
        </c:ser>
        <c:dLbls>
          <c:dLblPos val="outEnd"/>
          <c:showLegendKey val="0"/>
          <c:showVal val="1"/>
          <c:showCatName val="0"/>
          <c:showSerName val="0"/>
          <c:showPercent val="0"/>
          <c:showBubbleSize val="0"/>
        </c:dLbls>
        <c:gapWidth val="80"/>
        <c:overlap val="-35"/>
        <c:axId val="624317552"/>
        <c:axId val="624336272"/>
      </c:barChart>
      <c:catAx>
        <c:axId val="624317552"/>
        <c:scaling>
          <c:orientation val="minMax"/>
        </c:scaling>
        <c:delete val="0"/>
        <c:axPos val="b"/>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2000" b="0" i="0" u="none" strike="noStrike" kern="1200" baseline="0">
                <a:solidFill>
                  <a:schemeClr val="tx1"/>
                </a:solidFill>
                <a:latin typeface="宋体" panose="02010600030101010101" pitchFamily="2" charset="-122"/>
                <a:ea typeface="宋体" panose="02010600030101010101" pitchFamily="2" charset="-122"/>
                <a:cs typeface="+mn-cs"/>
              </a:defRPr>
            </a:pPr>
            <a:endParaRPr lang="zh-CN"/>
          </a:p>
        </c:txPr>
        <c:crossAx val="624336272"/>
        <c:crosses val="autoZero"/>
        <c:auto val="1"/>
        <c:lblAlgn val="ctr"/>
        <c:lblOffset val="100"/>
        <c:noMultiLvlLbl val="0"/>
      </c:catAx>
      <c:valAx>
        <c:axId val="624336272"/>
        <c:scaling>
          <c:orientation val="minMax"/>
        </c:scaling>
        <c:delete val="0"/>
        <c:axPos val="l"/>
        <c:title>
          <c:tx>
            <c:rich>
              <a:bodyPr rot="-5400000" spcFirstLastPara="1" vertOverflow="ellipsis" vert="horz" wrap="square" anchor="ctr" anchorCtr="1"/>
              <a:lstStyle/>
              <a:p>
                <a:pPr>
                  <a:defRPr sz="2000" b="0" i="0" u="none" strike="noStrike" kern="1200" baseline="0">
                    <a:solidFill>
                      <a:schemeClr val="tx1"/>
                    </a:solidFill>
                    <a:latin typeface="宋体" panose="02010600030101010101" pitchFamily="2" charset="-122"/>
                    <a:ea typeface="宋体" panose="02010600030101010101" pitchFamily="2" charset="-122"/>
                    <a:cs typeface="+mn-cs"/>
                  </a:defRPr>
                </a:pPr>
                <a:r>
                  <a:rPr lang="zh-CN" altLang="en-US" sz="2000" dirty="0">
                    <a:solidFill>
                      <a:schemeClr val="tx1"/>
                    </a:solidFill>
                    <a:latin typeface="宋体" panose="02010600030101010101" pitchFamily="2" charset="-122"/>
                    <a:ea typeface="宋体" panose="02010600030101010101" pitchFamily="2" charset="-122"/>
                  </a:rPr>
                  <a:t>频数</a:t>
                </a:r>
              </a:p>
            </c:rich>
          </c:tx>
          <c:layout>
            <c:manualLayout>
              <c:xMode val="edge"/>
              <c:yMode val="edge"/>
              <c:x val="3.2608695652173912E-2"/>
              <c:y val="0.35822935382174403"/>
            </c:manualLayout>
          </c:layout>
          <c:overlay val="0"/>
          <c:spPr>
            <a:noFill/>
            <a:ln>
              <a:noFill/>
            </a:ln>
            <a:effectLst/>
          </c:spPr>
          <c:txPr>
            <a:bodyPr rot="-5400000" spcFirstLastPara="1" vertOverflow="ellipsis" vert="horz" wrap="square" anchor="ctr" anchorCtr="1"/>
            <a:lstStyle/>
            <a:p>
              <a:pPr>
                <a:defRPr sz="2000" b="0" i="0" u="none" strike="noStrike" kern="1200" baseline="0">
                  <a:solidFill>
                    <a:schemeClr val="tx1"/>
                  </a:solidFill>
                  <a:latin typeface="宋体" panose="02010600030101010101" pitchFamily="2" charset="-122"/>
                  <a:ea typeface="宋体" panose="02010600030101010101" pitchFamily="2" charset="-122"/>
                  <a:cs typeface="+mn-cs"/>
                </a:defRPr>
              </a:pPr>
              <a:endParaRPr lang="zh-CN"/>
            </a:p>
          </c:txPr>
        </c:title>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16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zh-CN"/>
          </a:p>
        </c:txPr>
        <c:crossAx val="624317552"/>
        <c:crosses val="autoZero"/>
        <c:crossBetween val="between"/>
      </c:valAx>
      <c:spPr>
        <a:noFill/>
        <a:ln>
          <a:solidFill>
            <a:schemeClr val="tx1"/>
          </a:solid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zh-CN"/>
    </a:p>
  </c:txPr>
  <c:externalData r:id="rId4">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pieChart>
        <c:varyColors val="1"/>
        <c:ser>
          <c:idx val="0"/>
          <c:order val="0"/>
          <c:tx>
            <c:strRef>
              <c:f>Sheet1!$B$1</c:f>
              <c:strCache>
                <c:ptCount val="1"/>
                <c:pt idx="0">
                  <c:v>值</c:v>
                </c:pt>
              </c:strCache>
            </c:strRef>
          </c:tx>
          <c:spPr>
            <a:ln w="63500">
              <a:solidFill>
                <a:sysClr val="windowText" lastClr="000000"/>
              </a:solidFill>
            </a:ln>
            <a:effectLst/>
            <a:scene3d>
              <a:camera prst="orthographicFront"/>
              <a:lightRig rig="threePt" dir="t"/>
            </a:scene3d>
            <a:sp3d/>
          </c:spPr>
          <c:dPt>
            <c:idx val="0"/>
            <c:bubble3D val="0"/>
            <c:explosion val="10"/>
            <c:spPr>
              <a:solidFill>
                <a:srgbClr val="557AA4"/>
              </a:solidFill>
              <a:ln w="63500">
                <a:solidFill>
                  <a:sysClr val="windowText" lastClr="000000"/>
                </a:solidFill>
              </a:ln>
              <a:effectLst/>
              <a:scene3d>
                <a:camera prst="orthographicFront"/>
                <a:lightRig rig="threePt" dir="t"/>
              </a:scene3d>
            </c:spPr>
            <c:extLst>
              <c:ext xmlns:c16="http://schemas.microsoft.com/office/drawing/2014/chart" uri="{C3380CC4-5D6E-409C-BE32-E72D297353CC}">
                <c16:uniqueId val="{00000001-78B2-4BA2-9F43-BC995F457C7D}"/>
              </c:ext>
            </c:extLst>
          </c:dPt>
          <c:dPt>
            <c:idx val="1"/>
            <c:bubble3D val="0"/>
            <c:spPr>
              <a:solidFill>
                <a:srgbClr val="B63D3D"/>
              </a:solidFill>
              <a:ln w="63500">
                <a:solidFill>
                  <a:sysClr val="windowText" lastClr="000000"/>
                </a:solidFill>
              </a:ln>
              <a:effectLst/>
              <a:scene3d>
                <a:camera prst="orthographicFront"/>
                <a:lightRig rig="threePt" dir="t"/>
              </a:scene3d>
            </c:spPr>
            <c:extLst>
              <c:ext xmlns:c16="http://schemas.microsoft.com/office/drawing/2014/chart" uri="{C3380CC4-5D6E-409C-BE32-E72D297353CC}">
                <c16:uniqueId val="{00000003-78B2-4BA2-9F43-BC995F457C7D}"/>
              </c:ext>
            </c:extLst>
          </c:dPt>
          <c:dPt>
            <c:idx val="2"/>
            <c:bubble3D val="0"/>
            <c:spPr>
              <a:solidFill>
                <a:schemeClr val="accent3">
                  <a:alpha val="40000"/>
                </a:schemeClr>
              </a:solidFill>
              <a:ln w="63500">
                <a:solidFill>
                  <a:sysClr val="windowText" lastClr="000000"/>
                </a:solidFill>
              </a:ln>
              <a:effectLst/>
              <a:scene3d>
                <a:camera prst="orthographicFront"/>
                <a:lightRig rig="threePt" dir="t"/>
              </a:scene3d>
            </c:spPr>
            <c:extLst>
              <c:ext xmlns:c16="http://schemas.microsoft.com/office/drawing/2014/chart" uri="{C3380CC4-5D6E-409C-BE32-E72D297353CC}">
                <c16:uniqueId val="{00000005-78B2-4BA2-9F43-BC995F457C7D}"/>
              </c:ext>
            </c:extLst>
          </c:dPt>
          <c:dPt>
            <c:idx val="3"/>
            <c:bubble3D val="0"/>
            <c:spPr>
              <a:solidFill>
                <a:schemeClr val="accent4">
                  <a:alpha val="40000"/>
                </a:schemeClr>
              </a:solidFill>
              <a:ln w="63500">
                <a:solidFill>
                  <a:sysClr val="windowText" lastClr="000000"/>
                </a:solidFill>
              </a:ln>
              <a:effectLst/>
              <a:scene3d>
                <a:camera prst="orthographicFront"/>
                <a:lightRig rig="threePt" dir="t"/>
              </a:scene3d>
            </c:spPr>
            <c:extLst>
              <c:ext xmlns:c16="http://schemas.microsoft.com/office/drawing/2014/chart" uri="{C3380CC4-5D6E-409C-BE32-E72D297353CC}">
                <c16:uniqueId val="{00000007-78B2-4BA2-9F43-BC995F457C7D}"/>
              </c:ext>
            </c:extLst>
          </c:dPt>
          <c:dPt>
            <c:idx val="4"/>
            <c:bubble3D val="0"/>
            <c:spPr>
              <a:solidFill>
                <a:schemeClr val="accent5">
                  <a:alpha val="40000"/>
                </a:schemeClr>
              </a:solidFill>
              <a:ln w="63500">
                <a:solidFill>
                  <a:sysClr val="windowText" lastClr="000000"/>
                </a:solidFill>
              </a:ln>
              <a:effectLst/>
              <a:scene3d>
                <a:camera prst="orthographicFront"/>
                <a:lightRig rig="threePt" dir="t"/>
              </a:scene3d>
            </c:spPr>
            <c:extLst>
              <c:ext xmlns:c16="http://schemas.microsoft.com/office/drawing/2014/chart" uri="{C3380CC4-5D6E-409C-BE32-E72D297353CC}">
                <c16:uniqueId val="{00000009-78B2-4BA2-9F43-BC995F457C7D}"/>
              </c:ext>
            </c:extLst>
          </c:dPt>
          <c:dPt>
            <c:idx val="5"/>
            <c:bubble3D val="0"/>
            <c:spPr>
              <a:solidFill>
                <a:schemeClr val="accent6">
                  <a:alpha val="40000"/>
                </a:schemeClr>
              </a:solidFill>
              <a:ln w="63500">
                <a:solidFill>
                  <a:sysClr val="windowText" lastClr="000000"/>
                </a:solidFill>
              </a:ln>
              <a:effectLst/>
              <a:scene3d>
                <a:camera prst="orthographicFront"/>
                <a:lightRig rig="threePt" dir="t"/>
              </a:scene3d>
            </c:spPr>
            <c:extLst>
              <c:ext xmlns:c16="http://schemas.microsoft.com/office/drawing/2014/chart" uri="{C3380CC4-5D6E-409C-BE32-E72D297353CC}">
                <c16:uniqueId val="{0000000B-78B2-4BA2-9F43-BC995F457C7D}"/>
              </c:ext>
            </c:extLst>
          </c:dPt>
          <c:dLbls>
            <c:dLbl>
              <c:idx val="0"/>
              <c:spPr>
                <a:noFill/>
                <a:ln>
                  <a:noFill/>
                </a:ln>
                <a:effectLst/>
              </c:spPr>
              <c:txPr>
                <a:bodyPr rot="0" spcFirstLastPara="1" vertOverflow="ellipsis" vert="horz" wrap="square" lIns="38100" tIns="19050" rIns="38100" bIns="19050" anchor="ctr" anchorCtr="1">
                  <a:spAutoFit/>
                </a:bodyPr>
                <a:lstStyle/>
                <a:p>
                  <a:pPr>
                    <a:defRPr sz="2800" b="0" i="0" u="none" strike="noStrike" kern="1200" baseline="0">
                      <a:solidFill>
                        <a:srgbClr val="557AA4"/>
                      </a:solidFill>
                      <a:latin typeface="Times New Roman" panose="02020603050405020304" pitchFamily="18" charset="0"/>
                      <a:ea typeface="+mn-ea"/>
                      <a:cs typeface="Times New Roman" panose="02020603050405020304" pitchFamily="18" charset="0"/>
                    </a:defRPr>
                  </a:pPr>
                  <a:endParaRPr lang="zh-CN"/>
                </a:p>
              </c:txPr>
              <c:dLblPos val="outEnd"/>
              <c:showLegendKey val="0"/>
              <c:showVal val="1"/>
              <c:showCatName val="0"/>
              <c:showSerName val="0"/>
              <c:showPercent val="0"/>
              <c:showBubbleSize val="0"/>
              <c:extLst>
                <c:ext xmlns:c16="http://schemas.microsoft.com/office/drawing/2014/chart" uri="{C3380CC4-5D6E-409C-BE32-E72D297353CC}">
                  <c16:uniqueId val="{00000001-78B2-4BA2-9F43-BC995F457C7D}"/>
                </c:ext>
              </c:extLst>
            </c:dLbl>
            <c:spPr>
              <a:noFill/>
              <a:ln>
                <a:noFill/>
              </a:ln>
              <a:effectLst/>
            </c:spPr>
            <c:txPr>
              <a:bodyPr rot="0" spcFirstLastPara="1" vertOverflow="ellipsis" vert="horz" wrap="square" lIns="38100" tIns="19050" rIns="38100" bIns="19050" anchor="ctr" anchorCtr="1">
                <a:spAutoFit/>
              </a:bodyPr>
              <a:lstStyle/>
              <a:p>
                <a:pPr>
                  <a:defRPr sz="2800" b="0" i="0" u="none" strike="noStrike" kern="1200" baseline="0">
                    <a:solidFill>
                      <a:srgbClr val="B63D3D"/>
                    </a:solidFill>
                    <a:latin typeface="Times New Roman" panose="02020603050405020304" pitchFamily="18" charset="0"/>
                    <a:ea typeface="+mn-ea"/>
                    <a:cs typeface="Times New Roman" panose="02020603050405020304" pitchFamily="18" charset="0"/>
                  </a:defRPr>
                </a:pPr>
                <a:endParaRPr lang="zh-CN"/>
              </a:p>
            </c:txPr>
            <c:dLblPos val="outEnd"/>
            <c:showLegendKey val="0"/>
            <c:showVal val="1"/>
            <c:showCatName val="0"/>
            <c:showSerName val="0"/>
            <c:showPercent val="0"/>
            <c:showBubbleSize val="0"/>
            <c:showLeaderLines val="1"/>
            <c:leaderLines>
              <c:spPr>
                <a:ln w="6350" cap="flat" cmpd="sng" algn="ctr">
                  <a:solidFill>
                    <a:schemeClr val="tx1"/>
                  </a:solidFill>
                  <a:prstDash val="solid"/>
                  <a:round/>
                </a:ln>
                <a:effectLst/>
              </c:spPr>
            </c:leaderLines>
            <c:extLst>
              <c:ext xmlns:c15="http://schemas.microsoft.com/office/drawing/2012/chart" uri="{CE6537A1-D6FC-4f65-9D91-7224C49458BB}"/>
            </c:extLst>
          </c:dLbls>
          <c:cat>
            <c:strRef>
              <c:f>Sheet1!$A$2:$A$3</c:f>
              <c:strCache>
                <c:ptCount val="2"/>
                <c:pt idx="0">
                  <c:v>手动</c:v>
                </c:pt>
                <c:pt idx="1">
                  <c:v>自动</c:v>
                </c:pt>
              </c:strCache>
            </c:strRef>
          </c:cat>
          <c:val>
            <c:numRef>
              <c:f>Sheet1!$B$2:$B$3</c:f>
              <c:numCache>
                <c:formatCode>0.00%</c:formatCode>
                <c:ptCount val="2"/>
                <c:pt idx="0">
                  <c:v>0.77100000000000002</c:v>
                </c:pt>
                <c:pt idx="1">
                  <c:v>0.22900000000000001</c:v>
                </c:pt>
              </c:numCache>
            </c:numRef>
          </c:val>
          <c:extLst>
            <c:ext xmlns:c16="http://schemas.microsoft.com/office/drawing/2014/chart" uri="{C3380CC4-5D6E-409C-BE32-E72D297353CC}">
              <c16:uniqueId val="{0000000C-78B2-4BA2-9F43-BC995F457C7D}"/>
            </c:ext>
          </c:extLst>
        </c:ser>
        <c:dLbls>
          <c:dLblPos val="outEnd"/>
          <c:showLegendKey val="0"/>
          <c:showVal val="1"/>
          <c:showCatName val="0"/>
          <c:showSerName val="0"/>
          <c:showPercent val="0"/>
          <c:showBubbleSize val="0"/>
          <c:showLeaderLines val="1"/>
        </c:dLbls>
        <c:firstSliceAng val="0"/>
      </c:pieChart>
      <c:spPr>
        <a:solidFill>
          <a:schemeClr val="bg1"/>
        </a:solidFill>
        <a:ln>
          <a:noFill/>
        </a:ln>
        <a:effectLst/>
      </c:spPr>
    </c:plotArea>
    <c:legend>
      <c:legendPos val="b"/>
      <c:legendEntry>
        <c:idx val="0"/>
        <c:txPr>
          <a:bodyPr rot="0" spcFirstLastPara="1" vertOverflow="ellipsis" vert="horz" wrap="square" anchor="ctr" anchorCtr="1"/>
          <a:lstStyle/>
          <a:p>
            <a:pPr rtl="0">
              <a:defRPr sz="3200" b="0" i="0" u="none" strike="noStrike" kern="1200" baseline="0">
                <a:solidFill>
                  <a:srgbClr val="557AA4"/>
                </a:solidFill>
                <a:latin typeface="宋体" panose="02010600030101010101" pitchFamily="2" charset="-122"/>
                <a:ea typeface="宋体" panose="02010600030101010101" pitchFamily="2" charset="-122"/>
                <a:cs typeface="+mn-cs"/>
              </a:defRPr>
            </a:pPr>
            <a:endParaRPr lang="zh-CN"/>
          </a:p>
        </c:txPr>
      </c:legendEntry>
      <c:legendEntry>
        <c:idx val="1"/>
        <c:txPr>
          <a:bodyPr rot="0" spcFirstLastPara="1" vertOverflow="ellipsis" vert="horz" wrap="square" anchor="ctr" anchorCtr="1"/>
          <a:lstStyle/>
          <a:p>
            <a:pPr rtl="0">
              <a:defRPr sz="3200" b="0" i="0" u="none" strike="noStrike" kern="1200" baseline="0">
                <a:solidFill>
                  <a:srgbClr val="B63D3D"/>
                </a:solidFill>
                <a:latin typeface="宋体" panose="02010600030101010101" pitchFamily="2" charset="-122"/>
                <a:ea typeface="宋体" panose="02010600030101010101" pitchFamily="2" charset="-122"/>
                <a:cs typeface="+mn-cs"/>
              </a:defRPr>
            </a:pPr>
            <a:endParaRPr lang="zh-CN"/>
          </a:p>
        </c:txPr>
      </c:legendEntry>
      <c:overlay val="0"/>
      <c:spPr>
        <a:noFill/>
        <a:ln>
          <a:noFill/>
        </a:ln>
        <a:effectLst/>
      </c:spPr>
      <c:txPr>
        <a:bodyPr rot="0" spcFirstLastPara="1" vertOverflow="ellipsis" vert="horz" wrap="square" anchor="ctr" anchorCtr="1"/>
        <a:lstStyle/>
        <a:p>
          <a:pPr rtl="0">
            <a:defRPr sz="3200" b="0" i="0" u="none" strike="noStrike" kern="1200" baseline="0">
              <a:solidFill>
                <a:schemeClr val="tx1">
                  <a:lumMod val="65000"/>
                  <a:lumOff val="35000"/>
                </a:schemeClr>
              </a:solidFill>
              <a:latin typeface="宋体" panose="02010600030101010101" pitchFamily="2" charset="-122"/>
              <a:ea typeface="宋体" panose="02010600030101010101" pitchFamily="2" charset="-122"/>
              <a:cs typeface="+mn-cs"/>
            </a:defRPr>
          </a:pPr>
          <a:endParaRPr lang="zh-CN"/>
        </a:p>
      </c:txPr>
    </c:legend>
    <c:plotVisOnly val="1"/>
    <c:dispBlanksAs val="gap"/>
    <c:showDLblsOverMax val="0"/>
    <c:extLst/>
  </c:chart>
  <c:spPr>
    <a:solidFill>
      <a:schemeClr val="bg1"/>
    </a:solidFill>
    <a:ln w="9525" cap="flat" cmpd="sng" algn="ctr">
      <a:noFill/>
      <a:prstDash val="solid"/>
      <a:round/>
    </a:ln>
    <a:effectLst/>
  </c:spPr>
  <c:txPr>
    <a:bodyPr/>
    <a:lstStyle/>
    <a:p>
      <a:pPr>
        <a:defRPr/>
      </a:pPr>
      <a:endParaRPr lang="zh-CN"/>
    </a:p>
  </c:txPr>
  <c:externalData r:id="rId4">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tx>
            <c:strRef>
              <c:f>Sheet1!$B$1</c:f>
              <c:strCache>
                <c:ptCount val="1"/>
                <c:pt idx="0">
                  <c:v>Y 值</c:v>
                </c:pt>
              </c:strCache>
            </c:strRef>
          </c:tx>
          <c:spPr>
            <a:ln w="28575">
              <a:noFill/>
            </a:ln>
          </c:spPr>
          <c:marker>
            <c:symbol val="diamond"/>
            <c:size val="10"/>
            <c:spPr>
              <a:solidFill>
                <a:srgbClr val="FF0000"/>
              </a:solidFill>
            </c:spPr>
          </c:marker>
          <c:xVal>
            <c:numRef>
              <c:f>Sheet1!$A$2:$A$17</c:f>
              <c:numCache>
                <c:formatCode>General</c:formatCode>
                <c:ptCount val="16"/>
                <c:pt idx="0">
                  <c:v>35</c:v>
                </c:pt>
                <c:pt idx="1">
                  <c:v>38</c:v>
                </c:pt>
                <c:pt idx="2">
                  <c:v>40</c:v>
                </c:pt>
                <c:pt idx="3">
                  <c:v>42</c:v>
                </c:pt>
                <c:pt idx="4">
                  <c:v>49</c:v>
                </c:pt>
                <c:pt idx="5">
                  <c:v>52</c:v>
                </c:pt>
                <c:pt idx="6">
                  <c:v>54</c:v>
                </c:pt>
                <c:pt idx="7">
                  <c:v>59</c:v>
                </c:pt>
                <c:pt idx="8">
                  <c:v>62</c:v>
                </c:pt>
                <c:pt idx="9">
                  <c:v>64</c:v>
                </c:pt>
                <c:pt idx="10">
                  <c:v>65</c:v>
                </c:pt>
                <c:pt idx="11">
                  <c:v>68</c:v>
                </c:pt>
                <c:pt idx="12">
                  <c:v>69</c:v>
                </c:pt>
                <c:pt idx="13">
                  <c:v>71</c:v>
                </c:pt>
                <c:pt idx="14">
                  <c:v>72</c:v>
                </c:pt>
                <c:pt idx="15">
                  <c:v>76</c:v>
                </c:pt>
              </c:numCache>
            </c:numRef>
          </c:xVal>
          <c:yVal>
            <c:numRef>
              <c:f>Sheet1!$B$2:$B$17</c:f>
              <c:numCache>
                <c:formatCode>General</c:formatCode>
                <c:ptCount val="16"/>
                <c:pt idx="0">
                  <c:v>24</c:v>
                </c:pt>
                <c:pt idx="1">
                  <c:v>25</c:v>
                </c:pt>
                <c:pt idx="2">
                  <c:v>24</c:v>
                </c:pt>
                <c:pt idx="3">
                  <c:v>28</c:v>
                </c:pt>
                <c:pt idx="4">
                  <c:v>32</c:v>
                </c:pt>
                <c:pt idx="5">
                  <c:v>31</c:v>
                </c:pt>
                <c:pt idx="6">
                  <c:v>37</c:v>
                </c:pt>
                <c:pt idx="7">
                  <c:v>40</c:v>
                </c:pt>
                <c:pt idx="8">
                  <c:v>41</c:v>
                </c:pt>
                <c:pt idx="9">
                  <c:v>40</c:v>
                </c:pt>
                <c:pt idx="10">
                  <c:v>47</c:v>
                </c:pt>
                <c:pt idx="11">
                  <c:v>50</c:v>
                </c:pt>
                <c:pt idx="12">
                  <c:v>49</c:v>
                </c:pt>
                <c:pt idx="13">
                  <c:v>51</c:v>
                </c:pt>
                <c:pt idx="14">
                  <c:v>48</c:v>
                </c:pt>
                <c:pt idx="15">
                  <c:v>58</c:v>
                </c:pt>
              </c:numCache>
            </c:numRef>
          </c:yVal>
          <c:smooth val="0"/>
          <c:extLst>
            <c:ext xmlns:c16="http://schemas.microsoft.com/office/drawing/2014/chart" uri="{C3380CC4-5D6E-409C-BE32-E72D297353CC}">
              <c16:uniqueId val="{00000000-C231-40F4-9665-9650BFBE817E}"/>
            </c:ext>
          </c:extLst>
        </c:ser>
        <c:dLbls>
          <c:showLegendKey val="0"/>
          <c:showVal val="0"/>
          <c:showCatName val="0"/>
          <c:showSerName val="0"/>
          <c:showPercent val="0"/>
          <c:showBubbleSize val="0"/>
        </c:dLbls>
        <c:axId val="124503552"/>
        <c:axId val="124505472"/>
      </c:scatterChart>
      <c:valAx>
        <c:axId val="124503552"/>
        <c:scaling>
          <c:orientation val="minMax"/>
          <c:max val="80"/>
          <c:min val="30"/>
        </c:scaling>
        <c:delete val="0"/>
        <c:axPos val="b"/>
        <c:numFmt formatCode="General" sourceLinked="1"/>
        <c:majorTickMark val="out"/>
        <c:minorTickMark val="none"/>
        <c:tickLblPos val="nextTo"/>
        <c:txPr>
          <a:bodyPr/>
          <a:lstStyle/>
          <a:p>
            <a:pPr>
              <a:defRPr sz="1600"/>
            </a:pPr>
            <a:endParaRPr lang="zh-CN"/>
          </a:p>
        </c:txPr>
        <c:crossAx val="124505472"/>
        <c:crossesAt val="20"/>
        <c:crossBetween val="midCat"/>
      </c:valAx>
      <c:valAx>
        <c:axId val="124505472"/>
        <c:scaling>
          <c:orientation val="minMax"/>
          <c:min val="20"/>
        </c:scaling>
        <c:delete val="0"/>
        <c:axPos val="l"/>
        <c:majorGridlines/>
        <c:numFmt formatCode="General" sourceLinked="1"/>
        <c:majorTickMark val="out"/>
        <c:minorTickMark val="none"/>
        <c:tickLblPos val="nextTo"/>
        <c:txPr>
          <a:bodyPr/>
          <a:lstStyle/>
          <a:p>
            <a:pPr>
              <a:defRPr sz="1600"/>
            </a:pPr>
            <a:endParaRPr lang="zh-CN"/>
          </a:p>
        </c:txPr>
        <c:crossAx val="124503552"/>
        <c:crossesAt val="20"/>
        <c:crossBetween val="midCat"/>
      </c:valAx>
    </c:plotArea>
    <c:plotVisOnly val="1"/>
    <c:dispBlanksAs val="gap"/>
    <c:showDLblsOverMax val="0"/>
  </c:chart>
  <c:txPr>
    <a:bodyPr/>
    <a:lstStyle/>
    <a:p>
      <a:pPr>
        <a:defRPr sz="1800"/>
      </a:pPr>
      <a:endParaRPr lang="zh-CN"/>
    </a: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11">
  <cs:axisTitle>
    <cs:lnRef idx="0"/>
    <cs:fillRef idx="0"/>
    <cs:effectRef idx="0"/>
    <cs:fontRef idx="minor">
      <a:schemeClr val="tx1">
        <a:lumMod val="50000"/>
        <a:lumOff val="50000"/>
      </a:schemeClr>
    </cs:fontRef>
    <cs:defRPr sz="1197" kern="1200"/>
  </cs:axisTitle>
  <cs:categoryAxis>
    <cs:lnRef idx="0"/>
    <cs:fillRef idx="0"/>
    <cs:effectRef idx="0"/>
    <cs:fontRef idx="minor">
      <a:schemeClr val="tx1">
        <a:lumMod val="50000"/>
        <a:lumOff val="50000"/>
      </a:schemeClr>
    </cs:fontRef>
    <cs:defRPr sz="1197"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65000"/>
        <a:lumOff val="35000"/>
      </a:schemeClr>
    </cs:fontRef>
    <cs:defRPr sz="1197" kern="1200"/>
  </cs:dataLabel>
  <cs:dataLabelCallout>
    <cs:lnRef idx="0"/>
    <cs:fillRef idx="0"/>
    <cs:effectRef idx="0"/>
    <cs:fontRef idx="minor">
      <a:schemeClr val="bg1"/>
    </cs:fontRef>
    <cs:spPr>
      <a:solidFill>
        <a:schemeClr val="tx1">
          <a:lumMod val="35000"/>
          <a:lumOff val="65000"/>
        </a:schemeClr>
      </a:solidFill>
    </cs:spPr>
    <cs:defRPr sz="1197"/>
    <cs:bodyPr rot="0" spcFirstLastPara="1" vertOverflow="clip" horzOverflow="clip" vert="horz" wrap="square" lIns="36576" tIns="18288" rIns="36576" bIns="18288" anchor="ctr" anchorCtr="1">
      <a:spAutoFit/>
    </cs:bodyPr>
  </cs:dataLabelCallout>
  <cs:dataPoint>
    <cs:lnRef idx="0">
      <cs:styleClr val="auto"/>
    </cs:lnRef>
    <cs:fillRef idx="0"/>
    <cs:effectRef idx="0"/>
    <cs:fontRef idx="minor">
      <a:schemeClr val="dk1"/>
    </cs:fontRef>
    <cs:spPr>
      <a:noFill/>
      <a:ln w="25400" cap="flat" cmpd="sng" algn="ctr">
        <a:solidFill>
          <a:schemeClr val="phClr"/>
        </a:solidFill>
        <a:miter lim="800000"/>
      </a:ln>
    </cs:spPr>
  </cs:dataPoint>
  <cs:dataPoint3D>
    <cs:lnRef idx="0">
      <cs:styleClr val="auto"/>
    </cs:lnRef>
    <cs:fillRef idx="0">
      <cs:styleClr val="auto"/>
    </cs:fillRef>
    <cs:effectRef idx="0"/>
    <cs:fontRef idx="minor">
      <a:schemeClr val="dk1"/>
    </cs:fontRef>
    <cs:spPr>
      <a:ln w="19050" cap="flat" cmpd="sng" algn="ctr">
        <a:solidFill>
          <a:schemeClr val="phClr"/>
        </a:solidFill>
        <a:miter lim="800000"/>
      </a:ln>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styleClr val="auto"/>
    </cs:lnRef>
    <cs:fillRef idx="0">
      <cs:styleClr val="auto"/>
    </cs:fillRef>
    <cs:effectRef idx="0"/>
    <cs:fontRef idx="minor">
      <a:schemeClr val="dk1"/>
    </cs:fontRef>
    <cs:spPr>
      <a:ln w="19050" cap="rnd">
        <a:solidFill>
          <a:schemeClr val="phClr"/>
        </a:solidFill>
        <a:round/>
      </a:ln>
    </cs:spPr>
  </cs:dataPointMarker>
  <cs:dataPointMarkerLayout symbol="circle" size="6"/>
  <cs:dataPointWireframe>
    <cs:lnRef idx="0">
      <cs:styleClr val="auto"/>
    </cs:lnRef>
    <cs:fillRef idx="1"/>
    <cs:effectRef idx="0"/>
    <cs:fontRef idx="minor">
      <a:schemeClr val="tx1"/>
    </cs:fontRef>
    <cs:spPr>
      <a:ln w="9525">
        <a:solidFill>
          <a:schemeClr val="phClr"/>
        </a:solidFill>
      </a:ln>
    </cs:spPr>
  </cs:dataPointWireframe>
  <cs:dataTable>
    <cs:lnRef idx="0"/>
    <cs:fillRef idx="0"/>
    <cs:effectRef idx="0"/>
    <cs:fontRef idx="minor">
      <a:schemeClr val="tx1">
        <a:lumMod val="50000"/>
        <a:lumOff val="50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cap="flat" cmpd="sng" algn="ctr">
        <a:solidFill>
          <a:schemeClr val="tx1">
            <a:lumMod val="50000"/>
            <a:lumOff val="50000"/>
          </a:schemeClr>
        </a:solidFill>
        <a:round/>
      </a:ln>
    </cs:spPr>
  </cs:downBar>
  <cs:dropLine>
    <cs:lnRef idx="0"/>
    <cs:fillRef idx="0"/>
    <cs:effectRef idx="0"/>
    <cs:fontRef idx="minor">
      <a:schemeClr val="dk1"/>
    </cs:fontRef>
    <cs:spPr>
      <a:ln w="9525" cap="flat" cmpd="sng" algn="ctr">
        <a:solidFill>
          <a:schemeClr val="tx1">
            <a:lumMod val="35000"/>
            <a:lumOff val="65000"/>
          </a:schemeClr>
        </a:solidFill>
        <a:round/>
      </a:ln>
    </cs:spPr>
  </cs:dropLine>
  <cs:errorBar>
    <cs:lnRef idx="0"/>
    <cs:fillRef idx="0"/>
    <cs:effectRef idx="0"/>
    <cs:fontRef idx="minor">
      <a:schemeClr val="dk1"/>
    </cs:fontRef>
    <cs:spPr>
      <a:ln w="9525" cap="flat" cmpd="sng" algn="ctr">
        <a:solidFill>
          <a:schemeClr val="tx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a:solidFill>
          <a:schemeClr val="tx1">
            <a:lumMod val="15000"/>
            <a:lumOff val="85000"/>
          </a:schemeClr>
        </a:solidFill>
      </a:ln>
    </cs:spPr>
  </cs:gridlineMajor>
  <cs:gridlineMinor>
    <cs:lnRef idx="0"/>
    <cs:fillRef idx="0"/>
    <cs:effectRef idx="0"/>
    <cs:fontRef idx="minor">
      <a:schemeClr val="dk1"/>
    </cs:fontRef>
    <cs:spPr>
      <a:ln w="9525">
        <a:solidFill>
          <a:schemeClr val="tx1">
            <a:lumMod val="5000"/>
            <a:lumOff val="95000"/>
          </a:schemeClr>
        </a:solidFill>
      </a:ln>
    </cs:spPr>
  </cs:gridlineMinor>
  <cs:hiLoLine>
    <cs:lnRef idx="0"/>
    <cs:fillRef idx="0"/>
    <cs:effectRef idx="0"/>
    <cs:fontRef idx="minor">
      <a:schemeClr val="dk1"/>
    </cs:fontRef>
    <cs:spPr>
      <a:ln w="9525" cap="flat" cmpd="sng" algn="ctr">
        <a:solidFill>
          <a:schemeClr val="tx1">
            <a:lumMod val="35000"/>
            <a:lumOff val="65000"/>
          </a:schemeClr>
        </a:solidFill>
        <a:round/>
      </a:ln>
    </cs:spPr>
  </cs:hiLoLine>
  <cs:leaderLine>
    <cs:lnRef idx="0"/>
    <cs:fillRef idx="0"/>
    <cs:effectRef idx="0"/>
    <cs:fontRef idx="minor">
      <a:schemeClr val="dk1"/>
    </cs:fontRef>
    <cs:spPr>
      <a:ln w="9525" cap="flat" cmpd="sng" algn="ctr">
        <a:solidFill>
          <a:schemeClr val="tx1">
            <a:lumMod val="35000"/>
            <a:lumOff val="65000"/>
          </a:schemeClr>
        </a:solidFill>
        <a:round/>
      </a:ln>
    </cs:spPr>
  </cs:leaderLine>
  <cs:legend>
    <cs:lnRef idx="0"/>
    <cs:fillRef idx="0"/>
    <cs:effectRef idx="0"/>
    <cs:fontRef idx="minor">
      <a:schemeClr val="tx1">
        <a:lumMod val="50000"/>
        <a:lumOff val="50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50000"/>
        <a:lumOff val="50000"/>
      </a:schemeClr>
    </cs:fontRef>
    <cs:defRPr sz="1197" kern="1200"/>
  </cs:seriesAxis>
  <cs:seriesLine>
    <cs:lnRef idx="0"/>
    <cs:fillRef idx="0"/>
    <cs:effectRef idx="0"/>
    <cs:fontRef idx="minor">
      <a:schemeClr val="dk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2200" b="0" kern="1200" cap="none" spc="5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tx1">
        <a:lumMod val="50000"/>
        <a:lumOff val="50000"/>
      </a:schemeClr>
    </cs:fontRef>
    <cs:defRPr sz="1197" kern="1200"/>
  </cs:trendlineLabel>
  <cs:upBar>
    <cs:lnRef idx="0"/>
    <cs:fillRef idx="0"/>
    <cs:effectRef idx="0"/>
    <cs:fontRef idx="minor">
      <a:schemeClr val="dk1"/>
    </cs:fontRef>
    <cs:spPr>
      <a:solidFill>
        <a:schemeClr val="lt1"/>
      </a:solidFill>
      <a:ln w="9525" cap="flat" cmpd="sng" algn="ctr">
        <a:solidFill>
          <a:schemeClr val="tx1">
            <a:lumMod val="50000"/>
            <a:lumOff val="50000"/>
          </a:schemeClr>
        </a:solidFill>
        <a:round/>
      </a:ln>
    </cs:spPr>
  </cs:upBar>
  <cs:valueAxis>
    <cs:lnRef idx="0"/>
    <cs:fillRef idx="0"/>
    <cs:effectRef idx="0"/>
    <cs:fontRef idx="minor">
      <a:schemeClr val="tx1">
        <a:lumMod val="50000"/>
        <a:lumOff val="50000"/>
      </a:schemeClr>
    </cs:fontRef>
    <cs:defRPr sz="1197" kern="1200"/>
  </cs:valueAxis>
  <cs:wall>
    <cs:lnRef idx="0"/>
    <cs:fillRef idx="0"/>
    <cs:effectRef idx="0"/>
    <cs:fontRef idx="minor">
      <a:schemeClr val="dk1"/>
    </cs:fontRef>
  </cs:wall>
</cs:chartStyle>
</file>

<file path=ppt/charts/style2.xml><?xml version="1.0" encoding="utf-8"?>
<cs:chartStyle xmlns:cs="http://schemas.microsoft.com/office/drawing/2012/chartStyle" xmlns:a="http://schemas.openxmlformats.org/drawingml/2006/main" id="103">
  <cs:axisTitle>
    <cs:lnRef idx="0"/>
    <cs:fillRef idx="0"/>
    <cs:effectRef idx="0"/>
    <cs:fontRef idx="minor">
      <a:schemeClr val="tx1"/>
    </cs:fontRef>
    <cs:defRPr sz="1000" b="1" kern="1200"/>
  </cs:axisTitle>
  <cs:categoryAxis>
    <cs:lnRef idx="1">
      <a:schemeClr val="tx1">
        <a:tint val="75000"/>
      </a:schemeClr>
    </cs:lnRef>
    <cs:fillRef idx="0"/>
    <cs:effectRef idx="0"/>
    <cs:fontRef idx="minor">
      <a:schemeClr val="tx1"/>
    </cs:fontRef>
    <cs:spPr>
      <a:ln>
        <a:round/>
      </a:ln>
    </cs:spPr>
    <cs:defRPr sz="1000" kern="1200"/>
  </cs:categoryAxis>
  <cs:chartArea mods="allowNoFillOverride allowNoLineOverride">
    <cs:lnRef idx="1">
      <a:schemeClr val="tx1">
        <a:tint val="75000"/>
      </a:schemeClr>
    </cs:lnRef>
    <cs:fillRef idx="1">
      <a:schemeClr val="bg1"/>
    </cs:fillRef>
    <cs:effectRef idx="0"/>
    <cs:fontRef idx="minor">
      <a:schemeClr val="tx1"/>
    </cs:fontRef>
    <cs:spPr>
      <a:ln>
        <a:round/>
      </a:ln>
    </cs:spPr>
    <cs:defRPr sz="1000" kern="1200"/>
  </cs:chartArea>
  <cs:dataLabel>
    <cs:lnRef idx="0"/>
    <cs:fillRef idx="0"/>
    <cs:effectRef idx="0"/>
    <cs:fontRef idx="minor">
      <a:schemeClr val="tx1"/>
    </cs:fontRef>
    <cs:defRPr sz="1000" kern="1200"/>
  </cs:dataLabel>
  <cs:dataLabelCallout>
    <cs:lnRef idx="0"/>
    <cs:fillRef idx="0"/>
    <cs:effectRef idx="0"/>
    <cs:fontRef idx="minor">
      <a:schemeClr val="dk1"/>
    </cs:fontRef>
    <cs:spPr>
      <a:solidFill>
        <a:schemeClr val="lt1"/>
      </a:solidFill>
      <a:ln>
        <a:solidFill>
          <a:schemeClr val="dk1">
            <a:lumMod val="65000"/>
            <a:lumOff val="35000"/>
          </a:schemeClr>
        </a:solidFill>
      </a:ln>
    </cs:spPr>
    <cs:defRPr sz="1000" kern="1200"/>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1">
      <cs:styleClr val="auto"/>
    </cs:lnRef>
    <cs:lineWidthScale>3</cs:lineWidthScale>
    <cs:fillRef idx="0"/>
    <cs:effectRef idx="0"/>
    <cs:fontRef idx="minor">
      <a:schemeClr val="tx1"/>
    </cs:fontRef>
    <cs:spPr>
      <a:ln cap="rnd">
        <a:round/>
      </a:ln>
    </cs:spPr>
  </cs:dataPointLine>
  <cs:dataPointMarker>
    <cs:lnRef idx="1">
      <cs:styleClr val="auto"/>
    </cs:lnRef>
    <cs:fillRef idx="1">
      <cs:styleClr val="auto"/>
    </cs:fillRef>
    <cs:effectRef idx="0"/>
    <cs:fontRef idx="minor">
      <a:schemeClr val="tx1"/>
    </cs:fontRef>
    <cs:spPr>
      <a:ln>
        <a:round/>
      </a:ln>
    </cs:spPr>
  </cs:dataPointMarker>
  <cs:dataPointMarkerLayout/>
  <cs:dataPointWireframe>
    <cs:lnRef idx="1">
      <cs:styleClr val="auto"/>
    </cs:lnRef>
    <cs:fillRef idx="0"/>
    <cs:effectRef idx="0"/>
    <cs:fontRef idx="minor">
      <a:schemeClr val="tx1"/>
    </cs:fontRef>
    <cs:spPr>
      <a:ln>
        <a:round/>
      </a:ln>
    </cs:spPr>
  </cs:dataPointWireframe>
  <cs:dataTable>
    <cs:lnRef idx="1">
      <a:schemeClr val="tx1">
        <a:tint val="75000"/>
      </a:schemeClr>
    </cs:lnRef>
    <cs:fillRef idx="0"/>
    <cs:effectRef idx="0"/>
    <cs:fontRef idx="minor">
      <a:schemeClr val="tx1"/>
    </cs:fontRef>
    <cs:spPr>
      <a:ln>
        <a:round/>
      </a:ln>
    </cs:spPr>
    <cs:defRPr sz="1000" kern="1200"/>
  </cs:dataTable>
  <cs:downBar>
    <cs:lnRef idx="1">
      <a:schemeClr val="tx1"/>
    </cs:lnRef>
    <cs:fillRef idx="1" mods="ignoreCSTransforms">
      <cs:styleClr val="0">
        <a:shade val="25000"/>
      </cs:styleClr>
    </cs:fillRef>
    <cs:effectRef idx="0"/>
    <cs:fontRef idx="minor">
      <a:schemeClr val="tx1"/>
    </cs:fontRef>
    <cs:spPr>
      <a:ln>
        <a:round/>
      </a:ln>
    </cs:spPr>
  </cs:downBar>
  <cs:dropLine>
    <cs:lnRef idx="1">
      <a:schemeClr val="tx1"/>
    </cs:lnRef>
    <cs:fillRef idx="0"/>
    <cs:effectRef idx="0"/>
    <cs:fontRef idx="minor">
      <a:schemeClr val="tx1"/>
    </cs:fontRef>
    <cs:spPr>
      <a:ln>
        <a:round/>
      </a:ln>
    </cs:spPr>
  </cs:dropLine>
  <cs:errorBar>
    <cs:lnRef idx="1">
      <a:schemeClr val="tx1"/>
    </cs:lnRef>
    <cs:fillRef idx="1">
      <a:schemeClr val="tx1"/>
    </cs:fillRef>
    <cs:effectRef idx="0"/>
    <cs:fontRef idx="minor">
      <a:schemeClr val="tx1"/>
    </cs:fontRef>
    <cs:spPr>
      <a:ln>
        <a:round/>
      </a:ln>
    </cs:spPr>
  </cs:errorBar>
  <cs:floor>
    <cs:lnRef idx="1">
      <a:schemeClr val="tx1">
        <a:tint val="75000"/>
      </a:schemeClr>
    </cs:lnRef>
    <cs:fillRef idx="0"/>
    <cs:effectRef idx="0"/>
    <cs:fontRef idx="minor">
      <a:schemeClr val="tx1"/>
    </cs:fontRef>
    <cs:spPr>
      <a:ln>
        <a:round/>
      </a:ln>
    </cs:spPr>
  </cs:floor>
  <cs:gridlineMajor>
    <cs:lnRef idx="1">
      <a:schemeClr val="tx1">
        <a:tint val="75000"/>
      </a:schemeClr>
    </cs:lnRef>
    <cs:fillRef idx="0"/>
    <cs:effectRef idx="0"/>
    <cs:fontRef idx="minor">
      <a:schemeClr val="tx1"/>
    </cs:fontRef>
    <cs:spPr>
      <a:ln>
        <a:round/>
      </a:ln>
    </cs:spPr>
  </cs:gridlineMajor>
  <cs:gridlineMinor>
    <cs:lnRef idx="1">
      <a:schemeClr val="tx1">
        <a:tint val="50000"/>
      </a:schemeClr>
    </cs:lnRef>
    <cs:fillRef idx="0"/>
    <cs:effectRef idx="0"/>
    <cs:fontRef idx="minor">
      <a:schemeClr val="tx1"/>
    </cs:fontRef>
    <cs:spPr>
      <a:ln>
        <a:round/>
      </a:ln>
    </cs:spPr>
  </cs:gridlineMinor>
  <cs:hiLoLine>
    <cs:lnRef idx="1">
      <a:schemeClr val="tx1"/>
    </cs:lnRef>
    <cs:fillRef idx="0"/>
    <cs:effectRef idx="0"/>
    <cs:fontRef idx="minor">
      <a:schemeClr val="tx1"/>
    </cs:fontRef>
    <cs:spPr>
      <a:ln>
        <a:round/>
      </a:ln>
    </cs:spPr>
  </cs:hiLoLine>
  <cs:leaderLine>
    <cs:lnRef idx="1">
      <a:schemeClr val="tx1"/>
    </cs:lnRef>
    <cs:fillRef idx="0"/>
    <cs:effectRef idx="0"/>
    <cs:fontRef idx="minor">
      <a:schemeClr val="tx1"/>
    </cs:fontRef>
    <cs:spPr>
      <a:ln>
        <a:round/>
      </a:ln>
    </cs:spPr>
  </cs:leaderLine>
  <cs:legend>
    <cs:lnRef idx="0"/>
    <cs:fillRef idx="0"/>
    <cs:effectRef idx="0"/>
    <cs:fontRef idx="minor">
      <a:schemeClr val="tx1"/>
    </cs:fontRef>
    <cs:defRPr sz="1000" kern="1200"/>
  </cs:legend>
  <cs:plotArea mods="allowNoFillOverride allowNoLineOverride">
    <cs:lnRef idx="0"/>
    <cs:fillRef idx="1">
      <a:schemeClr val="bg1"/>
    </cs:fillRef>
    <cs:effectRef idx="0"/>
    <cs:fontRef idx="minor">
      <a:schemeClr val="tx1"/>
    </cs:fontRef>
  </cs:plotArea>
  <cs:plotArea3D>
    <cs:lnRef idx="0"/>
    <cs:fillRef idx="0"/>
    <cs:effectRef idx="0"/>
    <cs:fontRef idx="minor">
      <a:schemeClr val="tx1"/>
    </cs:fontRef>
  </cs:plotArea3D>
  <cs:seriesAxis>
    <cs:lnRef idx="1">
      <a:schemeClr val="tx1">
        <a:tint val="75000"/>
      </a:schemeClr>
    </cs:lnRef>
    <cs:fillRef idx="0"/>
    <cs:effectRef idx="0"/>
    <cs:fontRef idx="minor">
      <a:schemeClr val="tx1"/>
    </cs:fontRef>
    <cs:spPr>
      <a:ln>
        <a:round/>
      </a:ln>
    </cs:spPr>
    <cs:defRPr sz="1000" kern="1200"/>
  </cs:seriesAxis>
  <cs:seriesLine>
    <cs:lnRef idx="1">
      <a:schemeClr val="tx1"/>
    </cs:lnRef>
    <cs:fillRef idx="0"/>
    <cs:effectRef idx="0"/>
    <cs:fontRef idx="minor">
      <a:schemeClr val="tx1"/>
    </cs:fontRef>
    <cs:spPr>
      <a:ln>
        <a:round/>
      </a:ln>
    </cs:spPr>
  </cs:seriesLine>
  <cs:title>
    <cs:lnRef idx="0"/>
    <cs:fillRef idx="0"/>
    <cs:effectRef idx="0"/>
    <cs:fontRef idx="minor">
      <a:schemeClr val="tx1"/>
    </cs:fontRef>
    <cs:defRPr sz="1800" b="1" kern="1200"/>
  </cs:title>
  <cs:trendline>
    <cs:lnRef idx="1">
      <a:schemeClr val="tx1"/>
    </cs:lnRef>
    <cs:fillRef idx="0"/>
    <cs:effectRef idx="0"/>
    <cs:fontRef idx="minor">
      <a:schemeClr val="tx1"/>
    </cs:fontRef>
    <cs:spPr>
      <a:ln cap="rnd">
        <a:round/>
      </a:ln>
    </cs:spPr>
  </cs:trendline>
  <cs:trendlineLabel>
    <cs:lnRef idx="0"/>
    <cs:fillRef idx="0"/>
    <cs:effectRef idx="0"/>
    <cs:fontRef idx="minor">
      <a:schemeClr val="tx1"/>
    </cs:fontRef>
    <cs:defRPr sz="1000" kern="1200"/>
  </cs:trendlineLabel>
  <cs:upBar>
    <cs:lnRef idx="1">
      <a:schemeClr val="tx1"/>
    </cs:lnRef>
    <cs:fillRef idx="1" mods="ignoreCSTransforms">
      <cs:styleClr val="0">
        <a:tint val="25000"/>
      </cs:styleClr>
    </cs:fillRef>
    <cs:effectRef idx="0"/>
    <cs:fontRef idx="minor">
      <a:schemeClr val="tx1"/>
    </cs:fontRef>
    <cs:spPr>
      <a:ln>
        <a:round/>
      </a:ln>
    </cs:spPr>
  </cs:upBar>
  <cs:valueAxis>
    <cs:lnRef idx="1">
      <a:schemeClr val="tx1">
        <a:tint val="75000"/>
      </a:schemeClr>
    </cs:lnRef>
    <cs:fillRef idx="0"/>
    <cs:effectRef idx="0"/>
    <cs:fontRef idx="minor">
      <a:schemeClr val="tx1"/>
    </cs:fontRef>
    <cs:spPr>
      <a:ln>
        <a:round/>
      </a:ln>
    </cs:spPr>
    <cs:defRPr sz="1000" kern="1200"/>
  </cs:valueAxis>
  <cs:wall>
    <cs:lnRef idx="0"/>
    <cs:fillRef idx="0"/>
    <cs:effectRef idx="0"/>
    <cs:fontRef idx="minor">
      <a:schemeClr val="tx1"/>
    </cs:fontRef>
  </cs:wall>
</cs:chartStyle>
</file>

<file path=ppt/drawings/_rels/vmlDrawing1.vml.rels><?xml version="1.0" encoding="UTF-8" standalone="yes"?>
<Relationships xmlns="http://schemas.openxmlformats.org/package/2006/relationships"><Relationship Id="rId1" Type="http://schemas.openxmlformats.org/officeDocument/2006/relationships/image" Target="../media/image21.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2F37CF0-5B85-4F82-8895-487FD940EFF8}" type="datetimeFigureOut">
              <a:rPr lang="zh-CN" altLang="en-US" smtClean="0"/>
              <a:t>2025/10/8</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161C67-365B-455B-8333-B2F385616053}" type="slidenum">
              <a:rPr lang="zh-CN" altLang="en-US" smtClean="0"/>
              <a:t>‹#›</a:t>
            </a:fld>
            <a:endParaRPr lang="zh-CN" altLang="en-US"/>
          </a:p>
        </p:txBody>
      </p:sp>
    </p:spTree>
    <p:extLst>
      <p:ext uri="{BB962C8B-B14F-4D97-AF65-F5344CB8AC3E}">
        <p14:creationId xmlns:p14="http://schemas.microsoft.com/office/powerpoint/2010/main" val="2082393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7161C67-365B-455B-8333-B2F385616053}" type="slidenum">
              <a:rPr lang="zh-CN" altLang="en-US" smtClean="0"/>
              <a:t>2</a:t>
            </a:fld>
            <a:endParaRPr lang="zh-CN" altLang="en-US"/>
          </a:p>
        </p:txBody>
      </p:sp>
    </p:spTree>
    <p:extLst>
      <p:ext uri="{BB962C8B-B14F-4D97-AF65-F5344CB8AC3E}">
        <p14:creationId xmlns:p14="http://schemas.microsoft.com/office/powerpoint/2010/main" val="1688879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a:p>
        </p:txBody>
      </p:sp>
      <p:sp>
        <p:nvSpPr>
          <p:cNvPr id="4" name="灯片编号占位符 3"/>
          <p:cNvSpPr>
            <a:spLocks noGrp="1"/>
          </p:cNvSpPr>
          <p:nvPr>
            <p:ph type="sldNum" sz="quarter" idx="10"/>
          </p:nvPr>
        </p:nvSpPr>
        <p:spPr/>
        <p:txBody>
          <a:bodyPr/>
          <a:lstStyle/>
          <a:p>
            <a:fld id="{113BF546-1968-42CF-9186-F00D48681E43}" type="slidenum">
              <a:rPr lang="zh-CN" altLang="en-US" smtClean="0"/>
              <a:t>5</a:t>
            </a:fld>
            <a:endParaRPr lang="zh-CN" altLang="en-US"/>
          </a:p>
        </p:txBody>
      </p:sp>
    </p:spTree>
    <p:extLst>
      <p:ext uri="{BB962C8B-B14F-4D97-AF65-F5344CB8AC3E}">
        <p14:creationId xmlns:p14="http://schemas.microsoft.com/office/powerpoint/2010/main" val="24063698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13BF546-1968-42CF-9186-F00D48681E43}" type="slidenum">
              <a:rPr lang="zh-CN" altLang="en-US" smtClean="0"/>
              <a:t>6</a:t>
            </a:fld>
            <a:endParaRPr lang="zh-CN" altLang="en-US"/>
          </a:p>
        </p:txBody>
      </p:sp>
    </p:spTree>
    <p:extLst>
      <p:ext uri="{BB962C8B-B14F-4D97-AF65-F5344CB8AC3E}">
        <p14:creationId xmlns:p14="http://schemas.microsoft.com/office/powerpoint/2010/main" val="31537113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effectLst/>
            </a:endParaRPr>
          </a:p>
        </p:txBody>
      </p:sp>
      <p:sp>
        <p:nvSpPr>
          <p:cNvPr id="4" name="灯片编号占位符 3"/>
          <p:cNvSpPr>
            <a:spLocks noGrp="1"/>
          </p:cNvSpPr>
          <p:nvPr>
            <p:ph type="sldNum" sz="quarter" idx="10"/>
          </p:nvPr>
        </p:nvSpPr>
        <p:spPr/>
        <p:txBody>
          <a:bodyPr/>
          <a:lstStyle/>
          <a:p>
            <a:fld id="{113BF546-1968-42CF-9186-F00D48681E43}" type="slidenum">
              <a:rPr lang="zh-CN" altLang="en-US" smtClean="0"/>
              <a:t>9</a:t>
            </a:fld>
            <a:endParaRPr lang="zh-CN" altLang="en-US"/>
          </a:p>
        </p:txBody>
      </p:sp>
    </p:spTree>
    <p:extLst>
      <p:ext uri="{BB962C8B-B14F-4D97-AF65-F5344CB8AC3E}">
        <p14:creationId xmlns:p14="http://schemas.microsoft.com/office/powerpoint/2010/main" val="1417999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effectLst/>
            </a:endParaRPr>
          </a:p>
        </p:txBody>
      </p:sp>
      <p:sp>
        <p:nvSpPr>
          <p:cNvPr id="4" name="灯片编号占位符 3"/>
          <p:cNvSpPr>
            <a:spLocks noGrp="1"/>
          </p:cNvSpPr>
          <p:nvPr>
            <p:ph type="sldNum" sz="quarter" idx="10"/>
          </p:nvPr>
        </p:nvSpPr>
        <p:spPr/>
        <p:txBody>
          <a:bodyPr/>
          <a:lstStyle/>
          <a:p>
            <a:fld id="{113BF546-1968-42CF-9186-F00D48681E43}" type="slidenum">
              <a:rPr lang="zh-CN" altLang="en-US" smtClean="0"/>
              <a:t>10</a:t>
            </a:fld>
            <a:endParaRPr lang="zh-CN" altLang="en-US"/>
          </a:p>
        </p:txBody>
      </p:sp>
    </p:spTree>
    <p:extLst>
      <p:ext uri="{BB962C8B-B14F-4D97-AF65-F5344CB8AC3E}">
        <p14:creationId xmlns:p14="http://schemas.microsoft.com/office/powerpoint/2010/main" val="14179990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en-US" dirty="0"/>
                  <a:t>直方图的绘制就是，先计算出绘制所需的一组参数，就可以进行绘制了。</a:t>
                </a:r>
                <a:endParaRPr lang="en-US" altLang="zh-CN" dirty="0"/>
              </a:p>
              <a:p>
                <a:r>
                  <a:rPr lang="zh-CN" altLang="en-US" dirty="0"/>
                  <a:t>绘制所需的参数有：</a:t>
                </a:r>
                <a:endParaRPr lang="en-US" altLang="zh-CN" dirty="0"/>
              </a:p>
              <a:p>
                <a:r>
                  <a:rPr kumimoji="0" lang="zh-CN" altLang="en-US" sz="1200" b="1" i="0" u="none" strike="noStrike" cap="none" normalizeH="0" baseline="0" dirty="0">
                    <a:ln>
                      <a:noFill/>
                    </a:ln>
                    <a:solidFill>
                      <a:schemeClr val="tx1"/>
                    </a:solidFill>
                    <a:effectLst/>
                    <a:latin typeface="Times New Roman" pitchFamily="18" charset="0"/>
                    <a:ea typeface="楷体" pitchFamily="49" charset="-122"/>
                    <a:cs typeface="Times New Roman" pitchFamily="18" charset="0"/>
                  </a:rPr>
                  <a:t>全        距</a:t>
                </a:r>
                <a:r>
                  <a:rPr kumimoji="0" lang="zh-CN" altLang="en-US" sz="12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：一般用 </a:t>
                </a:r>
                <a:r>
                  <a:rPr kumimoji="0" lang="en-US" altLang="zh-CN" sz="1200" b="0" i="1"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R </a:t>
                </a:r>
                <a:r>
                  <a:rPr kumimoji="0" lang="zh-CN" altLang="en-US" sz="12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表示，为数据中的</a:t>
                </a:r>
                <a:r>
                  <a:rPr lang="zh-CN" altLang="en-US" sz="1200" dirty="0">
                    <a:latin typeface="Times New Roman" pitchFamily="18" charset="0"/>
                    <a:ea typeface="宋体" pitchFamily="2" charset="-122"/>
                    <a:cs typeface="Times New Roman" pitchFamily="18" charset="0"/>
                  </a:rPr>
                  <a:t>最大值 </a:t>
                </a:r>
                <a14:m>
                  <m:oMath xmlns:m="http://schemas.openxmlformats.org/officeDocument/2006/math">
                    <m:sSub>
                      <m:sSubPr>
                        <m:ctrlPr>
                          <a:rPr lang="en-US" altLang="zh-CN" sz="1200" b="0" i="1" smtClean="0">
                            <a:latin typeface="Cambria Math" panose="02040503050406030204" pitchFamily="18" charset="0"/>
                            <a:ea typeface="宋体" pitchFamily="2" charset="-122"/>
                            <a:cs typeface="Times New Roman" pitchFamily="18" charset="0"/>
                          </a:rPr>
                        </m:ctrlPr>
                      </m:sSubPr>
                      <m:e>
                        <m:r>
                          <a:rPr lang="en-US" altLang="zh-CN" sz="1200" b="0" i="1" smtClean="0">
                            <a:latin typeface="Cambria Math"/>
                            <a:ea typeface="宋体" pitchFamily="2" charset="-122"/>
                            <a:cs typeface="Times New Roman" pitchFamily="18" charset="0"/>
                          </a:rPr>
                          <m:t>𝑣</m:t>
                        </m:r>
                      </m:e>
                      <m:sub>
                        <m:r>
                          <a:rPr lang="en-US" altLang="zh-CN" sz="1200" b="0" i="1" smtClean="0">
                            <a:latin typeface="Cambria Math"/>
                            <a:ea typeface="宋体" pitchFamily="2" charset="-122"/>
                            <a:cs typeface="Times New Roman" pitchFamily="18" charset="0"/>
                          </a:rPr>
                          <m:t>𝑚𝑎𝑥</m:t>
                        </m:r>
                      </m:sub>
                    </m:sSub>
                  </m:oMath>
                </a14:m>
                <a:r>
                  <a:rPr lang="zh-CN" altLang="en-US" sz="1200" dirty="0">
                    <a:latin typeface="Times New Roman" pitchFamily="18" charset="0"/>
                    <a:ea typeface="宋体" pitchFamily="2" charset="-122"/>
                    <a:cs typeface="Times New Roman" pitchFamily="18" charset="0"/>
                  </a:rPr>
                  <a:t> 与最小值 </a:t>
                </a:r>
                <a14:m>
                  <m:oMath xmlns:m="http://schemas.openxmlformats.org/officeDocument/2006/math">
                    <m:sSub>
                      <m:sSubPr>
                        <m:ctrlPr>
                          <a:rPr lang="en-US" altLang="zh-CN" sz="1200" i="1">
                            <a:latin typeface="Cambria Math" panose="02040503050406030204" pitchFamily="18" charset="0"/>
                            <a:ea typeface="宋体" pitchFamily="2" charset="-122"/>
                            <a:cs typeface="Times New Roman" pitchFamily="18" charset="0"/>
                          </a:rPr>
                        </m:ctrlPr>
                      </m:sSubPr>
                      <m:e>
                        <m:r>
                          <a:rPr lang="en-US" altLang="zh-CN" sz="1200" i="1">
                            <a:latin typeface="Cambria Math"/>
                            <a:ea typeface="宋体" pitchFamily="2" charset="-122"/>
                            <a:cs typeface="Times New Roman" pitchFamily="18" charset="0"/>
                          </a:rPr>
                          <m:t>𝑣</m:t>
                        </m:r>
                      </m:e>
                      <m:sub>
                        <m:r>
                          <a:rPr lang="en-US" altLang="zh-CN" sz="1200" i="1">
                            <a:latin typeface="Cambria Math"/>
                            <a:ea typeface="宋体" pitchFamily="2" charset="-122"/>
                            <a:cs typeface="Times New Roman" pitchFamily="18" charset="0"/>
                          </a:rPr>
                          <m:t>𝑚𝑖𝑛</m:t>
                        </m:r>
                      </m:sub>
                    </m:sSub>
                  </m:oMath>
                </a14:m>
                <a:r>
                  <a:rPr lang="zh-CN" altLang="en-US" sz="1200" dirty="0">
                    <a:latin typeface="Times New Roman" pitchFamily="18" charset="0"/>
                    <a:ea typeface="宋体" pitchFamily="2" charset="-122"/>
                    <a:cs typeface="Times New Roman" pitchFamily="18" charset="0"/>
                  </a:rPr>
                  <a:t> 之差，即数据的最小到最大跨度区间。</a:t>
                </a:r>
                <a:endParaRPr lang="en-US" altLang="zh-CN" dirty="0"/>
              </a:p>
              <a:p>
                <a:r>
                  <a:rPr lang="zh-CN" altLang="en-US" sz="1200" b="1" dirty="0">
                    <a:latin typeface="Times New Roman" pitchFamily="18" charset="0"/>
                    <a:ea typeface="楷体" pitchFamily="49" charset="-122"/>
                    <a:cs typeface="Times New Roman" pitchFamily="18" charset="0"/>
                  </a:rPr>
                  <a:t>组        数：</a:t>
                </a:r>
                <a:r>
                  <a:rPr lang="zh-CN" altLang="en-US" sz="1200" dirty="0">
                    <a:latin typeface="Times New Roman" pitchFamily="18" charset="0"/>
                    <a:ea typeface="宋体" pitchFamily="2" charset="-122"/>
                    <a:cs typeface="Times New Roman" pitchFamily="18" charset="0"/>
                  </a:rPr>
                  <a:t>一般用</a:t>
                </a:r>
                <a:r>
                  <a:rPr lang="en-US" altLang="zh-CN" sz="1200" i="1" dirty="0">
                    <a:latin typeface="Times New Roman" pitchFamily="18" charset="0"/>
                    <a:ea typeface="宋体" pitchFamily="2" charset="-122"/>
                    <a:cs typeface="Times New Roman" pitchFamily="18" charset="0"/>
                  </a:rPr>
                  <a:t>k</a:t>
                </a:r>
                <a:r>
                  <a:rPr lang="zh-CN" altLang="en-US" sz="1200" dirty="0">
                    <a:latin typeface="Times New Roman" pitchFamily="18" charset="0"/>
                    <a:ea typeface="宋体" pitchFamily="2" charset="-122"/>
                    <a:cs typeface="Times New Roman" pitchFamily="18" charset="0"/>
                  </a:rPr>
                  <a:t>表示，对所研究的数据所划分的组数，也是直方图的组数。组数的计算可以利用</a:t>
                </a:r>
                <a:r>
                  <a:rPr lang="zh-CN" altLang="en-US" sz="1200" b="1" dirty="0">
                    <a:latin typeface="Times New Roman" pitchFamily="18" charset="0"/>
                    <a:ea typeface="宋体" pitchFamily="2" charset="-122"/>
                    <a:cs typeface="Times New Roman" pitchFamily="18" charset="0"/>
                  </a:rPr>
                  <a:t>史特吉斯</a:t>
                </a:r>
                <a:r>
                  <a:rPr lang="zh-CN" altLang="en-US" sz="1200" dirty="0">
                    <a:latin typeface="Times New Roman" pitchFamily="18" charset="0"/>
                    <a:ea typeface="宋体" pitchFamily="2" charset="-122"/>
                    <a:cs typeface="Times New Roman" pitchFamily="18" charset="0"/>
                  </a:rPr>
                  <a:t>公式</a:t>
                </a:r>
                <a14:m>
                  <m:oMath xmlns:m="http://schemas.openxmlformats.org/officeDocument/2006/math">
                    <m:r>
                      <a:rPr lang="en-US" altLang="zh-CN" sz="1200" b="0" i="1" smtClean="0">
                        <a:latin typeface="Cambria Math"/>
                        <a:ea typeface="宋体" pitchFamily="2" charset="-122"/>
                        <a:cs typeface="Times New Roman" pitchFamily="18" charset="0"/>
                      </a:rPr>
                      <m:t>𝑘</m:t>
                    </m:r>
                    <m:r>
                      <a:rPr lang="en-US" altLang="zh-CN" sz="1200" b="0" i="1" smtClean="0">
                        <a:latin typeface="Cambria Math"/>
                        <a:ea typeface="宋体" pitchFamily="2" charset="-122"/>
                        <a:cs typeface="Times New Roman" pitchFamily="18" charset="0"/>
                      </a:rPr>
                      <m:t>=1+3.32</m:t>
                    </m:r>
                    <m:r>
                      <a:rPr lang="en-US" altLang="zh-CN" sz="1200" b="0" i="1" smtClean="0">
                        <a:latin typeface="Cambria Math"/>
                        <a:ea typeface="宋体" pitchFamily="2" charset="-122"/>
                        <a:cs typeface="Times New Roman" pitchFamily="18" charset="0"/>
                      </a:rPr>
                      <m:t>𝑙𝑔𝑁</m:t>
                    </m:r>
                  </m:oMath>
                </a14:m>
                <a:r>
                  <a:rPr lang="zh-CN" altLang="en-US" sz="1200" dirty="0">
                    <a:latin typeface="Times New Roman" pitchFamily="18" charset="0"/>
                    <a:ea typeface="宋体" pitchFamily="2" charset="-122"/>
                    <a:cs typeface="Times New Roman" pitchFamily="18" charset="0"/>
                  </a:rPr>
                  <a:t>来计算，或按照表格中的经验数据来确定</a:t>
                </a:r>
                <a:endParaRPr lang="en-US" altLang="zh-CN" dirty="0"/>
              </a:p>
              <a:p>
                <a:r>
                  <a:rPr lang="en-US" altLang="zh-CN" dirty="0"/>
                  <a:t>……</a:t>
                </a:r>
              </a:p>
              <a:p>
                <a:r>
                  <a:rPr lang="zh-CN" altLang="en-US" dirty="0"/>
                  <a:t>组数的划分不宜太多，否则绘制出的图形过于密集，不具有可视性。</a:t>
                </a:r>
                <a:endParaRPr lang="en-US" altLang="zh-CN" dirty="0"/>
              </a:p>
              <a:p>
                <a:r>
                  <a:rPr lang="en-US" altLang="zh-CN" dirty="0"/>
                  <a:t>==end==</a:t>
                </a:r>
                <a:endParaRPr lang="zh-CN" altLang="en-US" dirty="0"/>
              </a:p>
            </p:txBody>
          </p:sp>
        </mc:Choice>
        <mc:Fallback xmlns="">
          <p:sp>
            <p:nvSpPr>
              <p:cNvPr id="3" name="备注占位符 2"/>
              <p:cNvSpPr>
                <a:spLocks noGrp="1"/>
              </p:cNvSpPr>
              <p:nvPr>
                <p:ph type="body" idx="1"/>
              </p:nvPr>
            </p:nvSpPr>
            <p:spPr/>
            <p:txBody>
              <a:bodyPr/>
              <a:lstStyle/>
              <a:p>
                <a:r>
                  <a:rPr lang="zh-CN" altLang="en-US" dirty="0" smtClean="0"/>
                  <a:t>直方图的绘制就是，先计算出绘制所需的一组参数，就可以进行绘制了。</a:t>
                </a:r>
                <a:endParaRPr lang="en-US" altLang="zh-CN" dirty="0" smtClean="0"/>
              </a:p>
              <a:p>
                <a:r>
                  <a:rPr lang="zh-CN" altLang="en-US" dirty="0" smtClean="0"/>
                  <a:t>绘制所需的参数有</a:t>
                </a:r>
                <a:r>
                  <a:rPr lang="zh-CN" altLang="en-US" dirty="0" smtClean="0"/>
                  <a:t>：</a:t>
                </a:r>
                <a:endParaRPr lang="en-US" altLang="zh-CN" dirty="0" smtClean="0"/>
              </a:p>
              <a:p>
                <a:r>
                  <a:rPr kumimoji="0" lang="zh-CN" altLang="en-US" sz="1200" b="1" i="0" u="none" strike="noStrike" cap="none" normalizeH="0" baseline="0" dirty="0" smtClean="0">
                    <a:ln>
                      <a:noFill/>
                    </a:ln>
                    <a:solidFill>
                      <a:schemeClr val="tx1"/>
                    </a:solidFill>
                    <a:effectLst/>
                    <a:latin typeface="Times New Roman" pitchFamily="18" charset="0"/>
                    <a:ea typeface="楷体" pitchFamily="49" charset="-122"/>
                    <a:cs typeface="Times New Roman" pitchFamily="18" charset="0"/>
                  </a:rPr>
                  <a:t>全        距</a:t>
                </a:r>
                <a:r>
                  <a:rPr kumimoji="0" lang="zh-CN" altLang="en-US" sz="12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：一般用 </a:t>
                </a:r>
                <a:r>
                  <a:rPr kumimoji="0" lang="en-US" altLang="zh-CN" sz="1200" b="0" i="1"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R </a:t>
                </a:r>
                <a:r>
                  <a:rPr kumimoji="0" lang="zh-CN" altLang="en-US" sz="12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表示，为数据中的</a:t>
                </a:r>
                <a:r>
                  <a:rPr lang="zh-CN" altLang="en-US" sz="1200" dirty="0">
                    <a:latin typeface="Times New Roman" pitchFamily="18" charset="0"/>
                    <a:ea typeface="宋体" pitchFamily="2" charset="-122"/>
                    <a:cs typeface="Times New Roman" pitchFamily="18" charset="0"/>
                  </a:rPr>
                  <a:t>最大</a:t>
                </a:r>
                <a:r>
                  <a:rPr lang="zh-CN" altLang="en-US" sz="1200" dirty="0" smtClean="0">
                    <a:latin typeface="Times New Roman" pitchFamily="18" charset="0"/>
                    <a:ea typeface="宋体" pitchFamily="2" charset="-122"/>
                    <a:cs typeface="Times New Roman" pitchFamily="18" charset="0"/>
                  </a:rPr>
                  <a:t>值 </a:t>
                </a:r>
                <a:r>
                  <a:rPr lang="en-US" altLang="zh-CN" sz="1200" b="0" i="0" smtClean="0">
                    <a:latin typeface="Cambria Math"/>
                    <a:ea typeface="宋体" pitchFamily="2" charset="-122"/>
                    <a:cs typeface="Times New Roman" pitchFamily="18" charset="0"/>
                  </a:rPr>
                  <a:t>𝑣_𝑚𝑎𝑥</a:t>
                </a:r>
                <a:r>
                  <a:rPr lang="zh-CN" altLang="en-US" sz="1200" dirty="0" smtClean="0">
                    <a:latin typeface="Times New Roman" pitchFamily="18" charset="0"/>
                    <a:ea typeface="宋体" pitchFamily="2" charset="-122"/>
                    <a:cs typeface="Times New Roman" pitchFamily="18" charset="0"/>
                  </a:rPr>
                  <a:t> 与</a:t>
                </a:r>
                <a:r>
                  <a:rPr lang="zh-CN" altLang="en-US" sz="1200" dirty="0">
                    <a:latin typeface="Times New Roman" pitchFamily="18" charset="0"/>
                    <a:ea typeface="宋体" pitchFamily="2" charset="-122"/>
                    <a:cs typeface="Times New Roman" pitchFamily="18" charset="0"/>
                  </a:rPr>
                  <a:t>最小值</a:t>
                </a:r>
                <a:r>
                  <a:rPr lang="zh-CN" altLang="en-US" sz="1200" dirty="0" smtClean="0">
                    <a:latin typeface="Times New Roman" pitchFamily="18" charset="0"/>
                    <a:ea typeface="宋体" pitchFamily="2" charset="-122"/>
                    <a:cs typeface="Times New Roman" pitchFamily="18" charset="0"/>
                  </a:rPr>
                  <a:t> </a:t>
                </a:r>
                <a:r>
                  <a:rPr lang="en-US" altLang="zh-CN" sz="1200" i="0">
                    <a:latin typeface="Cambria Math"/>
                    <a:ea typeface="宋体" pitchFamily="2" charset="-122"/>
                    <a:cs typeface="Times New Roman" pitchFamily="18" charset="0"/>
                  </a:rPr>
                  <a:t>𝑣_𝑚𝑖𝑛</a:t>
                </a:r>
                <a:r>
                  <a:rPr lang="zh-CN" altLang="en-US" sz="1200" dirty="0" smtClean="0">
                    <a:latin typeface="Times New Roman" pitchFamily="18" charset="0"/>
                    <a:ea typeface="宋体" pitchFamily="2" charset="-122"/>
                    <a:cs typeface="Times New Roman" pitchFamily="18" charset="0"/>
                  </a:rPr>
                  <a:t> </a:t>
                </a:r>
                <a:r>
                  <a:rPr lang="zh-CN" altLang="en-US" sz="1200" dirty="0">
                    <a:latin typeface="Times New Roman" pitchFamily="18" charset="0"/>
                    <a:ea typeface="宋体" pitchFamily="2" charset="-122"/>
                    <a:cs typeface="Times New Roman" pitchFamily="18" charset="0"/>
                  </a:rPr>
                  <a:t>之差，即数据的最小到最大跨度区间。</a:t>
                </a:r>
                <a:endParaRPr lang="en-US" altLang="zh-CN" dirty="0" smtClean="0"/>
              </a:p>
              <a:p>
                <a:r>
                  <a:rPr lang="zh-CN" altLang="en-US" sz="1200" b="1" dirty="0" smtClean="0">
                    <a:latin typeface="Times New Roman" pitchFamily="18" charset="0"/>
                    <a:ea typeface="楷体" pitchFamily="49" charset="-122"/>
                    <a:cs typeface="Times New Roman" pitchFamily="18" charset="0"/>
                  </a:rPr>
                  <a:t>组        数</a:t>
                </a:r>
                <a:r>
                  <a:rPr lang="zh-CN" altLang="en-US" sz="1200" b="1" dirty="0">
                    <a:latin typeface="Times New Roman" pitchFamily="18" charset="0"/>
                    <a:ea typeface="楷体" pitchFamily="49" charset="-122"/>
                    <a:cs typeface="Times New Roman" pitchFamily="18" charset="0"/>
                  </a:rPr>
                  <a:t>：</a:t>
                </a:r>
                <a:r>
                  <a:rPr lang="zh-CN" altLang="en-US" sz="1200" dirty="0">
                    <a:latin typeface="Times New Roman" pitchFamily="18" charset="0"/>
                    <a:ea typeface="宋体" pitchFamily="2" charset="-122"/>
                    <a:cs typeface="Times New Roman" pitchFamily="18" charset="0"/>
                  </a:rPr>
                  <a:t>一般用</a:t>
                </a:r>
                <a:r>
                  <a:rPr lang="en-US" altLang="zh-CN" sz="1200" i="1" dirty="0">
                    <a:latin typeface="Times New Roman" pitchFamily="18" charset="0"/>
                    <a:ea typeface="宋体" pitchFamily="2" charset="-122"/>
                    <a:cs typeface="Times New Roman" pitchFamily="18" charset="0"/>
                  </a:rPr>
                  <a:t>k</a:t>
                </a:r>
                <a:r>
                  <a:rPr lang="zh-CN" altLang="en-US" sz="1200" dirty="0">
                    <a:latin typeface="Times New Roman" pitchFamily="18" charset="0"/>
                    <a:ea typeface="宋体" pitchFamily="2" charset="-122"/>
                    <a:cs typeface="Times New Roman" pitchFamily="18" charset="0"/>
                  </a:rPr>
                  <a:t>表示，对所研究的数据所划分的组数，也是直方图的组数。组数的计算可以利用</a:t>
                </a:r>
                <a:r>
                  <a:rPr lang="zh-CN" altLang="en-US" sz="1200" b="1" dirty="0">
                    <a:latin typeface="Times New Roman" pitchFamily="18" charset="0"/>
                    <a:ea typeface="宋体" pitchFamily="2" charset="-122"/>
                    <a:cs typeface="Times New Roman" pitchFamily="18" charset="0"/>
                  </a:rPr>
                  <a:t>史特吉斯</a:t>
                </a:r>
                <a:r>
                  <a:rPr lang="zh-CN" altLang="en-US" sz="1200" dirty="0" smtClean="0">
                    <a:latin typeface="Times New Roman" pitchFamily="18" charset="0"/>
                    <a:ea typeface="宋体" pitchFamily="2" charset="-122"/>
                    <a:cs typeface="Times New Roman" pitchFamily="18" charset="0"/>
                  </a:rPr>
                  <a:t>公式</a:t>
                </a:r>
                <a:r>
                  <a:rPr lang="en-US" altLang="zh-CN" sz="1200" b="0" i="0" smtClean="0">
                    <a:latin typeface="Cambria Math"/>
                    <a:ea typeface="宋体" pitchFamily="2" charset="-122"/>
                    <a:cs typeface="Times New Roman" pitchFamily="18" charset="0"/>
                  </a:rPr>
                  <a:t>𝑘=1+3.32𝑙𝑔𝑁</a:t>
                </a:r>
                <a:r>
                  <a:rPr lang="zh-CN" altLang="en-US" sz="1200" dirty="0" smtClean="0">
                    <a:latin typeface="Times New Roman" pitchFamily="18" charset="0"/>
                    <a:ea typeface="宋体" pitchFamily="2" charset="-122"/>
                    <a:cs typeface="Times New Roman" pitchFamily="18" charset="0"/>
                  </a:rPr>
                  <a:t>来计算，</a:t>
                </a:r>
                <a:r>
                  <a:rPr lang="zh-CN" altLang="en-US" sz="1200" dirty="0" smtClean="0">
                    <a:latin typeface="Times New Roman" pitchFamily="18" charset="0"/>
                    <a:ea typeface="宋体" pitchFamily="2" charset="-122"/>
                    <a:cs typeface="Times New Roman" pitchFamily="18" charset="0"/>
                  </a:rPr>
                  <a:t>或按照表格中的经验数据来确定</a:t>
                </a:r>
                <a:endParaRPr lang="en-US" altLang="zh-CN" dirty="0" smtClean="0"/>
              </a:p>
              <a:p>
                <a:r>
                  <a:rPr lang="en-US" altLang="zh-CN" dirty="0" smtClean="0"/>
                  <a:t>……</a:t>
                </a:r>
                <a:endParaRPr lang="en-US" altLang="zh-CN" dirty="0" smtClean="0"/>
              </a:p>
              <a:p>
                <a:r>
                  <a:rPr lang="zh-CN" altLang="en-US" dirty="0" smtClean="0"/>
                  <a:t>组数的划分不宜太多，否则绘制出的图形过于密集，不具有可视性。</a:t>
                </a:r>
                <a:endParaRPr lang="en-US" altLang="zh-CN" dirty="0" smtClean="0"/>
              </a:p>
              <a:p>
                <a:r>
                  <a:rPr lang="en-US" altLang="zh-CN" dirty="0" smtClean="0"/>
                  <a:t>==end==</a:t>
                </a:r>
                <a:endParaRPr lang="zh-CN" altLang="en-US" dirty="0"/>
              </a:p>
            </p:txBody>
          </p:sp>
        </mc:Fallback>
      </mc:AlternateContent>
      <p:sp>
        <p:nvSpPr>
          <p:cNvPr id="4" name="灯片编号占位符 3"/>
          <p:cNvSpPr>
            <a:spLocks noGrp="1"/>
          </p:cNvSpPr>
          <p:nvPr>
            <p:ph type="sldNum" sz="quarter" idx="10"/>
          </p:nvPr>
        </p:nvSpPr>
        <p:spPr/>
        <p:txBody>
          <a:bodyPr/>
          <a:lstStyle/>
          <a:p>
            <a:fld id="{113BF546-1968-42CF-9186-F00D48681E43}" type="slidenum">
              <a:rPr lang="zh-CN" altLang="en-US" smtClean="0"/>
              <a:t>11</a:t>
            </a:fld>
            <a:endParaRPr lang="zh-CN" altLang="en-US"/>
          </a:p>
        </p:txBody>
      </p:sp>
    </p:spTree>
    <p:extLst>
      <p:ext uri="{BB962C8B-B14F-4D97-AF65-F5344CB8AC3E}">
        <p14:creationId xmlns:p14="http://schemas.microsoft.com/office/powerpoint/2010/main" val="38488548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10"/>
          </p:nvPr>
        </p:nvSpPr>
        <p:spPr/>
        <p:txBody>
          <a:bodyPr/>
          <a:lstStyle/>
          <a:p>
            <a:fld id="{113BF546-1968-42CF-9186-F00D48681E43}" type="slidenum">
              <a:rPr lang="zh-CN" altLang="en-US" smtClean="0"/>
              <a:t>12</a:t>
            </a:fld>
            <a:endParaRPr lang="zh-CN" altLang="en-US"/>
          </a:p>
        </p:txBody>
      </p:sp>
    </p:spTree>
    <p:extLst>
      <p:ext uri="{BB962C8B-B14F-4D97-AF65-F5344CB8AC3E}">
        <p14:creationId xmlns:p14="http://schemas.microsoft.com/office/powerpoint/2010/main" val="336372251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10"/>
          </p:nvPr>
        </p:nvSpPr>
        <p:spPr/>
        <p:txBody>
          <a:bodyPr/>
          <a:lstStyle/>
          <a:p>
            <a:fld id="{113BF546-1968-42CF-9186-F00D48681E43}" type="slidenum">
              <a:rPr lang="zh-CN" altLang="en-US" smtClean="0"/>
              <a:t>13</a:t>
            </a:fld>
            <a:endParaRPr lang="zh-CN" altLang="en-US"/>
          </a:p>
        </p:txBody>
      </p:sp>
    </p:spTree>
    <p:extLst>
      <p:ext uri="{BB962C8B-B14F-4D97-AF65-F5344CB8AC3E}">
        <p14:creationId xmlns:p14="http://schemas.microsoft.com/office/powerpoint/2010/main" val="5757089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sz="1200" dirty="0"/>
          </a:p>
        </p:txBody>
      </p:sp>
      <p:sp>
        <p:nvSpPr>
          <p:cNvPr id="4" name="灯片编号占位符 3"/>
          <p:cNvSpPr>
            <a:spLocks noGrp="1"/>
          </p:cNvSpPr>
          <p:nvPr>
            <p:ph type="sldNum" sz="quarter" idx="10"/>
          </p:nvPr>
        </p:nvSpPr>
        <p:spPr/>
        <p:txBody>
          <a:bodyPr/>
          <a:lstStyle/>
          <a:p>
            <a:fld id="{113BF546-1968-42CF-9186-F00D48681E43}" type="slidenum">
              <a:rPr lang="zh-CN" altLang="en-US" smtClean="0"/>
              <a:t>17</a:t>
            </a:fld>
            <a:endParaRPr lang="zh-CN" altLang="en-US"/>
          </a:p>
        </p:txBody>
      </p:sp>
    </p:spTree>
    <p:extLst>
      <p:ext uri="{BB962C8B-B14F-4D97-AF65-F5344CB8AC3E}">
        <p14:creationId xmlns:p14="http://schemas.microsoft.com/office/powerpoint/2010/main" val="56490987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13BF546-1968-42CF-9186-F00D48681E43}" type="slidenum">
              <a:rPr lang="zh-CN" altLang="en-US" smtClean="0"/>
              <a:t>18</a:t>
            </a:fld>
            <a:endParaRPr lang="zh-CN" altLang="en-US"/>
          </a:p>
        </p:txBody>
      </p:sp>
    </p:spTree>
    <p:extLst>
      <p:ext uri="{BB962C8B-B14F-4D97-AF65-F5344CB8AC3E}">
        <p14:creationId xmlns:p14="http://schemas.microsoft.com/office/powerpoint/2010/main" val="362107003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13BF546-1968-42CF-9186-F00D48681E43}" type="slidenum">
              <a:rPr lang="zh-CN" altLang="en-US" smtClean="0"/>
              <a:t>19</a:t>
            </a:fld>
            <a:endParaRPr lang="zh-CN" altLang="en-US"/>
          </a:p>
        </p:txBody>
      </p:sp>
    </p:spTree>
    <p:extLst>
      <p:ext uri="{BB962C8B-B14F-4D97-AF65-F5344CB8AC3E}">
        <p14:creationId xmlns:p14="http://schemas.microsoft.com/office/powerpoint/2010/main" val="179926139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702578" y="1057014"/>
            <a:ext cx="7772400" cy="1535184"/>
          </a:xfrm>
        </p:spPr>
        <p:txBody>
          <a:bodyPr anchor="b">
            <a:normAutofit/>
          </a:bodyPr>
          <a:lstStyle>
            <a:lvl1pPr algn="ctr">
              <a:defRPr sz="4800"/>
            </a:lvl1pPr>
          </a:lstStyle>
          <a:p>
            <a:r>
              <a:rPr lang="zh-CN" altLang="en-US"/>
              <a:t>单击此处编辑母版标题样式</a:t>
            </a:r>
            <a:endParaRPr lang="en-US" dirty="0"/>
          </a:p>
        </p:txBody>
      </p:sp>
      <p:sp>
        <p:nvSpPr>
          <p:cNvPr id="3" name="Subtitle 2"/>
          <p:cNvSpPr>
            <a:spLocks noGrp="1"/>
          </p:cNvSpPr>
          <p:nvPr>
            <p:ph type="subTitle" idx="1"/>
          </p:nvPr>
        </p:nvSpPr>
        <p:spPr>
          <a:xfrm>
            <a:off x="1159778" y="402987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D95AFABB-F632-4F91-92AF-0E2D2EA81731}" type="datetime1">
              <a:rPr lang="zh-CN" altLang="en-US" smtClean="0"/>
              <a:t>2025/10/8</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AD84F5B-1672-4D3F-9FEC-5DF89A7B7912}" type="slidenum">
              <a:rPr lang="zh-CN" altLang="en-US" smtClean="0"/>
              <a:t>‹#›</a:t>
            </a:fld>
            <a:endParaRPr lang="zh-CN" altLang="en-US"/>
          </a:p>
        </p:txBody>
      </p:sp>
    </p:spTree>
    <p:extLst>
      <p:ext uri="{BB962C8B-B14F-4D97-AF65-F5344CB8AC3E}">
        <p14:creationId xmlns:p14="http://schemas.microsoft.com/office/powerpoint/2010/main" val="27683560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8E03C160-1CF6-4197-853C-5DD8144FA9BE}" type="datetime1">
              <a:rPr lang="zh-CN" altLang="en-US" smtClean="0"/>
              <a:t>2025/10/8</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AD84F5B-1672-4D3F-9FEC-5DF89A7B7912}" type="slidenum">
              <a:rPr lang="zh-CN" altLang="en-US" smtClean="0"/>
              <a:t>‹#›</a:t>
            </a:fld>
            <a:endParaRPr lang="zh-CN" altLang="en-US"/>
          </a:p>
        </p:txBody>
      </p:sp>
    </p:spTree>
    <p:extLst>
      <p:ext uri="{BB962C8B-B14F-4D97-AF65-F5344CB8AC3E}">
        <p14:creationId xmlns:p14="http://schemas.microsoft.com/office/powerpoint/2010/main" val="39604556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99389" y="1057014"/>
            <a:ext cx="7772400" cy="1533600"/>
          </a:xfrm>
        </p:spPr>
        <p:txBody>
          <a:bodyPr anchor="b"/>
          <a:lstStyle>
            <a:lvl1pPr>
              <a:defRPr sz="4800"/>
            </a:lvl1pPr>
          </a:lstStyle>
          <a:p>
            <a:r>
              <a:rPr lang="zh-CN" altLang="en-US"/>
              <a:t>单击此处编辑母版标题样式</a:t>
            </a:r>
            <a:endParaRPr lang="en-US" dirty="0"/>
          </a:p>
        </p:txBody>
      </p:sp>
      <p:sp>
        <p:nvSpPr>
          <p:cNvPr id="3" name="Text Placeholder 2"/>
          <p:cNvSpPr>
            <a:spLocks noGrp="1"/>
          </p:cNvSpPr>
          <p:nvPr>
            <p:ph type="body" idx="1"/>
          </p:nvPr>
        </p:nvSpPr>
        <p:spPr>
          <a:xfrm>
            <a:off x="1164978" y="4027400"/>
            <a:ext cx="6858000" cy="1656000"/>
          </a:xfrm>
        </p:spPr>
        <p:txBody>
          <a:bodyPr/>
          <a:lstStyle>
            <a:lvl1pPr marL="0" indent="0" algn="ctr">
              <a:buNone/>
              <a:defRPr sz="2400">
                <a:solidFill>
                  <a:srgbClr val="002060"/>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A42E54B1-0884-4633-8327-893DAA1E511F}" type="datetime1">
              <a:rPr lang="zh-CN" altLang="en-US" smtClean="0"/>
              <a:t>2025/10/8</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AD84F5B-1672-4D3F-9FEC-5DF89A7B7912}" type="slidenum">
              <a:rPr lang="zh-CN" altLang="en-US" smtClean="0"/>
              <a:t>‹#›</a:t>
            </a:fld>
            <a:endParaRPr lang="zh-CN" altLang="en-US"/>
          </a:p>
        </p:txBody>
      </p:sp>
    </p:spTree>
    <p:extLst>
      <p:ext uri="{BB962C8B-B14F-4D97-AF65-F5344CB8AC3E}">
        <p14:creationId xmlns:p14="http://schemas.microsoft.com/office/powerpoint/2010/main" val="7373927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fld id="{0A1650BB-E4E8-4483-82DA-D58DEBC4998C}" type="datetime1">
              <a:rPr lang="zh-CN" altLang="en-US" smtClean="0"/>
              <a:t>2025/10/8</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5AD84F5B-1672-4D3F-9FEC-5DF89A7B7912}" type="slidenum">
              <a:rPr lang="zh-CN" altLang="en-US" smtClean="0"/>
              <a:t>‹#›</a:t>
            </a:fld>
            <a:endParaRPr lang="zh-CN" altLang="en-US"/>
          </a:p>
        </p:txBody>
      </p:sp>
    </p:spTree>
    <p:extLst>
      <p:ext uri="{BB962C8B-B14F-4D97-AF65-F5344CB8AC3E}">
        <p14:creationId xmlns:p14="http://schemas.microsoft.com/office/powerpoint/2010/main" val="15305045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629842" y="2505075"/>
            <a:ext cx="3868340"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4629150" y="2505075"/>
            <a:ext cx="3887391"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fld id="{26604BCF-E610-4FCE-ADC3-9F4D58E19C5C}" type="datetime1">
              <a:rPr lang="zh-CN" altLang="en-US" smtClean="0"/>
              <a:t>2025/10/8</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5AD84F5B-1672-4D3F-9FEC-5DF89A7B7912}" type="slidenum">
              <a:rPr lang="zh-CN" altLang="en-US" smtClean="0"/>
              <a:t>‹#›</a:t>
            </a:fld>
            <a:endParaRPr lang="zh-CN" altLang="en-US"/>
          </a:p>
        </p:txBody>
      </p:sp>
    </p:spTree>
    <p:extLst>
      <p:ext uri="{BB962C8B-B14F-4D97-AF65-F5344CB8AC3E}">
        <p14:creationId xmlns:p14="http://schemas.microsoft.com/office/powerpoint/2010/main" val="15755606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ACBA7D6D-E156-4C2B-9FF2-B27706CE389A}" type="datetime1">
              <a:rPr lang="zh-CN" altLang="en-US" smtClean="0"/>
              <a:t>2025/10/8</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5AD84F5B-1672-4D3F-9FEC-5DF89A7B7912}" type="slidenum">
              <a:rPr lang="zh-CN" altLang="en-US" smtClean="0"/>
              <a:t>‹#›</a:t>
            </a:fld>
            <a:endParaRPr lang="zh-CN" altLang="en-US"/>
          </a:p>
        </p:txBody>
      </p:sp>
    </p:spTree>
    <p:extLst>
      <p:ext uri="{BB962C8B-B14F-4D97-AF65-F5344CB8AC3E}">
        <p14:creationId xmlns:p14="http://schemas.microsoft.com/office/powerpoint/2010/main" val="39369278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6C0FCEF-073A-4FC7-8BAD-A662F97179A2}" type="datetime1">
              <a:rPr lang="zh-CN" altLang="en-US" smtClean="0"/>
              <a:t>2025/10/8</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5AD84F5B-1672-4D3F-9FEC-5DF89A7B7912}" type="slidenum">
              <a:rPr lang="zh-CN" altLang="en-US" smtClean="0"/>
              <a:t>‹#›</a:t>
            </a:fld>
            <a:endParaRPr lang="zh-CN" altLang="en-US"/>
          </a:p>
        </p:txBody>
      </p:sp>
    </p:spTree>
    <p:extLst>
      <p:ext uri="{BB962C8B-B14F-4D97-AF65-F5344CB8AC3E}">
        <p14:creationId xmlns:p14="http://schemas.microsoft.com/office/powerpoint/2010/main" val="36295373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845B6709-067F-4154-9C9A-D56718F28438}" type="datetime1">
              <a:rPr lang="zh-CN" altLang="en-US" smtClean="0"/>
              <a:t>2025/10/8</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5AD84F5B-1672-4D3F-9FEC-5DF89A7B7912}" type="slidenum">
              <a:rPr lang="zh-CN" altLang="en-US" smtClean="0"/>
              <a:t>‹#›</a:t>
            </a:fld>
            <a:endParaRPr lang="zh-CN" altLang="en-US"/>
          </a:p>
        </p:txBody>
      </p:sp>
    </p:spTree>
    <p:extLst>
      <p:ext uri="{BB962C8B-B14F-4D97-AF65-F5344CB8AC3E}">
        <p14:creationId xmlns:p14="http://schemas.microsoft.com/office/powerpoint/2010/main" val="261889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5D8D4C65-E77B-45F2-BD81-CFF9643C0CCF}" type="datetime1">
              <a:rPr lang="zh-CN" altLang="en-US" smtClean="0"/>
              <a:t>2025/10/8</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5AD84F5B-1672-4D3F-9FEC-5DF89A7B7912}" type="slidenum">
              <a:rPr lang="zh-CN" altLang="en-US" smtClean="0"/>
              <a:t>‹#›</a:t>
            </a:fld>
            <a:endParaRPr lang="zh-CN" altLang="en-US"/>
          </a:p>
        </p:txBody>
      </p:sp>
    </p:spTree>
    <p:extLst>
      <p:ext uri="{BB962C8B-B14F-4D97-AF65-F5344CB8AC3E}">
        <p14:creationId xmlns:p14="http://schemas.microsoft.com/office/powerpoint/2010/main" val="28436665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AF906368-F392-4465-AD91-AE646936C52B}" type="datetime1">
              <a:rPr lang="zh-CN" altLang="en-US" smtClean="0"/>
              <a:t>2025/10/8</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AD84F5B-1672-4D3F-9FEC-5DF89A7B7912}" type="slidenum">
              <a:rPr lang="zh-CN" altLang="en-US" smtClean="0"/>
              <a:t>‹#›</a:t>
            </a:fld>
            <a:endParaRPr lang="zh-CN" altLang="en-US"/>
          </a:p>
        </p:txBody>
      </p:sp>
    </p:spTree>
    <p:extLst>
      <p:ext uri="{BB962C8B-B14F-4D97-AF65-F5344CB8AC3E}">
        <p14:creationId xmlns:p14="http://schemas.microsoft.com/office/powerpoint/2010/main" val="39309649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813AE443-EA00-4061-899C-73E3EB4E23B9}" type="datetime1">
              <a:rPr lang="zh-CN" altLang="en-US" smtClean="0"/>
              <a:t>2025/10/8</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AD84F5B-1672-4D3F-9FEC-5DF89A7B7912}" type="slidenum">
              <a:rPr lang="zh-CN" altLang="en-US" smtClean="0"/>
              <a:t>‹#›</a:t>
            </a:fld>
            <a:endParaRPr lang="zh-CN" altLang="en-US"/>
          </a:p>
        </p:txBody>
      </p:sp>
    </p:spTree>
    <p:extLst>
      <p:ext uri="{BB962C8B-B14F-4D97-AF65-F5344CB8AC3E}">
        <p14:creationId xmlns:p14="http://schemas.microsoft.com/office/powerpoint/2010/main" val="26005079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0" y="4399"/>
            <a:ext cx="9144000" cy="817721"/>
          </a:xfrm>
          <a:prstGeom prst="rect">
            <a:avLst/>
          </a:prstGeom>
        </p:spPr>
        <p:txBody>
          <a:bodyPr vert="horz" lIns="91440" tIns="144000" rIns="91440" bIns="45720" rtlCol="0" anchor="ctr">
            <a:noAutofit/>
          </a:bodyPr>
          <a:lstStyle/>
          <a:p>
            <a:r>
              <a:rPr lang="zh-CN" altLang="en-US" dirty="0"/>
              <a:t>单击此处编辑母版标题样式</a:t>
            </a:r>
            <a:endParaRPr lang="en-US" dirty="0"/>
          </a:p>
        </p:txBody>
      </p:sp>
      <p:sp>
        <p:nvSpPr>
          <p:cNvPr id="3" name="Text Placeholder 2"/>
          <p:cNvSpPr>
            <a:spLocks noGrp="1"/>
          </p:cNvSpPr>
          <p:nvPr>
            <p:ph type="body" idx="1"/>
          </p:nvPr>
        </p:nvSpPr>
        <p:spPr>
          <a:xfrm>
            <a:off x="134223" y="906011"/>
            <a:ext cx="8883941" cy="5637402"/>
          </a:xfrm>
          <a:prstGeom prst="rect">
            <a:avLst/>
          </a:prstGeom>
        </p:spPr>
        <p:txBody>
          <a:bodyPr vert="horz" lIns="91440" tIns="45720" rIns="91440" bIns="45720" rtlCol="0">
            <a:no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2"/>
          </p:nvPr>
        </p:nvSpPr>
        <p:spPr>
          <a:xfrm>
            <a:off x="-525" y="6660859"/>
            <a:ext cx="2057400" cy="197140"/>
          </a:xfrm>
          <a:prstGeom prst="rect">
            <a:avLst/>
          </a:prstGeom>
        </p:spPr>
        <p:txBody>
          <a:bodyPr vert="horz" lIns="91440" tIns="36000" rIns="91440" bIns="45720" rtlCol="0" anchor="ctr"/>
          <a:lstStyle>
            <a:lvl1pPr algn="l">
              <a:defRPr sz="1200" b="1">
                <a:solidFill>
                  <a:srgbClr val="002060"/>
                </a:solidFill>
              </a:defRPr>
            </a:lvl1pPr>
          </a:lstStyle>
          <a:p>
            <a:fld id="{7181A378-AD84-4E06-B1B5-6D5F5ACB78AE}" type="datetime1">
              <a:rPr lang="zh-CN" altLang="en-US" smtClean="0"/>
              <a:t>2025/10/8</a:t>
            </a:fld>
            <a:endParaRPr lang="zh-CN" altLang="en-US"/>
          </a:p>
        </p:txBody>
      </p:sp>
      <p:sp>
        <p:nvSpPr>
          <p:cNvPr id="5" name="Footer Placeholder 4"/>
          <p:cNvSpPr>
            <a:spLocks noGrp="1"/>
          </p:cNvSpPr>
          <p:nvPr>
            <p:ph type="ftr" sz="quarter" idx="3"/>
          </p:nvPr>
        </p:nvSpPr>
        <p:spPr>
          <a:xfrm>
            <a:off x="2273417" y="6660859"/>
            <a:ext cx="4597165" cy="197140"/>
          </a:xfrm>
          <a:prstGeom prst="rect">
            <a:avLst/>
          </a:prstGeom>
        </p:spPr>
        <p:txBody>
          <a:bodyPr vert="horz" lIns="91440" tIns="36000" rIns="91440" bIns="45720" rtlCol="0" anchor="ctr"/>
          <a:lstStyle>
            <a:lvl1pPr algn="ctr">
              <a:defRPr sz="1200" b="0">
                <a:solidFill>
                  <a:srgbClr val="002060"/>
                </a:solidFill>
              </a:defRPr>
            </a:lvl1pPr>
          </a:lstStyle>
          <a:p>
            <a:endParaRPr lang="zh-CN" altLang="en-US"/>
          </a:p>
        </p:txBody>
      </p:sp>
      <p:sp>
        <p:nvSpPr>
          <p:cNvPr id="6" name="Slide Number Placeholder 5"/>
          <p:cNvSpPr>
            <a:spLocks noGrp="1"/>
          </p:cNvSpPr>
          <p:nvPr>
            <p:ph type="sldNum" sz="quarter" idx="4"/>
          </p:nvPr>
        </p:nvSpPr>
        <p:spPr>
          <a:xfrm>
            <a:off x="7086600" y="6660859"/>
            <a:ext cx="2057400" cy="197140"/>
          </a:xfrm>
          <a:prstGeom prst="rect">
            <a:avLst/>
          </a:prstGeom>
        </p:spPr>
        <p:txBody>
          <a:bodyPr vert="horz" lIns="91440" tIns="36000" rIns="91440" bIns="45720" rtlCol="0" anchor="ctr"/>
          <a:lstStyle>
            <a:lvl1pPr algn="r">
              <a:defRPr sz="1200" b="1">
                <a:solidFill>
                  <a:srgbClr val="002060"/>
                </a:solidFill>
              </a:defRPr>
            </a:lvl1pPr>
          </a:lstStyle>
          <a:p>
            <a:fld id="{5AD84F5B-1672-4D3F-9FEC-5DF89A7B7912}" type="slidenum">
              <a:rPr lang="zh-CN" altLang="en-US" smtClean="0"/>
              <a:t>‹#›</a:t>
            </a:fld>
            <a:endParaRPr lang="zh-CN" altLang="en-US"/>
          </a:p>
        </p:txBody>
      </p:sp>
    </p:spTree>
    <p:extLst>
      <p:ext uri="{BB962C8B-B14F-4D97-AF65-F5344CB8AC3E}">
        <p14:creationId xmlns:p14="http://schemas.microsoft.com/office/powerpoint/2010/main" val="310238760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ctr" defTabSz="914400" rtl="0" eaLnBrk="1" latinLnBrk="0" hangingPunct="1">
        <a:lnSpc>
          <a:spcPct val="90000"/>
        </a:lnSpc>
        <a:spcBef>
          <a:spcPct val="0"/>
        </a:spcBef>
        <a:buNone/>
        <a:defRPr sz="3600" kern="1200">
          <a:solidFill>
            <a:srgbClr val="C00000"/>
          </a:solidFill>
          <a:latin typeface="+mj-lt"/>
          <a:ea typeface="+mj-ea"/>
          <a:cs typeface="+mj-cs"/>
        </a:defRPr>
      </a:lvl1pPr>
    </p:titleStyle>
    <p:bodyStyle>
      <a:lvl1pPr marL="360363" indent="-360363" algn="l" defTabSz="914400" rtl="0" eaLnBrk="1" latinLnBrk="0" hangingPunct="1">
        <a:lnSpc>
          <a:spcPct val="130000"/>
        </a:lnSpc>
        <a:spcBef>
          <a:spcPts val="1000"/>
        </a:spcBef>
        <a:buSzPct val="85000"/>
        <a:buFont typeface="Wingdings" panose="05000000000000000000" pitchFamily="2" charset="2"/>
        <a:buChar char="n"/>
        <a:defRPr sz="2400" kern="1200">
          <a:solidFill>
            <a:srgbClr val="002060"/>
          </a:solidFill>
          <a:latin typeface="+mn-lt"/>
          <a:ea typeface="+mn-ea"/>
          <a:cs typeface="+mn-cs"/>
        </a:defRPr>
      </a:lvl1pPr>
      <a:lvl2pPr marL="720725" indent="-360363" algn="l" defTabSz="914400" rtl="0" eaLnBrk="1" latinLnBrk="0" hangingPunct="1">
        <a:lnSpc>
          <a:spcPct val="130000"/>
        </a:lnSpc>
        <a:spcBef>
          <a:spcPts val="500"/>
        </a:spcBef>
        <a:buSzPct val="85000"/>
        <a:buFont typeface="Wingdings" panose="05000000000000000000" pitchFamily="2" charset="2"/>
        <a:buChar char="u"/>
        <a:defRPr sz="2000" kern="1200">
          <a:solidFill>
            <a:srgbClr val="002060"/>
          </a:solidFill>
          <a:latin typeface="+mn-lt"/>
          <a:ea typeface="+mn-ea"/>
          <a:cs typeface="+mn-cs"/>
        </a:defRPr>
      </a:lvl2pPr>
      <a:lvl3pPr marL="990600" indent="-269875" algn="l" defTabSz="914400" rtl="0" eaLnBrk="1" latinLnBrk="0" hangingPunct="1">
        <a:lnSpc>
          <a:spcPct val="130000"/>
        </a:lnSpc>
        <a:spcBef>
          <a:spcPts val="500"/>
        </a:spcBef>
        <a:buSzPct val="85000"/>
        <a:buFont typeface="Wingdings" panose="05000000000000000000" pitchFamily="2" charset="2"/>
        <a:buChar char="l"/>
        <a:defRPr sz="1800" kern="1200">
          <a:solidFill>
            <a:srgbClr val="002060"/>
          </a:solidFill>
          <a:latin typeface="+mn-lt"/>
          <a:ea typeface="+mn-ea"/>
          <a:cs typeface="+mn-cs"/>
        </a:defRPr>
      </a:lvl3pPr>
      <a:lvl4pPr marL="1258888" indent="-268288" algn="l" defTabSz="914400" rtl="0" eaLnBrk="1" latinLnBrk="0" hangingPunct="1">
        <a:lnSpc>
          <a:spcPct val="130000"/>
        </a:lnSpc>
        <a:spcBef>
          <a:spcPts val="500"/>
        </a:spcBef>
        <a:buSzPct val="85000"/>
        <a:buFont typeface="Wingdings" panose="05000000000000000000" pitchFamily="2" charset="2"/>
        <a:buChar char="p"/>
        <a:defRPr sz="1600" kern="1200">
          <a:solidFill>
            <a:srgbClr val="002060"/>
          </a:solidFill>
          <a:latin typeface="+mn-lt"/>
          <a:ea typeface="+mn-ea"/>
          <a:cs typeface="+mn-cs"/>
        </a:defRPr>
      </a:lvl4pPr>
      <a:lvl5pPr marL="1527175" indent="-268288" algn="l" defTabSz="914400" rtl="0" eaLnBrk="1" latinLnBrk="0" hangingPunct="1">
        <a:lnSpc>
          <a:spcPct val="130000"/>
        </a:lnSpc>
        <a:spcBef>
          <a:spcPts val="500"/>
        </a:spcBef>
        <a:buSzPct val="85000"/>
        <a:buFont typeface="Wingdings" panose="05000000000000000000" pitchFamily="2" charset="2"/>
        <a:buChar char="Ø"/>
        <a:defRPr sz="1600" kern="1200">
          <a:solidFill>
            <a:srgbClr val="00206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4.jpg"/><Relationship Id="rId5" Type="http://schemas.openxmlformats.org/officeDocument/2006/relationships/image" Target="../media/image13.jpeg"/><Relationship Id="rId4" Type="http://schemas.openxmlformats.org/officeDocument/2006/relationships/image" Target="../media/image12.jpeg"/></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30.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44.png"/></Relationships>
</file>

<file path=ppt/slides/_rels/slide12.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microsoft.com/office/2007/relationships/hdphoto" Target="../media/hdphoto2.wdp"/></Relationships>
</file>

<file path=ppt/slides/_rels/slide18.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1.xml"/><Relationship Id="rId7" Type="http://schemas.openxmlformats.org/officeDocument/2006/relationships/image" Target="../media/image22.png"/><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chart" Target="../charts/chart3.xml"/><Relationship Id="rId5" Type="http://schemas.openxmlformats.org/officeDocument/2006/relationships/image" Target="../media/image21.emf"/><Relationship Id="rId4" Type="http://schemas.openxmlformats.org/officeDocument/2006/relationships/package" Target="../embeddings/Microsoft_Excel_Worksheet2.xlsx"/></Relationships>
</file>

<file path=ppt/slides/_rels/slide20.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5.emf"/><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6.emf"/><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7.emf"/><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264739" y="2797189"/>
            <a:ext cx="8713694" cy="2138947"/>
          </a:xfrm>
        </p:spPr>
        <p:txBody>
          <a:bodyPr anchor="ctr">
            <a:normAutofit fontScale="90000"/>
          </a:bodyPr>
          <a:lstStyle/>
          <a:p>
            <a:pPr>
              <a:lnSpc>
                <a:spcPct val="150000"/>
              </a:lnSpc>
            </a:pPr>
            <a:r>
              <a:rPr lang="en-US" altLang="zh-CN" sz="3600" b="1" dirty="0">
                <a:latin typeface="微软雅黑" panose="020B0503020204020204" pitchFamily="34" charset="-122"/>
                <a:ea typeface="微软雅黑" panose="020B0503020204020204" pitchFamily="34" charset="-122"/>
                <a:cs typeface="微软雅黑" panose="020B0503020204020204" pitchFamily="34" charset="-122"/>
              </a:rPr>
              <a:t>Chapter02 </a:t>
            </a:r>
            <a:r>
              <a:rPr lang="zh-CN" altLang="en-US" sz="3600" b="1" dirty="0">
                <a:latin typeface="微软雅黑" panose="020B0503020204020204" pitchFamily="34" charset="-122"/>
                <a:ea typeface="微软雅黑" panose="020B0503020204020204" pitchFamily="34" charset="-122"/>
                <a:cs typeface="微软雅黑" panose="020B0503020204020204" pitchFamily="34" charset="-122"/>
              </a:rPr>
              <a:t>数据可视化</a:t>
            </a:r>
            <a:br>
              <a:rPr lang="zh-CN" altLang="en-US" sz="3600" b="1" dirty="0">
                <a:latin typeface="微软雅黑" panose="020B0503020204020204" pitchFamily="34" charset="-122"/>
                <a:ea typeface="微软雅黑" panose="020B0503020204020204" pitchFamily="34" charset="-122"/>
                <a:cs typeface="微软雅黑" panose="020B0503020204020204" pitchFamily="34" charset="-122"/>
              </a:rPr>
            </a:br>
            <a:br>
              <a:rPr lang="en-US" altLang="zh-CN" sz="3600" b="1" dirty="0"/>
            </a:br>
            <a:r>
              <a:rPr lang="zh-CN" altLang="en-US" sz="2700" b="1" dirty="0">
                <a:solidFill>
                  <a:srgbClr val="002060"/>
                </a:solidFill>
                <a:latin typeface="微软雅黑" panose="020B0503020204020204" pitchFamily="34" charset="-122"/>
                <a:ea typeface="微软雅黑" panose="020B0503020204020204" pitchFamily="34" charset="-122"/>
              </a:rPr>
              <a:t>授课老师：王丽苹</a:t>
            </a:r>
            <a:br>
              <a:rPr lang="en-US" altLang="zh-CN" sz="3100"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rPr>
            </a:br>
            <a:br>
              <a:rPr lang="en-US" altLang="zh-CN" sz="3100" dirty="0">
                <a:solidFill>
                  <a:srgbClr val="002060"/>
                </a:solidFill>
                <a:latin typeface="微软雅黑" panose="020B0503020204020204" pitchFamily="34" charset="-122"/>
                <a:ea typeface="微软雅黑" panose="020B0503020204020204" pitchFamily="34" charset="-122"/>
              </a:rPr>
            </a:br>
            <a:r>
              <a:rPr lang="zh-CN" altLang="en-US" sz="3100" dirty="0">
                <a:solidFill>
                  <a:srgbClr val="002060"/>
                </a:solidFill>
                <a:latin typeface="+mn-ea"/>
                <a:ea typeface="+mn-ea"/>
              </a:rPr>
              <a:t> </a:t>
            </a:r>
            <a:br>
              <a:rPr lang="en-US" altLang="zh-CN" sz="3100" dirty="0">
                <a:solidFill>
                  <a:srgbClr val="002060"/>
                </a:solidFill>
              </a:rPr>
            </a:br>
            <a:endParaRPr lang="zh-CN" altLang="en-US" sz="3100" dirty="0">
              <a:solidFill>
                <a:srgbClr val="002060"/>
              </a:solidFill>
            </a:endParaRPr>
          </a:p>
        </p:txBody>
      </p:sp>
      <p:sp>
        <p:nvSpPr>
          <p:cNvPr id="3" name="副标题 2"/>
          <p:cNvSpPr>
            <a:spLocks noGrp="1"/>
          </p:cNvSpPr>
          <p:nvPr>
            <p:ph type="subTitle" idx="1"/>
          </p:nvPr>
        </p:nvSpPr>
        <p:spPr>
          <a:xfrm>
            <a:off x="1192586" y="4060811"/>
            <a:ext cx="6858000" cy="950912"/>
          </a:xfrm>
        </p:spPr>
        <p:txBody>
          <a:bodyPr/>
          <a:lstStyle/>
          <a:p>
            <a:r>
              <a:rPr lang="en-US" altLang="zh-CN" b="1" dirty="0">
                <a:ea typeface="微软雅黑" panose="020B0503020204020204" pitchFamily="34" charset="-122"/>
                <a:cs typeface="微软雅黑" panose="020B0503020204020204" pitchFamily="34" charset="-122"/>
              </a:rPr>
              <a:t>2025</a:t>
            </a:r>
            <a:r>
              <a:rPr lang="zh-CN" altLang="en-US" b="1" dirty="0">
                <a:ea typeface="微软雅黑" panose="020B0503020204020204" pitchFamily="34" charset="-122"/>
                <a:cs typeface="微软雅黑" panose="020B0503020204020204" pitchFamily="34" charset="-122"/>
              </a:rPr>
              <a:t>年 秋</a:t>
            </a:r>
          </a:p>
        </p:txBody>
      </p:sp>
      <p:sp>
        <p:nvSpPr>
          <p:cNvPr id="4" name="矩形 3"/>
          <p:cNvSpPr/>
          <p:nvPr/>
        </p:nvSpPr>
        <p:spPr>
          <a:xfrm>
            <a:off x="5994072" y="180871"/>
            <a:ext cx="3149928" cy="400110"/>
          </a:xfrm>
          <a:prstGeom prst="rect">
            <a:avLst/>
          </a:prstGeom>
        </p:spPr>
        <p:txBody>
          <a:bodyPr wrap="square">
            <a:spAutoFit/>
          </a:bodyPr>
          <a:lstStyle/>
          <a:p>
            <a:r>
              <a:rPr lang="en-US" altLang="zh-CN" sz="2000" b="1" dirty="0">
                <a:solidFill>
                  <a:srgbClr val="002060"/>
                </a:solidFill>
                <a:latin typeface="微软雅黑" panose="020B0503020204020204" pitchFamily="34" charset="-122"/>
                <a:ea typeface="微软雅黑" panose="020B0503020204020204" pitchFamily="34" charset="-122"/>
              </a:rPr>
              <a:t>《</a:t>
            </a:r>
            <a:r>
              <a:rPr lang="zh-CN" altLang="en-US" sz="2000" b="1" dirty="0">
                <a:solidFill>
                  <a:srgbClr val="002060"/>
                </a:solidFill>
                <a:latin typeface="微软雅黑" panose="020B0503020204020204" pitchFamily="34" charset="-122"/>
                <a:ea typeface="微软雅黑" panose="020B0503020204020204" pitchFamily="34" charset="-122"/>
              </a:rPr>
              <a:t>数据挖掘</a:t>
            </a:r>
            <a:r>
              <a:rPr lang="en-US" altLang="zh-CN" sz="2000" b="1" dirty="0">
                <a:solidFill>
                  <a:srgbClr val="002060"/>
                </a:solidFill>
                <a:latin typeface="微软雅黑" panose="020B0503020204020204" pitchFamily="34" charset="-122"/>
                <a:ea typeface="微软雅黑" panose="020B0503020204020204" pitchFamily="34" charset="-122"/>
              </a:rPr>
              <a:t>》</a:t>
            </a:r>
            <a:r>
              <a:rPr lang="en-US" altLang="zh-CN" sz="2000" b="1" dirty="0">
                <a:solidFill>
                  <a:srgbClr val="002060"/>
                </a:solidFill>
              </a:rPr>
              <a:t>Data Mining</a:t>
            </a:r>
            <a:endParaRPr lang="zh-CN" altLang="en-US" sz="2000" b="1" dirty="0">
              <a:solidFill>
                <a:srgbClr val="002060"/>
              </a:solidFill>
            </a:endParaRPr>
          </a:p>
        </p:txBody>
      </p:sp>
    </p:spTree>
    <p:extLst>
      <p:ext uri="{BB962C8B-B14F-4D97-AF65-F5344CB8AC3E}">
        <p14:creationId xmlns:p14="http://schemas.microsoft.com/office/powerpoint/2010/main" val="12517153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F7ADF1F-AC5B-4C44-83DF-445AEE4B690B}"/>
              </a:ext>
            </a:extLst>
          </p:cNvPr>
          <p:cNvSpPr>
            <a:spLocks noGrp="1"/>
          </p:cNvSpPr>
          <p:nvPr>
            <p:ph type="title"/>
          </p:nvPr>
        </p:nvSpPr>
        <p:spPr/>
        <p:txBody>
          <a:bodyPr/>
          <a:lstStyle/>
          <a:p>
            <a:r>
              <a:rPr lang="zh-CN" altLang="en-US" dirty="0"/>
              <a:t>数据可视化</a:t>
            </a:r>
          </a:p>
        </p:txBody>
      </p:sp>
      <p:sp>
        <p:nvSpPr>
          <p:cNvPr id="3" name="内容占位符 2">
            <a:extLst>
              <a:ext uri="{FF2B5EF4-FFF2-40B4-BE49-F238E27FC236}">
                <a16:creationId xmlns:a16="http://schemas.microsoft.com/office/drawing/2014/main" id="{EE328D07-B822-43C3-A5A4-45B871AE5CD5}"/>
              </a:ext>
            </a:extLst>
          </p:cNvPr>
          <p:cNvSpPr>
            <a:spLocks noGrp="1"/>
          </p:cNvSpPr>
          <p:nvPr>
            <p:ph idx="1"/>
          </p:nvPr>
        </p:nvSpPr>
        <p:spPr>
          <a:xfrm>
            <a:off x="134223" y="906011"/>
            <a:ext cx="8883941" cy="631844"/>
          </a:xfrm>
        </p:spPr>
        <p:txBody>
          <a:bodyPr/>
          <a:lstStyle/>
          <a:p>
            <a:r>
              <a:rPr lang="zh-CN" altLang="en-US" dirty="0"/>
              <a:t>将数据转化为图表、图形或者地图的技术</a:t>
            </a:r>
          </a:p>
        </p:txBody>
      </p:sp>
      <p:sp>
        <p:nvSpPr>
          <p:cNvPr id="4" name="灯片编号占位符 3">
            <a:extLst>
              <a:ext uri="{FF2B5EF4-FFF2-40B4-BE49-F238E27FC236}">
                <a16:creationId xmlns:a16="http://schemas.microsoft.com/office/drawing/2014/main" id="{F1FCBF37-B8E8-4065-9AAE-E61F77064F81}"/>
              </a:ext>
            </a:extLst>
          </p:cNvPr>
          <p:cNvSpPr>
            <a:spLocks noGrp="1"/>
          </p:cNvSpPr>
          <p:nvPr>
            <p:ph type="sldNum" sz="quarter" idx="12"/>
          </p:nvPr>
        </p:nvSpPr>
        <p:spPr/>
        <p:txBody>
          <a:bodyPr/>
          <a:lstStyle/>
          <a:p>
            <a:fld id="{5AD84F5B-1672-4D3F-9FEC-5DF89A7B7912}" type="slidenum">
              <a:rPr lang="zh-CN" altLang="en-US" smtClean="0"/>
              <a:t>2</a:t>
            </a:fld>
            <a:endParaRPr lang="zh-CN" altLang="en-US"/>
          </a:p>
        </p:txBody>
      </p:sp>
      <p:pic>
        <p:nvPicPr>
          <p:cNvPr id="6" name="图片 5">
            <a:extLst>
              <a:ext uri="{FF2B5EF4-FFF2-40B4-BE49-F238E27FC236}">
                <a16:creationId xmlns:a16="http://schemas.microsoft.com/office/drawing/2014/main" id="{BA20DE94-BB90-4374-ABBD-3179258C0D4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45258" y="3579327"/>
            <a:ext cx="6763345" cy="2676589"/>
          </a:xfrm>
          <a:prstGeom prst="rect">
            <a:avLst/>
          </a:prstGeom>
        </p:spPr>
      </p:pic>
      <p:pic>
        <p:nvPicPr>
          <p:cNvPr id="10" name="图片 9">
            <a:extLst>
              <a:ext uri="{FF2B5EF4-FFF2-40B4-BE49-F238E27FC236}">
                <a16:creationId xmlns:a16="http://schemas.microsoft.com/office/drawing/2014/main" id="{DC1C17AC-F472-4D3E-BBE5-56A368FB802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759800" y="1356744"/>
            <a:ext cx="2653601" cy="2222583"/>
          </a:xfrm>
          <a:prstGeom prst="rect">
            <a:avLst/>
          </a:prstGeom>
        </p:spPr>
      </p:pic>
      <p:pic>
        <p:nvPicPr>
          <p:cNvPr id="12" name="图片 11">
            <a:extLst>
              <a:ext uri="{FF2B5EF4-FFF2-40B4-BE49-F238E27FC236}">
                <a16:creationId xmlns:a16="http://schemas.microsoft.com/office/drawing/2014/main" id="{815EC0A8-5217-4EA4-A5FD-F5DDF7DF6080}"/>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26940" y="1356744"/>
            <a:ext cx="5240143" cy="2266629"/>
          </a:xfrm>
          <a:prstGeom prst="rect">
            <a:avLst/>
          </a:prstGeom>
        </p:spPr>
      </p:pic>
      <p:sp>
        <p:nvSpPr>
          <p:cNvPr id="14" name="文本框 13">
            <a:extLst>
              <a:ext uri="{FF2B5EF4-FFF2-40B4-BE49-F238E27FC236}">
                <a16:creationId xmlns:a16="http://schemas.microsoft.com/office/drawing/2014/main" id="{AAA837DA-2F4F-4D25-B4D5-A36A352B1C0A}"/>
              </a:ext>
            </a:extLst>
          </p:cNvPr>
          <p:cNvSpPr txBox="1"/>
          <p:nvPr/>
        </p:nvSpPr>
        <p:spPr>
          <a:xfrm>
            <a:off x="1" y="6274018"/>
            <a:ext cx="9143999" cy="430887"/>
          </a:xfrm>
          <a:prstGeom prst="rect">
            <a:avLst/>
          </a:prstGeom>
          <a:noFill/>
        </p:spPr>
        <p:txBody>
          <a:bodyPr wrap="square">
            <a:spAutoFit/>
          </a:bodyPr>
          <a:lstStyle/>
          <a:p>
            <a:r>
              <a:rPr lang="zh-CN" altLang="en-US" sz="1050" dirty="0"/>
              <a:t>来源：</a:t>
            </a:r>
            <a:r>
              <a:rPr lang="en-US" altLang="zh-CN" sz="1050" kern="100" dirty="0">
                <a:solidFill>
                  <a:srgbClr val="333333"/>
                </a:solidFill>
                <a:effectLst/>
                <a:latin typeface="Times New Roman" panose="02020603050405020304" pitchFamily="18" charset="0"/>
                <a:ea typeface="宋体" panose="02010600030101010101" pitchFamily="2" charset="-122"/>
              </a:rPr>
              <a:t> Efficient and Effective Augmentation Framework With Latent </a:t>
            </a:r>
            <a:r>
              <a:rPr lang="en-US" altLang="zh-CN" sz="1050" kern="100" dirty="0" err="1">
                <a:solidFill>
                  <a:srgbClr val="333333"/>
                </a:solidFill>
                <a:effectLst/>
                <a:latin typeface="Times New Roman" panose="02020603050405020304" pitchFamily="18" charset="0"/>
                <a:ea typeface="宋体" panose="02010600030101010101" pitchFamily="2" charset="-122"/>
              </a:rPr>
              <a:t>Mixup</a:t>
            </a:r>
            <a:r>
              <a:rPr lang="en-US" altLang="zh-CN" sz="1050" kern="100" dirty="0">
                <a:solidFill>
                  <a:srgbClr val="333333"/>
                </a:solidFill>
                <a:effectLst/>
                <a:latin typeface="Times New Roman" panose="02020603050405020304" pitchFamily="18" charset="0"/>
                <a:ea typeface="宋体" panose="02010600030101010101" pitchFamily="2" charset="-122"/>
              </a:rPr>
              <a:t> and Label-Guided Contrastive Learning for Graph Classification, </a:t>
            </a:r>
            <a:r>
              <a:rPr lang="en-US" altLang="zh-CN" sz="1050" kern="100" dirty="0">
                <a:effectLst/>
                <a:latin typeface="Times New Roman" panose="02020603050405020304" pitchFamily="18" charset="0"/>
                <a:ea typeface="宋体" panose="02010600030101010101" pitchFamily="2" charset="-122"/>
              </a:rPr>
              <a:t>IEEE Transactions on Knowledge and Data Engineering</a:t>
            </a:r>
            <a:r>
              <a:rPr lang="en-US" altLang="zh-CN" sz="1050" kern="100" dirty="0">
                <a:solidFill>
                  <a:srgbClr val="333333"/>
                </a:solidFill>
                <a:effectLst/>
                <a:latin typeface="Times New Roman" panose="02020603050405020304" pitchFamily="18" charset="0"/>
                <a:ea typeface="宋体" panose="02010600030101010101" pitchFamily="2" charset="-122"/>
              </a:rPr>
              <a:t>, 36(12):8066-8078. 2024</a:t>
            </a:r>
            <a:endParaRPr lang="zh-CN" altLang="en-US" sz="1050" dirty="0"/>
          </a:p>
        </p:txBody>
      </p:sp>
    </p:spTree>
    <p:extLst>
      <p:ext uri="{BB962C8B-B14F-4D97-AF65-F5344CB8AC3E}">
        <p14:creationId xmlns:p14="http://schemas.microsoft.com/office/powerpoint/2010/main" val="25915219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C895072-BBB1-436A-9CE9-4063AF174640}"/>
              </a:ext>
            </a:extLst>
          </p:cNvPr>
          <p:cNvSpPr>
            <a:spLocks noGrp="1"/>
          </p:cNvSpPr>
          <p:nvPr>
            <p:ph type="title"/>
          </p:nvPr>
        </p:nvSpPr>
        <p:spPr/>
        <p:txBody>
          <a:bodyPr/>
          <a:lstStyle/>
          <a:p>
            <a:r>
              <a:rPr lang="zh-CN" altLang="en-US" dirty="0"/>
              <a:t>条形图</a:t>
            </a:r>
          </a:p>
        </p:txBody>
      </p:sp>
      <p:sp>
        <p:nvSpPr>
          <p:cNvPr id="4" name="灯片编号占位符 3">
            <a:extLst>
              <a:ext uri="{FF2B5EF4-FFF2-40B4-BE49-F238E27FC236}">
                <a16:creationId xmlns:a16="http://schemas.microsoft.com/office/drawing/2014/main" id="{3F7B6693-26F4-4B82-B8D0-5A7D89DAF439}"/>
              </a:ext>
            </a:extLst>
          </p:cNvPr>
          <p:cNvSpPr>
            <a:spLocks noGrp="1"/>
          </p:cNvSpPr>
          <p:nvPr>
            <p:ph type="sldNum" sz="quarter" idx="12"/>
          </p:nvPr>
        </p:nvSpPr>
        <p:spPr/>
        <p:txBody>
          <a:bodyPr/>
          <a:lstStyle/>
          <a:p>
            <a:fld id="{5AD84F5B-1672-4D3F-9FEC-5DF89A7B7912}" type="slidenum">
              <a:rPr lang="zh-CN" altLang="en-US" smtClean="0"/>
              <a:t>3</a:t>
            </a:fld>
            <a:endParaRPr lang="zh-CN" altLang="en-US"/>
          </a:p>
        </p:txBody>
      </p:sp>
      <p:sp>
        <p:nvSpPr>
          <p:cNvPr id="5" name="文本框 4">
            <a:extLst>
              <a:ext uri="{FF2B5EF4-FFF2-40B4-BE49-F238E27FC236}">
                <a16:creationId xmlns:a16="http://schemas.microsoft.com/office/drawing/2014/main" id="{8843B1DE-2FCA-4294-ACBD-1D5137F3689C}"/>
              </a:ext>
            </a:extLst>
          </p:cNvPr>
          <p:cNvSpPr txBox="1"/>
          <p:nvPr/>
        </p:nvSpPr>
        <p:spPr>
          <a:xfrm>
            <a:off x="266736" y="1118570"/>
            <a:ext cx="8116253" cy="859081"/>
          </a:xfrm>
          <a:prstGeom prst="rect">
            <a:avLst/>
          </a:prstGeom>
          <a:noFill/>
        </p:spPr>
        <p:txBody>
          <a:bodyPr wrap="square">
            <a:spAutoFit/>
          </a:bodyPr>
          <a:lstStyle/>
          <a:p>
            <a:pPr indent="229553" algn="just">
              <a:lnSpc>
                <a:spcPct val="125000"/>
              </a:lnSpc>
            </a:pPr>
            <a:r>
              <a:rPr lang="zh-CN" altLang="en-US" sz="2100" b="1" kern="1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条形图</a:t>
            </a:r>
            <a:r>
              <a:rPr lang="zh-CN" altLang="zh-CN" sz="2100" b="1" kern="100"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100" b="1" kern="100" dirty="0">
                <a:latin typeface="Times New Roman" panose="02020603050405020304" pitchFamily="18" charset="0"/>
                <a:ea typeface="楷体" panose="02010609060101010101" pitchFamily="49" charset="-122"/>
                <a:cs typeface="Times New Roman" panose="02020603050405020304" pitchFamily="18" charset="0"/>
              </a:rPr>
              <a:t>Bar chart</a:t>
            </a:r>
            <a:r>
              <a:rPr lang="zh-CN" altLang="zh-CN" sz="2100" b="1" kern="100"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sz="2100" kern="100" dirty="0">
                <a:latin typeface="Times New Roman" panose="02020603050405020304" pitchFamily="18" charset="0"/>
                <a:ea typeface="楷体" panose="02010609060101010101" pitchFamily="49" charset="-122"/>
                <a:cs typeface="Times New Roman" panose="02020603050405020304" pitchFamily="18" charset="0"/>
              </a:rPr>
              <a:t>是用不同的条形显示一组数据中各项的数量或频率的图形。</a:t>
            </a:r>
            <a:endParaRPr lang="zh-CN" altLang="zh-CN" sz="2100" kern="100" dirty="0">
              <a:latin typeface="Times New Roman" panose="02020603050405020304" pitchFamily="18" charset="0"/>
              <a:ea typeface="宋体" panose="02010600030101010101" pitchFamily="2" charset="-122"/>
              <a:cs typeface="Times New Roman" panose="02020603050405020304" pitchFamily="18" charset="0"/>
            </a:endParaRPr>
          </a:p>
        </p:txBody>
      </p:sp>
      <p:graphicFrame>
        <p:nvGraphicFramePr>
          <p:cNvPr id="6" name="内容占位符 5">
            <a:extLst>
              <a:ext uri="{FF2B5EF4-FFF2-40B4-BE49-F238E27FC236}">
                <a16:creationId xmlns:a16="http://schemas.microsoft.com/office/drawing/2014/main" id="{D1CA726B-55F1-417F-AED8-31B2BFE0D7AD}"/>
              </a:ext>
            </a:extLst>
          </p:cNvPr>
          <p:cNvGraphicFramePr>
            <a:graphicFrameLocks/>
          </p:cNvGraphicFramePr>
          <p:nvPr>
            <p:extLst>
              <p:ext uri="{D42A27DB-BD31-4B8C-83A1-F6EECF244321}">
                <p14:modId xmlns:p14="http://schemas.microsoft.com/office/powerpoint/2010/main" val="3945770595"/>
              </p:ext>
            </p:extLst>
          </p:nvPr>
        </p:nvGraphicFramePr>
        <p:xfrm>
          <a:off x="496289" y="2274101"/>
          <a:ext cx="7886700" cy="3263504"/>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9472389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69FFB40-D868-474E-9FC6-0ACFA61A3394}"/>
              </a:ext>
            </a:extLst>
          </p:cNvPr>
          <p:cNvSpPr>
            <a:spLocks noGrp="1"/>
          </p:cNvSpPr>
          <p:nvPr>
            <p:ph type="title"/>
          </p:nvPr>
        </p:nvSpPr>
        <p:spPr/>
        <p:txBody>
          <a:bodyPr/>
          <a:lstStyle/>
          <a:p>
            <a:r>
              <a:rPr lang="zh-CN" altLang="en-US" dirty="0"/>
              <a:t>饼图</a:t>
            </a:r>
          </a:p>
        </p:txBody>
      </p:sp>
      <p:sp>
        <p:nvSpPr>
          <p:cNvPr id="4" name="灯片编号占位符 3">
            <a:extLst>
              <a:ext uri="{FF2B5EF4-FFF2-40B4-BE49-F238E27FC236}">
                <a16:creationId xmlns:a16="http://schemas.microsoft.com/office/drawing/2014/main" id="{21239543-3629-46B9-8638-2515A94F92A3}"/>
              </a:ext>
            </a:extLst>
          </p:cNvPr>
          <p:cNvSpPr>
            <a:spLocks noGrp="1"/>
          </p:cNvSpPr>
          <p:nvPr>
            <p:ph type="sldNum" sz="quarter" idx="12"/>
          </p:nvPr>
        </p:nvSpPr>
        <p:spPr/>
        <p:txBody>
          <a:bodyPr/>
          <a:lstStyle/>
          <a:p>
            <a:fld id="{5AD84F5B-1672-4D3F-9FEC-5DF89A7B7912}" type="slidenum">
              <a:rPr lang="zh-CN" altLang="en-US" smtClean="0"/>
              <a:t>4</a:t>
            </a:fld>
            <a:endParaRPr lang="zh-CN" altLang="en-US"/>
          </a:p>
        </p:txBody>
      </p:sp>
      <p:sp>
        <p:nvSpPr>
          <p:cNvPr id="5" name="文本框 4">
            <a:extLst>
              <a:ext uri="{FF2B5EF4-FFF2-40B4-BE49-F238E27FC236}">
                <a16:creationId xmlns:a16="http://schemas.microsoft.com/office/drawing/2014/main" id="{384C3FE7-E40C-4823-B675-E148002AC042}"/>
              </a:ext>
            </a:extLst>
          </p:cNvPr>
          <p:cNvSpPr txBox="1"/>
          <p:nvPr/>
        </p:nvSpPr>
        <p:spPr>
          <a:xfrm>
            <a:off x="513873" y="1353454"/>
            <a:ext cx="8116253" cy="859081"/>
          </a:xfrm>
          <a:prstGeom prst="rect">
            <a:avLst/>
          </a:prstGeom>
          <a:noFill/>
        </p:spPr>
        <p:txBody>
          <a:bodyPr wrap="square">
            <a:spAutoFit/>
          </a:bodyPr>
          <a:lstStyle/>
          <a:p>
            <a:pPr indent="229553" algn="just">
              <a:lnSpc>
                <a:spcPct val="125000"/>
              </a:lnSpc>
            </a:pPr>
            <a:r>
              <a:rPr lang="zh-CN" altLang="en-US" sz="2100" b="1" kern="1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饼图</a:t>
            </a:r>
            <a:r>
              <a:rPr lang="zh-CN" altLang="zh-CN" sz="2100" b="1" kern="100"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100" b="1" kern="100" dirty="0">
                <a:latin typeface="Times New Roman" panose="02020603050405020304" pitchFamily="18" charset="0"/>
                <a:ea typeface="楷体" panose="02010609060101010101" pitchFamily="49" charset="-122"/>
                <a:cs typeface="Times New Roman" panose="02020603050405020304" pitchFamily="18" charset="0"/>
              </a:rPr>
              <a:t>Bar chart</a:t>
            </a:r>
            <a:r>
              <a:rPr lang="zh-CN" altLang="zh-CN" sz="2100" b="1" kern="100"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sz="2100" kern="100" dirty="0">
                <a:latin typeface="Times New Roman" panose="02020603050405020304" pitchFamily="18" charset="0"/>
                <a:ea typeface="楷体" panose="02010609060101010101" pitchFamily="49" charset="-122"/>
                <a:cs typeface="Times New Roman" panose="02020603050405020304" pitchFamily="18" charset="0"/>
              </a:rPr>
              <a:t>是用圆形和圆内扇形角度显示一组数据中各项的数量或频率的图形，通常用于展示不同类别的数据所占的比例。</a:t>
            </a:r>
            <a:endParaRPr lang="zh-CN" altLang="zh-CN" sz="2100" kern="100" dirty="0">
              <a:latin typeface="Times New Roman" panose="02020603050405020304" pitchFamily="18" charset="0"/>
              <a:ea typeface="宋体" panose="02010600030101010101" pitchFamily="2" charset="-122"/>
              <a:cs typeface="Times New Roman" panose="02020603050405020304" pitchFamily="18" charset="0"/>
            </a:endParaRPr>
          </a:p>
        </p:txBody>
      </p:sp>
      <p:graphicFrame>
        <p:nvGraphicFramePr>
          <p:cNvPr id="6" name="图表 5">
            <a:extLst>
              <a:ext uri="{FF2B5EF4-FFF2-40B4-BE49-F238E27FC236}">
                <a16:creationId xmlns:a16="http://schemas.microsoft.com/office/drawing/2014/main" id="{459305BC-BC8B-4208-8486-45A9600376C6}"/>
              </a:ext>
            </a:extLst>
          </p:cNvPr>
          <p:cNvGraphicFramePr/>
          <p:nvPr>
            <p:extLst>
              <p:ext uri="{D42A27DB-BD31-4B8C-83A1-F6EECF244321}">
                <p14:modId xmlns:p14="http://schemas.microsoft.com/office/powerpoint/2010/main" val="3819831019"/>
              </p:ext>
            </p:extLst>
          </p:nvPr>
        </p:nvGraphicFramePr>
        <p:xfrm>
          <a:off x="2176938" y="2367222"/>
          <a:ext cx="4991100" cy="290322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4694268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箱线图</a:t>
            </a:r>
          </a:p>
        </p:txBody>
      </p:sp>
      <p:sp>
        <p:nvSpPr>
          <p:cNvPr id="2" name="内容占位符 1"/>
          <p:cNvSpPr>
            <a:spLocks noGrp="1"/>
          </p:cNvSpPr>
          <p:nvPr>
            <p:ph idx="1"/>
          </p:nvPr>
        </p:nvSpPr>
        <p:spPr/>
        <p:txBody>
          <a:bodyPr>
            <a:normAutofit/>
          </a:bodyPr>
          <a:lstStyle/>
          <a:p>
            <a:r>
              <a:rPr lang="zh-CN" altLang="en-US" dirty="0"/>
              <a:t>箱线图、盒形</a:t>
            </a:r>
            <a:r>
              <a:rPr lang="en-US" altLang="zh-CN" dirty="0"/>
              <a:t>-</a:t>
            </a:r>
            <a:r>
              <a:rPr lang="zh-CN" altLang="en-US" dirty="0"/>
              <a:t>须线图：</a:t>
            </a:r>
            <a:r>
              <a:rPr lang="zh-CN" altLang="en-US" kern="100" dirty="0">
                <a:latin typeface="Times New Roman" panose="02020603050405020304" pitchFamily="18" charset="0"/>
                <a:ea typeface="楷体" panose="02010609060101010101" pitchFamily="49" charset="-122"/>
                <a:cs typeface="Times New Roman" panose="02020603050405020304" pitchFamily="18" charset="0"/>
              </a:rPr>
              <a:t>可较为全面地反映数据的分布特征。</a:t>
            </a:r>
            <a:endParaRPr lang="en-US" altLang="zh-CN" dirty="0"/>
          </a:p>
          <a:p>
            <a:r>
              <a:rPr lang="zh-CN" altLang="en-US" dirty="0"/>
              <a:t>由五个数值点组成：</a:t>
            </a:r>
            <a:endParaRPr lang="en-US" altLang="zh-CN" dirty="0"/>
          </a:p>
          <a:p>
            <a:pPr lvl="1"/>
            <a:r>
              <a:rPr lang="zh-CN" altLang="en-US" dirty="0"/>
              <a:t>下四分位数</a:t>
            </a:r>
            <a:r>
              <a:rPr lang="en-US" altLang="zh-CN" dirty="0"/>
              <a:t>(Q1)</a:t>
            </a:r>
          </a:p>
          <a:p>
            <a:pPr lvl="1"/>
            <a:r>
              <a:rPr lang="zh-CN" altLang="en-US" dirty="0"/>
              <a:t>中位数</a:t>
            </a:r>
            <a:r>
              <a:rPr lang="en-US" altLang="zh-CN" dirty="0"/>
              <a:t>(median)</a:t>
            </a:r>
          </a:p>
          <a:p>
            <a:pPr lvl="1"/>
            <a:r>
              <a:rPr lang="zh-CN" altLang="en-US" dirty="0"/>
              <a:t>上四分位数</a:t>
            </a:r>
            <a:r>
              <a:rPr lang="en-US" altLang="zh-CN" dirty="0"/>
              <a:t>(Q3)</a:t>
            </a:r>
          </a:p>
          <a:p>
            <a:pPr lvl="1"/>
            <a:r>
              <a:rPr lang="zh-CN" altLang="en-US" dirty="0"/>
              <a:t>最小值</a:t>
            </a:r>
            <a:r>
              <a:rPr lang="en-US" altLang="zh-CN" dirty="0"/>
              <a:t>(min)【max(</a:t>
            </a:r>
            <a:r>
              <a:rPr lang="en-US" altLang="zh-CN" dirty="0" err="1"/>
              <a:t>x</a:t>
            </a:r>
            <a:r>
              <a:rPr lang="en-US" altLang="zh-CN" baseline="-25000" dirty="0" err="1"/>
              <a:t>min</a:t>
            </a:r>
            <a:r>
              <a:rPr lang="en-US" altLang="zh-CN" dirty="0"/>
              <a:t>, Q1-1.5*IQR)】</a:t>
            </a:r>
          </a:p>
          <a:p>
            <a:pPr lvl="1"/>
            <a:r>
              <a:rPr lang="zh-CN" altLang="en-US" dirty="0"/>
              <a:t>最大值</a:t>
            </a:r>
            <a:r>
              <a:rPr lang="en-US" altLang="zh-CN" dirty="0"/>
              <a:t>(max)【min(</a:t>
            </a:r>
            <a:r>
              <a:rPr lang="en-US" altLang="zh-CN" dirty="0" err="1"/>
              <a:t>x</a:t>
            </a:r>
            <a:r>
              <a:rPr lang="en-US" altLang="zh-CN" baseline="-25000" dirty="0" err="1"/>
              <a:t>max</a:t>
            </a:r>
            <a:r>
              <a:rPr lang="en-US" altLang="zh-CN" dirty="0"/>
              <a:t>, Q3+1.5*IQR)】</a:t>
            </a:r>
          </a:p>
          <a:p>
            <a:r>
              <a:rPr lang="zh-CN" altLang="en-US" dirty="0"/>
              <a:t> </a:t>
            </a:r>
            <a:r>
              <a:rPr lang="zh-CN" altLang="en-US" sz="2000" dirty="0"/>
              <a:t>下四分位数、中位数、上四分位数组成一个“带有隔间的盒子”</a:t>
            </a:r>
            <a:endParaRPr lang="en-US" altLang="zh-CN" sz="2000" dirty="0"/>
          </a:p>
          <a:p>
            <a:r>
              <a:rPr lang="zh-CN" altLang="en-US" sz="2000" dirty="0"/>
              <a:t>上四分位数到最大值之间建立一条延伸线，这个延伸线成为“胡须</a:t>
            </a:r>
            <a:r>
              <a:rPr lang="en-US" altLang="zh-CN" sz="2000" dirty="0"/>
              <a:t>”</a:t>
            </a:r>
            <a:r>
              <a:rPr lang="zh-CN" altLang="en-US" sz="2000" dirty="0"/>
              <a:t>。</a:t>
            </a:r>
          </a:p>
        </p:txBody>
      </p:sp>
      <p:pic>
        <p:nvPicPr>
          <p:cNvPr id="1027" name="Picture 3"/>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bwMode="auto">
          <a:xfrm>
            <a:off x="6117266" y="1444668"/>
            <a:ext cx="2808312" cy="30638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矩形 3"/>
          <p:cNvSpPr/>
          <p:nvPr/>
        </p:nvSpPr>
        <p:spPr>
          <a:xfrm>
            <a:off x="6441354" y="2689896"/>
            <a:ext cx="468000" cy="1224720"/>
          </a:xfrm>
          <a:prstGeom prst="rect">
            <a:avLst/>
          </a:prstGeom>
          <a:noFill/>
          <a:ln w="38100"/>
        </p:spPr>
        <p:style>
          <a:lnRef idx="2">
            <a:schemeClr val="accent3"/>
          </a:lnRef>
          <a:fillRef idx="1">
            <a:schemeClr val="lt1"/>
          </a:fillRef>
          <a:effectRef idx="0">
            <a:schemeClr val="accent3"/>
          </a:effectRef>
          <a:fontRef idx="minor">
            <a:schemeClr val="dk1"/>
          </a:fontRef>
        </p:style>
        <p:txBody>
          <a:bodyPr rtlCol="0" anchor="ctr"/>
          <a:lstStyle/>
          <a:p>
            <a:pPr algn="ctr"/>
            <a:endParaRPr lang="zh-CN" altLang="en-US"/>
          </a:p>
        </p:txBody>
      </p:sp>
      <p:sp>
        <p:nvSpPr>
          <p:cNvPr id="5" name="矩形 4"/>
          <p:cNvSpPr/>
          <p:nvPr/>
        </p:nvSpPr>
        <p:spPr>
          <a:xfrm>
            <a:off x="2007112" y="5421855"/>
            <a:ext cx="2846228" cy="461665"/>
          </a:xfrm>
          <a:prstGeom prst="rect">
            <a:avLst/>
          </a:prstGeom>
        </p:spPr>
        <p:txBody>
          <a:bodyPr wrap="none">
            <a:spAutoFit/>
          </a:bodyPr>
          <a:lstStyle/>
          <a:p>
            <a:r>
              <a:rPr lang="en-US" altLang="zh-CN" sz="2400" dirty="0">
                <a:solidFill>
                  <a:srgbClr val="C00000"/>
                </a:solidFill>
                <a:effectLst>
                  <a:outerShdw blurRad="38100" dist="38100" dir="2700000" algn="tl">
                    <a:srgbClr val="000000">
                      <a:alpha val="43137"/>
                    </a:srgbClr>
                  </a:outerShdw>
                </a:effectLst>
              </a:rPr>
              <a:t>box-and-whisker plot</a:t>
            </a:r>
            <a:endParaRPr lang="zh-CN" altLang="en-US" sz="2400" dirty="0">
              <a:solidFill>
                <a:srgbClr val="C00000"/>
              </a:solidFill>
              <a:effectLst>
                <a:outerShdw blurRad="38100" dist="38100" dir="2700000" algn="tl">
                  <a:srgbClr val="000000">
                    <a:alpha val="43137"/>
                  </a:srgbClr>
                </a:outerShdw>
              </a:effectLst>
            </a:endParaRPr>
          </a:p>
        </p:txBody>
      </p:sp>
      <p:sp>
        <p:nvSpPr>
          <p:cNvPr id="6" name="灯片编号占位符 5"/>
          <p:cNvSpPr>
            <a:spLocks noGrp="1"/>
          </p:cNvSpPr>
          <p:nvPr>
            <p:ph type="sldNum" sz="quarter" idx="12"/>
          </p:nvPr>
        </p:nvSpPr>
        <p:spPr/>
        <p:txBody>
          <a:bodyPr/>
          <a:lstStyle/>
          <a:p>
            <a:fld id="{0C913308-F349-4B6D-A68A-DD1791B4A57B}" type="slidenum">
              <a:rPr lang="zh-CN" altLang="en-US" smtClean="0"/>
              <a:t>5</a:t>
            </a:fld>
            <a:endParaRPr lang="zh-CN" altLang="en-US"/>
          </a:p>
        </p:txBody>
      </p:sp>
    </p:spTree>
    <p:extLst>
      <p:ext uri="{BB962C8B-B14F-4D97-AF65-F5344CB8AC3E}">
        <p14:creationId xmlns:p14="http://schemas.microsoft.com/office/powerpoint/2010/main" val="21817726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箱线图</a:t>
            </a:r>
          </a:p>
        </p:txBody>
      </p:sp>
      <p:sp>
        <p:nvSpPr>
          <p:cNvPr id="3" name="内容占位符 2"/>
          <p:cNvSpPr>
            <a:spLocks noGrp="1"/>
          </p:cNvSpPr>
          <p:nvPr>
            <p:ph idx="1"/>
          </p:nvPr>
        </p:nvSpPr>
        <p:spPr>
          <a:xfrm>
            <a:off x="110492" y="875237"/>
            <a:ext cx="8883941" cy="5637402"/>
          </a:xfrm>
        </p:spPr>
        <p:txBody>
          <a:bodyPr/>
          <a:lstStyle/>
          <a:p>
            <a:pPr marL="0" indent="0">
              <a:buNone/>
            </a:pPr>
            <a:r>
              <a:rPr lang="en-US" altLang="zh-CN" dirty="0"/>
              <a:t>【</a:t>
            </a:r>
            <a:r>
              <a:rPr lang="zh-CN" altLang="en-US" dirty="0"/>
              <a:t>例</a:t>
            </a:r>
            <a:r>
              <a:rPr lang="en-US" altLang="zh-CN" dirty="0"/>
              <a:t>】</a:t>
            </a:r>
            <a:endParaRPr lang="zh-CN" altLang="en-US" dirty="0"/>
          </a:p>
        </p:txBody>
      </p:sp>
      <p:sp>
        <p:nvSpPr>
          <p:cNvPr id="5" name="矩形 4"/>
          <p:cNvSpPr/>
          <p:nvPr/>
        </p:nvSpPr>
        <p:spPr>
          <a:xfrm>
            <a:off x="521192" y="1586041"/>
            <a:ext cx="5832648" cy="1815882"/>
          </a:xfrm>
          <a:prstGeom prst="rect">
            <a:avLst/>
          </a:prstGeom>
        </p:spPr>
        <p:txBody>
          <a:bodyPr wrap="square">
            <a:spAutoFit/>
          </a:bodyPr>
          <a:lstStyle/>
          <a:p>
            <a:r>
              <a:rPr lang="en-US" altLang="zh-CN" sz="1600" dirty="0">
                <a:latin typeface="Times New Roman" pitchFamily="18" charset="0"/>
                <a:cs typeface="Times New Roman" pitchFamily="18" charset="0"/>
              </a:rPr>
              <a:t>136, 125, 109, 105, 129, 111, 129, 99, 102, 123, 98, 97, 124, 123, 126, 89, 99, 101, 108, 119, 102, 117, 87, 111, 97, 110, 90, 116, 117, 98, 110, 113, 131, 103, 100, 121, 99, 97, 99, 121, 99, 110, 97, 105, 115, 80, 121, 102, 118, 101, 121, 92, 102, 92, 111, 120, 123, 108, 106, 113, 110, 102, 123, 114, 106, 121, 107, 101, 119, 102, 96, 109, 104, 108, 117, 104, 111, 95, 97, 103, 100, 104, 104, 104, 104, 108, 91, 107, 126, 104, 103, 112, 128, 102, 109, 118, 100, 101, 108, 108</a:t>
            </a:r>
            <a:endParaRPr lang="zh-CN" altLang="en-US" sz="1600" dirty="0">
              <a:latin typeface="Times New Roman" pitchFamily="18" charset="0"/>
              <a:cs typeface="Times New Roman" pitchFamily="18" charset="0"/>
            </a:endParaRPr>
          </a:p>
        </p:txBody>
      </p:sp>
      <p:graphicFrame>
        <p:nvGraphicFramePr>
          <p:cNvPr id="6" name="表格 5"/>
          <p:cNvGraphicFramePr>
            <a:graphicFrameLocks noGrp="1"/>
          </p:cNvGraphicFramePr>
          <p:nvPr/>
        </p:nvGraphicFramePr>
        <p:xfrm>
          <a:off x="611560" y="4149080"/>
          <a:ext cx="2160240" cy="1703070"/>
        </p:xfrm>
        <a:graphic>
          <a:graphicData uri="http://schemas.openxmlformats.org/drawingml/2006/table">
            <a:tbl>
              <a:tblPr>
                <a:tableStyleId>{5C22544A-7EE6-4342-B048-85BDC9FD1C3A}</a:tableStyleId>
              </a:tblPr>
              <a:tblGrid>
                <a:gridCol w="1276350">
                  <a:extLst>
                    <a:ext uri="{9D8B030D-6E8A-4147-A177-3AD203B41FA5}">
                      <a16:colId xmlns:a16="http://schemas.microsoft.com/office/drawing/2014/main" val="20000"/>
                    </a:ext>
                  </a:extLst>
                </a:gridCol>
                <a:gridCol w="883890">
                  <a:extLst>
                    <a:ext uri="{9D8B030D-6E8A-4147-A177-3AD203B41FA5}">
                      <a16:colId xmlns:a16="http://schemas.microsoft.com/office/drawing/2014/main" val="20001"/>
                    </a:ext>
                  </a:extLst>
                </a:gridCol>
              </a:tblGrid>
              <a:tr h="171450">
                <a:tc>
                  <a:txBody>
                    <a:bodyPr/>
                    <a:lstStyle/>
                    <a:p>
                      <a:pPr algn="r" fontAlgn="ctr"/>
                      <a:r>
                        <a:rPr lang="zh-CN" altLang="en-US" sz="1800" u="none" strike="noStrike" dirty="0">
                          <a:effectLst/>
                          <a:latin typeface="Times New Roman" pitchFamily="18" charset="0"/>
                          <a:ea typeface="华文细黑" pitchFamily="2" charset="-122"/>
                          <a:cs typeface="Times New Roman" pitchFamily="18" charset="0"/>
                        </a:rPr>
                        <a:t>最大值</a:t>
                      </a:r>
                      <a:endParaRPr lang="zh-CN" altLang="en-US" sz="1800" b="0" i="0" u="none" strike="noStrike" dirty="0">
                        <a:solidFill>
                          <a:srgbClr val="000000"/>
                        </a:solidFill>
                        <a:effectLst/>
                        <a:latin typeface="Times New Roman" pitchFamily="18" charset="0"/>
                        <a:ea typeface="华文细黑" pitchFamily="2" charset="-122"/>
                        <a:cs typeface="Times New Roman" pitchFamily="18" charset="0"/>
                      </a:endParaRPr>
                    </a:p>
                  </a:txBody>
                  <a:tcPr marL="9525" marR="9525" marT="9525" marB="0" anchor="ctr"/>
                </a:tc>
                <a:tc>
                  <a:txBody>
                    <a:bodyPr/>
                    <a:lstStyle/>
                    <a:p>
                      <a:pPr algn="r" fontAlgn="ctr"/>
                      <a:r>
                        <a:rPr lang="en-US" altLang="zh-CN" sz="1800" u="none" strike="noStrike">
                          <a:effectLst/>
                          <a:latin typeface="Times New Roman" pitchFamily="18" charset="0"/>
                          <a:ea typeface="华文细黑" pitchFamily="2" charset="-122"/>
                          <a:cs typeface="Times New Roman" pitchFamily="18" charset="0"/>
                        </a:rPr>
                        <a:t>136</a:t>
                      </a:r>
                      <a:endParaRPr lang="en-US" altLang="zh-CN" sz="1800" b="0" i="0" u="none" strike="noStrike">
                        <a:solidFill>
                          <a:srgbClr val="000000"/>
                        </a:solidFill>
                        <a:effectLst/>
                        <a:latin typeface="Times New Roman" pitchFamily="18" charset="0"/>
                        <a:ea typeface="华文细黑" pitchFamily="2" charset="-122"/>
                        <a:cs typeface="Times New Roman" pitchFamily="18" charset="0"/>
                      </a:endParaRPr>
                    </a:p>
                  </a:txBody>
                  <a:tcPr marL="9525" marR="9525" marT="9525" marB="0" anchor="ctr"/>
                </a:tc>
                <a:extLst>
                  <a:ext uri="{0D108BD9-81ED-4DB2-BD59-A6C34878D82A}">
                    <a16:rowId xmlns:a16="http://schemas.microsoft.com/office/drawing/2014/main" val="10000"/>
                  </a:ext>
                </a:extLst>
              </a:tr>
              <a:tr h="171450">
                <a:tc>
                  <a:txBody>
                    <a:bodyPr/>
                    <a:lstStyle/>
                    <a:p>
                      <a:pPr algn="r" fontAlgn="ctr"/>
                      <a:r>
                        <a:rPr lang="zh-CN" altLang="en-US" sz="1800" u="none" strike="noStrike" dirty="0">
                          <a:effectLst/>
                          <a:latin typeface="Times New Roman" pitchFamily="18" charset="0"/>
                          <a:ea typeface="华文细黑" pitchFamily="2" charset="-122"/>
                          <a:cs typeface="Times New Roman" pitchFamily="18" charset="0"/>
                        </a:rPr>
                        <a:t>最小值</a:t>
                      </a:r>
                      <a:endParaRPr lang="zh-CN" altLang="en-US" sz="1800" b="0" i="0" u="none" strike="noStrike" dirty="0">
                        <a:solidFill>
                          <a:srgbClr val="000000"/>
                        </a:solidFill>
                        <a:effectLst/>
                        <a:latin typeface="Times New Roman" pitchFamily="18" charset="0"/>
                        <a:ea typeface="华文细黑" pitchFamily="2" charset="-122"/>
                        <a:cs typeface="Times New Roman" pitchFamily="18" charset="0"/>
                      </a:endParaRPr>
                    </a:p>
                  </a:txBody>
                  <a:tcPr marL="9525" marR="9525" marT="9525" marB="0" anchor="ctr"/>
                </a:tc>
                <a:tc>
                  <a:txBody>
                    <a:bodyPr/>
                    <a:lstStyle/>
                    <a:p>
                      <a:pPr algn="r" fontAlgn="ctr"/>
                      <a:r>
                        <a:rPr lang="en-US" altLang="zh-CN" sz="1800" u="none" strike="noStrike" dirty="0">
                          <a:effectLst/>
                          <a:latin typeface="Times New Roman" pitchFamily="18" charset="0"/>
                          <a:ea typeface="华文细黑" pitchFamily="2" charset="-122"/>
                          <a:cs typeface="Times New Roman" pitchFamily="18" charset="0"/>
                        </a:rPr>
                        <a:t>80</a:t>
                      </a:r>
                      <a:endParaRPr lang="en-US" altLang="zh-CN" sz="1800" b="0" i="0" u="none" strike="noStrike" dirty="0">
                        <a:solidFill>
                          <a:srgbClr val="000000"/>
                        </a:solidFill>
                        <a:effectLst/>
                        <a:latin typeface="Times New Roman" pitchFamily="18" charset="0"/>
                        <a:ea typeface="华文细黑" pitchFamily="2" charset="-122"/>
                        <a:cs typeface="Times New Roman" pitchFamily="18" charset="0"/>
                      </a:endParaRPr>
                    </a:p>
                  </a:txBody>
                  <a:tcPr marL="9525" marR="9525" marT="9525" marB="0" anchor="ctr"/>
                </a:tc>
                <a:extLst>
                  <a:ext uri="{0D108BD9-81ED-4DB2-BD59-A6C34878D82A}">
                    <a16:rowId xmlns:a16="http://schemas.microsoft.com/office/drawing/2014/main" val="10001"/>
                  </a:ext>
                </a:extLst>
              </a:tr>
              <a:tr h="171450">
                <a:tc>
                  <a:txBody>
                    <a:bodyPr/>
                    <a:lstStyle/>
                    <a:p>
                      <a:pPr algn="r" fontAlgn="ctr"/>
                      <a:r>
                        <a:rPr lang="zh-CN" altLang="en-US" sz="1800" b="0" i="0" u="none" strike="noStrike" dirty="0">
                          <a:solidFill>
                            <a:srgbClr val="000000"/>
                          </a:solidFill>
                          <a:effectLst/>
                          <a:latin typeface="Times New Roman" pitchFamily="18" charset="0"/>
                          <a:ea typeface="华文细黑" pitchFamily="2" charset="-122"/>
                          <a:cs typeface="Times New Roman" pitchFamily="18" charset="0"/>
                        </a:rPr>
                        <a:t>上四分位数</a:t>
                      </a:r>
                    </a:p>
                  </a:txBody>
                  <a:tcPr marL="9525" marR="9525" marT="9525" marB="0" anchor="ctr"/>
                </a:tc>
                <a:tc>
                  <a:txBody>
                    <a:bodyPr/>
                    <a:lstStyle/>
                    <a:p>
                      <a:pPr algn="r" fontAlgn="ctr"/>
                      <a:r>
                        <a:rPr lang="en-US" altLang="zh-CN" sz="1800" b="0" i="0" u="none" strike="noStrike">
                          <a:solidFill>
                            <a:srgbClr val="000000"/>
                          </a:solidFill>
                          <a:effectLst/>
                          <a:latin typeface="Times New Roman" pitchFamily="18" charset="0"/>
                          <a:ea typeface="华文细黑" pitchFamily="2" charset="-122"/>
                          <a:cs typeface="Times New Roman" pitchFamily="18" charset="0"/>
                        </a:rPr>
                        <a:t>117</a:t>
                      </a:r>
                    </a:p>
                  </a:txBody>
                  <a:tcPr marL="9525" marR="9525" marT="9525" marB="0" anchor="ctr"/>
                </a:tc>
                <a:extLst>
                  <a:ext uri="{0D108BD9-81ED-4DB2-BD59-A6C34878D82A}">
                    <a16:rowId xmlns:a16="http://schemas.microsoft.com/office/drawing/2014/main" val="10002"/>
                  </a:ext>
                </a:extLst>
              </a:tr>
              <a:tr h="171450">
                <a:tc>
                  <a:txBody>
                    <a:bodyPr/>
                    <a:lstStyle/>
                    <a:p>
                      <a:pPr algn="r" fontAlgn="ctr"/>
                      <a:r>
                        <a:rPr lang="zh-CN" altLang="en-US" sz="1800" b="0" i="0" u="none" strike="noStrike" dirty="0">
                          <a:solidFill>
                            <a:srgbClr val="000000"/>
                          </a:solidFill>
                          <a:effectLst/>
                          <a:latin typeface="Times New Roman" pitchFamily="18" charset="0"/>
                          <a:ea typeface="华文细黑" pitchFamily="2" charset="-122"/>
                          <a:cs typeface="Times New Roman" pitchFamily="18" charset="0"/>
                        </a:rPr>
                        <a:t>下四分位数</a:t>
                      </a:r>
                    </a:p>
                  </a:txBody>
                  <a:tcPr marL="9525" marR="9525" marT="9525" marB="0" anchor="ctr"/>
                </a:tc>
                <a:tc>
                  <a:txBody>
                    <a:bodyPr/>
                    <a:lstStyle/>
                    <a:p>
                      <a:pPr algn="r" fontAlgn="ctr"/>
                      <a:r>
                        <a:rPr lang="en-US" altLang="zh-CN" sz="1800" b="0" i="0" u="none" strike="noStrike" dirty="0">
                          <a:solidFill>
                            <a:srgbClr val="000000"/>
                          </a:solidFill>
                          <a:effectLst/>
                          <a:latin typeface="Times New Roman" pitchFamily="18" charset="0"/>
                          <a:ea typeface="华文细黑" pitchFamily="2" charset="-122"/>
                          <a:cs typeface="Times New Roman" pitchFamily="18" charset="0"/>
                        </a:rPr>
                        <a:t>101</a:t>
                      </a:r>
                    </a:p>
                  </a:txBody>
                  <a:tcPr marL="9525" marR="9525" marT="9525" marB="0" anchor="ctr"/>
                </a:tc>
                <a:extLst>
                  <a:ext uri="{0D108BD9-81ED-4DB2-BD59-A6C34878D82A}">
                    <a16:rowId xmlns:a16="http://schemas.microsoft.com/office/drawing/2014/main" val="10003"/>
                  </a:ext>
                </a:extLst>
              </a:tr>
              <a:tr h="171450">
                <a:tc>
                  <a:txBody>
                    <a:bodyPr/>
                    <a:lstStyle/>
                    <a:p>
                      <a:pPr algn="r" fontAlgn="ctr"/>
                      <a:r>
                        <a:rPr lang="zh-CN" altLang="en-US" sz="1800" b="0" i="0" u="none" strike="noStrike" dirty="0">
                          <a:solidFill>
                            <a:srgbClr val="000000"/>
                          </a:solidFill>
                          <a:effectLst/>
                          <a:latin typeface="Times New Roman" pitchFamily="18" charset="0"/>
                          <a:ea typeface="华文细黑" pitchFamily="2" charset="-122"/>
                          <a:cs typeface="Times New Roman" pitchFamily="18" charset="0"/>
                        </a:rPr>
                        <a:t>中位数</a:t>
                      </a:r>
                    </a:p>
                  </a:txBody>
                  <a:tcPr marL="9525" marR="9525" marT="9525" marB="0" anchor="ctr"/>
                </a:tc>
                <a:tc>
                  <a:txBody>
                    <a:bodyPr/>
                    <a:lstStyle/>
                    <a:p>
                      <a:pPr algn="r" fontAlgn="ctr"/>
                      <a:r>
                        <a:rPr lang="en-US" altLang="zh-CN" sz="1800" b="0" i="0" u="none" strike="noStrike" dirty="0">
                          <a:solidFill>
                            <a:srgbClr val="000000"/>
                          </a:solidFill>
                          <a:effectLst/>
                          <a:latin typeface="Times New Roman" pitchFamily="18" charset="0"/>
                          <a:ea typeface="华文细黑" pitchFamily="2" charset="-122"/>
                          <a:cs typeface="Times New Roman" pitchFamily="18" charset="0"/>
                        </a:rPr>
                        <a:t>107</a:t>
                      </a:r>
                    </a:p>
                  </a:txBody>
                  <a:tcPr marL="9525" marR="9525" marT="9525" marB="0" anchor="ctr"/>
                </a:tc>
                <a:extLst>
                  <a:ext uri="{0D108BD9-81ED-4DB2-BD59-A6C34878D82A}">
                    <a16:rowId xmlns:a16="http://schemas.microsoft.com/office/drawing/2014/main" val="10004"/>
                  </a:ext>
                </a:extLst>
              </a:tr>
              <a:tr h="171450">
                <a:tc>
                  <a:txBody>
                    <a:bodyPr/>
                    <a:lstStyle/>
                    <a:p>
                      <a:pPr algn="r" fontAlgn="ctr"/>
                      <a:r>
                        <a:rPr lang="zh-CN" altLang="en-US" sz="1800" b="0" i="0" u="none" strike="noStrike" dirty="0">
                          <a:solidFill>
                            <a:srgbClr val="000000"/>
                          </a:solidFill>
                          <a:effectLst/>
                          <a:latin typeface="Times New Roman" pitchFamily="18" charset="0"/>
                          <a:ea typeface="华文细黑" pitchFamily="2" charset="-122"/>
                          <a:cs typeface="Times New Roman" pitchFamily="18" charset="0"/>
                        </a:rPr>
                        <a:t>平均数</a:t>
                      </a:r>
                    </a:p>
                  </a:txBody>
                  <a:tcPr marL="9525" marR="9525" marT="9525" marB="0" anchor="ctr"/>
                </a:tc>
                <a:tc>
                  <a:txBody>
                    <a:bodyPr/>
                    <a:lstStyle/>
                    <a:p>
                      <a:pPr algn="r" fontAlgn="ctr"/>
                      <a:r>
                        <a:rPr lang="en-US" altLang="zh-CN" sz="1800" b="0" i="0" u="none" strike="noStrike" dirty="0">
                          <a:solidFill>
                            <a:srgbClr val="000000"/>
                          </a:solidFill>
                          <a:effectLst/>
                          <a:latin typeface="Times New Roman" pitchFamily="18" charset="0"/>
                          <a:ea typeface="华文细黑" pitchFamily="2" charset="-122"/>
                          <a:cs typeface="Times New Roman" pitchFamily="18" charset="0"/>
                        </a:rPr>
                        <a:t>108.17</a:t>
                      </a:r>
                    </a:p>
                  </a:txBody>
                  <a:tcPr marL="9525" marR="9525" marT="9525" marB="0" anchor="ctr"/>
                </a:tc>
                <a:extLst>
                  <a:ext uri="{0D108BD9-81ED-4DB2-BD59-A6C34878D82A}">
                    <a16:rowId xmlns:a16="http://schemas.microsoft.com/office/drawing/2014/main" val="10005"/>
                  </a:ext>
                </a:extLst>
              </a:tr>
            </a:tbl>
          </a:graphicData>
        </a:graphic>
      </p:graphicFrame>
      <p:grpSp>
        <p:nvGrpSpPr>
          <p:cNvPr id="42" name="组合 41"/>
          <p:cNvGrpSpPr/>
          <p:nvPr/>
        </p:nvGrpSpPr>
        <p:grpSpPr>
          <a:xfrm>
            <a:off x="8424441" y="1916832"/>
            <a:ext cx="638915" cy="3528392"/>
            <a:chOff x="8424440" y="1059582"/>
            <a:chExt cx="638915" cy="3528392"/>
          </a:xfrm>
        </p:grpSpPr>
        <p:grpSp>
          <p:nvGrpSpPr>
            <p:cNvPr id="23" name="组合 22"/>
            <p:cNvGrpSpPr/>
            <p:nvPr/>
          </p:nvGrpSpPr>
          <p:grpSpPr>
            <a:xfrm>
              <a:off x="8424440" y="1059582"/>
              <a:ext cx="108000" cy="3348000"/>
              <a:chOff x="7812360" y="1635646"/>
              <a:chExt cx="180000" cy="1981200"/>
            </a:xfrm>
          </p:grpSpPr>
          <p:cxnSp>
            <p:nvCxnSpPr>
              <p:cNvPr id="9" name="直接连接符 8"/>
              <p:cNvCxnSpPr/>
              <p:nvPr/>
            </p:nvCxnSpPr>
            <p:spPr>
              <a:xfrm>
                <a:off x="7812360" y="1635646"/>
                <a:ext cx="180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7812360" y="1788046"/>
                <a:ext cx="180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a:off x="7812360" y="1940446"/>
                <a:ext cx="180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7812360" y="2092846"/>
                <a:ext cx="180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7812360" y="2245246"/>
                <a:ext cx="180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a:off x="7812360" y="2397646"/>
                <a:ext cx="180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7812360" y="2550046"/>
                <a:ext cx="180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7812360" y="2702446"/>
                <a:ext cx="180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7812360" y="2854846"/>
                <a:ext cx="180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a:off x="7812360" y="3007246"/>
                <a:ext cx="180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a:off x="7812360" y="3159646"/>
                <a:ext cx="180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a:off x="7812360" y="3312046"/>
                <a:ext cx="180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a:off x="7812360" y="3464446"/>
                <a:ext cx="180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a:off x="7812360" y="3616846"/>
                <a:ext cx="180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4" name="直接连接符 23"/>
            <p:cNvCxnSpPr/>
            <p:nvPr/>
          </p:nvCxnSpPr>
          <p:spPr>
            <a:xfrm>
              <a:off x="8532440" y="1059582"/>
              <a:ext cx="0" cy="33480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5" name="矩形 24"/>
            <p:cNvSpPr/>
            <p:nvPr/>
          </p:nvSpPr>
          <p:spPr>
            <a:xfrm>
              <a:off x="8532440" y="4218642"/>
              <a:ext cx="415498" cy="369332"/>
            </a:xfrm>
            <a:prstGeom prst="rect">
              <a:avLst/>
            </a:prstGeom>
          </p:spPr>
          <p:txBody>
            <a:bodyPr wrap="none">
              <a:spAutoFit/>
            </a:bodyPr>
            <a:lstStyle/>
            <a:p>
              <a:pPr algn="r" fontAlgn="ctr"/>
              <a:r>
                <a:rPr lang="en-US" altLang="zh-CN" dirty="0">
                  <a:latin typeface="Times New Roman" pitchFamily="18" charset="0"/>
                  <a:ea typeface="华文细黑" pitchFamily="2" charset="-122"/>
                  <a:cs typeface="Times New Roman" pitchFamily="18" charset="0"/>
                </a:rPr>
                <a:t>80</a:t>
              </a:r>
              <a:endParaRPr lang="en-US" altLang="zh-CN" dirty="0">
                <a:solidFill>
                  <a:srgbClr val="000000"/>
                </a:solidFill>
                <a:latin typeface="Times New Roman" pitchFamily="18" charset="0"/>
                <a:ea typeface="华文细黑" pitchFamily="2" charset="-122"/>
                <a:cs typeface="Times New Roman" pitchFamily="18" charset="0"/>
              </a:endParaRPr>
            </a:p>
          </p:txBody>
        </p:sp>
        <p:sp>
          <p:nvSpPr>
            <p:cNvPr id="26" name="矩形 25"/>
            <p:cNvSpPr/>
            <p:nvPr/>
          </p:nvSpPr>
          <p:spPr>
            <a:xfrm>
              <a:off x="8532440" y="3704135"/>
              <a:ext cx="415498" cy="369332"/>
            </a:xfrm>
            <a:prstGeom prst="rect">
              <a:avLst/>
            </a:prstGeom>
          </p:spPr>
          <p:txBody>
            <a:bodyPr wrap="none">
              <a:spAutoFit/>
            </a:bodyPr>
            <a:lstStyle/>
            <a:p>
              <a:pPr algn="r" fontAlgn="ctr"/>
              <a:r>
                <a:rPr lang="en-US" altLang="zh-CN" dirty="0">
                  <a:latin typeface="Times New Roman" pitchFamily="18" charset="0"/>
                  <a:ea typeface="华文细黑" pitchFamily="2" charset="-122"/>
                  <a:cs typeface="Times New Roman" pitchFamily="18" charset="0"/>
                </a:rPr>
                <a:t>90</a:t>
              </a:r>
              <a:endParaRPr lang="en-US" altLang="zh-CN" dirty="0">
                <a:solidFill>
                  <a:srgbClr val="000000"/>
                </a:solidFill>
                <a:latin typeface="Times New Roman" pitchFamily="18" charset="0"/>
                <a:ea typeface="华文细黑" pitchFamily="2" charset="-122"/>
                <a:cs typeface="Times New Roman" pitchFamily="18" charset="0"/>
              </a:endParaRPr>
            </a:p>
          </p:txBody>
        </p:sp>
        <p:sp>
          <p:nvSpPr>
            <p:cNvPr id="27" name="矩形 26"/>
            <p:cNvSpPr/>
            <p:nvPr/>
          </p:nvSpPr>
          <p:spPr>
            <a:xfrm>
              <a:off x="8532440" y="3189626"/>
              <a:ext cx="530915" cy="369332"/>
            </a:xfrm>
            <a:prstGeom prst="rect">
              <a:avLst/>
            </a:prstGeom>
          </p:spPr>
          <p:txBody>
            <a:bodyPr wrap="none">
              <a:spAutoFit/>
            </a:bodyPr>
            <a:lstStyle/>
            <a:p>
              <a:pPr algn="r" fontAlgn="ctr"/>
              <a:r>
                <a:rPr lang="en-US" altLang="zh-CN" dirty="0">
                  <a:latin typeface="Times New Roman" pitchFamily="18" charset="0"/>
                  <a:ea typeface="华文细黑" pitchFamily="2" charset="-122"/>
                  <a:cs typeface="Times New Roman" pitchFamily="18" charset="0"/>
                </a:rPr>
                <a:t>100</a:t>
              </a:r>
              <a:endParaRPr lang="en-US" altLang="zh-CN" dirty="0">
                <a:solidFill>
                  <a:srgbClr val="000000"/>
                </a:solidFill>
                <a:latin typeface="Times New Roman" pitchFamily="18" charset="0"/>
                <a:ea typeface="华文细黑" pitchFamily="2" charset="-122"/>
                <a:cs typeface="Times New Roman" pitchFamily="18" charset="0"/>
              </a:endParaRPr>
            </a:p>
          </p:txBody>
        </p:sp>
        <p:sp>
          <p:nvSpPr>
            <p:cNvPr id="28" name="矩形 27"/>
            <p:cNvSpPr/>
            <p:nvPr/>
          </p:nvSpPr>
          <p:spPr>
            <a:xfrm>
              <a:off x="8532440" y="2675117"/>
              <a:ext cx="522322" cy="369332"/>
            </a:xfrm>
            <a:prstGeom prst="rect">
              <a:avLst/>
            </a:prstGeom>
          </p:spPr>
          <p:txBody>
            <a:bodyPr wrap="none">
              <a:spAutoFit/>
            </a:bodyPr>
            <a:lstStyle/>
            <a:p>
              <a:pPr algn="r" fontAlgn="ctr"/>
              <a:r>
                <a:rPr lang="en-US" altLang="zh-CN" dirty="0">
                  <a:latin typeface="Times New Roman" pitchFamily="18" charset="0"/>
                  <a:ea typeface="华文细黑" pitchFamily="2" charset="-122"/>
                  <a:cs typeface="Times New Roman" pitchFamily="18" charset="0"/>
                </a:rPr>
                <a:t>110</a:t>
              </a:r>
              <a:endParaRPr lang="en-US" altLang="zh-CN" dirty="0">
                <a:solidFill>
                  <a:srgbClr val="000000"/>
                </a:solidFill>
                <a:latin typeface="Times New Roman" pitchFamily="18" charset="0"/>
                <a:ea typeface="华文细黑" pitchFamily="2" charset="-122"/>
                <a:cs typeface="Times New Roman" pitchFamily="18" charset="0"/>
              </a:endParaRPr>
            </a:p>
          </p:txBody>
        </p:sp>
        <p:sp>
          <p:nvSpPr>
            <p:cNvPr id="29" name="矩形 28"/>
            <p:cNvSpPr/>
            <p:nvPr/>
          </p:nvSpPr>
          <p:spPr>
            <a:xfrm>
              <a:off x="8532440" y="2160608"/>
              <a:ext cx="530915" cy="369332"/>
            </a:xfrm>
            <a:prstGeom prst="rect">
              <a:avLst/>
            </a:prstGeom>
          </p:spPr>
          <p:txBody>
            <a:bodyPr wrap="none">
              <a:spAutoFit/>
            </a:bodyPr>
            <a:lstStyle/>
            <a:p>
              <a:pPr algn="r" fontAlgn="ctr"/>
              <a:r>
                <a:rPr lang="en-US" altLang="zh-CN" dirty="0">
                  <a:latin typeface="Times New Roman" pitchFamily="18" charset="0"/>
                  <a:ea typeface="华文细黑" pitchFamily="2" charset="-122"/>
                  <a:cs typeface="Times New Roman" pitchFamily="18" charset="0"/>
                </a:rPr>
                <a:t>120</a:t>
              </a:r>
              <a:endParaRPr lang="en-US" altLang="zh-CN" dirty="0">
                <a:solidFill>
                  <a:srgbClr val="000000"/>
                </a:solidFill>
                <a:latin typeface="Times New Roman" pitchFamily="18" charset="0"/>
                <a:ea typeface="华文细黑" pitchFamily="2" charset="-122"/>
                <a:cs typeface="Times New Roman" pitchFamily="18" charset="0"/>
              </a:endParaRPr>
            </a:p>
          </p:txBody>
        </p:sp>
        <p:sp>
          <p:nvSpPr>
            <p:cNvPr id="30" name="矩形 29"/>
            <p:cNvSpPr/>
            <p:nvPr/>
          </p:nvSpPr>
          <p:spPr>
            <a:xfrm>
              <a:off x="8532440" y="1646099"/>
              <a:ext cx="530915" cy="369332"/>
            </a:xfrm>
            <a:prstGeom prst="rect">
              <a:avLst/>
            </a:prstGeom>
          </p:spPr>
          <p:txBody>
            <a:bodyPr wrap="none">
              <a:spAutoFit/>
            </a:bodyPr>
            <a:lstStyle/>
            <a:p>
              <a:pPr algn="r" fontAlgn="ctr"/>
              <a:r>
                <a:rPr lang="en-US" altLang="zh-CN" dirty="0">
                  <a:latin typeface="Times New Roman" pitchFamily="18" charset="0"/>
                  <a:ea typeface="华文细黑" pitchFamily="2" charset="-122"/>
                  <a:cs typeface="Times New Roman" pitchFamily="18" charset="0"/>
                </a:rPr>
                <a:t>130</a:t>
              </a:r>
              <a:endParaRPr lang="en-US" altLang="zh-CN" dirty="0">
                <a:solidFill>
                  <a:srgbClr val="000000"/>
                </a:solidFill>
                <a:latin typeface="Times New Roman" pitchFamily="18" charset="0"/>
                <a:ea typeface="华文细黑" pitchFamily="2" charset="-122"/>
                <a:cs typeface="Times New Roman" pitchFamily="18" charset="0"/>
              </a:endParaRPr>
            </a:p>
          </p:txBody>
        </p:sp>
        <p:sp>
          <p:nvSpPr>
            <p:cNvPr id="31" name="矩形 30"/>
            <p:cNvSpPr/>
            <p:nvPr/>
          </p:nvSpPr>
          <p:spPr>
            <a:xfrm>
              <a:off x="8532440" y="1131590"/>
              <a:ext cx="530915" cy="369332"/>
            </a:xfrm>
            <a:prstGeom prst="rect">
              <a:avLst/>
            </a:prstGeom>
          </p:spPr>
          <p:txBody>
            <a:bodyPr wrap="none">
              <a:spAutoFit/>
            </a:bodyPr>
            <a:lstStyle/>
            <a:p>
              <a:pPr algn="r" fontAlgn="ctr"/>
              <a:r>
                <a:rPr lang="en-US" altLang="zh-CN" dirty="0">
                  <a:latin typeface="Times New Roman" pitchFamily="18" charset="0"/>
                  <a:ea typeface="华文细黑" pitchFamily="2" charset="-122"/>
                  <a:cs typeface="Times New Roman" pitchFamily="18" charset="0"/>
                </a:rPr>
                <a:t>140</a:t>
              </a:r>
              <a:endParaRPr lang="en-US" altLang="zh-CN" dirty="0">
                <a:solidFill>
                  <a:srgbClr val="000000"/>
                </a:solidFill>
                <a:latin typeface="Times New Roman" pitchFamily="18" charset="0"/>
                <a:ea typeface="华文细黑" pitchFamily="2" charset="-122"/>
                <a:cs typeface="Times New Roman" pitchFamily="18" charset="0"/>
              </a:endParaRPr>
            </a:p>
          </p:txBody>
        </p:sp>
      </p:grpSp>
      <p:cxnSp>
        <p:nvCxnSpPr>
          <p:cNvPr id="32" name="直接连接符 31"/>
          <p:cNvCxnSpPr/>
          <p:nvPr/>
        </p:nvCxnSpPr>
        <p:spPr>
          <a:xfrm>
            <a:off x="7452320" y="5301208"/>
            <a:ext cx="252000" cy="0"/>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nvCxnSpPr>
        <p:spPr>
          <a:xfrm>
            <a:off x="7452320" y="2420888"/>
            <a:ext cx="252000" cy="0"/>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p:nvCxnSpPr>
        <p:spPr>
          <a:xfrm>
            <a:off x="7308304" y="3284984"/>
            <a:ext cx="504000" cy="0"/>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a:xfrm>
            <a:off x="7308304" y="4221088"/>
            <a:ext cx="504000" cy="0"/>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nvCxnSpPr>
        <p:spPr>
          <a:xfrm>
            <a:off x="7308304" y="3789040"/>
            <a:ext cx="504000" cy="0"/>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7" name="直接连接符 36"/>
          <p:cNvCxnSpPr/>
          <p:nvPr/>
        </p:nvCxnSpPr>
        <p:spPr>
          <a:xfrm>
            <a:off x="7308304" y="3284984"/>
            <a:ext cx="0" cy="936000"/>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8" name="直接连接符 37"/>
          <p:cNvCxnSpPr/>
          <p:nvPr/>
        </p:nvCxnSpPr>
        <p:spPr>
          <a:xfrm>
            <a:off x="7812360" y="3284984"/>
            <a:ext cx="0" cy="936000"/>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9" name="直接连接符 38"/>
          <p:cNvCxnSpPr/>
          <p:nvPr/>
        </p:nvCxnSpPr>
        <p:spPr>
          <a:xfrm>
            <a:off x="7578320" y="2420888"/>
            <a:ext cx="0" cy="864000"/>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40" name="直接连接符 39"/>
          <p:cNvCxnSpPr/>
          <p:nvPr/>
        </p:nvCxnSpPr>
        <p:spPr>
          <a:xfrm>
            <a:off x="7578320" y="4221184"/>
            <a:ext cx="0" cy="1044000"/>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41" name="直接连接符 40"/>
          <p:cNvCxnSpPr/>
          <p:nvPr/>
        </p:nvCxnSpPr>
        <p:spPr>
          <a:xfrm>
            <a:off x="7308304" y="3717032"/>
            <a:ext cx="504000" cy="0"/>
          </a:xfrm>
          <a:prstGeom prst="line">
            <a:avLst/>
          </a:prstGeom>
          <a:ln w="28575">
            <a:solidFill>
              <a:srgbClr val="002060"/>
            </a:solidFill>
            <a:prstDash val="sysDash"/>
          </a:ln>
        </p:spPr>
        <p:style>
          <a:lnRef idx="1">
            <a:schemeClr val="accent1"/>
          </a:lnRef>
          <a:fillRef idx="0">
            <a:schemeClr val="accent1"/>
          </a:fillRef>
          <a:effectRef idx="0">
            <a:schemeClr val="accent1"/>
          </a:effectRef>
          <a:fontRef idx="minor">
            <a:schemeClr val="tx1"/>
          </a:fontRef>
        </p:style>
      </p:cxnSp>
      <p:sp>
        <p:nvSpPr>
          <p:cNvPr id="43" name="矩形 42"/>
          <p:cNvSpPr/>
          <p:nvPr/>
        </p:nvSpPr>
        <p:spPr>
          <a:xfrm>
            <a:off x="2766034" y="4139788"/>
            <a:ext cx="365806" cy="369332"/>
          </a:xfrm>
          <a:prstGeom prst="rect">
            <a:avLst/>
          </a:prstGeom>
        </p:spPr>
        <p:txBody>
          <a:bodyPr wrap="none">
            <a:spAutoFit/>
          </a:bodyPr>
          <a:lstStyle/>
          <a:p>
            <a:r>
              <a:rPr lang="zh-CN" altLang="en-US" dirty="0">
                <a:solidFill>
                  <a:srgbClr val="C00000"/>
                </a:solidFill>
                <a:effectLst>
                  <a:outerShdw blurRad="38100" dist="38100" dir="2700000" algn="tl">
                    <a:srgbClr val="000000">
                      <a:alpha val="43137"/>
                    </a:srgbClr>
                  </a:outerShdw>
                </a:effectLst>
                <a:latin typeface="Times New Roman" pitchFamily="18" charset="0"/>
                <a:ea typeface="华文细黑" pitchFamily="2" charset="-122"/>
                <a:cs typeface="Times New Roman" pitchFamily="18" charset="0"/>
                <a:sym typeface="Wingdings"/>
              </a:rPr>
              <a:t></a:t>
            </a:r>
            <a:endParaRPr lang="zh-CN" altLang="en-US" dirty="0">
              <a:solidFill>
                <a:srgbClr val="C00000"/>
              </a:solidFill>
              <a:effectLst>
                <a:outerShdw blurRad="38100" dist="38100" dir="2700000" algn="tl">
                  <a:srgbClr val="000000">
                    <a:alpha val="43137"/>
                  </a:srgbClr>
                </a:outerShdw>
              </a:effectLst>
            </a:endParaRPr>
          </a:p>
        </p:txBody>
      </p:sp>
      <p:sp>
        <p:nvSpPr>
          <p:cNvPr id="44" name="矩形 43"/>
          <p:cNvSpPr/>
          <p:nvPr/>
        </p:nvSpPr>
        <p:spPr>
          <a:xfrm>
            <a:off x="2766034" y="4413418"/>
            <a:ext cx="365806" cy="369332"/>
          </a:xfrm>
          <a:prstGeom prst="rect">
            <a:avLst/>
          </a:prstGeom>
        </p:spPr>
        <p:txBody>
          <a:bodyPr wrap="none">
            <a:spAutoFit/>
          </a:bodyPr>
          <a:lstStyle/>
          <a:p>
            <a:r>
              <a:rPr lang="zh-CN" altLang="en-US" dirty="0">
                <a:solidFill>
                  <a:srgbClr val="C00000"/>
                </a:solidFill>
                <a:effectLst>
                  <a:outerShdw blurRad="38100" dist="38100" dir="2700000" algn="tl">
                    <a:srgbClr val="000000">
                      <a:alpha val="43137"/>
                    </a:srgbClr>
                  </a:outerShdw>
                </a:effectLst>
                <a:latin typeface="Times New Roman" pitchFamily="18" charset="0"/>
                <a:ea typeface="华文细黑" pitchFamily="2" charset="-122"/>
                <a:cs typeface="Times New Roman" pitchFamily="18" charset="0"/>
                <a:sym typeface="Wingdings"/>
              </a:rPr>
              <a:t></a:t>
            </a:r>
            <a:endParaRPr lang="zh-CN" altLang="en-US" dirty="0">
              <a:solidFill>
                <a:srgbClr val="C00000"/>
              </a:solidFill>
              <a:effectLst>
                <a:outerShdw blurRad="38100" dist="38100" dir="2700000" algn="tl">
                  <a:srgbClr val="000000">
                    <a:alpha val="43137"/>
                  </a:srgbClr>
                </a:outerShdw>
              </a:effectLst>
            </a:endParaRPr>
          </a:p>
        </p:txBody>
      </p:sp>
      <p:sp>
        <p:nvSpPr>
          <p:cNvPr id="45" name="矩形 44"/>
          <p:cNvSpPr/>
          <p:nvPr/>
        </p:nvSpPr>
        <p:spPr>
          <a:xfrm>
            <a:off x="2766034" y="4687048"/>
            <a:ext cx="365806" cy="369332"/>
          </a:xfrm>
          <a:prstGeom prst="rect">
            <a:avLst/>
          </a:prstGeom>
        </p:spPr>
        <p:txBody>
          <a:bodyPr wrap="none">
            <a:spAutoFit/>
          </a:bodyPr>
          <a:lstStyle/>
          <a:p>
            <a:r>
              <a:rPr lang="zh-CN" altLang="en-US" dirty="0">
                <a:solidFill>
                  <a:srgbClr val="C00000"/>
                </a:solidFill>
                <a:effectLst>
                  <a:outerShdw blurRad="38100" dist="38100" dir="2700000" algn="tl">
                    <a:srgbClr val="000000">
                      <a:alpha val="43137"/>
                    </a:srgbClr>
                  </a:outerShdw>
                </a:effectLst>
                <a:latin typeface="Times New Roman" pitchFamily="18" charset="0"/>
                <a:ea typeface="华文细黑" pitchFamily="2" charset="-122"/>
                <a:cs typeface="Times New Roman" pitchFamily="18" charset="0"/>
                <a:sym typeface="Wingdings"/>
              </a:rPr>
              <a:t></a:t>
            </a:r>
            <a:endParaRPr lang="zh-CN" altLang="en-US" dirty="0">
              <a:solidFill>
                <a:srgbClr val="C00000"/>
              </a:solidFill>
              <a:effectLst>
                <a:outerShdw blurRad="38100" dist="38100" dir="2700000" algn="tl">
                  <a:srgbClr val="000000">
                    <a:alpha val="43137"/>
                  </a:srgbClr>
                </a:outerShdw>
              </a:effectLst>
            </a:endParaRPr>
          </a:p>
        </p:txBody>
      </p:sp>
      <p:sp>
        <p:nvSpPr>
          <p:cNvPr id="46" name="矩形 45"/>
          <p:cNvSpPr/>
          <p:nvPr/>
        </p:nvSpPr>
        <p:spPr>
          <a:xfrm>
            <a:off x="2766034" y="4960678"/>
            <a:ext cx="365806" cy="369332"/>
          </a:xfrm>
          <a:prstGeom prst="rect">
            <a:avLst/>
          </a:prstGeom>
        </p:spPr>
        <p:txBody>
          <a:bodyPr wrap="none">
            <a:spAutoFit/>
          </a:bodyPr>
          <a:lstStyle/>
          <a:p>
            <a:r>
              <a:rPr lang="zh-CN" altLang="en-US" dirty="0">
                <a:solidFill>
                  <a:srgbClr val="C00000"/>
                </a:solidFill>
                <a:effectLst>
                  <a:outerShdw blurRad="38100" dist="38100" dir="2700000" algn="tl">
                    <a:srgbClr val="000000">
                      <a:alpha val="43137"/>
                    </a:srgbClr>
                  </a:outerShdw>
                </a:effectLst>
                <a:latin typeface="Times New Roman" pitchFamily="18" charset="0"/>
                <a:ea typeface="华文细黑" pitchFamily="2" charset="-122"/>
                <a:cs typeface="Times New Roman" pitchFamily="18" charset="0"/>
                <a:sym typeface="Wingdings"/>
              </a:rPr>
              <a:t></a:t>
            </a:r>
            <a:endParaRPr lang="zh-CN" altLang="en-US" dirty="0">
              <a:solidFill>
                <a:srgbClr val="C00000"/>
              </a:solidFill>
              <a:effectLst>
                <a:outerShdw blurRad="38100" dist="38100" dir="2700000" algn="tl">
                  <a:srgbClr val="000000">
                    <a:alpha val="43137"/>
                  </a:srgbClr>
                </a:outerShdw>
              </a:effectLst>
            </a:endParaRPr>
          </a:p>
        </p:txBody>
      </p:sp>
      <p:sp>
        <p:nvSpPr>
          <p:cNvPr id="47" name="矩形 46"/>
          <p:cNvSpPr/>
          <p:nvPr/>
        </p:nvSpPr>
        <p:spPr>
          <a:xfrm>
            <a:off x="2766034" y="5234308"/>
            <a:ext cx="365806" cy="369332"/>
          </a:xfrm>
          <a:prstGeom prst="rect">
            <a:avLst/>
          </a:prstGeom>
        </p:spPr>
        <p:txBody>
          <a:bodyPr wrap="none">
            <a:spAutoFit/>
          </a:bodyPr>
          <a:lstStyle/>
          <a:p>
            <a:r>
              <a:rPr lang="zh-CN" altLang="en-US" dirty="0">
                <a:solidFill>
                  <a:srgbClr val="C00000"/>
                </a:solidFill>
                <a:effectLst>
                  <a:outerShdw blurRad="38100" dist="38100" dir="2700000" algn="tl">
                    <a:srgbClr val="000000">
                      <a:alpha val="43137"/>
                    </a:srgbClr>
                  </a:outerShdw>
                </a:effectLst>
                <a:latin typeface="Times New Roman" pitchFamily="18" charset="0"/>
                <a:ea typeface="华文细黑" pitchFamily="2" charset="-122"/>
                <a:cs typeface="Times New Roman" pitchFamily="18" charset="0"/>
                <a:sym typeface="Wingdings"/>
              </a:rPr>
              <a:t></a:t>
            </a:r>
            <a:endParaRPr lang="zh-CN" altLang="en-US" dirty="0">
              <a:solidFill>
                <a:srgbClr val="C00000"/>
              </a:solidFill>
              <a:effectLst>
                <a:outerShdw blurRad="38100" dist="38100" dir="2700000" algn="tl">
                  <a:srgbClr val="000000">
                    <a:alpha val="43137"/>
                  </a:srgbClr>
                </a:outerShdw>
              </a:effectLst>
            </a:endParaRPr>
          </a:p>
        </p:txBody>
      </p:sp>
      <p:sp>
        <p:nvSpPr>
          <p:cNvPr id="48" name="矩形 47"/>
          <p:cNvSpPr/>
          <p:nvPr/>
        </p:nvSpPr>
        <p:spPr>
          <a:xfrm>
            <a:off x="2766034" y="5507940"/>
            <a:ext cx="365806" cy="369332"/>
          </a:xfrm>
          <a:prstGeom prst="rect">
            <a:avLst/>
          </a:prstGeom>
        </p:spPr>
        <p:txBody>
          <a:bodyPr wrap="none">
            <a:spAutoFit/>
          </a:bodyPr>
          <a:lstStyle/>
          <a:p>
            <a:r>
              <a:rPr lang="zh-CN" altLang="en-US" dirty="0">
                <a:solidFill>
                  <a:srgbClr val="C00000"/>
                </a:solidFill>
                <a:effectLst>
                  <a:outerShdw blurRad="38100" dist="38100" dir="2700000" algn="tl">
                    <a:srgbClr val="000000">
                      <a:alpha val="43137"/>
                    </a:srgbClr>
                  </a:outerShdw>
                </a:effectLst>
                <a:latin typeface="Times New Roman" pitchFamily="18" charset="0"/>
                <a:ea typeface="华文细黑" pitchFamily="2" charset="-122"/>
                <a:cs typeface="Times New Roman" pitchFamily="18" charset="0"/>
                <a:sym typeface="Wingdings"/>
              </a:rPr>
              <a:t></a:t>
            </a:r>
            <a:endParaRPr lang="zh-CN" altLang="en-US" dirty="0">
              <a:solidFill>
                <a:srgbClr val="C00000"/>
              </a:solidFill>
              <a:effectLst>
                <a:outerShdw blurRad="38100" dist="38100" dir="2700000" algn="tl">
                  <a:srgbClr val="000000">
                    <a:alpha val="43137"/>
                  </a:srgbClr>
                </a:outerShdw>
              </a:effectLst>
            </a:endParaRPr>
          </a:p>
        </p:txBody>
      </p:sp>
      <p:sp>
        <p:nvSpPr>
          <p:cNvPr id="4" name="灯片编号占位符 3"/>
          <p:cNvSpPr>
            <a:spLocks noGrp="1"/>
          </p:cNvSpPr>
          <p:nvPr>
            <p:ph type="sldNum" sz="quarter" idx="12"/>
          </p:nvPr>
        </p:nvSpPr>
        <p:spPr/>
        <p:txBody>
          <a:bodyPr/>
          <a:lstStyle/>
          <a:p>
            <a:fld id="{0C913308-F349-4B6D-A68A-DD1791B4A57B}" type="slidenum">
              <a:rPr lang="zh-CN" altLang="en-US" smtClean="0"/>
              <a:t>6</a:t>
            </a:fld>
            <a:endParaRPr lang="zh-CN" altLang="en-US"/>
          </a:p>
        </p:txBody>
      </p:sp>
    </p:spTree>
    <p:extLst>
      <p:ext uri="{BB962C8B-B14F-4D97-AF65-F5344CB8AC3E}">
        <p14:creationId xmlns:p14="http://schemas.microsoft.com/office/powerpoint/2010/main" val="55906412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1" fill="hold" nodeType="click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wipe(up)">
                                      <p:cBhvr>
                                        <p:cTn id="16" dur="500"/>
                                        <p:tgtEl>
                                          <p:spTgt spid="6"/>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4" fill="hold" nodeType="clickEffect">
                                  <p:stCondLst>
                                    <p:cond delay="0"/>
                                  </p:stCondLst>
                                  <p:childTnLst>
                                    <p:set>
                                      <p:cBhvr>
                                        <p:cTn id="20" dur="1" fill="hold">
                                          <p:stCondLst>
                                            <p:cond delay="0"/>
                                          </p:stCondLst>
                                        </p:cTn>
                                        <p:tgtEl>
                                          <p:spTgt spid="42"/>
                                        </p:tgtEl>
                                        <p:attrNameLst>
                                          <p:attrName>style.visibility</p:attrName>
                                        </p:attrNameLst>
                                      </p:cBhvr>
                                      <p:to>
                                        <p:strVal val="visible"/>
                                      </p:to>
                                    </p:set>
                                    <p:animEffect transition="in" filter="wipe(down)">
                                      <p:cBhvr>
                                        <p:cTn id="21" dur="500"/>
                                        <p:tgtEl>
                                          <p:spTgt spid="42"/>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43"/>
                                        </p:tgtEl>
                                        <p:attrNameLst>
                                          <p:attrName>style.visibility</p:attrName>
                                        </p:attrNameLst>
                                      </p:cBhvr>
                                      <p:to>
                                        <p:strVal val="visible"/>
                                      </p:to>
                                    </p:set>
                                    <p:animEffect transition="in" filter="fade">
                                      <p:cBhvr>
                                        <p:cTn id="26" dur="750"/>
                                        <p:tgtEl>
                                          <p:spTgt spid="43"/>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xit" presetSubtype="0" fill="hold" grpId="1" nodeType="clickEffect">
                                  <p:stCondLst>
                                    <p:cond delay="0"/>
                                  </p:stCondLst>
                                  <p:childTnLst>
                                    <p:animEffect transition="out" filter="fade">
                                      <p:cBhvr>
                                        <p:cTn id="30" dur="500"/>
                                        <p:tgtEl>
                                          <p:spTgt spid="43"/>
                                        </p:tgtEl>
                                      </p:cBhvr>
                                    </p:animEffect>
                                    <p:set>
                                      <p:cBhvr>
                                        <p:cTn id="31" dur="1" fill="hold">
                                          <p:stCondLst>
                                            <p:cond delay="499"/>
                                          </p:stCondLst>
                                        </p:cTn>
                                        <p:tgtEl>
                                          <p:spTgt spid="43"/>
                                        </p:tgtEl>
                                        <p:attrNameLst>
                                          <p:attrName>style.visibility</p:attrName>
                                        </p:attrNameLst>
                                      </p:cBhvr>
                                      <p:to>
                                        <p:strVal val="hidden"/>
                                      </p:to>
                                    </p:set>
                                  </p:childTnLst>
                                </p:cTn>
                              </p:par>
                              <p:par>
                                <p:cTn id="32" presetID="16" presetClass="entr" presetSubtype="37" fill="hold" nodeType="withEffect">
                                  <p:stCondLst>
                                    <p:cond delay="0"/>
                                  </p:stCondLst>
                                  <p:childTnLst>
                                    <p:set>
                                      <p:cBhvr>
                                        <p:cTn id="33" dur="1" fill="hold">
                                          <p:stCondLst>
                                            <p:cond delay="0"/>
                                          </p:stCondLst>
                                        </p:cTn>
                                        <p:tgtEl>
                                          <p:spTgt spid="33"/>
                                        </p:tgtEl>
                                        <p:attrNameLst>
                                          <p:attrName>style.visibility</p:attrName>
                                        </p:attrNameLst>
                                      </p:cBhvr>
                                      <p:to>
                                        <p:strVal val="visible"/>
                                      </p:to>
                                    </p:set>
                                    <p:animEffect transition="in" filter="barn(outVertical)">
                                      <p:cBhvr>
                                        <p:cTn id="34" dur="750"/>
                                        <p:tgtEl>
                                          <p:spTgt spid="33"/>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44"/>
                                        </p:tgtEl>
                                        <p:attrNameLst>
                                          <p:attrName>style.visibility</p:attrName>
                                        </p:attrNameLst>
                                      </p:cBhvr>
                                      <p:to>
                                        <p:strVal val="visible"/>
                                      </p:to>
                                    </p:set>
                                    <p:animEffect transition="in" filter="fade">
                                      <p:cBhvr>
                                        <p:cTn id="39" dur="750"/>
                                        <p:tgtEl>
                                          <p:spTgt spid="44"/>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xit" presetSubtype="0" fill="hold" grpId="1" nodeType="clickEffect">
                                  <p:stCondLst>
                                    <p:cond delay="0"/>
                                  </p:stCondLst>
                                  <p:childTnLst>
                                    <p:animEffect transition="out" filter="fade">
                                      <p:cBhvr>
                                        <p:cTn id="43" dur="500"/>
                                        <p:tgtEl>
                                          <p:spTgt spid="44"/>
                                        </p:tgtEl>
                                      </p:cBhvr>
                                    </p:animEffect>
                                    <p:set>
                                      <p:cBhvr>
                                        <p:cTn id="44" dur="1" fill="hold">
                                          <p:stCondLst>
                                            <p:cond delay="499"/>
                                          </p:stCondLst>
                                        </p:cTn>
                                        <p:tgtEl>
                                          <p:spTgt spid="44"/>
                                        </p:tgtEl>
                                        <p:attrNameLst>
                                          <p:attrName>style.visibility</p:attrName>
                                        </p:attrNameLst>
                                      </p:cBhvr>
                                      <p:to>
                                        <p:strVal val="hidden"/>
                                      </p:to>
                                    </p:set>
                                  </p:childTnLst>
                                </p:cTn>
                              </p:par>
                              <p:par>
                                <p:cTn id="45" presetID="16" presetClass="entr" presetSubtype="37" fill="hold" nodeType="withEffect">
                                  <p:stCondLst>
                                    <p:cond delay="0"/>
                                  </p:stCondLst>
                                  <p:childTnLst>
                                    <p:set>
                                      <p:cBhvr>
                                        <p:cTn id="46" dur="1" fill="hold">
                                          <p:stCondLst>
                                            <p:cond delay="0"/>
                                          </p:stCondLst>
                                        </p:cTn>
                                        <p:tgtEl>
                                          <p:spTgt spid="32"/>
                                        </p:tgtEl>
                                        <p:attrNameLst>
                                          <p:attrName>style.visibility</p:attrName>
                                        </p:attrNameLst>
                                      </p:cBhvr>
                                      <p:to>
                                        <p:strVal val="visible"/>
                                      </p:to>
                                    </p:set>
                                    <p:animEffect transition="in" filter="barn(outVertical)">
                                      <p:cBhvr>
                                        <p:cTn id="47" dur="750"/>
                                        <p:tgtEl>
                                          <p:spTgt spid="32"/>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45"/>
                                        </p:tgtEl>
                                        <p:attrNameLst>
                                          <p:attrName>style.visibility</p:attrName>
                                        </p:attrNameLst>
                                      </p:cBhvr>
                                      <p:to>
                                        <p:strVal val="visible"/>
                                      </p:to>
                                    </p:set>
                                    <p:animEffect transition="in" filter="fade">
                                      <p:cBhvr>
                                        <p:cTn id="52" dur="750"/>
                                        <p:tgtEl>
                                          <p:spTgt spid="45"/>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xit" presetSubtype="0" fill="hold" grpId="1" nodeType="clickEffect">
                                  <p:stCondLst>
                                    <p:cond delay="0"/>
                                  </p:stCondLst>
                                  <p:childTnLst>
                                    <p:animEffect transition="out" filter="fade">
                                      <p:cBhvr>
                                        <p:cTn id="56" dur="500"/>
                                        <p:tgtEl>
                                          <p:spTgt spid="45"/>
                                        </p:tgtEl>
                                      </p:cBhvr>
                                    </p:animEffect>
                                    <p:set>
                                      <p:cBhvr>
                                        <p:cTn id="57" dur="1" fill="hold">
                                          <p:stCondLst>
                                            <p:cond delay="499"/>
                                          </p:stCondLst>
                                        </p:cTn>
                                        <p:tgtEl>
                                          <p:spTgt spid="45"/>
                                        </p:tgtEl>
                                        <p:attrNameLst>
                                          <p:attrName>style.visibility</p:attrName>
                                        </p:attrNameLst>
                                      </p:cBhvr>
                                      <p:to>
                                        <p:strVal val="hidden"/>
                                      </p:to>
                                    </p:set>
                                  </p:childTnLst>
                                </p:cTn>
                              </p:par>
                              <p:par>
                                <p:cTn id="58" presetID="16" presetClass="entr" presetSubtype="37" fill="hold" nodeType="withEffect">
                                  <p:stCondLst>
                                    <p:cond delay="0"/>
                                  </p:stCondLst>
                                  <p:childTnLst>
                                    <p:set>
                                      <p:cBhvr>
                                        <p:cTn id="59" dur="1" fill="hold">
                                          <p:stCondLst>
                                            <p:cond delay="0"/>
                                          </p:stCondLst>
                                        </p:cTn>
                                        <p:tgtEl>
                                          <p:spTgt spid="34"/>
                                        </p:tgtEl>
                                        <p:attrNameLst>
                                          <p:attrName>style.visibility</p:attrName>
                                        </p:attrNameLst>
                                      </p:cBhvr>
                                      <p:to>
                                        <p:strVal val="visible"/>
                                      </p:to>
                                    </p:set>
                                    <p:animEffect transition="in" filter="barn(outVertical)">
                                      <p:cBhvr>
                                        <p:cTn id="60" dur="750"/>
                                        <p:tgtEl>
                                          <p:spTgt spid="34"/>
                                        </p:tgtEl>
                                      </p:cBhvr>
                                    </p:animEffect>
                                  </p:childTnLst>
                                </p:cTn>
                              </p:par>
                            </p:childTnLst>
                          </p:cTn>
                        </p:par>
                      </p:childTnLst>
                    </p:cTn>
                  </p:par>
                  <p:par>
                    <p:cTn id="61" fill="hold">
                      <p:stCondLst>
                        <p:cond delay="indefinite"/>
                      </p:stCondLst>
                      <p:childTnLst>
                        <p:par>
                          <p:cTn id="62" fill="hold">
                            <p:stCondLst>
                              <p:cond delay="0"/>
                            </p:stCondLst>
                            <p:childTnLst>
                              <p:par>
                                <p:cTn id="63" presetID="10" presetClass="entr" presetSubtype="0" fill="hold" grpId="0" nodeType="clickEffect">
                                  <p:stCondLst>
                                    <p:cond delay="0"/>
                                  </p:stCondLst>
                                  <p:childTnLst>
                                    <p:set>
                                      <p:cBhvr>
                                        <p:cTn id="64" dur="1" fill="hold">
                                          <p:stCondLst>
                                            <p:cond delay="0"/>
                                          </p:stCondLst>
                                        </p:cTn>
                                        <p:tgtEl>
                                          <p:spTgt spid="46"/>
                                        </p:tgtEl>
                                        <p:attrNameLst>
                                          <p:attrName>style.visibility</p:attrName>
                                        </p:attrNameLst>
                                      </p:cBhvr>
                                      <p:to>
                                        <p:strVal val="visible"/>
                                      </p:to>
                                    </p:set>
                                    <p:animEffect transition="in" filter="fade">
                                      <p:cBhvr>
                                        <p:cTn id="65" dur="750"/>
                                        <p:tgtEl>
                                          <p:spTgt spid="46"/>
                                        </p:tgtEl>
                                      </p:cBhvr>
                                    </p:animEffect>
                                  </p:childTnLst>
                                </p:cTn>
                              </p:par>
                            </p:childTnLst>
                          </p:cTn>
                        </p:par>
                      </p:childTnLst>
                    </p:cTn>
                  </p:par>
                  <p:par>
                    <p:cTn id="66" fill="hold">
                      <p:stCondLst>
                        <p:cond delay="indefinite"/>
                      </p:stCondLst>
                      <p:childTnLst>
                        <p:par>
                          <p:cTn id="67" fill="hold">
                            <p:stCondLst>
                              <p:cond delay="0"/>
                            </p:stCondLst>
                            <p:childTnLst>
                              <p:par>
                                <p:cTn id="68" presetID="10" presetClass="exit" presetSubtype="0" fill="hold" grpId="1" nodeType="clickEffect">
                                  <p:stCondLst>
                                    <p:cond delay="0"/>
                                  </p:stCondLst>
                                  <p:childTnLst>
                                    <p:animEffect transition="out" filter="fade">
                                      <p:cBhvr>
                                        <p:cTn id="69" dur="500"/>
                                        <p:tgtEl>
                                          <p:spTgt spid="46"/>
                                        </p:tgtEl>
                                      </p:cBhvr>
                                    </p:animEffect>
                                    <p:set>
                                      <p:cBhvr>
                                        <p:cTn id="70" dur="1" fill="hold">
                                          <p:stCondLst>
                                            <p:cond delay="499"/>
                                          </p:stCondLst>
                                        </p:cTn>
                                        <p:tgtEl>
                                          <p:spTgt spid="46"/>
                                        </p:tgtEl>
                                        <p:attrNameLst>
                                          <p:attrName>style.visibility</p:attrName>
                                        </p:attrNameLst>
                                      </p:cBhvr>
                                      <p:to>
                                        <p:strVal val="hidden"/>
                                      </p:to>
                                    </p:set>
                                  </p:childTnLst>
                                </p:cTn>
                              </p:par>
                              <p:par>
                                <p:cTn id="71" presetID="16" presetClass="entr" presetSubtype="37" fill="hold" nodeType="withEffect">
                                  <p:stCondLst>
                                    <p:cond delay="0"/>
                                  </p:stCondLst>
                                  <p:childTnLst>
                                    <p:set>
                                      <p:cBhvr>
                                        <p:cTn id="72" dur="1" fill="hold">
                                          <p:stCondLst>
                                            <p:cond delay="0"/>
                                          </p:stCondLst>
                                        </p:cTn>
                                        <p:tgtEl>
                                          <p:spTgt spid="35"/>
                                        </p:tgtEl>
                                        <p:attrNameLst>
                                          <p:attrName>style.visibility</p:attrName>
                                        </p:attrNameLst>
                                      </p:cBhvr>
                                      <p:to>
                                        <p:strVal val="visible"/>
                                      </p:to>
                                    </p:set>
                                    <p:animEffect transition="in" filter="barn(outVertical)">
                                      <p:cBhvr>
                                        <p:cTn id="73" dur="750"/>
                                        <p:tgtEl>
                                          <p:spTgt spid="35"/>
                                        </p:tgtEl>
                                      </p:cBhvr>
                                    </p:animEffect>
                                  </p:childTnLst>
                                </p:cTn>
                              </p:par>
                            </p:childTnLst>
                          </p:cTn>
                        </p:par>
                      </p:childTnLst>
                    </p:cTn>
                  </p:par>
                  <p:par>
                    <p:cTn id="74" fill="hold">
                      <p:stCondLst>
                        <p:cond delay="indefinite"/>
                      </p:stCondLst>
                      <p:childTnLst>
                        <p:par>
                          <p:cTn id="75" fill="hold">
                            <p:stCondLst>
                              <p:cond delay="0"/>
                            </p:stCondLst>
                            <p:childTnLst>
                              <p:par>
                                <p:cTn id="76" presetID="10" presetClass="entr" presetSubtype="0" fill="hold" grpId="0" nodeType="clickEffect">
                                  <p:stCondLst>
                                    <p:cond delay="0"/>
                                  </p:stCondLst>
                                  <p:childTnLst>
                                    <p:set>
                                      <p:cBhvr>
                                        <p:cTn id="77" dur="1" fill="hold">
                                          <p:stCondLst>
                                            <p:cond delay="0"/>
                                          </p:stCondLst>
                                        </p:cTn>
                                        <p:tgtEl>
                                          <p:spTgt spid="47"/>
                                        </p:tgtEl>
                                        <p:attrNameLst>
                                          <p:attrName>style.visibility</p:attrName>
                                        </p:attrNameLst>
                                      </p:cBhvr>
                                      <p:to>
                                        <p:strVal val="visible"/>
                                      </p:to>
                                    </p:set>
                                    <p:animEffect transition="in" filter="fade">
                                      <p:cBhvr>
                                        <p:cTn id="78" dur="750"/>
                                        <p:tgtEl>
                                          <p:spTgt spid="47"/>
                                        </p:tgtEl>
                                      </p:cBhvr>
                                    </p:animEffect>
                                  </p:childTnLst>
                                </p:cTn>
                              </p:par>
                            </p:childTnLst>
                          </p:cTn>
                        </p:par>
                      </p:childTnLst>
                    </p:cTn>
                  </p:par>
                  <p:par>
                    <p:cTn id="79" fill="hold">
                      <p:stCondLst>
                        <p:cond delay="indefinite"/>
                      </p:stCondLst>
                      <p:childTnLst>
                        <p:par>
                          <p:cTn id="80" fill="hold">
                            <p:stCondLst>
                              <p:cond delay="0"/>
                            </p:stCondLst>
                            <p:childTnLst>
                              <p:par>
                                <p:cTn id="81" presetID="10" presetClass="exit" presetSubtype="0" fill="hold" grpId="1" nodeType="clickEffect">
                                  <p:stCondLst>
                                    <p:cond delay="0"/>
                                  </p:stCondLst>
                                  <p:childTnLst>
                                    <p:animEffect transition="out" filter="fade">
                                      <p:cBhvr>
                                        <p:cTn id="82" dur="500"/>
                                        <p:tgtEl>
                                          <p:spTgt spid="47"/>
                                        </p:tgtEl>
                                      </p:cBhvr>
                                    </p:animEffect>
                                    <p:set>
                                      <p:cBhvr>
                                        <p:cTn id="83" dur="1" fill="hold">
                                          <p:stCondLst>
                                            <p:cond delay="499"/>
                                          </p:stCondLst>
                                        </p:cTn>
                                        <p:tgtEl>
                                          <p:spTgt spid="47"/>
                                        </p:tgtEl>
                                        <p:attrNameLst>
                                          <p:attrName>style.visibility</p:attrName>
                                        </p:attrNameLst>
                                      </p:cBhvr>
                                      <p:to>
                                        <p:strVal val="hidden"/>
                                      </p:to>
                                    </p:set>
                                  </p:childTnLst>
                                </p:cTn>
                              </p:par>
                              <p:par>
                                <p:cTn id="84" presetID="16" presetClass="entr" presetSubtype="37" fill="hold" nodeType="withEffect">
                                  <p:stCondLst>
                                    <p:cond delay="0"/>
                                  </p:stCondLst>
                                  <p:childTnLst>
                                    <p:set>
                                      <p:cBhvr>
                                        <p:cTn id="85" dur="1" fill="hold">
                                          <p:stCondLst>
                                            <p:cond delay="0"/>
                                          </p:stCondLst>
                                        </p:cTn>
                                        <p:tgtEl>
                                          <p:spTgt spid="36"/>
                                        </p:tgtEl>
                                        <p:attrNameLst>
                                          <p:attrName>style.visibility</p:attrName>
                                        </p:attrNameLst>
                                      </p:cBhvr>
                                      <p:to>
                                        <p:strVal val="visible"/>
                                      </p:to>
                                    </p:set>
                                    <p:animEffect transition="in" filter="barn(outVertical)">
                                      <p:cBhvr>
                                        <p:cTn id="86" dur="750"/>
                                        <p:tgtEl>
                                          <p:spTgt spid="36"/>
                                        </p:tgtEl>
                                      </p:cBhvr>
                                    </p:animEffect>
                                  </p:childTnLst>
                                </p:cTn>
                              </p:par>
                            </p:childTnLst>
                          </p:cTn>
                        </p:par>
                      </p:childTnLst>
                    </p:cTn>
                  </p:par>
                  <p:par>
                    <p:cTn id="87" fill="hold">
                      <p:stCondLst>
                        <p:cond delay="indefinite"/>
                      </p:stCondLst>
                      <p:childTnLst>
                        <p:par>
                          <p:cTn id="88" fill="hold">
                            <p:stCondLst>
                              <p:cond delay="0"/>
                            </p:stCondLst>
                            <p:childTnLst>
                              <p:par>
                                <p:cTn id="89" presetID="16" presetClass="entr" presetSubtype="26" fill="hold" nodeType="clickEffect">
                                  <p:stCondLst>
                                    <p:cond delay="0"/>
                                  </p:stCondLst>
                                  <p:childTnLst>
                                    <p:set>
                                      <p:cBhvr>
                                        <p:cTn id="90" dur="1" fill="hold">
                                          <p:stCondLst>
                                            <p:cond delay="0"/>
                                          </p:stCondLst>
                                        </p:cTn>
                                        <p:tgtEl>
                                          <p:spTgt spid="37"/>
                                        </p:tgtEl>
                                        <p:attrNameLst>
                                          <p:attrName>style.visibility</p:attrName>
                                        </p:attrNameLst>
                                      </p:cBhvr>
                                      <p:to>
                                        <p:strVal val="visible"/>
                                      </p:to>
                                    </p:set>
                                    <p:animEffect transition="in" filter="barn(inHorizontal)">
                                      <p:cBhvr>
                                        <p:cTn id="91" dur="750"/>
                                        <p:tgtEl>
                                          <p:spTgt spid="37"/>
                                        </p:tgtEl>
                                      </p:cBhvr>
                                    </p:animEffect>
                                  </p:childTnLst>
                                </p:cTn>
                              </p:par>
                              <p:par>
                                <p:cTn id="92" presetID="16" presetClass="entr" presetSubtype="26" fill="hold" nodeType="withEffect">
                                  <p:stCondLst>
                                    <p:cond delay="0"/>
                                  </p:stCondLst>
                                  <p:childTnLst>
                                    <p:set>
                                      <p:cBhvr>
                                        <p:cTn id="93" dur="1" fill="hold">
                                          <p:stCondLst>
                                            <p:cond delay="0"/>
                                          </p:stCondLst>
                                        </p:cTn>
                                        <p:tgtEl>
                                          <p:spTgt spid="38"/>
                                        </p:tgtEl>
                                        <p:attrNameLst>
                                          <p:attrName>style.visibility</p:attrName>
                                        </p:attrNameLst>
                                      </p:cBhvr>
                                      <p:to>
                                        <p:strVal val="visible"/>
                                      </p:to>
                                    </p:set>
                                    <p:animEffect transition="in" filter="barn(inHorizontal)">
                                      <p:cBhvr>
                                        <p:cTn id="94" dur="750"/>
                                        <p:tgtEl>
                                          <p:spTgt spid="38"/>
                                        </p:tgtEl>
                                      </p:cBhvr>
                                    </p:animEffect>
                                  </p:childTnLst>
                                </p:cTn>
                              </p:par>
                            </p:childTnLst>
                          </p:cTn>
                        </p:par>
                        <p:par>
                          <p:cTn id="95" fill="hold">
                            <p:stCondLst>
                              <p:cond delay="750"/>
                            </p:stCondLst>
                            <p:childTnLst>
                              <p:par>
                                <p:cTn id="96" presetID="16" presetClass="entr" presetSubtype="42" fill="hold" nodeType="afterEffect">
                                  <p:stCondLst>
                                    <p:cond delay="0"/>
                                  </p:stCondLst>
                                  <p:childTnLst>
                                    <p:set>
                                      <p:cBhvr>
                                        <p:cTn id="97" dur="1" fill="hold">
                                          <p:stCondLst>
                                            <p:cond delay="0"/>
                                          </p:stCondLst>
                                        </p:cTn>
                                        <p:tgtEl>
                                          <p:spTgt spid="39"/>
                                        </p:tgtEl>
                                        <p:attrNameLst>
                                          <p:attrName>style.visibility</p:attrName>
                                        </p:attrNameLst>
                                      </p:cBhvr>
                                      <p:to>
                                        <p:strVal val="visible"/>
                                      </p:to>
                                    </p:set>
                                    <p:animEffect transition="in" filter="barn(outHorizontal)">
                                      <p:cBhvr>
                                        <p:cTn id="98" dur="750"/>
                                        <p:tgtEl>
                                          <p:spTgt spid="39"/>
                                        </p:tgtEl>
                                      </p:cBhvr>
                                    </p:animEffect>
                                  </p:childTnLst>
                                </p:cTn>
                              </p:par>
                              <p:par>
                                <p:cTn id="99" presetID="16" presetClass="entr" presetSubtype="42" fill="hold" nodeType="withEffect">
                                  <p:stCondLst>
                                    <p:cond delay="0"/>
                                  </p:stCondLst>
                                  <p:childTnLst>
                                    <p:set>
                                      <p:cBhvr>
                                        <p:cTn id="100" dur="1" fill="hold">
                                          <p:stCondLst>
                                            <p:cond delay="0"/>
                                          </p:stCondLst>
                                        </p:cTn>
                                        <p:tgtEl>
                                          <p:spTgt spid="40"/>
                                        </p:tgtEl>
                                        <p:attrNameLst>
                                          <p:attrName>style.visibility</p:attrName>
                                        </p:attrNameLst>
                                      </p:cBhvr>
                                      <p:to>
                                        <p:strVal val="visible"/>
                                      </p:to>
                                    </p:set>
                                    <p:animEffect transition="in" filter="barn(outHorizontal)">
                                      <p:cBhvr>
                                        <p:cTn id="101" dur="750"/>
                                        <p:tgtEl>
                                          <p:spTgt spid="40"/>
                                        </p:tgtEl>
                                      </p:cBhvr>
                                    </p:animEffect>
                                  </p:childTnLst>
                                </p:cTn>
                              </p:par>
                            </p:childTnLst>
                          </p:cTn>
                        </p:par>
                      </p:childTnLst>
                    </p:cTn>
                  </p:par>
                  <p:par>
                    <p:cTn id="102" fill="hold">
                      <p:stCondLst>
                        <p:cond delay="indefinite"/>
                      </p:stCondLst>
                      <p:childTnLst>
                        <p:par>
                          <p:cTn id="103" fill="hold">
                            <p:stCondLst>
                              <p:cond delay="0"/>
                            </p:stCondLst>
                            <p:childTnLst>
                              <p:par>
                                <p:cTn id="104" presetID="10" presetClass="entr" presetSubtype="0" fill="hold" grpId="0" nodeType="clickEffect">
                                  <p:stCondLst>
                                    <p:cond delay="0"/>
                                  </p:stCondLst>
                                  <p:childTnLst>
                                    <p:set>
                                      <p:cBhvr>
                                        <p:cTn id="105" dur="1" fill="hold">
                                          <p:stCondLst>
                                            <p:cond delay="0"/>
                                          </p:stCondLst>
                                        </p:cTn>
                                        <p:tgtEl>
                                          <p:spTgt spid="48"/>
                                        </p:tgtEl>
                                        <p:attrNameLst>
                                          <p:attrName>style.visibility</p:attrName>
                                        </p:attrNameLst>
                                      </p:cBhvr>
                                      <p:to>
                                        <p:strVal val="visible"/>
                                      </p:to>
                                    </p:set>
                                    <p:animEffect transition="in" filter="fade">
                                      <p:cBhvr>
                                        <p:cTn id="106" dur="750"/>
                                        <p:tgtEl>
                                          <p:spTgt spid="48"/>
                                        </p:tgtEl>
                                      </p:cBhvr>
                                    </p:animEffect>
                                  </p:childTnLst>
                                </p:cTn>
                              </p:par>
                            </p:childTnLst>
                          </p:cTn>
                        </p:par>
                      </p:childTnLst>
                    </p:cTn>
                  </p:par>
                  <p:par>
                    <p:cTn id="107" fill="hold">
                      <p:stCondLst>
                        <p:cond delay="indefinite"/>
                      </p:stCondLst>
                      <p:childTnLst>
                        <p:par>
                          <p:cTn id="108" fill="hold">
                            <p:stCondLst>
                              <p:cond delay="0"/>
                            </p:stCondLst>
                            <p:childTnLst>
                              <p:par>
                                <p:cTn id="109" presetID="10" presetClass="exit" presetSubtype="0" fill="hold" grpId="1" nodeType="clickEffect">
                                  <p:stCondLst>
                                    <p:cond delay="0"/>
                                  </p:stCondLst>
                                  <p:childTnLst>
                                    <p:animEffect transition="out" filter="fade">
                                      <p:cBhvr>
                                        <p:cTn id="110" dur="500"/>
                                        <p:tgtEl>
                                          <p:spTgt spid="48"/>
                                        </p:tgtEl>
                                      </p:cBhvr>
                                    </p:animEffect>
                                    <p:set>
                                      <p:cBhvr>
                                        <p:cTn id="111" dur="1" fill="hold">
                                          <p:stCondLst>
                                            <p:cond delay="499"/>
                                          </p:stCondLst>
                                        </p:cTn>
                                        <p:tgtEl>
                                          <p:spTgt spid="48"/>
                                        </p:tgtEl>
                                        <p:attrNameLst>
                                          <p:attrName>style.visibility</p:attrName>
                                        </p:attrNameLst>
                                      </p:cBhvr>
                                      <p:to>
                                        <p:strVal val="hidden"/>
                                      </p:to>
                                    </p:set>
                                  </p:childTnLst>
                                </p:cTn>
                              </p:par>
                              <p:par>
                                <p:cTn id="112" presetID="16" presetClass="entr" presetSubtype="37" fill="hold" nodeType="withEffect">
                                  <p:stCondLst>
                                    <p:cond delay="0"/>
                                  </p:stCondLst>
                                  <p:childTnLst>
                                    <p:set>
                                      <p:cBhvr>
                                        <p:cTn id="113" dur="1" fill="hold">
                                          <p:stCondLst>
                                            <p:cond delay="0"/>
                                          </p:stCondLst>
                                        </p:cTn>
                                        <p:tgtEl>
                                          <p:spTgt spid="41"/>
                                        </p:tgtEl>
                                        <p:attrNameLst>
                                          <p:attrName>style.visibility</p:attrName>
                                        </p:attrNameLst>
                                      </p:cBhvr>
                                      <p:to>
                                        <p:strVal val="visible"/>
                                      </p:to>
                                    </p:set>
                                    <p:animEffect transition="in" filter="barn(outVertical)">
                                      <p:cBhvr>
                                        <p:cTn id="114" dur="75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p:bldP spid="43" grpId="0"/>
      <p:bldP spid="43" grpId="1"/>
      <p:bldP spid="44" grpId="0"/>
      <p:bldP spid="44" grpId="1"/>
      <p:bldP spid="45" grpId="0"/>
      <p:bldP spid="45" grpId="1"/>
      <p:bldP spid="46" grpId="0"/>
      <p:bldP spid="46" grpId="1"/>
      <p:bldP spid="47" grpId="0"/>
      <p:bldP spid="47" grpId="1"/>
      <p:bldP spid="48" grpId="0"/>
      <p:bldP spid="48" grpId="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66089DD-7869-4A89-8640-995975E76430}"/>
              </a:ext>
            </a:extLst>
          </p:cNvPr>
          <p:cNvSpPr>
            <a:spLocks noGrp="1"/>
          </p:cNvSpPr>
          <p:nvPr>
            <p:ph type="title"/>
          </p:nvPr>
        </p:nvSpPr>
        <p:spPr/>
        <p:txBody>
          <a:bodyPr/>
          <a:lstStyle/>
          <a:p>
            <a:r>
              <a:rPr lang="zh-CN" altLang="en-US" dirty="0"/>
              <a:t>箱线图</a:t>
            </a:r>
          </a:p>
        </p:txBody>
      </p:sp>
      <p:sp>
        <p:nvSpPr>
          <p:cNvPr id="3" name="内容占位符 2">
            <a:extLst>
              <a:ext uri="{FF2B5EF4-FFF2-40B4-BE49-F238E27FC236}">
                <a16:creationId xmlns:a16="http://schemas.microsoft.com/office/drawing/2014/main" id="{4349FAB0-8339-494B-B102-12BC373C1562}"/>
              </a:ext>
            </a:extLst>
          </p:cNvPr>
          <p:cNvSpPr>
            <a:spLocks noGrp="1"/>
          </p:cNvSpPr>
          <p:nvPr>
            <p:ph idx="1"/>
          </p:nvPr>
        </p:nvSpPr>
        <p:spPr/>
        <p:txBody>
          <a:bodyPr/>
          <a:lstStyle/>
          <a:p>
            <a:r>
              <a:rPr lang="en-US" altLang="zh-CN" dirty="0"/>
              <a:t>【</a:t>
            </a:r>
            <a:r>
              <a:rPr lang="zh-CN" altLang="en-US" dirty="0"/>
              <a:t>例</a:t>
            </a:r>
            <a:r>
              <a:rPr lang="en-US" altLang="zh-CN" dirty="0"/>
              <a:t>】</a:t>
            </a:r>
            <a:endParaRPr lang="zh-CN" altLang="en-US" dirty="0"/>
          </a:p>
        </p:txBody>
      </p:sp>
      <p:sp>
        <p:nvSpPr>
          <p:cNvPr id="4" name="灯片编号占位符 3">
            <a:extLst>
              <a:ext uri="{FF2B5EF4-FFF2-40B4-BE49-F238E27FC236}">
                <a16:creationId xmlns:a16="http://schemas.microsoft.com/office/drawing/2014/main" id="{AAB6C187-ABDD-4365-9CF9-67945CFE8D3C}"/>
              </a:ext>
            </a:extLst>
          </p:cNvPr>
          <p:cNvSpPr>
            <a:spLocks noGrp="1"/>
          </p:cNvSpPr>
          <p:nvPr>
            <p:ph type="sldNum" sz="quarter" idx="12"/>
          </p:nvPr>
        </p:nvSpPr>
        <p:spPr/>
        <p:txBody>
          <a:bodyPr/>
          <a:lstStyle/>
          <a:p>
            <a:fld id="{5AD84F5B-1672-4D3F-9FEC-5DF89A7B7912}" type="slidenum">
              <a:rPr lang="zh-CN" altLang="en-US" smtClean="0"/>
              <a:t>7</a:t>
            </a:fld>
            <a:endParaRPr lang="zh-CN" altLang="en-US"/>
          </a:p>
        </p:txBody>
      </p:sp>
      <p:pic>
        <p:nvPicPr>
          <p:cNvPr id="5" name="图形 4">
            <a:extLst>
              <a:ext uri="{FF2B5EF4-FFF2-40B4-BE49-F238E27FC236}">
                <a16:creationId xmlns:a16="http://schemas.microsoft.com/office/drawing/2014/main" id="{8A3A64C5-05AC-44B3-8A9C-4DDD23B3D4E5}"/>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971" t="4428" r="1814" b="4677"/>
          <a:stretch/>
        </p:blipFill>
        <p:spPr>
          <a:xfrm>
            <a:off x="1167090" y="2274714"/>
            <a:ext cx="6323208" cy="3413412"/>
          </a:xfrm>
          <a:prstGeom prst="rect">
            <a:avLst/>
          </a:prstGeom>
        </p:spPr>
      </p:pic>
    </p:spTree>
    <p:extLst>
      <p:ext uri="{BB962C8B-B14F-4D97-AF65-F5344CB8AC3E}">
        <p14:creationId xmlns:p14="http://schemas.microsoft.com/office/powerpoint/2010/main" val="14367998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3A6D4F8-D746-4FB0-ABD4-4F91E2B07CC0}"/>
              </a:ext>
            </a:extLst>
          </p:cNvPr>
          <p:cNvSpPr>
            <a:spLocks noGrp="1"/>
          </p:cNvSpPr>
          <p:nvPr>
            <p:ph type="title"/>
          </p:nvPr>
        </p:nvSpPr>
        <p:spPr/>
        <p:txBody>
          <a:bodyPr/>
          <a:lstStyle/>
          <a:p>
            <a:r>
              <a:rPr lang="zh-CN" altLang="en-US" dirty="0"/>
              <a:t>直方图</a:t>
            </a:r>
          </a:p>
        </p:txBody>
      </p:sp>
      <p:sp>
        <p:nvSpPr>
          <p:cNvPr id="4" name="灯片编号占位符 3">
            <a:extLst>
              <a:ext uri="{FF2B5EF4-FFF2-40B4-BE49-F238E27FC236}">
                <a16:creationId xmlns:a16="http://schemas.microsoft.com/office/drawing/2014/main" id="{EBFFBFD5-4D4B-4777-80BE-74516392B8B5}"/>
              </a:ext>
            </a:extLst>
          </p:cNvPr>
          <p:cNvSpPr>
            <a:spLocks noGrp="1"/>
          </p:cNvSpPr>
          <p:nvPr>
            <p:ph type="sldNum" sz="quarter" idx="12"/>
          </p:nvPr>
        </p:nvSpPr>
        <p:spPr/>
        <p:txBody>
          <a:bodyPr/>
          <a:lstStyle/>
          <a:p>
            <a:fld id="{5AD84F5B-1672-4D3F-9FEC-5DF89A7B7912}" type="slidenum">
              <a:rPr lang="zh-CN" altLang="en-US" smtClean="0"/>
              <a:t>8</a:t>
            </a:fld>
            <a:endParaRPr lang="zh-CN" altLang="en-US"/>
          </a:p>
        </p:txBody>
      </p:sp>
      <p:sp>
        <p:nvSpPr>
          <p:cNvPr id="5" name="文本框 4">
            <a:extLst>
              <a:ext uri="{FF2B5EF4-FFF2-40B4-BE49-F238E27FC236}">
                <a16:creationId xmlns:a16="http://schemas.microsoft.com/office/drawing/2014/main" id="{75B58143-B10E-4FA0-AE89-35C7B7A7F492}"/>
              </a:ext>
            </a:extLst>
          </p:cNvPr>
          <p:cNvSpPr txBox="1"/>
          <p:nvPr/>
        </p:nvSpPr>
        <p:spPr>
          <a:xfrm>
            <a:off x="435300" y="1142563"/>
            <a:ext cx="8116253" cy="1263038"/>
          </a:xfrm>
          <a:prstGeom prst="rect">
            <a:avLst/>
          </a:prstGeom>
          <a:noFill/>
        </p:spPr>
        <p:txBody>
          <a:bodyPr wrap="square">
            <a:spAutoFit/>
          </a:bodyPr>
          <a:lstStyle/>
          <a:p>
            <a:pPr indent="229553" algn="just">
              <a:lnSpc>
                <a:spcPct val="125000"/>
              </a:lnSpc>
            </a:pPr>
            <a:r>
              <a:rPr lang="zh-CN" altLang="en-US" sz="2100" b="1" kern="1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直方图</a:t>
            </a:r>
            <a:r>
              <a:rPr lang="zh-CN" altLang="zh-CN" sz="2100" b="1" kern="100"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100" b="1" kern="100" dirty="0">
                <a:latin typeface="Times New Roman" panose="02020603050405020304" pitchFamily="18" charset="0"/>
                <a:ea typeface="楷体" panose="02010609060101010101" pitchFamily="49" charset="-122"/>
                <a:cs typeface="Times New Roman" panose="02020603050405020304" pitchFamily="18" charset="0"/>
              </a:rPr>
              <a:t>Histogram</a:t>
            </a:r>
            <a:r>
              <a:rPr lang="zh-CN" altLang="zh-CN" sz="2100" b="1" kern="100"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sz="2100" kern="100" dirty="0">
                <a:latin typeface="Times New Roman" panose="02020603050405020304" pitchFamily="18" charset="0"/>
                <a:ea typeface="楷体" panose="02010609060101010101" pitchFamily="49" charset="-122"/>
                <a:cs typeface="Times New Roman" panose="02020603050405020304" pitchFamily="18" charset="0"/>
              </a:rPr>
              <a:t>是一种用于展示</a:t>
            </a:r>
            <a:r>
              <a:rPr lang="zh-CN" altLang="en-US" sz="2100" b="1" kern="100" dirty="0">
                <a:solidFill>
                  <a:srgbClr val="C00000"/>
                </a:solidFill>
                <a:latin typeface="Times New Roman" panose="02020603050405020304" pitchFamily="18" charset="0"/>
                <a:ea typeface="楷体" panose="02010609060101010101" pitchFamily="49" charset="-122"/>
                <a:cs typeface="Times New Roman" panose="02020603050405020304" pitchFamily="18" charset="0"/>
              </a:rPr>
              <a:t>连续数据</a:t>
            </a:r>
            <a:r>
              <a:rPr lang="zh-CN" altLang="en-US" sz="2100" kern="100" dirty="0">
                <a:latin typeface="Times New Roman" panose="02020603050405020304" pitchFamily="18" charset="0"/>
                <a:ea typeface="楷体" panose="02010609060101010101" pitchFamily="49" charset="-122"/>
                <a:cs typeface="Times New Roman" panose="02020603050405020304" pitchFamily="18" charset="0"/>
              </a:rPr>
              <a:t>分布频率的统计图表。它通过将数据范围划分为多个连续的、互不重叠的区间或“箱子”，并以柱形的高度表示每个区间内数据点的频数或频率。</a:t>
            </a:r>
            <a:endParaRPr lang="zh-CN" altLang="zh-CN" sz="2100" kern="100" dirty="0">
              <a:latin typeface="Times New Roman" panose="02020603050405020304" pitchFamily="18" charset="0"/>
              <a:ea typeface="宋体" panose="02010600030101010101" pitchFamily="2" charset="-122"/>
              <a:cs typeface="Times New Roman" panose="02020603050405020304" pitchFamily="18" charset="0"/>
            </a:endParaRPr>
          </a:p>
        </p:txBody>
      </p:sp>
      <p:pic>
        <p:nvPicPr>
          <p:cNvPr id="6" name="图形 9">
            <a:extLst>
              <a:ext uri="{FF2B5EF4-FFF2-40B4-BE49-F238E27FC236}">
                <a16:creationId xmlns:a16="http://schemas.microsoft.com/office/drawing/2014/main" id="{488FE09B-777C-47E8-A579-FBBC2E936EF8}"/>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t="1" r="54170" b="9898"/>
          <a:stretch/>
        </p:blipFill>
        <p:spPr>
          <a:xfrm>
            <a:off x="2731526" y="2516526"/>
            <a:ext cx="3523800" cy="3032656"/>
          </a:xfrm>
          <a:prstGeom prst="rect">
            <a:avLst/>
          </a:prstGeom>
        </p:spPr>
      </p:pic>
      <p:sp>
        <p:nvSpPr>
          <p:cNvPr id="9" name="文本框 8">
            <a:extLst>
              <a:ext uri="{FF2B5EF4-FFF2-40B4-BE49-F238E27FC236}">
                <a16:creationId xmlns:a16="http://schemas.microsoft.com/office/drawing/2014/main" id="{F9923210-9603-4E90-9566-A918E9692506}"/>
              </a:ext>
            </a:extLst>
          </p:cNvPr>
          <p:cNvSpPr txBox="1"/>
          <p:nvPr/>
        </p:nvSpPr>
        <p:spPr>
          <a:xfrm>
            <a:off x="808932" y="5549182"/>
            <a:ext cx="8116253" cy="862352"/>
          </a:xfrm>
          <a:prstGeom prst="rect">
            <a:avLst/>
          </a:prstGeom>
          <a:noFill/>
        </p:spPr>
        <p:txBody>
          <a:bodyPr wrap="square">
            <a:spAutoFit/>
          </a:bodyPr>
          <a:lstStyle/>
          <a:p>
            <a:pPr indent="229553" algn="just">
              <a:lnSpc>
                <a:spcPct val="125000"/>
              </a:lnSpc>
            </a:pPr>
            <a:r>
              <a:rPr lang="zh-CN" altLang="en-US" sz="2100" kern="100" dirty="0">
                <a:latin typeface="Times New Roman" panose="02020603050405020304" pitchFamily="18" charset="0"/>
                <a:ea typeface="宋体" panose="02010600030101010101" pitchFamily="2" charset="-122"/>
                <a:cs typeface="Times New Roman" panose="02020603050405020304" pitchFamily="18" charset="0"/>
              </a:rPr>
              <a:t>条形图多用于离散属性的数据分析</a:t>
            </a:r>
            <a:endParaRPr lang="en-US" altLang="zh-CN" sz="2100" kern="100" dirty="0">
              <a:latin typeface="Times New Roman" panose="02020603050405020304" pitchFamily="18" charset="0"/>
              <a:ea typeface="宋体" panose="02010600030101010101" pitchFamily="2" charset="-122"/>
              <a:cs typeface="Times New Roman" panose="02020603050405020304" pitchFamily="18" charset="0"/>
            </a:endParaRPr>
          </a:p>
          <a:p>
            <a:pPr indent="229553" algn="just">
              <a:lnSpc>
                <a:spcPct val="125000"/>
              </a:lnSpc>
            </a:pPr>
            <a:r>
              <a:rPr lang="zh-CN" altLang="en-US" sz="2100" kern="100" dirty="0">
                <a:latin typeface="Times New Roman" panose="02020603050405020304" pitchFamily="18" charset="0"/>
                <a:ea typeface="宋体" panose="02010600030101010101" pitchFamily="2" charset="-122"/>
                <a:cs typeface="Times New Roman" panose="02020603050405020304" pitchFamily="18" charset="0"/>
              </a:rPr>
              <a:t>直方图多用于连续属性的数据分析</a:t>
            </a:r>
            <a:endParaRPr lang="zh-CN" altLang="zh-CN" sz="2100" kern="100" dirty="0">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42764492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直方图</a:t>
            </a:r>
          </a:p>
        </p:txBody>
      </p:sp>
      <p:pic>
        <p:nvPicPr>
          <p:cNvPr id="12" name="Picture 7"/>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508070" y="3933056"/>
            <a:ext cx="3188723" cy="198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灯片编号占位符 3"/>
          <p:cNvSpPr>
            <a:spLocks noGrp="1"/>
          </p:cNvSpPr>
          <p:nvPr>
            <p:ph type="sldNum" sz="quarter" idx="12"/>
          </p:nvPr>
        </p:nvSpPr>
        <p:spPr/>
        <p:txBody>
          <a:bodyPr/>
          <a:lstStyle/>
          <a:p>
            <a:fld id="{0C913308-F349-4B6D-A68A-DD1791B4A57B}" type="slidenum">
              <a:rPr lang="zh-CN" altLang="en-US" smtClean="0"/>
              <a:t>9</a:t>
            </a:fld>
            <a:endParaRPr lang="zh-CN" altLang="en-US"/>
          </a:p>
        </p:txBody>
      </p:sp>
      <p:pic>
        <p:nvPicPr>
          <p:cNvPr id="10244" name="Picture 4" descr="http://p4.qhimg.com/t016885a870595d136f.jpg"/>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26801" y="1899216"/>
            <a:ext cx="3337714" cy="1980000"/>
          </a:xfrm>
          <a:prstGeom prst="rect">
            <a:avLst/>
          </a:prstGeom>
          <a:noFill/>
          <a:extLst>
            <a:ext uri="{909E8E84-426E-40DD-AFC4-6F175D3DCCD1}">
              <a14:hiddenFill xmlns:a14="http://schemas.microsoft.com/office/drawing/2010/main">
                <a:solidFill>
                  <a:srgbClr val="FFFFFF"/>
                </a:solidFill>
              </a14:hiddenFill>
            </a:ext>
          </a:extLst>
        </p:spPr>
      </p:pic>
      <p:pic>
        <p:nvPicPr>
          <p:cNvPr id="10246" name="Picture 6" descr="http://gss0.baidu.com/7Po3dSag_xI4khGko9WTAnF6hhy/zhidao/wh%3D450%2C600/sign=ae94b45a5882b2b7a7ca31c0049de7d9/f3d3572c11dfa9ec85c37a4963d0f703908fc1fa.jpg"/>
          <p:cNvPicPr>
            <a:picLocks noChangeAspect="1" noChangeArrowheads="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5071526" y="1899216"/>
            <a:ext cx="2636094" cy="1980000"/>
          </a:xfrm>
          <a:prstGeom prst="rect">
            <a:avLst/>
          </a:prstGeom>
          <a:noFill/>
          <a:extLst>
            <a:ext uri="{909E8E84-426E-40DD-AFC4-6F175D3DCCD1}">
              <a14:hiddenFill xmlns:a14="http://schemas.microsoft.com/office/drawing/2010/main">
                <a:solidFill>
                  <a:srgbClr val="FFFFFF"/>
                </a:solidFill>
              </a14:hiddenFill>
            </a:ext>
          </a:extLst>
        </p:spPr>
      </p:pic>
      <p:pic>
        <p:nvPicPr>
          <p:cNvPr id="9" name="图片 8"/>
          <p:cNvPicPr>
            <a:picLocks noChangeAspect="1"/>
          </p:cNvPicPr>
          <p:nvPr/>
        </p:nvPicPr>
        <p:blipFill rotWithShape="1">
          <a:blip r:embed="rId6">
            <a:clrChange>
              <a:clrFrom>
                <a:srgbClr val="FFFFFF"/>
              </a:clrFrom>
              <a:clrTo>
                <a:srgbClr val="FFFFFF">
                  <a:alpha val="0"/>
                </a:srgbClr>
              </a:clrTo>
            </a:clrChange>
            <a:extLst>
              <a:ext uri="{28A0092B-C50C-407E-A947-70E740481C1C}">
                <a14:useLocalDpi xmlns:a14="http://schemas.microsoft.com/office/drawing/2010/main" val="0"/>
              </a:ext>
            </a:extLst>
          </a:blip>
          <a:srcRect b="10144"/>
          <a:stretch/>
        </p:blipFill>
        <p:spPr>
          <a:xfrm>
            <a:off x="4871061" y="3933056"/>
            <a:ext cx="3037027" cy="1980000"/>
          </a:xfrm>
          <a:prstGeom prst="rect">
            <a:avLst/>
          </a:prstGeom>
        </p:spPr>
      </p:pic>
    </p:spTree>
    <p:extLst>
      <p:ext uri="{BB962C8B-B14F-4D97-AF65-F5344CB8AC3E}">
        <p14:creationId xmlns:p14="http://schemas.microsoft.com/office/powerpoint/2010/main" val="40973026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244"/>
                                        </p:tgtEl>
                                        <p:attrNameLst>
                                          <p:attrName>style.visibility</p:attrName>
                                        </p:attrNameLst>
                                      </p:cBhvr>
                                      <p:to>
                                        <p:strVal val="visible"/>
                                      </p:to>
                                    </p:set>
                                    <p:animEffect transition="in" filter="fade">
                                      <p:cBhvr>
                                        <p:cTn id="7" dur="500"/>
                                        <p:tgtEl>
                                          <p:spTgt spid="1024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246"/>
                                        </p:tgtEl>
                                        <p:attrNameLst>
                                          <p:attrName>style.visibility</p:attrName>
                                        </p:attrNameLst>
                                      </p:cBhvr>
                                      <p:to>
                                        <p:strVal val="visible"/>
                                      </p:to>
                                    </p:set>
                                    <p:animEffect transition="in" filter="fade">
                                      <p:cBhvr>
                                        <p:cTn id="17" dur="500"/>
                                        <p:tgtEl>
                                          <p:spTgt spid="1024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直方图</a:t>
            </a:r>
          </a:p>
        </p:txBody>
      </p:sp>
      <p:sp>
        <p:nvSpPr>
          <p:cNvPr id="5" name="矩形 4"/>
          <p:cNvSpPr/>
          <p:nvPr/>
        </p:nvSpPr>
        <p:spPr>
          <a:xfrm>
            <a:off x="467544" y="1844825"/>
            <a:ext cx="8480777" cy="1169551"/>
          </a:xfrm>
          <a:prstGeom prst="rect">
            <a:avLst/>
          </a:prstGeom>
        </p:spPr>
        <p:txBody>
          <a:bodyPr wrap="square">
            <a:spAutoFit/>
          </a:bodyPr>
          <a:lstStyle/>
          <a:p>
            <a:r>
              <a:rPr lang="en-US" altLang="zh-CN" sz="1400" dirty="0">
                <a:latin typeface="Times New Roman" pitchFamily="18" charset="0"/>
                <a:cs typeface="Times New Roman" pitchFamily="18" charset="0"/>
              </a:rPr>
              <a:t>136, 125, 109, 105, 129, 111, 129, 99, 102, 123, 98, 97, 124, 123, 126, 89, 99, 101, 108, 119, 102, 117, 87, 111, 97, 110, 90, 116, 117, 98, 110, 113, 131, 103, 100, 121, 99, 97, 99, 121, 99, 110, 97, 105, 115, 80, 121, 102, 118, 101, 121, 92, 102, 92, 111, 120, 123, 108, 106, 113, 110, 102, 123, 114, 106, 121, 107, 101, 119, 102, 96, 109, 104, 108, 117, 104, 111, 95, 97, 103, 100, 104, 104, 104, 104, 108, 91, 107, 126, 104, 103, 112, 128, 102, 109, 118, 100, 101, 108, 108</a:t>
            </a:r>
            <a:endParaRPr lang="zh-CN" altLang="en-US" sz="1400" dirty="0">
              <a:latin typeface="Times New Roman" pitchFamily="18" charset="0"/>
              <a:cs typeface="Times New Roman" pitchFamily="18" charset="0"/>
            </a:endParaRPr>
          </a:p>
        </p:txBody>
      </p:sp>
      <p:sp>
        <p:nvSpPr>
          <p:cNvPr id="2" name="灯片编号占位符 1"/>
          <p:cNvSpPr>
            <a:spLocks noGrp="1"/>
          </p:cNvSpPr>
          <p:nvPr>
            <p:ph type="sldNum" sz="quarter" idx="12"/>
          </p:nvPr>
        </p:nvSpPr>
        <p:spPr/>
        <p:txBody>
          <a:bodyPr/>
          <a:lstStyle/>
          <a:p>
            <a:fld id="{0C913308-F349-4B6D-A68A-DD1791B4A57B}" type="slidenum">
              <a:rPr lang="zh-CN" altLang="en-US" smtClean="0"/>
              <a:t>10</a:t>
            </a:fld>
            <a:endParaRPr lang="zh-CN" altLang="en-US"/>
          </a:p>
        </p:txBody>
      </p:sp>
      <p:pic>
        <p:nvPicPr>
          <p:cNvPr id="7"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01738" y="2870150"/>
            <a:ext cx="4760529" cy="2673736"/>
          </a:xfrm>
          <a:prstGeom prst="rect">
            <a:avLst/>
          </a:prstGeom>
          <a:noFill/>
          <a:ln>
            <a:headEnd type="none" w="med" len="med"/>
            <a:tailEnd type="triangle" w="med" len="med"/>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线形标注 2(无边框) 7"/>
          <p:cNvSpPr/>
          <p:nvPr/>
        </p:nvSpPr>
        <p:spPr>
          <a:xfrm flipH="1">
            <a:off x="1187720" y="5074415"/>
            <a:ext cx="864000" cy="205023"/>
          </a:xfrm>
          <a:prstGeom prst="callout2">
            <a:avLst>
              <a:gd name="adj1" fmla="val 57572"/>
              <a:gd name="adj2" fmla="val -934"/>
              <a:gd name="adj3" fmla="val 59835"/>
              <a:gd name="adj4" fmla="val -31539"/>
              <a:gd name="adj5" fmla="val 118872"/>
              <a:gd name="adj6" fmla="val -58376"/>
            </a:avLst>
          </a:prstGeom>
          <a:noFill/>
          <a:ln>
            <a:solidFill>
              <a:srgbClr val="C00000"/>
            </a:solidFill>
            <a:headEnd type="none" w="med" len="med"/>
            <a:tailEnd type="triangle" w="med" len="med"/>
          </a:ln>
        </p:spPr>
        <p:style>
          <a:lnRef idx="2">
            <a:schemeClr val="accent6"/>
          </a:lnRef>
          <a:fillRef idx="1">
            <a:schemeClr val="lt1"/>
          </a:fillRef>
          <a:effectRef idx="0">
            <a:schemeClr val="accent6"/>
          </a:effectRef>
          <a:fontRef idx="minor">
            <a:schemeClr val="dk1"/>
          </a:fontRef>
        </p:style>
        <p:txBody>
          <a:bodyPr lIns="0" tIns="0" rIns="36000" bIns="0" rtlCol="0" anchor="ctr"/>
          <a:lstStyle/>
          <a:p>
            <a:pPr algn="r"/>
            <a:r>
              <a:rPr lang="zh-CN" altLang="en-US" dirty="0">
                <a:solidFill>
                  <a:srgbClr val="C00000"/>
                </a:solidFill>
                <a:effectLst>
                  <a:outerShdw blurRad="38100" dist="38100" dir="2700000" algn="tl">
                    <a:srgbClr val="000000">
                      <a:alpha val="43137"/>
                    </a:srgbClr>
                  </a:outerShdw>
                </a:effectLst>
                <a:latin typeface="Times New Roman" pitchFamily="18" charset="0"/>
                <a:ea typeface="华文细黑" pitchFamily="2" charset="-122"/>
                <a:cs typeface="Times New Roman" pitchFamily="18" charset="0"/>
              </a:rPr>
              <a:t>最小值</a:t>
            </a:r>
          </a:p>
        </p:txBody>
      </p:sp>
      <p:sp>
        <p:nvSpPr>
          <p:cNvPr id="9" name="线形标注 2(无边框) 8"/>
          <p:cNvSpPr/>
          <p:nvPr/>
        </p:nvSpPr>
        <p:spPr>
          <a:xfrm>
            <a:off x="7164288" y="5023154"/>
            <a:ext cx="936000" cy="205023"/>
          </a:xfrm>
          <a:prstGeom prst="callout2">
            <a:avLst>
              <a:gd name="adj1" fmla="val 50084"/>
              <a:gd name="adj2" fmla="val -637"/>
              <a:gd name="adj3" fmla="val 50975"/>
              <a:gd name="adj4" fmla="val -12739"/>
              <a:gd name="adj5" fmla="val 121528"/>
              <a:gd name="adj6" fmla="val -31676"/>
            </a:avLst>
          </a:prstGeom>
          <a:noFill/>
          <a:ln>
            <a:solidFill>
              <a:srgbClr val="C00000"/>
            </a:solidFill>
            <a:headEnd type="none" w="med" len="med"/>
            <a:tailEnd type="triangle" w="med" len="med"/>
          </a:ln>
        </p:spPr>
        <p:style>
          <a:lnRef idx="2">
            <a:schemeClr val="accent6"/>
          </a:lnRef>
          <a:fillRef idx="1">
            <a:schemeClr val="lt1"/>
          </a:fillRef>
          <a:effectRef idx="0">
            <a:schemeClr val="accent6"/>
          </a:effectRef>
          <a:fontRef idx="minor">
            <a:schemeClr val="dk1"/>
          </a:fontRef>
        </p:style>
        <p:txBody>
          <a:bodyPr lIns="36000" tIns="0" rIns="0" bIns="0" rtlCol="0" anchor="ctr"/>
          <a:lstStyle/>
          <a:p>
            <a:r>
              <a:rPr lang="zh-CN" altLang="en-US" sz="2000" dirty="0">
                <a:solidFill>
                  <a:srgbClr val="C00000"/>
                </a:solidFill>
                <a:effectLst>
                  <a:outerShdw blurRad="38100" dist="38100" dir="2700000" algn="tl">
                    <a:srgbClr val="000000">
                      <a:alpha val="43137"/>
                    </a:srgbClr>
                  </a:outerShdw>
                </a:effectLst>
                <a:latin typeface="Times New Roman" pitchFamily="18" charset="0"/>
                <a:ea typeface="华文细黑" pitchFamily="2" charset="-122"/>
                <a:cs typeface="Times New Roman" pitchFamily="18" charset="0"/>
              </a:rPr>
              <a:t>最大值</a:t>
            </a:r>
          </a:p>
        </p:txBody>
      </p:sp>
      <p:sp>
        <p:nvSpPr>
          <p:cNvPr id="10" name="左大括号 9"/>
          <p:cNvSpPr/>
          <p:nvPr/>
        </p:nvSpPr>
        <p:spPr>
          <a:xfrm rot="16200000">
            <a:off x="4595545" y="3417458"/>
            <a:ext cx="256279" cy="4023780"/>
          </a:xfrm>
          <a:prstGeom prst="leftBrace">
            <a:avLst>
              <a:gd name="adj1" fmla="val 46467"/>
              <a:gd name="adj2" fmla="val 50000"/>
            </a:avLst>
          </a:prstGeom>
          <a:ln w="28575">
            <a:solidFill>
              <a:srgbClr val="C00000"/>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zh-CN" altLang="en-US"/>
          </a:p>
        </p:txBody>
      </p:sp>
      <p:sp>
        <p:nvSpPr>
          <p:cNvPr id="11" name="矩形 10"/>
          <p:cNvSpPr/>
          <p:nvPr/>
        </p:nvSpPr>
        <p:spPr>
          <a:xfrm>
            <a:off x="4290136" y="5507940"/>
            <a:ext cx="857928" cy="369332"/>
          </a:xfrm>
          <a:prstGeom prst="rect">
            <a:avLst/>
          </a:prstGeom>
        </p:spPr>
        <p:txBody>
          <a:bodyPr wrap="none">
            <a:spAutoFit/>
          </a:bodyPr>
          <a:lstStyle/>
          <a:p>
            <a:pPr algn="ctr"/>
            <a:r>
              <a:rPr lang="zh-CN" altLang="en-US" b="1" dirty="0">
                <a:solidFill>
                  <a:srgbClr val="C00000"/>
                </a:solidFill>
                <a:effectLst>
                  <a:outerShdw blurRad="38100" dist="38100" dir="2700000" algn="tl">
                    <a:srgbClr val="000000">
                      <a:alpha val="43137"/>
                    </a:srgbClr>
                  </a:outerShdw>
                </a:effectLst>
                <a:latin typeface="华文细黑" pitchFamily="2" charset="-122"/>
                <a:ea typeface="华文细黑" pitchFamily="2" charset="-122"/>
                <a:cs typeface="Times New Roman" pitchFamily="18" charset="0"/>
              </a:rPr>
              <a:t>全距 </a:t>
            </a:r>
            <a:r>
              <a:rPr lang="en-US" altLang="zh-CN" b="1" i="1" dirty="0">
                <a:solidFill>
                  <a:srgbClr val="C00000"/>
                </a:solidFill>
                <a:effectLst>
                  <a:outerShdw blurRad="38100" dist="38100" dir="2700000" algn="tl">
                    <a:srgbClr val="000000">
                      <a:alpha val="43137"/>
                    </a:srgbClr>
                  </a:outerShdw>
                </a:effectLst>
                <a:latin typeface="Times New Roman" pitchFamily="18" charset="0"/>
                <a:ea typeface="华文细黑" pitchFamily="2" charset="-122"/>
                <a:cs typeface="Times New Roman" pitchFamily="18" charset="0"/>
              </a:rPr>
              <a:t>R</a:t>
            </a:r>
            <a:endParaRPr lang="zh-CN" altLang="en-US" i="1" dirty="0">
              <a:solidFill>
                <a:srgbClr val="C00000"/>
              </a:solidFill>
              <a:effectLst>
                <a:outerShdw blurRad="38100" dist="38100" dir="2700000" algn="tl">
                  <a:srgbClr val="000000">
                    <a:alpha val="43137"/>
                  </a:srgbClr>
                </a:outerShdw>
              </a:effectLst>
              <a:latin typeface="Times New Roman" pitchFamily="18" charset="0"/>
              <a:ea typeface="华文细黑" pitchFamily="2" charset="-122"/>
              <a:cs typeface="Times New Roman" pitchFamily="18" charset="0"/>
            </a:endParaRPr>
          </a:p>
        </p:txBody>
      </p:sp>
      <p:sp>
        <p:nvSpPr>
          <p:cNvPr id="13" name="左大括号 12"/>
          <p:cNvSpPr/>
          <p:nvPr/>
        </p:nvSpPr>
        <p:spPr>
          <a:xfrm rot="16200000">
            <a:off x="3470806" y="5315199"/>
            <a:ext cx="153767" cy="538333"/>
          </a:xfrm>
          <a:prstGeom prst="leftBrace">
            <a:avLst>
              <a:gd name="adj1" fmla="val 46467"/>
              <a:gd name="adj2" fmla="val 50000"/>
            </a:avLst>
          </a:prstGeom>
          <a:ln w="28575">
            <a:solidFill>
              <a:srgbClr val="C00000"/>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zh-CN" altLang="en-US"/>
          </a:p>
        </p:txBody>
      </p:sp>
      <p:sp>
        <p:nvSpPr>
          <p:cNvPr id="14" name="矩形 13"/>
          <p:cNvSpPr/>
          <p:nvPr/>
        </p:nvSpPr>
        <p:spPr>
          <a:xfrm>
            <a:off x="3131840" y="5614350"/>
            <a:ext cx="832280" cy="369332"/>
          </a:xfrm>
          <a:prstGeom prst="rect">
            <a:avLst/>
          </a:prstGeom>
        </p:spPr>
        <p:txBody>
          <a:bodyPr wrap="none">
            <a:spAutoFit/>
          </a:bodyPr>
          <a:lstStyle/>
          <a:p>
            <a:pPr algn="ctr"/>
            <a:r>
              <a:rPr lang="zh-CN" altLang="en-US" b="1" dirty="0">
                <a:solidFill>
                  <a:srgbClr val="C00000"/>
                </a:solidFill>
                <a:effectLst>
                  <a:outerShdw blurRad="38100" dist="38100" dir="2700000" algn="tl">
                    <a:srgbClr val="000000">
                      <a:alpha val="43137"/>
                    </a:srgbClr>
                  </a:outerShdw>
                </a:effectLst>
                <a:latin typeface="华文细黑" pitchFamily="2" charset="-122"/>
                <a:ea typeface="华文细黑" pitchFamily="2" charset="-122"/>
                <a:cs typeface="Times New Roman" pitchFamily="18" charset="0"/>
              </a:rPr>
              <a:t>组距 </a:t>
            </a:r>
            <a:r>
              <a:rPr lang="en-US" altLang="zh-CN" b="1" i="1" dirty="0">
                <a:solidFill>
                  <a:srgbClr val="C00000"/>
                </a:solidFill>
                <a:effectLst>
                  <a:outerShdw blurRad="38100" dist="38100" dir="2700000" algn="tl">
                    <a:srgbClr val="000000">
                      <a:alpha val="43137"/>
                    </a:srgbClr>
                  </a:outerShdw>
                </a:effectLst>
                <a:latin typeface="Times New Roman" pitchFamily="18" charset="0"/>
                <a:ea typeface="华文细黑" pitchFamily="2" charset="-122"/>
                <a:cs typeface="Times New Roman" pitchFamily="18" charset="0"/>
              </a:rPr>
              <a:t>h</a:t>
            </a:r>
            <a:endParaRPr lang="zh-CN" altLang="en-US" i="1" dirty="0">
              <a:solidFill>
                <a:srgbClr val="C00000"/>
              </a:solidFill>
              <a:effectLst>
                <a:outerShdw blurRad="38100" dist="38100" dir="2700000" algn="tl">
                  <a:srgbClr val="000000">
                    <a:alpha val="43137"/>
                  </a:srgbClr>
                </a:outerShdw>
              </a:effectLst>
              <a:latin typeface="Times New Roman" pitchFamily="18" charset="0"/>
              <a:ea typeface="华文细黑" pitchFamily="2" charset="-122"/>
              <a:cs typeface="Times New Roman" pitchFamily="18" charset="0"/>
            </a:endParaRPr>
          </a:p>
        </p:txBody>
      </p:sp>
      <p:sp>
        <p:nvSpPr>
          <p:cNvPr id="15" name="线形标注 2(无边框) 14"/>
          <p:cNvSpPr/>
          <p:nvPr/>
        </p:nvSpPr>
        <p:spPr>
          <a:xfrm>
            <a:off x="6368978" y="5528234"/>
            <a:ext cx="867318" cy="205023"/>
          </a:xfrm>
          <a:prstGeom prst="callout2">
            <a:avLst>
              <a:gd name="adj1" fmla="val 50084"/>
              <a:gd name="adj2" fmla="val -637"/>
              <a:gd name="adj3" fmla="val 50975"/>
              <a:gd name="adj4" fmla="val -24661"/>
              <a:gd name="adj5" fmla="val -195972"/>
              <a:gd name="adj6" fmla="val -55096"/>
            </a:avLst>
          </a:prstGeom>
          <a:noFill/>
          <a:ln>
            <a:solidFill>
              <a:srgbClr val="C00000"/>
            </a:solidFill>
            <a:headEnd type="none" w="med" len="med"/>
            <a:tailEnd type="triangle" w="med" len="med"/>
          </a:ln>
        </p:spPr>
        <p:style>
          <a:lnRef idx="2">
            <a:schemeClr val="accent6"/>
          </a:lnRef>
          <a:fillRef idx="1">
            <a:schemeClr val="lt1"/>
          </a:fillRef>
          <a:effectRef idx="0">
            <a:schemeClr val="accent6"/>
          </a:effectRef>
          <a:fontRef idx="minor">
            <a:schemeClr val="dk1"/>
          </a:fontRef>
        </p:style>
        <p:txBody>
          <a:bodyPr lIns="36000" tIns="0" rIns="0" bIns="0" rtlCol="0" anchor="ctr"/>
          <a:lstStyle/>
          <a:p>
            <a:r>
              <a:rPr lang="zh-CN" altLang="en-US" sz="2000" dirty="0">
                <a:solidFill>
                  <a:srgbClr val="C00000"/>
                </a:solidFill>
                <a:effectLst>
                  <a:outerShdw blurRad="38100" dist="38100" dir="2700000" algn="tl">
                    <a:srgbClr val="000000">
                      <a:alpha val="43137"/>
                    </a:srgbClr>
                  </a:outerShdw>
                </a:effectLst>
                <a:latin typeface="Times New Roman" pitchFamily="18" charset="0"/>
                <a:ea typeface="华文细黑" pitchFamily="2" charset="-122"/>
                <a:cs typeface="Times New Roman" pitchFamily="18" charset="0"/>
              </a:rPr>
              <a:t>中心点</a:t>
            </a:r>
          </a:p>
        </p:txBody>
      </p:sp>
      <p:sp>
        <p:nvSpPr>
          <p:cNvPr id="16" name="线形标注 2(无边框) 15"/>
          <p:cNvSpPr/>
          <p:nvPr/>
        </p:nvSpPr>
        <p:spPr>
          <a:xfrm>
            <a:off x="6651004" y="4363347"/>
            <a:ext cx="945333" cy="205023"/>
          </a:xfrm>
          <a:prstGeom prst="callout2">
            <a:avLst>
              <a:gd name="adj1" fmla="val 50084"/>
              <a:gd name="adj2" fmla="val -637"/>
              <a:gd name="adj3" fmla="val 50975"/>
              <a:gd name="adj4" fmla="val -24661"/>
              <a:gd name="adj5" fmla="val 357267"/>
              <a:gd name="adj6" fmla="val -112364"/>
            </a:avLst>
          </a:prstGeom>
          <a:noFill/>
          <a:ln>
            <a:solidFill>
              <a:srgbClr val="C00000"/>
            </a:solidFill>
            <a:headEnd type="none" w="med" len="med"/>
            <a:tailEnd type="triangle" w="med" len="med"/>
          </a:ln>
        </p:spPr>
        <p:style>
          <a:lnRef idx="2">
            <a:schemeClr val="accent6"/>
          </a:lnRef>
          <a:fillRef idx="1">
            <a:schemeClr val="lt1"/>
          </a:fillRef>
          <a:effectRef idx="0">
            <a:schemeClr val="accent6"/>
          </a:effectRef>
          <a:fontRef idx="minor">
            <a:schemeClr val="dk1"/>
          </a:fontRef>
        </p:style>
        <p:txBody>
          <a:bodyPr lIns="0" tIns="0" rIns="0" bIns="0" rtlCol="0" anchor="ctr"/>
          <a:lstStyle/>
          <a:p>
            <a:r>
              <a:rPr lang="zh-CN" altLang="en-US" sz="2000" dirty="0">
                <a:solidFill>
                  <a:srgbClr val="C00000"/>
                </a:solidFill>
                <a:effectLst>
                  <a:outerShdw blurRad="38100" dist="38100" dir="2700000" algn="tl">
                    <a:srgbClr val="000000">
                      <a:alpha val="43137"/>
                    </a:srgbClr>
                  </a:outerShdw>
                </a:effectLst>
                <a:latin typeface="Times New Roman" pitchFamily="18" charset="0"/>
                <a:ea typeface="华文细黑" pitchFamily="2" charset="-122"/>
                <a:cs typeface="Times New Roman" pitchFamily="18" charset="0"/>
              </a:rPr>
              <a:t>上组界</a:t>
            </a:r>
          </a:p>
        </p:txBody>
      </p:sp>
      <p:sp>
        <p:nvSpPr>
          <p:cNvPr id="17" name="线形标注 2(无边框) 16"/>
          <p:cNvSpPr/>
          <p:nvPr/>
        </p:nvSpPr>
        <p:spPr>
          <a:xfrm>
            <a:off x="7019026" y="4619677"/>
            <a:ext cx="1152000" cy="205023"/>
          </a:xfrm>
          <a:prstGeom prst="callout2">
            <a:avLst>
              <a:gd name="adj1" fmla="val 50084"/>
              <a:gd name="adj2" fmla="val -637"/>
              <a:gd name="adj3" fmla="val 50975"/>
              <a:gd name="adj4" fmla="val -24661"/>
              <a:gd name="adj5" fmla="val 264787"/>
              <a:gd name="adj6" fmla="val -76275"/>
            </a:avLst>
          </a:prstGeom>
          <a:noFill/>
          <a:ln>
            <a:solidFill>
              <a:srgbClr val="C00000"/>
            </a:solidFill>
            <a:headEnd type="none" w="med" len="med"/>
            <a:tailEnd type="triangle" w="med" len="med"/>
          </a:ln>
        </p:spPr>
        <p:style>
          <a:lnRef idx="2">
            <a:schemeClr val="accent6"/>
          </a:lnRef>
          <a:fillRef idx="1">
            <a:schemeClr val="lt1"/>
          </a:fillRef>
          <a:effectRef idx="0">
            <a:schemeClr val="accent6"/>
          </a:effectRef>
          <a:fontRef idx="minor">
            <a:schemeClr val="dk1"/>
          </a:fontRef>
        </p:style>
        <p:txBody>
          <a:bodyPr lIns="0" tIns="0" rIns="0" bIns="0" rtlCol="0" anchor="ctr"/>
          <a:lstStyle/>
          <a:p>
            <a:r>
              <a:rPr lang="zh-CN" altLang="en-US" sz="2000" dirty="0">
                <a:solidFill>
                  <a:srgbClr val="C00000"/>
                </a:solidFill>
                <a:effectLst>
                  <a:outerShdw blurRad="38100" dist="38100" dir="2700000" algn="tl">
                    <a:srgbClr val="000000">
                      <a:alpha val="43137"/>
                    </a:srgbClr>
                  </a:outerShdw>
                </a:effectLst>
                <a:latin typeface="Times New Roman" pitchFamily="18" charset="0"/>
                <a:ea typeface="华文细黑" pitchFamily="2" charset="-122"/>
                <a:cs typeface="Times New Roman" pitchFamily="18" charset="0"/>
              </a:rPr>
              <a:t>下组界</a:t>
            </a:r>
          </a:p>
        </p:txBody>
      </p:sp>
      <p:sp>
        <p:nvSpPr>
          <p:cNvPr id="18" name="左大括号 17"/>
          <p:cNvSpPr/>
          <p:nvPr/>
        </p:nvSpPr>
        <p:spPr>
          <a:xfrm rot="5400000" flipV="1">
            <a:off x="4595545" y="1198061"/>
            <a:ext cx="256279" cy="4023780"/>
          </a:xfrm>
          <a:prstGeom prst="leftBrace">
            <a:avLst>
              <a:gd name="adj1" fmla="val 46467"/>
              <a:gd name="adj2" fmla="val 50000"/>
            </a:avLst>
          </a:prstGeom>
          <a:ln w="28575">
            <a:solidFill>
              <a:srgbClr val="C00000"/>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zh-CN" altLang="en-US"/>
          </a:p>
        </p:txBody>
      </p:sp>
      <p:sp>
        <p:nvSpPr>
          <p:cNvPr id="19" name="矩形 18"/>
          <p:cNvSpPr/>
          <p:nvPr/>
        </p:nvSpPr>
        <p:spPr>
          <a:xfrm>
            <a:off x="4357716" y="2708920"/>
            <a:ext cx="646332" cy="369332"/>
          </a:xfrm>
          <a:prstGeom prst="rect">
            <a:avLst/>
          </a:prstGeom>
        </p:spPr>
        <p:txBody>
          <a:bodyPr wrap="none">
            <a:spAutoFit/>
          </a:bodyPr>
          <a:lstStyle/>
          <a:p>
            <a:pPr algn="ctr"/>
            <a:r>
              <a:rPr lang="zh-CN" altLang="en-US" dirty="0">
                <a:solidFill>
                  <a:srgbClr val="C00000"/>
                </a:solidFill>
                <a:effectLst>
                  <a:outerShdw blurRad="38100" dist="38100" dir="2700000" algn="tl">
                    <a:srgbClr val="000000">
                      <a:alpha val="43137"/>
                    </a:srgbClr>
                  </a:outerShdw>
                </a:effectLst>
                <a:latin typeface="Times New Roman" pitchFamily="18" charset="0"/>
                <a:ea typeface="华文细黑" pitchFamily="2" charset="-122"/>
                <a:cs typeface="Times New Roman" pitchFamily="18" charset="0"/>
              </a:rPr>
              <a:t>组数</a:t>
            </a:r>
          </a:p>
        </p:txBody>
      </p:sp>
      <p:sp>
        <p:nvSpPr>
          <p:cNvPr id="4" name="矩形 3"/>
          <p:cNvSpPr/>
          <p:nvPr/>
        </p:nvSpPr>
        <p:spPr>
          <a:xfrm>
            <a:off x="2737501" y="4767535"/>
            <a:ext cx="3852000" cy="400110"/>
          </a:xfrm>
          <a:prstGeom prst="rect">
            <a:avLst/>
          </a:prstGeom>
        </p:spPr>
        <p:txBody>
          <a:bodyPr wrap="square">
            <a:spAutoFit/>
          </a:bodyPr>
          <a:lstStyle/>
          <a:p>
            <a:pPr algn="dist"/>
            <a:r>
              <a:rPr lang="en-US" altLang="zh-CN" sz="2000" b="1" dirty="0">
                <a:solidFill>
                  <a:srgbClr val="C00000"/>
                </a:solidFill>
                <a:latin typeface="Times New Roman" pitchFamily="18" charset="0"/>
                <a:cs typeface="Times New Roman" pitchFamily="18" charset="0"/>
                <a:sym typeface="Wingdings"/>
              </a:rPr>
              <a:t></a:t>
            </a:r>
            <a:endParaRPr lang="zh-CN" altLang="en-US" sz="2000" b="1" dirty="0">
              <a:solidFill>
                <a:srgbClr val="C00000"/>
              </a:solidFill>
            </a:endParaRPr>
          </a:p>
        </p:txBody>
      </p:sp>
    </p:spTree>
    <p:extLst>
      <p:ext uri="{BB962C8B-B14F-4D97-AF65-F5344CB8AC3E}">
        <p14:creationId xmlns:p14="http://schemas.microsoft.com/office/powerpoint/2010/main" val="22641782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直方图绘制</a:t>
            </a:r>
          </a:p>
        </p:txBody>
      </p:sp>
      <p:sp>
        <p:nvSpPr>
          <p:cNvPr id="7" name="内容占位符 6"/>
          <p:cNvSpPr>
            <a:spLocks noGrp="1"/>
          </p:cNvSpPr>
          <p:nvPr>
            <p:ph idx="1"/>
          </p:nvPr>
        </p:nvSpPr>
        <p:spPr/>
        <p:txBody>
          <a:bodyPr/>
          <a:lstStyle/>
          <a:p>
            <a:r>
              <a:rPr lang="zh-CN" altLang="en-US" dirty="0"/>
              <a:t>参数计算</a:t>
            </a:r>
          </a:p>
        </p:txBody>
      </p:sp>
      <mc:AlternateContent xmlns:mc="http://schemas.openxmlformats.org/markup-compatibility/2006" xmlns:a14="http://schemas.microsoft.com/office/drawing/2010/main">
        <mc:Choice Requires="a14">
          <p:sp>
            <p:nvSpPr>
              <p:cNvPr id="5" name="Rectangle 3"/>
              <p:cNvSpPr>
                <a:spLocks noChangeArrowheads="1"/>
              </p:cNvSpPr>
              <p:nvPr/>
            </p:nvSpPr>
            <p:spPr bwMode="auto">
              <a:xfrm>
                <a:off x="395536" y="3206921"/>
                <a:ext cx="8136904" cy="794320"/>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1257300" indent="-1257300" fontAlgn="base">
                  <a:lnSpc>
                    <a:spcPct val="120000"/>
                  </a:lnSpc>
                  <a:spcBef>
                    <a:spcPct val="0"/>
                  </a:spcBef>
                  <a:spcAft>
                    <a:spcPct val="0"/>
                  </a:spcAft>
                </a:pPr>
                <a:r>
                  <a:rPr lang="zh-CN" altLang="en-US" sz="2000" b="1" dirty="0">
                    <a:latin typeface="Times New Roman" pitchFamily="18" charset="0"/>
                    <a:ea typeface="楷体" pitchFamily="49" charset="-122"/>
                    <a:cs typeface="Times New Roman" pitchFamily="18" charset="0"/>
                  </a:rPr>
                  <a:t>全        距</a:t>
                </a:r>
                <a:r>
                  <a:rPr lang="zh-CN" altLang="en-US" sz="2000" dirty="0">
                    <a:latin typeface="Times New Roman" pitchFamily="18" charset="0"/>
                    <a:ea typeface="宋体" pitchFamily="2" charset="-122"/>
                    <a:cs typeface="Times New Roman" pitchFamily="18" charset="0"/>
                  </a:rPr>
                  <a:t>：一般用 </a:t>
                </a:r>
                <a:r>
                  <a:rPr lang="en-US" altLang="zh-CN" sz="2000" i="1" dirty="0">
                    <a:latin typeface="Times New Roman" pitchFamily="18" charset="0"/>
                    <a:ea typeface="宋体" pitchFamily="2" charset="-122"/>
                    <a:cs typeface="Times New Roman" pitchFamily="18" charset="0"/>
                  </a:rPr>
                  <a:t>R </a:t>
                </a:r>
                <a:r>
                  <a:rPr lang="zh-CN" altLang="en-US" sz="2000" dirty="0">
                    <a:latin typeface="Times New Roman" pitchFamily="18" charset="0"/>
                    <a:ea typeface="宋体" pitchFamily="2" charset="-122"/>
                    <a:cs typeface="Times New Roman" pitchFamily="18" charset="0"/>
                  </a:rPr>
                  <a:t>表示，为数据中的最大值 </a:t>
                </a:r>
                <a14:m>
                  <m:oMath xmlns:m="http://schemas.openxmlformats.org/officeDocument/2006/math">
                    <m:sSub>
                      <m:sSubPr>
                        <m:ctrlPr>
                          <a:rPr lang="en-US" altLang="zh-CN" sz="2000" i="1">
                            <a:latin typeface="Cambria Math" panose="02040503050406030204" pitchFamily="18" charset="0"/>
                            <a:ea typeface="宋体" pitchFamily="2" charset="-122"/>
                            <a:cs typeface="Times New Roman" pitchFamily="18" charset="0"/>
                          </a:rPr>
                        </m:ctrlPr>
                      </m:sSubPr>
                      <m:e>
                        <m:r>
                          <a:rPr lang="en-US" altLang="zh-CN" sz="2000" i="1">
                            <a:latin typeface="Cambria Math"/>
                            <a:ea typeface="宋体" pitchFamily="2" charset="-122"/>
                            <a:cs typeface="Times New Roman" pitchFamily="18" charset="0"/>
                          </a:rPr>
                          <m:t>𝑣</m:t>
                        </m:r>
                      </m:e>
                      <m:sub>
                        <m:r>
                          <a:rPr lang="en-US" altLang="zh-CN" sz="2000" i="1">
                            <a:latin typeface="Cambria Math"/>
                            <a:ea typeface="宋体" pitchFamily="2" charset="-122"/>
                            <a:cs typeface="Times New Roman" pitchFamily="18" charset="0"/>
                          </a:rPr>
                          <m:t>𝑚𝑎𝑥</m:t>
                        </m:r>
                      </m:sub>
                    </m:sSub>
                  </m:oMath>
                </a14:m>
                <a:r>
                  <a:rPr lang="zh-CN" altLang="en-US" sz="2000" dirty="0">
                    <a:latin typeface="Times New Roman" pitchFamily="18" charset="0"/>
                    <a:ea typeface="宋体" pitchFamily="2" charset="-122"/>
                    <a:cs typeface="Times New Roman" pitchFamily="18" charset="0"/>
                  </a:rPr>
                  <a:t> 与最小值 </a:t>
                </a:r>
                <a14:m>
                  <m:oMath xmlns:m="http://schemas.openxmlformats.org/officeDocument/2006/math">
                    <m:sSub>
                      <m:sSubPr>
                        <m:ctrlPr>
                          <a:rPr lang="en-US" altLang="zh-CN" sz="2000" i="1">
                            <a:latin typeface="Cambria Math" panose="02040503050406030204" pitchFamily="18" charset="0"/>
                            <a:ea typeface="宋体" pitchFamily="2" charset="-122"/>
                            <a:cs typeface="Times New Roman" pitchFamily="18" charset="0"/>
                          </a:rPr>
                        </m:ctrlPr>
                      </m:sSubPr>
                      <m:e>
                        <m:r>
                          <a:rPr lang="en-US" altLang="zh-CN" sz="2000" i="1">
                            <a:latin typeface="Cambria Math"/>
                            <a:ea typeface="宋体" pitchFamily="2" charset="-122"/>
                            <a:cs typeface="Times New Roman" pitchFamily="18" charset="0"/>
                          </a:rPr>
                          <m:t>𝑣</m:t>
                        </m:r>
                      </m:e>
                      <m:sub>
                        <m:r>
                          <a:rPr lang="en-US" altLang="zh-CN" sz="2000" i="1">
                            <a:latin typeface="Cambria Math"/>
                            <a:ea typeface="宋体" pitchFamily="2" charset="-122"/>
                            <a:cs typeface="Times New Roman" pitchFamily="18" charset="0"/>
                          </a:rPr>
                          <m:t>𝑚𝑖𝑛</m:t>
                        </m:r>
                      </m:sub>
                    </m:sSub>
                  </m:oMath>
                </a14:m>
                <a:r>
                  <a:rPr lang="zh-CN" altLang="en-US" sz="2000" dirty="0">
                    <a:latin typeface="Times New Roman" pitchFamily="18" charset="0"/>
                    <a:ea typeface="宋体" pitchFamily="2" charset="-122"/>
                    <a:cs typeface="Times New Roman" pitchFamily="18" charset="0"/>
                  </a:rPr>
                  <a:t> 之差，即数据的最小到最大跨度区间。</a:t>
                </a:r>
                <a:endParaRPr lang="zh-CN" altLang="en-US" sz="4400" dirty="0">
                  <a:latin typeface="Arial" pitchFamily="34" charset="0"/>
                  <a:ea typeface="宋体" pitchFamily="2" charset="-122"/>
                  <a:cs typeface="宋体" pitchFamily="2" charset="-122"/>
                </a:endParaRPr>
              </a:p>
            </p:txBody>
          </p:sp>
        </mc:Choice>
        <mc:Fallback xmlns="">
          <p:sp>
            <p:nvSpPr>
              <p:cNvPr id="5" name="Rectangle 3"/>
              <p:cNvSpPr>
                <a:spLocks noRot="1" noChangeAspect="1" noMove="1" noResize="1" noEditPoints="1" noAdjustHandles="1" noChangeArrowheads="1" noChangeShapeType="1" noTextEdit="1"/>
              </p:cNvSpPr>
              <p:nvPr/>
            </p:nvSpPr>
            <p:spPr bwMode="auto">
              <a:xfrm>
                <a:off x="395536" y="3206921"/>
                <a:ext cx="8136904" cy="794320"/>
              </a:xfrm>
              <a:prstGeom prst="rect">
                <a:avLst/>
              </a:prstGeom>
              <a:blipFill>
                <a:blip r:embed="rId3"/>
                <a:stretch>
                  <a:fillRect l="-824" t="-2308" r="-3820" b="-12308"/>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sp>
        <p:nvSpPr>
          <p:cNvPr id="11" name="Rectangle 3"/>
          <p:cNvSpPr>
            <a:spLocks noChangeArrowheads="1"/>
          </p:cNvSpPr>
          <p:nvPr/>
        </p:nvSpPr>
        <p:spPr bwMode="auto">
          <a:xfrm>
            <a:off x="395536" y="2746577"/>
            <a:ext cx="813690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fontAlgn="base">
              <a:spcBef>
                <a:spcPct val="0"/>
              </a:spcBef>
              <a:spcAft>
                <a:spcPct val="0"/>
              </a:spcAft>
            </a:pPr>
            <a:r>
              <a:rPr lang="zh-CN" altLang="en-US" sz="2000" b="1" dirty="0">
                <a:latin typeface="Times New Roman" pitchFamily="18" charset="0"/>
                <a:ea typeface="楷体" pitchFamily="49" charset="-122"/>
                <a:cs typeface="Times New Roman" pitchFamily="18" charset="0"/>
              </a:rPr>
              <a:t>数据个数</a:t>
            </a:r>
            <a:r>
              <a:rPr lang="zh-CN" altLang="en-US" sz="2000" dirty="0">
                <a:latin typeface="Times New Roman" pitchFamily="18" charset="0"/>
                <a:ea typeface="宋体" pitchFamily="2" charset="-122"/>
                <a:cs typeface="Times New Roman" pitchFamily="18" charset="0"/>
              </a:rPr>
              <a:t>：数据的个数，用 </a:t>
            </a:r>
            <a:r>
              <a:rPr lang="en-US" altLang="zh-CN" sz="2000" i="1" dirty="0">
                <a:latin typeface="Times New Roman" pitchFamily="18" charset="0"/>
                <a:ea typeface="宋体" pitchFamily="2" charset="-122"/>
                <a:cs typeface="Times New Roman" pitchFamily="18" charset="0"/>
              </a:rPr>
              <a:t>N </a:t>
            </a:r>
            <a:r>
              <a:rPr lang="zh-CN" altLang="en-US" sz="2000" dirty="0">
                <a:latin typeface="Times New Roman" pitchFamily="18" charset="0"/>
                <a:ea typeface="宋体" pitchFamily="2" charset="-122"/>
                <a:cs typeface="Times New Roman" pitchFamily="18" charset="0"/>
              </a:rPr>
              <a:t>表示。</a:t>
            </a:r>
            <a:endParaRPr lang="zh-CN" altLang="en-US" sz="4400" dirty="0">
              <a:latin typeface="Arial" pitchFamily="34" charset="0"/>
              <a:ea typeface="宋体" pitchFamily="2" charset="-122"/>
              <a:cs typeface="宋体" pitchFamily="2" charset="-122"/>
            </a:endParaRPr>
          </a:p>
        </p:txBody>
      </p:sp>
      <mc:AlternateContent xmlns:mc="http://schemas.openxmlformats.org/markup-compatibility/2006" xmlns:a14="http://schemas.microsoft.com/office/drawing/2010/main">
        <mc:Choice Requires="a14">
          <p:sp>
            <p:nvSpPr>
              <p:cNvPr id="9" name="矩形 8"/>
              <p:cNvSpPr/>
              <p:nvPr/>
            </p:nvSpPr>
            <p:spPr>
              <a:xfrm>
                <a:off x="395536" y="4019580"/>
                <a:ext cx="5544616" cy="1569660"/>
              </a:xfrm>
              <a:prstGeom prst="rect">
                <a:avLst/>
              </a:prstGeom>
            </p:spPr>
            <p:txBody>
              <a:bodyPr wrap="square">
                <a:spAutoFit/>
              </a:bodyPr>
              <a:lstStyle/>
              <a:p>
                <a:pPr marL="1257300" indent="-1257300">
                  <a:lnSpc>
                    <a:spcPct val="120000"/>
                  </a:lnSpc>
                </a:pPr>
                <a:r>
                  <a:rPr lang="zh-CN" altLang="en-US" sz="2000" b="1" dirty="0">
                    <a:latin typeface="Times New Roman" pitchFamily="18" charset="0"/>
                    <a:ea typeface="楷体" pitchFamily="49" charset="-122"/>
                    <a:cs typeface="Times New Roman" pitchFamily="18" charset="0"/>
                  </a:rPr>
                  <a:t>组        数：</a:t>
                </a:r>
                <a:r>
                  <a:rPr lang="zh-CN" altLang="en-US" sz="2000" dirty="0">
                    <a:latin typeface="Times New Roman" pitchFamily="18" charset="0"/>
                    <a:ea typeface="宋体" pitchFamily="2" charset="-122"/>
                    <a:cs typeface="Times New Roman" pitchFamily="18" charset="0"/>
                  </a:rPr>
                  <a:t>一般用</a:t>
                </a:r>
                <a:r>
                  <a:rPr lang="en-US" altLang="zh-CN" sz="2000" i="1" dirty="0">
                    <a:latin typeface="Times New Roman" pitchFamily="18" charset="0"/>
                    <a:ea typeface="宋体" pitchFamily="2" charset="-122"/>
                    <a:cs typeface="Times New Roman" pitchFamily="18" charset="0"/>
                  </a:rPr>
                  <a:t>k</a:t>
                </a:r>
                <a:r>
                  <a:rPr lang="zh-CN" altLang="en-US" sz="2000" dirty="0">
                    <a:latin typeface="Times New Roman" pitchFamily="18" charset="0"/>
                    <a:ea typeface="宋体" pitchFamily="2" charset="-122"/>
                    <a:cs typeface="Times New Roman" pitchFamily="18" charset="0"/>
                  </a:rPr>
                  <a:t>表示，对所研究的数据所划分的组数，也是直方图的组数。组数的计算可以利用史特吉斯公式</a:t>
                </a:r>
                <a14:m>
                  <m:oMath xmlns:m="http://schemas.openxmlformats.org/officeDocument/2006/math">
                    <m:r>
                      <a:rPr lang="en-US" altLang="zh-CN" sz="2000" i="1">
                        <a:latin typeface="Cambria Math"/>
                        <a:ea typeface="宋体" pitchFamily="2" charset="-122"/>
                        <a:cs typeface="Times New Roman" pitchFamily="18" charset="0"/>
                      </a:rPr>
                      <m:t>𝑘</m:t>
                    </m:r>
                    <m:r>
                      <a:rPr lang="en-US" altLang="zh-CN" sz="2000" i="1">
                        <a:latin typeface="Cambria Math"/>
                        <a:ea typeface="宋体" pitchFamily="2" charset="-122"/>
                        <a:cs typeface="Times New Roman" pitchFamily="18" charset="0"/>
                      </a:rPr>
                      <m:t>=1+3.32</m:t>
                    </m:r>
                    <m:r>
                      <a:rPr lang="en-US" altLang="zh-CN" sz="2000" i="1">
                        <a:latin typeface="Cambria Math"/>
                        <a:ea typeface="宋体" pitchFamily="2" charset="-122"/>
                        <a:cs typeface="Times New Roman" pitchFamily="18" charset="0"/>
                      </a:rPr>
                      <m:t>𝑙𝑔𝑁</m:t>
                    </m:r>
                  </m:oMath>
                </a14:m>
                <a:r>
                  <a:rPr lang="zh-CN" altLang="en-US" sz="2000" dirty="0">
                    <a:latin typeface="Times New Roman" pitchFamily="18" charset="0"/>
                    <a:ea typeface="宋体" pitchFamily="2" charset="-122"/>
                    <a:cs typeface="Times New Roman" pitchFamily="18" charset="0"/>
                  </a:rPr>
                  <a:t>来计算，或</a:t>
                </a:r>
              </a:p>
            </p:txBody>
          </p:sp>
        </mc:Choice>
        <mc:Fallback xmlns="">
          <p:sp>
            <p:nvSpPr>
              <p:cNvPr id="9" name="矩形 8"/>
              <p:cNvSpPr>
                <a:spLocks noRot="1" noChangeAspect="1" noMove="1" noResize="1" noEditPoints="1" noAdjustHandles="1" noChangeArrowheads="1" noChangeShapeType="1" noTextEdit="1"/>
              </p:cNvSpPr>
              <p:nvPr/>
            </p:nvSpPr>
            <p:spPr>
              <a:xfrm>
                <a:off x="395536" y="4019580"/>
                <a:ext cx="5544616" cy="1569660"/>
              </a:xfrm>
              <a:prstGeom prst="rect">
                <a:avLst/>
              </a:prstGeom>
              <a:blipFill>
                <a:blip r:embed="rId4"/>
                <a:stretch>
                  <a:fillRect l="-1210" t="-1163" r="-770" b="-2713"/>
                </a:stretch>
              </a:blipFill>
            </p:spPr>
            <p:txBody>
              <a:bodyPr/>
              <a:lstStyle/>
              <a:p>
                <a:r>
                  <a:rPr lang="zh-CN" altLang="en-US">
                    <a:noFill/>
                  </a:rPr>
                  <a:t> </a:t>
                </a:r>
              </a:p>
            </p:txBody>
          </p:sp>
        </mc:Fallback>
      </mc:AlternateContent>
      <p:graphicFrame>
        <p:nvGraphicFramePr>
          <p:cNvPr id="12" name="表格 11"/>
          <p:cNvGraphicFramePr>
            <a:graphicFrameLocks noGrp="1"/>
          </p:cNvGraphicFramePr>
          <p:nvPr/>
        </p:nvGraphicFramePr>
        <p:xfrm>
          <a:off x="6056163" y="4102764"/>
          <a:ext cx="2880320" cy="1451900"/>
        </p:xfrm>
        <a:graphic>
          <a:graphicData uri="http://schemas.openxmlformats.org/drawingml/2006/table">
            <a:tbl>
              <a:tblPr firstRow="1" firstCol="1" bandRow="1">
                <a:tableStyleId>{2D5ABB26-0587-4C30-8999-92F81FD0307C}</a:tableStyleId>
              </a:tblPr>
              <a:tblGrid>
                <a:gridCol w="1504811">
                  <a:extLst>
                    <a:ext uri="{9D8B030D-6E8A-4147-A177-3AD203B41FA5}">
                      <a16:colId xmlns:a16="http://schemas.microsoft.com/office/drawing/2014/main" val="20000"/>
                    </a:ext>
                  </a:extLst>
                </a:gridCol>
                <a:gridCol w="1375509">
                  <a:extLst>
                    <a:ext uri="{9D8B030D-6E8A-4147-A177-3AD203B41FA5}">
                      <a16:colId xmlns:a16="http://schemas.microsoft.com/office/drawing/2014/main" val="20001"/>
                    </a:ext>
                  </a:extLst>
                </a:gridCol>
              </a:tblGrid>
              <a:tr h="290380">
                <a:tc>
                  <a:txBody>
                    <a:bodyPr/>
                    <a:lstStyle/>
                    <a:p>
                      <a:pPr algn="ctr">
                        <a:lnSpc>
                          <a:spcPct val="100000"/>
                        </a:lnSpc>
                        <a:spcBef>
                          <a:spcPts val="300"/>
                        </a:spcBef>
                        <a:spcAft>
                          <a:spcPts val="300"/>
                        </a:spcAft>
                      </a:pPr>
                      <a:r>
                        <a:rPr lang="zh-CN" sz="1600" kern="100" dirty="0">
                          <a:effectLst/>
                        </a:rPr>
                        <a:t>数据数量</a:t>
                      </a:r>
                      <a:endParaRPr lang="zh-CN" sz="2000" kern="100" dirty="0">
                        <a:effectLst/>
                        <a:latin typeface="Times New Roman"/>
                        <a:ea typeface="宋体"/>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spcBef>
                          <a:spcPts val="300"/>
                        </a:spcBef>
                        <a:spcAft>
                          <a:spcPts val="300"/>
                        </a:spcAft>
                      </a:pPr>
                      <a:r>
                        <a:rPr lang="zh-CN" sz="1600" kern="100">
                          <a:effectLst/>
                        </a:rPr>
                        <a:t>组数</a:t>
                      </a:r>
                      <a:endParaRPr lang="zh-CN" sz="2000" kern="100">
                        <a:effectLst/>
                        <a:latin typeface="Times New Roman"/>
                        <a:ea typeface="宋体"/>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290380">
                <a:tc>
                  <a:txBody>
                    <a:bodyPr/>
                    <a:lstStyle/>
                    <a:p>
                      <a:pPr algn="ctr">
                        <a:lnSpc>
                          <a:spcPct val="100000"/>
                        </a:lnSpc>
                        <a:spcBef>
                          <a:spcPts val="300"/>
                        </a:spcBef>
                        <a:spcAft>
                          <a:spcPts val="300"/>
                        </a:spcAft>
                      </a:pPr>
                      <a:r>
                        <a:rPr lang="zh-CN" sz="1600" kern="100" dirty="0">
                          <a:effectLst/>
                        </a:rPr>
                        <a:t>小于</a:t>
                      </a:r>
                      <a:r>
                        <a:rPr lang="en-US" sz="1600" kern="100" dirty="0">
                          <a:effectLst/>
                        </a:rPr>
                        <a:t>50</a:t>
                      </a:r>
                      <a:endParaRPr lang="zh-CN" sz="2000" kern="100" dirty="0">
                        <a:effectLst/>
                        <a:latin typeface="Times New Roman"/>
                        <a:ea typeface="宋体"/>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spcBef>
                          <a:spcPts val="300"/>
                        </a:spcBef>
                        <a:spcAft>
                          <a:spcPts val="300"/>
                        </a:spcAft>
                      </a:pPr>
                      <a:r>
                        <a:rPr lang="en-US" sz="1600" kern="100" dirty="0">
                          <a:effectLst/>
                        </a:rPr>
                        <a:t>5-7</a:t>
                      </a:r>
                      <a:endParaRPr lang="zh-CN" sz="2000" kern="100" dirty="0">
                        <a:effectLst/>
                        <a:latin typeface="Times New Roman"/>
                        <a:ea typeface="宋体"/>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290380">
                <a:tc>
                  <a:txBody>
                    <a:bodyPr/>
                    <a:lstStyle/>
                    <a:p>
                      <a:pPr algn="ctr">
                        <a:lnSpc>
                          <a:spcPct val="100000"/>
                        </a:lnSpc>
                        <a:spcBef>
                          <a:spcPts val="300"/>
                        </a:spcBef>
                        <a:spcAft>
                          <a:spcPts val="300"/>
                        </a:spcAft>
                      </a:pPr>
                      <a:r>
                        <a:rPr lang="en-US" sz="1600" kern="100">
                          <a:effectLst/>
                        </a:rPr>
                        <a:t>50-100</a:t>
                      </a:r>
                      <a:endParaRPr lang="zh-CN" sz="2000" kern="100">
                        <a:effectLst/>
                        <a:latin typeface="Times New Roman"/>
                        <a:ea typeface="宋体"/>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spcBef>
                          <a:spcPts val="300"/>
                        </a:spcBef>
                        <a:spcAft>
                          <a:spcPts val="300"/>
                        </a:spcAft>
                      </a:pPr>
                      <a:r>
                        <a:rPr lang="en-US" sz="1600" kern="100" dirty="0">
                          <a:effectLst/>
                        </a:rPr>
                        <a:t>6-10</a:t>
                      </a:r>
                      <a:endParaRPr lang="zh-CN" sz="2000" kern="100" dirty="0">
                        <a:effectLst/>
                        <a:latin typeface="Times New Roman"/>
                        <a:ea typeface="宋体"/>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290380">
                <a:tc>
                  <a:txBody>
                    <a:bodyPr/>
                    <a:lstStyle/>
                    <a:p>
                      <a:pPr algn="ctr">
                        <a:lnSpc>
                          <a:spcPct val="100000"/>
                        </a:lnSpc>
                        <a:spcBef>
                          <a:spcPts val="300"/>
                        </a:spcBef>
                        <a:spcAft>
                          <a:spcPts val="300"/>
                        </a:spcAft>
                      </a:pPr>
                      <a:r>
                        <a:rPr lang="en-US" sz="1600" kern="100" dirty="0">
                          <a:effectLst/>
                        </a:rPr>
                        <a:t>100-250</a:t>
                      </a:r>
                      <a:endParaRPr lang="zh-CN" sz="2000" kern="100" dirty="0">
                        <a:effectLst/>
                        <a:latin typeface="Times New Roman"/>
                        <a:ea typeface="宋体"/>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spcBef>
                          <a:spcPts val="300"/>
                        </a:spcBef>
                        <a:spcAft>
                          <a:spcPts val="300"/>
                        </a:spcAft>
                      </a:pPr>
                      <a:r>
                        <a:rPr lang="en-US" sz="1600" kern="100" dirty="0">
                          <a:effectLst/>
                        </a:rPr>
                        <a:t>7-12</a:t>
                      </a:r>
                      <a:endParaRPr lang="zh-CN" sz="2000" kern="100" dirty="0">
                        <a:effectLst/>
                        <a:latin typeface="Times New Roman"/>
                        <a:ea typeface="宋体"/>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290380">
                <a:tc>
                  <a:txBody>
                    <a:bodyPr/>
                    <a:lstStyle/>
                    <a:p>
                      <a:pPr algn="ctr">
                        <a:lnSpc>
                          <a:spcPct val="100000"/>
                        </a:lnSpc>
                        <a:spcBef>
                          <a:spcPts val="300"/>
                        </a:spcBef>
                        <a:spcAft>
                          <a:spcPts val="300"/>
                        </a:spcAft>
                      </a:pPr>
                      <a:r>
                        <a:rPr lang="en-US" sz="1600" kern="100">
                          <a:effectLst/>
                        </a:rPr>
                        <a:t>250</a:t>
                      </a:r>
                      <a:r>
                        <a:rPr lang="zh-CN" sz="1600" kern="100">
                          <a:effectLst/>
                        </a:rPr>
                        <a:t>以上</a:t>
                      </a:r>
                      <a:endParaRPr lang="zh-CN" sz="2000" kern="100">
                        <a:effectLst/>
                        <a:latin typeface="Times New Roman"/>
                        <a:ea typeface="宋体"/>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spcBef>
                          <a:spcPts val="300"/>
                        </a:spcBef>
                        <a:spcAft>
                          <a:spcPts val="300"/>
                        </a:spcAft>
                      </a:pPr>
                      <a:r>
                        <a:rPr lang="en-US" sz="1600" kern="100" dirty="0">
                          <a:effectLst/>
                        </a:rPr>
                        <a:t>10-20</a:t>
                      </a:r>
                      <a:endParaRPr lang="zh-CN" sz="2000" kern="100" dirty="0">
                        <a:effectLst/>
                        <a:latin typeface="Times New Roman"/>
                        <a:ea typeface="宋体"/>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2" name="灯片编号占位符 1"/>
          <p:cNvSpPr>
            <a:spLocks noGrp="1"/>
          </p:cNvSpPr>
          <p:nvPr>
            <p:ph type="sldNum" sz="quarter" idx="12"/>
          </p:nvPr>
        </p:nvSpPr>
        <p:spPr/>
        <p:txBody>
          <a:bodyPr/>
          <a:lstStyle/>
          <a:p>
            <a:fld id="{0C913308-F349-4B6D-A68A-DD1791B4A57B}" type="slidenum">
              <a:rPr lang="zh-CN" altLang="en-US" smtClean="0"/>
              <a:t>11</a:t>
            </a:fld>
            <a:endParaRPr lang="zh-CN" altLang="en-US"/>
          </a:p>
        </p:txBody>
      </p:sp>
      <p:pic>
        <p:nvPicPr>
          <p:cNvPr id="11266" name="Picture 2"/>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292080" y="923478"/>
            <a:ext cx="3774182" cy="18574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451623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animEffect transition="in" filter="fade">
                                      <p:cBhvr>
                                        <p:cTn id="7" dur="500"/>
                                        <p:tgtEl>
                                          <p:spTgt spid="1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Effect transition="in" filter="fade">
                                      <p:cBhvr>
                                        <p:cTn id="12" dur="500"/>
                                        <p:tgtEl>
                                          <p:spTgt spid="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9">
                                            <p:txEl>
                                              <p:pRg st="0" end="0"/>
                                            </p:txEl>
                                          </p:spTgt>
                                        </p:tgtEl>
                                        <p:attrNameLst>
                                          <p:attrName>style.visibility</p:attrName>
                                        </p:attrNameLst>
                                      </p:cBhvr>
                                      <p:to>
                                        <p:strVal val="visible"/>
                                      </p:to>
                                    </p:set>
                                    <p:animEffect transition="in" filter="fade">
                                      <p:cBhvr>
                                        <p:cTn id="17" dur="500"/>
                                        <p:tgtEl>
                                          <p:spTgt spid="9">
                                            <p:txEl>
                                              <p:pRg st="0" end="0"/>
                                            </p:txEl>
                                          </p:spTgt>
                                        </p:tgtEl>
                                      </p:cBhvr>
                                    </p:animEffect>
                                  </p:childTnLst>
                                </p:cTn>
                              </p:par>
                            </p:childTnLst>
                          </p:cTn>
                        </p:par>
                        <p:par>
                          <p:cTn id="18" fill="hold">
                            <p:stCondLst>
                              <p:cond delay="500"/>
                            </p:stCondLst>
                            <p:childTnLst>
                              <p:par>
                                <p:cTn id="19" presetID="10" presetClass="entr" presetSubtype="0" fill="hold" nodeType="after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11" grpId="0" build="p"/>
      <p:bldP spid="9"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a:t>直方图绘制</a:t>
            </a:r>
            <a:endParaRPr lang="zh-CN" altLang="en-US" dirty="0"/>
          </a:p>
        </p:txBody>
      </p:sp>
      <p:sp>
        <p:nvSpPr>
          <p:cNvPr id="7" name="内容占位符 6"/>
          <p:cNvSpPr>
            <a:spLocks noGrp="1"/>
          </p:cNvSpPr>
          <p:nvPr>
            <p:ph idx="1"/>
          </p:nvPr>
        </p:nvSpPr>
        <p:spPr/>
        <p:txBody>
          <a:bodyPr/>
          <a:lstStyle/>
          <a:p>
            <a:r>
              <a:rPr lang="zh-CN" altLang="en-US" dirty="0"/>
              <a:t>参数计算</a:t>
            </a:r>
          </a:p>
          <a:p>
            <a:endParaRPr lang="zh-CN" altLang="en-US" dirty="0"/>
          </a:p>
        </p:txBody>
      </p:sp>
      <p:sp>
        <p:nvSpPr>
          <p:cNvPr id="2" name="灯片编号占位符 1"/>
          <p:cNvSpPr>
            <a:spLocks noGrp="1"/>
          </p:cNvSpPr>
          <p:nvPr>
            <p:ph type="sldNum" sz="quarter" idx="12"/>
          </p:nvPr>
        </p:nvSpPr>
        <p:spPr/>
        <p:txBody>
          <a:bodyPr/>
          <a:lstStyle/>
          <a:p>
            <a:fld id="{0C913308-F349-4B6D-A68A-DD1791B4A57B}" type="slidenum">
              <a:rPr lang="zh-CN" altLang="en-US" smtClean="0"/>
              <a:pPr/>
              <a:t>12</a:t>
            </a:fld>
            <a:endParaRPr lang="zh-CN" altLang="en-US"/>
          </a:p>
        </p:txBody>
      </p:sp>
      <mc:AlternateContent xmlns:mc="http://schemas.openxmlformats.org/markup-compatibility/2006" xmlns:a14="http://schemas.microsoft.com/office/drawing/2010/main">
        <mc:Choice Requires="a14">
          <p:sp>
            <p:nvSpPr>
              <p:cNvPr id="5" name="Rectangle 3"/>
              <p:cNvSpPr>
                <a:spLocks noChangeArrowheads="1"/>
              </p:cNvSpPr>
              <p:nvPr/>
            </p:nvSpPr>
            <p:spPr bwMode="auto">
              <a:xfrm>
                <a:off x="396000" y="3662690"/>
                <a:ext cx="8136904" cy="795667"/>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1257300" indent="-1257300" fontAlgn="base">
                  <a:lnSpc>
                    <a:spcPct val="120000"/>
                  </a:lnSpc>
                  <a:spcBef>
                    <a:spcPct val="0"/>
                  </a:spcBef>
                  <a:spcAft>
                    <a:spcPts val="300"/>
                  </a:spcAft>
                </a:pPr>
                <a:r>
                  <a:rPr lang="zh-CN" altLang="en-US" sz="2000" b="1" dirty="0">
                    <a:latin typeface="Times New Roman" pitchFamily="18" charset="0"/>
                    <a:ea typeface="楷体" pitchFamily="49" charset="-122"/>
                    <a:cs typeface="Times New Roman" pitchFamily="18" charset="0"/>
                  </a:rPr>
                  <a:t>组        界：</a:t>
                </a:r>
                <a:r>
                  <a:rPr lang="zh-CN" altLang="en-US" sz="2000" dirty="0">
                    <a:latin typeface="Times New Roman" pitchFamily="18" charset="0"/>
                    <a:ea typeface="宋体" pitchFamily="2" charset="-122"/>
                    <a:cs typeface="Times New Roman" pitchFamily="18" charset="0"/>
                  </a:rPr>
                  <a:t>组界分为上组界和下组界，分别为一个组的起始点和终止点。第  </a:t>
                </a:r>
                <a:r>
                  <a:rPr lang="en-US" altLang="zh-CN" sz="2000" i="1" dirty="0">
                    <a:latin typeface="Times New Roman" pitchFamily="18" charset="0"/>
                    <a:ea typeface="宋体" pitchFamily="2" charset="-122"/>
                    <a:cs typeface="Times New Roman" pitchFamily="18" charset="0"/>
                  </a:rPr>
                  <a:t>i  </a:t>
                </a:r>
                <a:r>
                  <a:rPr lang="zh-CN" altLang="en-US" sz="2000" dirty="0">
                    <a:latin typeface="Times New Roman" pitchFamily="18" charset="0"/>
                    <a:ea typeface="宋体" pitchFamily="2" charset="-122"/>
                    <a:cs typeface="Times New Roman" pitchFamily="18" charset="0"/>
                  </a:rPr>
                  <a:t>组的组界为：</a:t>
                </a:r>
                <a14:m>
                  <m:oMath xmlns:m="http://schemas.openxmlformats.org/officeDocument/2006/math">
                    <m:d>
                      <m:dPr>
                        <m:begChr m:val="{"/>
                        <m:endChr m:val="}"/>
                        <m:ctrlPr>
                          <a:rPr lang="en-US" altLang="zh-CN" i="1">
                            <a:latin typeface="Cambria Math" panose="02040503050406030204" pitchFamily="18" charset="0"/>
                            <a:ea typeface="宋体" pitchFamily="2" charset="-122"/>
                            <a:cs typeface="Times New Roman" pitchFamily="18" charset="0"/>
                          </a:rPr>
                        </m:ctrlPr>
                      </m:dPr>
                      <m:e>
                        <m:sSub>
                          <m:sSubPr>
                            <m:ctrlPr>
                              <a:rPr lang="en-US" altLang="zh-CN" i="1">
                                <a:latin typeface="Cambria Math" panose="02040503050406030204" pitchFamily="18" charset="0"/>
                                <a:ea typeface="宋体" pitchFamily="2" charset="-122"/>
                                <a:cs typeface="Times New Roman" pitchFamily="18" charset="0"/>
                              </a:rPr>
                            </m:ctrlPr>
                          </m:sSubPr>
                          <m:e>
                            <m:r>
                              <a:rPr lang="en-US" altLang="zh-CN" i="1">
                                <a:latin typeface="Cambria Math"/>
                                <a:ea typeface="宋体" pitchFamily="2" charset="-122"/>
                                <a:cs typeface="Times New Roman" pitchFamily="18" charset="0"/>
                              </a:rPr>
                              <m:t>𝑣</m:t>
                            </m:r>
                          </m:e>
                          <m:sub>
                            <m:r>
                              <a:rPr lang="en-US" altLang="zh-CN" i="1">
                                <a:latin typeface="Cambria Math"/>
                                <a:ea typeface="宋体" pitchFamily="2" charset="-122"/>
                                <a:cs typeface="Times New Roman" pitchFamily="18" charset="0"/>
                              </a:rPr>
                              <m:t>𝑚𝑖𝑛</m:t>
                            </m:r>
                          </m:sub>
                        </m:sSub>
                        <m:r>
                          <a:rPr lang="en-US" altLang="zh-CN" i="1">
                            <a:latin typeface="Cambria Math"/>
                            <a:ea typeface="宋体" pitchFamily="2" charset="-122"/>
                            <a:cs typeface="Times New Roman" pitchFamily="18" charset="0"/>
                          </a:rPr>
                          <m:t>+</m:t>
                        </m:r>
                        <m:d>
                          <m:dPr>
                            <m:ctrlPr>
                              <a:rPr lang="en-US" altLang="zh-CN" i="1">
                                <a:latin typeface="Cambria Math" panose="02040503050406030204" pitchFamily="18" charset="0"/>
                                <a:ea typeface="宋体" pitchFamily="2" charset="-122"/>
                                <a:cs typeface="Times New Roman" pitchFamily="18" charset="0"/>
                              </a:rPr>
                            </m:ctrlPr>
                          </m:dPr>
                          <m:e>
                            <m:r>
                              <a:rPr lang="en-US" altLang="zh-CN" i="1">
                                <a:latin typeface="Cambria Math"/>
                                <a:ea typeface="宋体" pitchFamily="2" charset="-122"/>
                                <a:cs typeface="Times New Roman" pitchFamily="18" charset="0"/>
                              </a:rPr>
                              <m:t>𝑖</m:t>
                            </m:r>
                            <m:r>
                              <a:rPr lang="en-US" altLang="zh-CN" i="1">
                                <a:latin typeface="Cambria Math"/>
                                <a:ea typeface="宋体" pitchFamily="2" charset="-122"/>
                                <a:cs typeface="Times New Roman" pitchFamily="18" charset="0"/>
                              </a:rPr>
                              <m:t>−1</m:t>
                            </m:r>
                          </m:e>
                        </m:d>
                        <m:r>
                          <a:rPr lang="en-US" altLang="zh-CN" i="1">
                            <a:latin typeface="Cambria Math"/>
                            <a:ea typeface="宋体" pitchFamily="2" charset="-122"/>
                            <a:cs typeface="Times New Roman" pitchFamily="18" charset="0"/>
                          </a:rPr>
                          <m:t>h</m:t>
                        </m:r>
                        <m:r>
                          <a:rPr lang="zh-CN" altLang="en-US" i="1">
                            <a:latin typeface="Cambria Math"/>
                            <a:ea typeface="宋体" pitchFamily="2" charset="-122"/>
                            <a:cs typeface="Times New Roman" pitchFamily="18" charset="0"/>
                          </a:rPr>
                          <m:t>，</m:t>
                        </m:r>
                        <m:sSub>
                          <m:sSubPr>
                            <m:ctrlPr>
                              <a:rPr lang="en-US" altLang="zh-CN" i="1">
                                <a:latin typeface="Cambria Math" panose="02040503050406030204" pitchFamily="18" charset="0"/>
                                <a:ea typeface="宋体" pitchFamily="2" charset="-122"/>
                                <a:cs typeface="Times New Roman" pitchFamily="18" charset="0"/>
                              </a:rPr>
                            </m:ctrlPr>
                          </m:sSubPr>
                          <m:e>
                            <m:r>
                              <a:rPr lang="en-US" altLang="zh-CN" i="1">
                                <a:latin typeface="Cambria Math"/>
                                <a:ea typeface="宋体" pitchFamily="2" charset="-122"/>
                                <a:cs typeface="Times New Roman" pitchFamily="18" charset="0"/>
                              </a:rPr>
                              <m:t>𝑣</m:t>
                            </m:r>
                          </m:e>
                          <m:sub>
                            <m:r>
                              <a:rPr lang="en-US" altLang="zh-CN" i="1">
                                <a:latin typeface="Cambria Math"/>
                                <a:ea typeface="宋体" pitchFamily="2" charset="-122"/>
                                <a:cs typeface="Times New Roman" pitchFamily="18" charset="0"/>
                              </a:rPr>
                              <m:t>𝑚𝑖𝑛</m:t>
                            </m:r>
                          </m:sub>
                        </m:sSub>
                        <m:r>
                          <a:rPr lang="en-US" altLang="zh-CN" i="1">
                            <a:latin typeface="Cambria Math"/>
                            <a:ea typeface="宋体" pitchFamily="2" charset="-122"/>
                            <a:cs typeface="Times New Roman" pitchFamily="18" charset="0"/>
                          </a:rPr>
                          <m:t>+</m:t>
                        </m:r>
                        <m:r>
                          <a:rPr lang="en-US" altLang="zh-CN" i="1">
                            <a:latin typeface="Cambria Math"/>
                            <a:ea typeface="宋体" pitchFamily="2" charset="-122"/>
                            <a:cs typeface="Times New Roman" pitchFamily="18" charset="0"/>
                          </a:rPr>
                          <m:t>𝑖</m:t>
                        </m:r>
                        <m:r>
                          <a:rPr lang="en-US" altLang="zh-CN" i="1">
                            <a:latin typeface="Cambria Math"/>
                            <a:ea typeface="Cambria Math"/>
                            <a:cs typeface="Times New Roman" pitchFamily="18" charset="0"/>
                          </a:rPr>
                          <m:t>∙</m:t>
                        </m:r>
                        <m:r>
                          <a:rPr lang="en-US" altLang="zh-CN" i="1">
                            <a:latin typeface="Cambria Math"/>
                            <a:ea typeface="宋体" pitchFamily="2" charset="-122"/>
                            <a:cs typeface="Times New Roman" pitchFamily="18" charset="0"/>
                          </a:rPr>
                          <m:t>h</m:t>
                        </m:r>
                      </m:e>
                    </m:d>
                  </m:oMath>
                </a14:m>
                <a:r>
                  <a:rPr lang="zh-CN" altLang="en-US" sz="2000" dirty="0">
                    <a:latin typeface="Times New Roman" pitchFamily="18" charset="0"/>
                    <a:ea typeface="宋体" pitchFamily="2" charset="-122"/>
                    <a:cs typeface="Times New Roman" pitchFamily="18" charset="0"/>
                  </a:rPr>
                  <a:t>。</a:t>
                </a:r>
                <a:endParaRPr lang="zh-CN" altLang="en-US" sz="4400" dirty="0">
                  <a:latin typeface="Arial" pitchFamily="34" charset="0"/>
                  <a:ea typeface="宋体" pitchFamily="2" charset="-122"/>
                  <a:cs typeface="宋体" pitchFamily="2" charset="-122"/>
                </a:endParaRPr>
              </a:p>
            </p:txBody>
          </p:sp>
        </mc:Choice>
        <mc:Fallback xmlns="">
          <p:sp>
            <p:nvSpPr>
              <p:cNvPr id="5" name="Rectangle 3"/>
              <p:cNvSpPr>
                <a:spLocks noRot="1" noChangeAspect="1" noMove="1" noResize="1" noEditPoints="1" noAdjustHandles="1" noChangeArrowheads="1" noChangeShapeType="1" noTextEdit="1"/>
              </p:cNvSpPr>
              <p:nvPr/>
            </p:nvSpPr>
            <p:spPr bwMode="auto">
              <a:xfrm>
                <a:off x="396000" y="3662690"/>
                <a:ext cx="8136904" cy="795667"/>
              </a:xfrm>
              <a:prstGeom prst="rect">
                <a:avLst/>
              </a:prstGeom>
              <a:blipFill>
                <a:blip r:embed="rId3"/>
                <a:stretch>
                  <a:fillRect l="-824" t="-2308" r="-2921" b="-13846"/>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sp>
        <p:nvSpPr>
          <p:cNvPr id="11" name="Rectangle 3"/>
          <p:cNvSpPr>
            <a:spLocks noChangeArrowheads="1"/>
          </p:cNvSpPr>
          <p:nvPr/>
        </p:nvSpPr>
        <p:spPr bwMode="auto">
          <a:xfrm>
            <a:off x="396000" y="2759685"/>
            <a:ext cx="8136904" cy="7956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1257300" indent="-1257300" fontAlgn="base">
              <a:lnSpc>
                <a:spcPct val="120000"/>
              </a:lnSpc>
              <a:spcBef>
                <a:spcPct val="0"/>
              </a:spcBef>
              <a:spcAft>
                <a:spcPts val="300"/>
              </a:spcAft>
            </a:pPr>
            <a:r>
              <a:rPr lang="zh-CN" altLang="en-US" sz="2000" b="1" dirty="0">
                <a:latin typeface="Times New Roman" pitchFamily="18" charset="0"/>
                <a:ea typeface="楷体" pitchFamily="49" charset="-122"/>
                <a:cs typeface="Times New Roman" pitchFamily="18" charset="0"/>
              </a:rPr>
              <a:t>组        距：</a:t>
            </a:r>
            <a:r>
              <a:rPr lang="zh-CN" altLang="en-US" sz="2000" dirty="0">
                <a:latin typeface="Times New Roman" pitchFamily="18" charset="0"/>
                <a:ea typeface="宋体" pitchFamily="2" charset="-122"/>
                <a:cs typeface="Times New Roman" pitchFamily="18" charset="0"/>
              </a:rPr>
              <a:t>一般用 </a:t>
            </a:r>
            <a:r>
              <a:rPr lang="en-US" altLang="zh-CN" sz="2000" i="1" dirty="0">
                <a:latin typeface="Times New Roman" pitchFamily="18" charset="0"/>
                <a:ea typeface="宋体" pitchFamily="2" charset="-122"/>
                <a:cs typeface="Times New Roman" pitchFamily="18" charset="0"/>
              </a:rPr>
              <a:t>h </a:t>
            </a:r>
            <a:r>
              <a:rPr lang="zh-CN" altLang="en-US" sz="2000" dirty="0">
                <a:latin typeface="Times New Roman" pitchFamily="18" charset="0"/>
                <a:ea typeface="宋体" pitchFamily="2" charset="-122"/>
                <a:cs typeface="Times New Roman" pitchFamily="18" charset="0"/>
              </a:rPr>
              <a:t>表示，为所分组的跨度区间，在直方图中则为条块的宽度。有 </a:t>
            </a:r>
            <a:r>
              <a:rPr lang="en-US" altLang="zh-CN" sz="2000" i="1" dirty="0">
                <a:latin typeface="Times New Roman" pitchFamily="18" charset="0"/>
                <a:ea typeface="宋体" pitchFamily="2" charset="-122"/>
                <a:cs typeface="Times New Roman" pitchFamily="18" charset="0"/>
              </a:rPr>
              <a:t>h</a:t>
            </a:r>
            <a:r>
              <a:rPr lang="en-US" altLang="zh-CN" sz="2000" dirty="0">
                <a:latin typeface="Times New Roman" pitchFamily="18" charset="0"/>
                <a:ea typeface="宋体" pitchFamily="2" charset="-122"/>
                <a:cs typeface="Times New Roman" pitchFamily="18" charset="0"/>
              </a:rPr>
              <a:t>=</a:t>
            </a:r>
            <a:r>
              <a:rPr lang="en-US" altLang="zh-CN" sz="2000" i="1" dirty="0">
                <a:latin typeface="Times New Roman" pitchFamily="18" charset="0"/>
                <a:ea typeface="宋体" pitchFamily="2" charset="-122"/>
                <a:cs typeface="Times New Roman" pitchFamily="18" charset="0"/>
              </a:rPr>
              <a:t>R</a:t>
            </a:r>
            <a:r>
              <a:rPr lang="en-US" altLang="zh-CN" sz="2000" dirty="0">
                <a:latin typeface="Times New Roman" pitchFamily="18" charset="0"/>
                <a:ea typeface="宋体" pitchFamily="2" charset="-122"/>
                <a:cs typeface="Times New Roman" pitchFamily="18" charset="0"/>
              </a:rPr>
              <a:t>/</a:t>
            </a:r>
            <a:r>
              <a:rPr lang="en-US" altLang="zh-CN" sz="2000" i="1" dirty="0">
                <a:latin typeface="Times New Roman" pitchFamily="18" charset="0"/>
                <a:ea typeface="宋体" pitchFamily="2" charset="-122"/>
                <a:cs typeface="Times New Roman" pitchFamily="18" charset="0"/>
              </a:rPr>
              <a:t>k</a:t>
            </a:r>
            <a:r>
              <a:rPr lang="zh-CN" altLang="en-US" sz="2000" dirty="0">
                <a:latin typeface="Times New Roman" pitchFamily="18" charset="0"/>
                <a:ea typeface="宋体" pitchFamily="2" charset="-122"/>
                <a:cs typeface="Times New Roman" pitchFamily="18" charset="0"/>
              </a:rPr>
              <a:t>。所有组距相等。</a:t>
            </a:r>
            <a:endParaRPr lang="zh-CN" altLang="en-US" sz="4400" dirty="0">
              <a:latin typeface="Arial" pitchFamily="34" charset="0"/>
              <a:ea typeface="宋体" pitchFamily="2" charset="-122"/>
              <a:cs typeface="宋体" pitchFamily="2" charset="-122"/>
            </a:endParaRPr>
          </a:p>
        </p:txBody>
      </p:sp>
      <p:sp>
        <p:nvSpPr>
          <p:cNvPr id="9" name="矩形 8"/>
          <p:cNvSpPr/>
          <p:nvPr/>
        </p:nvSpPr>
        <p:spPr>
          <a:xfrm>
            <a:off x="396000" y="4658850"/>
            <a:ext cx="8136904" cy="426335"/>
          </a:xfrm>
          <a:prstGeom prst="rect">
            <a:avLst/>
          </a:prstGeom>
        </p:spPr>
        <p:txBody>
          <a:bodyPr wrap="square">
            <a:spAutoFit/>
          </a:bodyPr>
          <a:lstStyle/>
          <a:p>
            <a:pPr>
              <a:lnSpc>
                <a:spcPct val="120000"/>
              </a:lnSpc>
              <a:spcAft>
                <a:spcPts val="300"/>
              </a:spcAft>
            </a:pPr>
            <a:r>
              <a:rPr lang="zh-CN" altLang="en-US" sz="2000" b="1" dirty="0">
                <a:latin typeface="Times New Roman" pitchFamily="18" charset="0"/>
                <a:ea typeface="楷体" pitchFamily="49" charset="-122"/>
                <a:cs typeface="Times New Roman" pitchFamily="18" charset="0"/>
              </a:rPr>
              <a:t>中  心  点：</a:t>
            </a:r>
            <a:r>
              <a:rPr lang="zh-CN" altLang="en-US" sz="2000" dirty="0">
                <a:latin typeface="Times New Roman" pitchFamily="18" charset="0"/>
                <a:ea typeface="宋体" pitchFamily="2" charset="-122"/>
                <a:cs typeface="Times New Roman" pitchFamily="18" charset="0"/>
              </a:rPr>
              <a:t>本组最大值和最小值的平均，即组内最小值到最大值的中心。</a:t>
            </a:r>
          </a:p>
        </p:txBody>
      </p:sp>
      <p:pic>
        <p:nvPicPr>
          <p:cNvPr id="10" name="Picture 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292080" y="923478"/>
            <a:ext cx="3774182" cy="18574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911794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1" grpId="0"/>
      <p:bldP spid="9"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直方图</a:t>
            </a:r>
            <a:endParaRPr lang="zh-CN" altLang="en-US" dirty="0"/>
          </a:p>
        </p:txBody>
      </p:sp>
      <p:sp>
        <p:nvSpPr>
          <p:cNvPr id="4" name="内容占位符 3"/>
          <p:cNvSpPr>
            <a:spLocks noGrp="1"/>
          </p:cNvSpPr>
          <p:nvPr>
            <p:ph idx="1"/>
          </p:nvPr>
        </p:nvSpPr>
        <p:spPr/>
        <p:txBody>
          <a:bodyPr>
            <a:normAutofit/>
          </a:bodyPr>
          <a:lstStyle/>
          <a:p>
            <a:pPr marL="0" indent="0">
              <a:buNone/>
            </a:pPr>
            <a:r>
              <a:rPr lang="en-US" altLang="zh-CN" dirty="0"/>
              <a:t>【</a:t>
            </a:r>
            <a:r>
              <a:rPr lang="zh-CN" altLang="en-US" dirty="0"/>
              <a:t>例</a:t>
            </a:r>
            <a:r>
              <a:rPr lang="en-US" altLang="zh-CN" dirty="0"/>
              <a:t>】</a:t>
            </a:r>
            <a:r>
              <a:rPr lang="zh-CN" altLang="en-US" dirty="0"/>
              <a:t>绘制直方图</a:t>
            </a:r>
          </a:p>
        </p:txBody>
      </p:sp>
      <p:pic>
        <p:nvPicPr>
          <p:cNvPr id="7"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32041" y="3212976"/>
            <a:ext cx="4032447" cy="2503902"/>
          </a:xfrm>
          <a:prstGeom prst="rect">
            <a:avLst/>
          </a:prstGeom>
          <a:noFill/>
          <a:ln>
            <a:headEnd type="none" w="med" len="med"/>
            <a:tailEnd type="triangle" w="med" len="med"/>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矩形 4"/>
          <p:cNvSpPr/>
          <p:nvPr/>
        </p:nvSpPr>
        <p:spPr>
          <a:xfrm>
            <a:off x="3203848" y="1325086"/>
            <a:ext cx="5832648" cy="1815882"/>
          </a:xfrm>
          <a:prstGeom prst="rect">
            <a:avLst/>
          </a:prstGeom>
        </p:spPr>
        <p:txBody>
          <a:bodyPr wrap="square">
            <a:spAutoFit/>
          </a:bodyPr>
          <a:lstStyle/>
          <a:p>
            <a:r>
              <a:rPr lang="en-US" altLang="zh-CN" sz="1600" dirty="0">
                <a:latin typeface="Times New Roman" pitchFamily="18" charset="0"/>
                <a:cs typeface="Times New Roman" pitchFamily="18" charset="0"/>
              </a:rPr>
              <a:t>136, 125, 109, 105, 129, 111, 129, 99, 102, 123, 98, 97, 124, 123, 126, 89, 99, 101, 108, 119, 102, 117, 87, 111, 97, 110, 90, 116, 117, 98, 110, 113, 131, 103, 100, 121, 99, 97, 99, 121, 99, 110, 97, 105, 115, 80, 121, 102, 118, 101, 121, 92, 102, 92, 111, 120, 123, 108, 106, 113, 110, 102, 123, 114, 106, 121, 107, 101, 119, 102, 96, 109, 104, 108, 117, 104, 111, 95, 97, 103, 100, 104, 104, 104, 104, 108, 91, 107, 126, 104, 103, 112, 128, 102, 109, 118, 100, 101, 108, 108</a:t>
            </a:r>
            <a:endParaRPr lang="zh-CN" altLang="en-US" sz="1600" dirty="0">
              <a:latin typeface="Times New Roman" pitchFamily="18" charset="0"/>
              <a:cs typeface="Times New Roman" pitchFamily="18" charset="0"/>
            </a:endParaRPr>
          </a:p>
        </p:txBody>
      </p:sp>
      <p:graphicFrame>
        <p:nvGraphicFramePr>
          <p:cNvPr id="6" name="表格 5"/>
          <p:cNvGraphicFramePr>
            <a:graphicFrameLocks noGrp="1"/>
          </p:cNvGraphicFramePr>
          <p:nvPr/>
        </p:nvGraphicFramePr>
        <p:xfrm>
          <a:off x="107504" y="3244949"/>
          <a:ext cx="1697330" cy="1703070"/>
        </p:xfrm>
        <a:graphic>
          <a:graphicData uri="http://schemas.openxmlformats.org/drawingml/2006/table">
            <a:tbl>
              <a:tblPr>
                <a:tableStyleId>{5C22544A-7EE6-4342-B048-85BDC9FD1C3A}</a:tableStyleId>
              </a:tblPr>
              <a:tblGrid>
                <a:gridCol w="990600">
                  <a:extLst>
                    <a:ext uri="{9D8B030D-6E8A-4147-A177-3AD203B41FA5}">
                      <a16:colId xmlns:a16="http://schemas.microsoft.com/office/drawing/2014/main" val="20000"/>
                    </a:ext>
                  </a:extLst>
                </a:gridCol>
                <a:gridCol w="706730">
                  <a:extLst>
                    <a:ext uri="{9D8B030D-6E8A-4147-A177-3AD203B41FA5}">
                      <a16:colId xmlns:a16="http://schemas.microsoft.com/office/drawing/2014/main" val="20001"/>
                    </a:ext>
                  </a:extLst>
                </a:gridCol>
              </a:tblGrid>
              <a:tr h="180975">
                <a:tc>
                  <a:txBody>
                    <a:bodyPr/>
                    <a:lstStyle/>
                    <a:p>
                      <a:pPr algn="r" fontAlgn="ctr"/>
                      <a:r>
                        <a:rPr lang="zh-CN" altLang="en-US" sz="1800" u="none" strike="noStrike" dirty="0">
                          <a:effectLst/>
                          <a:latin typeface="Times New Roman" pitchFamily="18" charset="0"/>
                          <a:ea typeface="华文细黑" pitchFamily="2" charset="-122"/>
                          <a:cs typeface="Times New Roman" pitchFamily="18" charset="0"/>
                        </a:rPr>
                        <a:t>数据个数</a:t>
                      </a:r>
                      <a:endParaRPr lang="zh-CN" altLang="en-US" sz="1800" b="0" i="0" u="none" strike="noStrike" dirty="0">
                        <a:solidFill>
                          <a:srgbClr val="000000"/>
                        </a:solidFill>
                        <a:effectLst/>
                        <a:latin typeface="Times New Roman" pitchFamily="18" charset="0"/>
                        <a:ea typeface="华文细黑" pitchFamily="2" charset="-122"/>
                        <a:cs typeface="Times New Roman" pitchFamily="18" charset="0"/>
                      </a:endParaRPr>
                    </a:p>
                  </a:txBody>
                  <a:tcPr marL="9525" marR="9525" marT="9525" marB="0" anchor="ctr"/>
                </a:tc>
                <a:tc>
                  <a:txBody>
                    <a:bodyPr/>
                    <a:lstStyle/>
                    <a:p>
                      <a:pPr algn="r" fontAlgn="ctr"/>
                      <a:r>
                        <a:rPr lang="en-US" altLang="zh-CN" sz="1800" u="none" strike="noStrike" dirty="0">
                          <a:effectLst/>
                          <a:latin typeface="Times New Roman" pitchFamily="18" charset="0"/>
                          <a:ea typeface="华文细黑" pitchFamily="2" charset="-122"/>
                          <a:cs typeface="Times New Roman" pitchFamily="18" charset="0"/>
                        </a:rPr>
                        <a:t>100</a:t>
                      </a:r>
                      <a:endParaRPr lang="en-US" altLang="zh-CN" sz="1800" b="0" i="0" u="none" strike="noStrike" dirty="0">
                        <a:solidFill>
                          <a:srgbClr val="000000"/>
                        </a:solidFill>
                        <a:effectLst/>
                        <a:latin typeface="Times New Roman" pitchFamily="18" charset="0"/>
                        <a:ea typeface="华文细黑" pitchFamily="2" charset="-122"/>
                        <a:cs typeface="Times New Roman" pitchFamily="18" charset="0"/>
                      </a:endParaRPr>
                    </a:p>
                  </a:txBody>
                  <a:tcPr marL="9525" marR="9525" marT="9525" marB="0" anchor="ctr"/>
                </a:tc>
                <a:extLst>
                  <a:ext uri="{0D108BD9-81ED-4DB2-BD59-A6C34878D82A}">
                    <a16:rowId xmlns:a16="http://schemas.microsoft.com/office/drawing/2014/main" val="10000"/>
                  </a:ext>
                </a:extLst>
              </a:tr>
              <a:tr h="171450">
                <a:tc>
                  <a:txBody>
                    <a:bodyPr/>
                    <a:lstStyle/>
                    <a:p>
                      <a:pPr algn="r" fontAlgn="ctr"/>
                      <a:r>
                        <a:rPr lang="zh-CN" altLang="en-US" sz="1800" u="none" strike="noStrike">
                          <a:effectLst/>
                          <a:latin typeface="Times New Roman" pitchFamily="18" charset="0"/>
                          <a:ea typeface="华文细黑" pitchFamily="2" charset="-122"/>
                          <a:cs typeface="Times New Roman" pitchFamily="18" charset="0"/>
                        </a:rPr>
                        <a:t>最小值</a:t>
                      </a:r>
                      <a:endParaRPr lang="zh-CN" altLang="en-US" sz="1800" b="0" i="0" u="none" strike="noStrike">
                        <a:solidFill>
                          <a:srgbClr val="000000"/>
                        </a:solidFill>
                        <a:effectLst/>
                        <a:latin typeface="Times New Roman" pitchFamily="18" charset="0"/>
                        <a:ea typeface="华文细黑" pitchFamily="2" charset="-122"/>
                        <a:cs typeface="Times New Roman" pitchFamily="18" charset="0"/>
                      </a:endParaRPr>
                    </a:p>
                  </a:txBody>
                  <a:tcPr marL="9525" marR="9525" marT="9525" marB="0" anchor="ctr"/>
                </a:tc>
                <a:tc>
                  <a:txBody>
                    <a:bodyPr/>
                    <a:lstStyle/>
                    <a:p>
                      <a:pPr algn="r" fontAlgn="ctr"/>
                      <a:r>
                        <a:rPr lang="en-US" altLang="zh-CN" sz="1800" u="none" strike="noStrike" dirty="0">
                          <a:effectLst/>
                          <a:latin typeface="Times New Roman" pitchFamily="18" charset="0"/>
                          <a:ea typeface="华文细黑" pitchFamily="2" charset="-122"/>
                          <a:cs typeface="Times New Roman" pitchFamily="18" charset="0"/>
                        </a:rPr>
                        <a:t>80</a:t>
                      </a:r>
                      <a:endParaRPr lang="en-US" altLang="zh-CN" sz="1800" b="0" i="0" u="none" strike="noStrike" dirty="0">
                        <a:solidFill>
                          <a:srgbClr val="000000"/>
                        </a:solidFill>
                        <a:effectLst/>
                        <a:latin typeface="Times New Roman" pitchFamily="18" charset="0"/>
                        <a:ea typeface="华文细黑" pitchFamily="2" charset="-122"/>
                        <a:cs typeface="Times New Roman" pitchFamily="18" charset="0"/>
                      </a:endParaRPr>
                    </a:p>
                  </a:txBody>
                  <a:tcPr marL="9525" marR="9525" marT="9525" marB="0" anchor="ctr"/>
                </a:tc>
                <a:extLst>
                  <a:ext uri="{0D108BD9-81ED-4DB2-BD59-A6C34878D82A}">
                    <a16:rowId xmlns:a16="http://schemas.microsoft.com/office/drawing/2014/main" val="10001"/>
                  </a:ext>
                </a:extLst>
              </a:tr>
              <a:tr h="171450">
                <a:tc>
                  <a:txBody>
                    <a:bodyPr/>
                    <a:lstStyle/>
                    <a:p>
                      <a:pPr algn="r" fontAlgn="ctr"/>
                      <a:r>
                        <a:rPr lang="zh-CN" altLang="en-US" sz="1800" u="none" strike="noStrike">
                          <a:effectLst/>
                          <a:latin typeface="Times New Roman" pitchFamily="18" charset="0"/>
                          <a:ea typeface="华文细黑" pitchFamily="2" charset="-122"/>
                          <a:cs typeface="Times New Roman" pitchFamily="18" charset="0"/>
                        </a:rPr>
                        <a:t>最大值</a:t>
                      </a:r>
                      <a:endParaRPr lang="zh-CN" altLang="en-US" sz="1800" b="0" i="0" u="none" strike="noStrike">
                        <a:solidFill>
                          <a:srgbClr val="000000"/>
                        </a:solidFill>
                        <a:effectLst/>
                        <a:latin typeface="Times New Roman" pitchFamily="18" charset="0"/>
                        <a:ea typeface="华文细黑" pitchFamily="2" charset="-122"/>
                        <a:cs typeface="Times New Roman" pitchFamily="18" charset="0"/>
                      </a:endParaRPr>
                    </a:p>
                  </a:txBody>
                  <a:tcPr marL="9525" marR="9525" marT="9525" marB="0" anchor="ctr"/>
                </a:tc>
                <a:tc>
                  <a:txBody>
                    <a:bodyPr/>
                    <a:lstStyle/>
                    <a:p>
                      <a:pPr algn="r" fontAlgn="ctr"/>
                      <a:r>
                        <a:rPr lang="en-US" altLang="zh-CN" sz="1800" u="none" strike="noStrike" dirty="0">
                          <a:effectLst/>
                          <a:latin typeface="Times New Roman" pitchFamily="18" charset="0"/>
                          <a:ea typeface="华文细黑" pitchFamily="2" charset="-122"/>
                          <a:cs typeface="Times New Roman" pitchFamily="18" charset="0"/>
                        </a:rPr>
                        <a:t>136</a:t>
                      </a:r>
                      <a:endParaRPr lang="en-US" altLang="zh-CN" sz="1800" b="0" i="0" u="none" strike="noStrike" dirty="0">
                        <a:solidFill>
                          <a:srgbClr val="000000"/>
                        </a:solidFill>
                        <a:effectLst/>
                        <a:latin typeface="Times New Roman" pitchFamily="18" charset="0"/>
                        <a:ea typeface="华文细黑" pitchFamily="2" charset="-122"/>
                        <a:cs typeface="Times New Roman" pitchFamily="18" charset="0"/>
                      </a:endParaRPr>
                    </a:p>
                  </a:txBody>
                  <a:tcPr marL="9525" marR="9525" marT="9525" marB="0" anchor="ctr"/>
                </a:tc>
                <a:extLst>
                  <a:ext uri="{0D108BD9-81ED-4DB2-BD59-A6C34878D82A}">
                    <a16:rowId xmlns:a16="http://schemas.microsoft.com/office/drawing/2014/main" val="10002"/>
                  </a:ext>
                </a:extLst>
              </a:tr>
              <a:tr h="171450">
                <a:tc>
                  <a:txBody>
                    <a:bodyPr/>
                    <a:lstStyle/>
                    <a:p>
                      <a:pPr algn="r" fontAlgn="ctr"/>
                      <a:r>
                        <a:rPr lang="zh-CN" altLang="en-US" sz="1800" u="none" strike="noStrike">
                          <a:effectLst/>
                          <a:latin typeface="Times New Roman" pitchFamily="18" charset="0"/>
                          <a:ea typeface="华文细黑" pitchFamily="2" charset="-122"/>
                          <a:cs typeface="Times New Roman" pitchFamily="18" charset="0"/>
                        </a:rPr>
                        <a:t>全距</a:t>
                      </a:r>
                      <a:endParaRPr lang="zh-CN" altLang="en-US" sz="1800" b="0" i="0" u="none" strike="noStrike">
                        <a:solidFill>
                          <a:srgbClr val="000000"/>
                        </a:solidFill>
                        <a:effectLst/>
                        <a:latin typeface="Times New Roman" pitchFamily="18" charset="0"/>
                        <a:ea typeface="华文细黑" pitchFamily="2" charset="-122"/>
                        <a:cs typeface="Times New Roman" pitchFamily="18" charset="0"/>
                      </a:endParaRPr>
                    </a:p>
                  </a:txBody>
                  <a:tcPr marL="9525" marR="9525" marT="9525" marB="0" anchor="ctr"/>
                </a:tc>
                <a:tc>
                  <a:txBody>
                    <a:bodyPr/>
                    <a:lstStyle/>
                    <a:p>
                      <a:pPr algn="r" fontAlgn="ctr"/>
                      <a:r>
                        <a:rPr lang="en-US" altLang="zh-CN" sz="1800" u="none" strike="noStrike" dirty="0">
                          <a:effectLst/>
                          <a:latin typeface="Times New Roman" pitchFamily="18" charset="0"/>
                          <a:ea typeface="华文细黑" pitchFamily="2" charset="-122"/>
                          <a:cs typeface="Times New Roman" pitchFamily="18" charset="0"/>
                        </a:rPr>
                        <a:t>56</a:t>
                      </a:r>
                      <a:endParaRPr lang="en-US" altLang="zh-CN" sz="1800" b="0" i="0" u="none" strike="noStrike" dirty="0">
                        <a:solidFill>
                          <a:srgbClr val="000000"/>
                        </a:solidFill>
                        <a:effectLst/>
                        <a:latin typeface="Times New Roman" pitchFamily="18" charset="0"/>
                        <a:ea typeface="华文细黑" pitchFamily="2" charset="-122"/>
                        <a:cs typeface="Times New Roman" pitchFamily="18" charset="0"/>
                      </a:endParaRPr>
                    </a:p>
                  </a:txBody>
                  <a:tcPr marL="9525" marR="9525" marT="9525" marB="0" anchor="ctr"/>
                </a:tc>
                <a:extLst>
                  <a:ext uri="{0D108BD9-81ED-4DB2-BD59-A6C34878D82A}">
                    <a16:rowId xmlns:a16="http://schemas.microsoft.com/office/drawing/2014/main" val="10003"/>
                  </a:ext>
                </a:extLst>
              </a:tr>
              <a:tr h="171450">
                <a:tc>
                  <a:txBody>
                    <a:bodyPr/>
                    <a:lstStyle/>
                    <a:p>
                      <a:pPr algn="r" fontAlgn="ctr"/>
                      <a:r>
                        <a:rPr lang="zh-CN" altLang="en-US" sz="1800" u="none" strike="noStrike">
                          <a:effectLst/>
                          <a:latin typeface="Times New Roman" pitchFamily="18" charset="0"/>
                          <a:ea typeface="华文细黑" pitchFamily="2" charset="-122"/>
                          <a:cs typeface="Times New Roman" pitchFamily="18" charset="0"/>
                        </a:rPr>
                        <a:t>组数</a:t>
                      </a:r>
                      <a:endParaRPr lang="zh-CN" altLang="en-US" sz="1800" b="0" i="0" u="none" strike="noStrike">
                        <a:solidFill>
                          <a:srgbClr val="000000"/>
                        </a:solidFill>
                        <a:effectLst/>
                        <a:latin typeface="Times New Roman" pitchFamily="18" charset="0"/>
                        <a:ea typeface="华文细黑" pitchFamily="2" charset="-122"/>
                        <a:cs typeface="Times New Roman" pitchFamily="18" charset="0"/>
                      </a:endParaRPr>
                    </a:p>
                  </a:txBody>
                  <a:tcPr marL="9525" marR="9525" marT="9525" marB="0" anchor="ctr"/>
                </a:tc>
                <a:tc>
                  <a:txBody>
                    <a:bodyPr/>
                    <a:lstStyle/>
                    <a:p>
                      <a:pPr algn="r" fontAlgn="ctr"/>
                      <a:r>
                        <a:rPr lang="en-US" altLang="zh-CN" sz="1800" u="none" strike="noStrike" dirty="0">
                          <a:effectLst/>
                          <a:latin typeface="Times New Roman" pitchFamily="18" charset="0"/>
                          <a:ea typeface="华文细黑" pitchFamily="2" charset="-122"/>
                          <a:cs typeface="Times New Roman" pitchFamily="18" charset="0"/>
                        </a:rPr>
                        <a:t>7</a:t>
                      </a:r>
                      <a:endParaRPr lang="en-US" altLang="zh-CN" sz="1800" b="0" i="0" u="none" strike="noStrike" dirty="0">
                        <a:solidFill>
                          <a:srgbClr val="000000"/>
                        </a:solidFill>
                        <a:effectLst/>
                        <a:latin typeface="Times New Roman" pitchFamily="18" charset="0"/>
                        <a:ea typeface="华文细黑" pitchFamily="2" charset="-122"/>
                        <a:cs typeface="Times New Roman" pitchFamily="18" charset="0"/>
                      </a:endParaRPr>
                    </a:p>
                  </a:txBody>
                  <a:tcPr marL="9525" marR="9525" marT="9525" marB="0" anchor="ctr"/>
                </a:tc>
                <a:extLst>
                  <a:ext uri="{0D108BD9-81ED-4DB2-BD59-A6C34878D82A}">
                    <a16:rowId xmlns:a16="http://schemas.microsoft.com/office/drawing/2014/main" val="10004"/>
                  </a:ext>
                </a:extLst>
              </a:tr>
              <a:tr h="171450">
                <a:tc>
                  <a:txBody>
                    <a:bodyPr/>
                    <a:lstStyle/>
                    <a:p>
                      <a:pPr algn="r" fontAlgn="ctr"/>
                      <a:r>
                        <a:rPr lang="zh-CN" altLang="en-US" sz="1800" u="none" strike="noStrike" dirty="0">
                          <a:effectLst/>
                          <a:latin typeface="Times New Roman" pitchFamily="18" charset="0"/>
                          <a:ea typeface="华文细黑" pitchFamily="2" charset="-122"/>
                          <a:cs typeface="Times New Roman" pitchFamily="18" charset="0"/>
                        </a:rPr>
                        <a:t>组距</a:t>
                      </a:r>
                      <a:endParaRPr lang="zh-CN" altLang="en-US" sz="1800" b="0" i="0" u="none" strike="noStrike" dirty="0">
                        <a:solidFill>
                          <a:srgbClr val="000000"/>
                        </a:solidFill>
                        <a:effectLst/>
                        <a:latin typeface="Times New Roman" pitchFamily="18" charset="0"/>
                        <a:ea typeface="华文细黑" pitchFamily="2" charset="-122"/>
                        <a:cs typeface="Times New Roman" pitchFamily="18" charset="0"/>
                      </a:endParaRPr>
                    </a:p>
                  </a:txBody>
                  <a:tcPr marL="9525" marR="9525" marT="9525" marB="0" anchor="ctr"/>
                </a:tc>
                <a:tc>
                  <a:txBody>
                    <a:bodyPr/>
                    <a:lstStyle/>
                    <a:p>
                      <a:pPr algn="r" fontAlgn="ctr"/>
                      <a:r>
                        <a:rPr lang="en-US" altLang="zh-CN" sz="1800" u="none" strike="noStrike" dirty="0">
                          <a:effectLst/>
                          <a:latin typeface="Times New Roman" pitchFamily="18" charset="0"/>
                          <a:ea typeface="华文细黑" pitchFamily="2" charset="-122"/>
                          <a:cs typeface="Times New Roman" pitchFamily="18" charset="0"/>
                        </a:rPr>
                        <a:t>8</a:t>
                      </a:r>
                      <a:endParaRPr lang="en-US" altLang="zh-CN" sz="1800" b="0" i="0" u="none" strike="noStrike" dirty="0">
                        <a:solidFill>
                          <a:srgbClr val="000000"/>
                        </a:solidFill>
                        <a:effectLst/>
                        <a:latin typeface="Times New Roman" pitchFamily="18" charset="0"/>
                        <a:ea typeface="华文细黑" pitchFamily="2" charset="-122"/>
                        <a:cs typeface="Times New Roman" pitchFamily="18" charset="0"/>
                      </a:endParaRPr>
                    </a:p>
                  </a:txBody>
                  <a:tcPr marL="9525" marR="9525" marT="9525" marB="0" anchor="ctr"/>
                </a:tc>
                <a:extLst>
                  <a:ext uri="{0D108BD9-81ED-4DB2-BD59-A6C34878D82A}">
                    <a16:rowId xmlns:a16="http://schemas.microsoft.com/office/drawing/2014/main" val="10005"/>
                  </a:ext>
                </a:extLst>
              </a:tr>
            </a:tbl>
          </a:graphicData>
        </a:graphic>
      </p:graphicFrame>
      <p:graphicFrame>
        <p:nvGraphicFramePr>
          <p:cNvPr id="20" name="表格 19"/>
          <p:cNvGraphicFramePr>
            <a:graphicFrameLocks noGrp="1"/>
          </p:cNvGraphicFramePr>
          <p:nvPr/>
        </p:nvGraphicFramePr>
        <p:xfrm>
          <a:off x="1979712" y="3246472"/>
          <a:ext cx="2772308" cy="2270760"/>
        </p:xfrm>
        <a:graphic>
          <a:graphicData uri="http://schemas.openxmlformats.org/drawingml/2006/table">
            <a:tbl>
              <a:tblPr>
                <a:tableStyleId>{5C22544A-7EE6-4342-B048-85BDC9FD1C3A}</a:tableStyleId>
              </a:tblPr>
              <a:tblGrid>
                <a:gridCol w="998031">
                  <a:extLst>
                    <a:ext uri="{9D8B030D-6E8A-4147-A177-3AD203B41FA5}">
                      <a16:colId xmlns:a16="http://schemas.microsoft.com/office/drawing/2014/main" val="20000"/>
                    </a:ext>
                  </a:extLst>
                </a:gridCol>
                <a:gridCol w="998031">
                  <a:extLst>
                    <a:ext uri="{9D8B030D-6E8A-4147-A177-3AD203B41FA5}">
                      <a16:colId xmlns:a16="http://schemas.microsoft.com/office/drawing/2014/main" val="20001"/>
                    </a:ext>
                  </a:extLst>
                </a:gridCol>
                <a:gridCol w="776246">
                  <a:extLst>
                    <a:ext uri="{9D8B030D-6E8A-4147-A177-3AD203B41FA5}">
                      <a16:colId xmlns:a16="http://schemas.microsoft.com/office/drawing/2014/main" val="20002"/>
                    </a:ext>
                  </a:extLst>
                </a:gridCol>
              </a:tblGrid>
              <a:tr h="180975">
                <a:tc>
                  <a:txBody>
                    <a:bodyPr/>
                    <a:lstStyle/>
                    <a:p>
                      <a:pPr marL="0" algn="r" rtl="0" eaLnBrk="1" fontAlgn="ctr" latinLnBrk="0" hangingPunct="1"/>
                      <a:r>
                        <a:rPr kumimoji="0" lang="zh-CN" altLang="en-US" sz="1800" u="none" strike="noStrike" kern="1200" dirty="0">
                          <a:solidFill>
                            <a:schemeClr val="dk1"/>
                          </a:solidFill>
                          <a:effectLst/>
                          <a:latin typeface="Times New Roman" pitchFamily="18" charset="0"/>
                          <a:ea typeface="华文细黑" pitchFamily="2" charset="-122"/>
                          <a:cs typeface="Times New Roman" pitchFamily="18" charset="0"/>
                        </a:rPr>
                        <a:t>上组界</a:t>
                      </a:r>
                      <a:endParaRPr kumimoji="0" lang="en-US" altLang="zh-CN" sz="1800" u="none" strike="noStrike" kern="1200" dirty="0">
                        <a:solidFill>
                          <a:schemeClr val="dk1"/>
                        </a:solidFill>
                        <a:effectLst/>
                        <a:latin typeface="Times New Roman" pitchFamily="18" charset="0"/>
                        <a:ea typeface="华文细黑" pitchFamily="2" charset="-122"/>
                        <a:cs typeface="Times New Roman" pitchFamily="18" charset="0"/>
                      </a:endParaRPr>
                    </a:p>
                  </a:txBody>
                  <a:tcPr marL="9525" marR="9525" marT="9525" marB="0" anchor="ctr"/>
                </a:tc>
                <a:tc>
                  <a:txBody>
                    <a:bodyPr/>
                    <a:lstStyle/>
                    <a:p>
                      <a:pPr marL="0" algn="r" rtl="0" eaLnBrk="1" fontAlgn="ctr" latinLnBrk="0" hangingPunct="1"/>
                      <a:r>
                        <a:rPr kumimoji="0" lang="zh-CN" altLang="en-US" sz="1800" u="none" strike="noStrike" kern="1200" dirty="0">
                          <a:solidFill>
                            <a:schemeClr val="dk1"/>
                          </a:solidFill>
                          <a:effectLst/>
                          <a:latin typeface="Times New Roman" pitchFamily="18" charset="0"/>
                          <a:ea typeface="华文细黑" pitchFamily="2" charset="-122"/>
                          <a:cs typeface="Times New Roman" pitchFamily="18" charset="0"/>
                        </a:rPr>
                        <a:t>下组界</a:t>
                      </a:r>
                      <a:endParaRPr kumimoji="0" lang="en-US" altLang="zh-CN" sz="1800" u="none" strike="noStrike" kern="1200" dirty="0">
                        <a:solidFill>
                          <a:schemeClr val="dk1"/>
                        </a:solidFill>
                        <a:effectLst/>
                        <a:latin typeface="Times New Roman" pitchFamily="18" charset="0"/>
                        <a:ea typeface="华文细黑" pitchFamily="2" charset="-122"/>
                        <a:cs typeface="Times New Roman" pitchFamily="18" charset="0"/>
                      </a:endParaRPr>
                    </a:p>
                  </a:txBody>
                  <a:tcPr marL="9525" marR="9525" marT="9525" marB="0" anchor="ctr"/>
                </a:tc>
                <a:tc>
                  <a:txBody>
                    <a:bodyPr/>
                    <a:lstStyle/>
                    <a:p>
                      <a:pPr marL="0" algn="r" rtl="0" eaLnBrk="1" fontAlgn="ctr" latinLnBrk="0" hangingPunct="1"/>
                      <a:r>
                        <a:rPr kumimoji="0" lang="zh-CN" altLang="en-US" sz="1800" u="none" strike="noStrike" kern="1200" dirty="0">
                          <a:solidFill>
                            <a:schemeClr val="dk1"/>
                          </a:solidFill>
                          <a:effectLst/>
                          <a:latin typeface="Times New Roman" pitchFamily="18" charset="0"/>
                          <a:ea typeface="华文细黑" pitchFamily="2" charset="-122"/>
                          <a:cs typeface="Times New Roman" pitchFamily="18" charset="0"/>
                        </a:rPr>
                        <a:t>计数</a:t>
                      </a:r>
                      <a:endParaRPr kumimoji="0" lang="en-US" altLang="zh-CN" sz="1800" u="none" strike="noStrike" kern="1200" dirty="0">
                        <a:solidFill>
                          <a:schemeClr val="dk1"/>
                        </a:solidFill>
                        <a:effectLst/>
                        <a:latin typeface="Times New Roman" pitchFamily="18" charset="0"/>
                        <a:ea typeface="华文细黑" pitchFamily="2" charset="-122"/>
                        <a:cs typeface="Times New Roman" pitchFamily="18" charset="0"/>
                      </a:endParaRPr>
                    </a:p>
                  </a:txBody>
                  <a:tcPr marL="9525" marR="9525" marT="9525" marB="0" anchor="ctr"/>
                </a:tc>
                <a:extLst>
                  <a:ext uri="{0D108BD9-81ED-4DB2-BD59-A6C34878D82A}">
                    <a16:rowId xmlns:a16="http://schemas.microsoft.com/office/drawing/2014/main" val="10000"/>
                  </a:ext>
                </a:extLst>
              </a:tr>
              <a:tr h="180975">
                <a:tc>
                  <a:txBody>
                    <a:bodyPr/>
                    <a:lstStyle/>
                    <a:p>
                      <a:pPr marL="0" algn="r" rtl="0" eaLnBrk="1" fontAlgn="ctr" latinLnBrk="0" hangingPunct="1"/>
                      <a:r>
                        <a:rPr kumimoji="0" lang="en-US" altLang="zh-CN" sz="1800" u="none" strike="noStrike" kern="1200" dirty="0">
                          <a:solidFill>
                            <a:schemeClr val="dk1"/>
                          </a:solidFill>
                          <a:effectLst/>
                          <a:latin typeface="Times New Roman" pitchFamily="18" charset="0"/>
                          <a:ea typeface="华文细黑" pitchFamily="2" charset="-122"/>
                          <a:cs typeface="Times New Roman" pitchFamily="18" charset="0"/>
                        </a:rPr>
                        <a:t>80</a:t>
                      </a:r>
                    </a:p>
                  </a:txBody>
                  <a:tcPr marL="9525" marR="9525" marT="9525" marB="0" anchor="ctr"/>
                </a:tc>
                <a:tc>
                  <a:txBody>
                    <a:bodyPr/>
                    <a:lstStyle/>
                    <a:p>
                      <a:pPr marL="0" algn="r" rtl="0" eaLnBrk="1" fontAlgn="ctr" latinLnBrk="0" hangingPunct="1"/>
                      <a:r>
                        <a:rPr kumimoji="0" lang="en-US" altLang="zh-CN" sz="1800" u="none" strike="noStrike" kern="1200">
                          <a:solidFill>
                            <a:schemeClr val="dk1"/>
                          </a:solidFill>
                          <a:effectLst/>
                          <a:latin typeface="Times New Roman" pitchFamily="18" charset="0"/>
                          <a:ea typeface="华文细黑" pitchFamily="2" charset="-122"/>
                          <a:cs typeface="Times New Roman" pitchFamily="18" charset="0"/>
                        </a:rPr>
                        <a:t>88</a:t>
                      </a:r>
                    </a:p>
                  </a:txBody>
                  <a:tcPr marL="9525" marR="9525" marT="9525" marB="0" anchor="ctr"/>
                </a:tc>
                <a:tc>
                  <a:txBody>
                    <a:bodyPr/>
                    <a:lstStyle/>
                    <a:p>
                      <a:pPr marL="0" algn="r" rtl="0" eaLnBrk="1" fontAlgn="ctr" latinLnBrk="0" hangingPunct="1"/>
                      <a:r>
                        <a:rPr kumimoji="0" lang="en-US" altLang="zh-CN" sz="1800" u="none" strike="noStrike" kern="1200">
                          <a:solidFill>
                            <a:schemeClr val="dk1"/>
                          </a:solidFill>
                          <a:effectLst/>
                          <a:latin typeface="Times New Roman" pitchFamily="18" charset="0"/>
                          <a:ea typeface="华文细黑" pitchFamily="2" charset="-122"/>
                          <a:cs typeface="Times New Roman" pitchFamily="18" charset="0"/>
                        </a:rPr>
                        <a:t>2</a:t>
                      </a:r>
                    </a:p>
                  </a:txBody>
                  <a:tcPr marL="9525" marR="9525" marT="9525" marB="0" anchor="ctr"/>
                </a:tc>
                <a:extLst>
                  <a:ext uri="{0D108BD9-81ED-4DB2-BD59-A6C34878D82A}">
                    <a16:rowId xmlns:a16="http://schemas.microsoft.com/office/drawing/2014/main" val="10001"/>
                  </a:ext>
                </a:extLst>
              </a:tr>
              <a:tr h="171450">
                <a:tc>
                  <a:txBody>
                    <a:bodyPr/>
                    <a:lstStyle/>
                    <a:p>
                      <a:pPr marL="0" algn="r" rtl="0" eaLnBrk="1" fontAlgn="ctr" latinLnBrk="0" hangingPunct="1"/>
                      <a:r>
                        <a:rPr kumimoji="0" lang="en-US" altLang="zh-CN" sz="1800" u="none" strike="noStrike" kern="1200" dirty="0">
                          <a:solidFill>
                            <a:schemeClr val="dk1"/>
                          </a:solidFill>
                          <a:effectLst/>
                          <a:latin typeface="Times New Roman" pitchFamily="18" charset="0"/>
                          <a:ea typeface="华文细黑" pitchFamily="2" charset="-122"/>
                          <a:cs typeface="Times New Roman" pitchFamily="18" charset="0"/>
                        </a:rPr>
                        <a:t>88</a:t>
                      </a:r>
                    </a:p>
                  </a:txBody>
                  <a:tcPr marL="9525" marR="9525" marT="9525" marB="0" anchor="ctr"/>
                </a:tc>
                <a:tc>
                  <a:txBody>
                    <a:bodyPr/>
                    <a:lstStyle/>
                    <a:p>
                      <a:pPr marL="0" algn="r" rtl="0" eaLnBrk="1" fontAlgn="ctr" latinLnBrk="0" hangingPunct="1"/>
                      <a:r>
                        <a:rPr kumimoji="0" lang="en-US" altLang="zh-CN" sz="1800" u="none" strike="noStrike" kern="1200" dirty="0">
                          <a:solidFill>
                            <a:schemeClr val="dk1"/>
                          </a:solidFill>
                          <a:effectLst/>
                          <a:latin typeface="Times New Roman" pitchFamily="18" charset="0"/>
                          <a:ea typeface="华文细黑" pitchFamily="2" charset="-122"/>
                          <a:cs typeface="Times New Roman" pitchFamily="18" charset="0"/>
                        </a:rPr>
                        <a:t>96</a:t>
                      </a:r>
                    </a:p>
                  </a:txBody>
                  <a:tcPr marL="9525" marR="9525" marT="9525" marB="0" anchor="ctr"/>
                </a:tc>
                <a:tc>
                  <a:txBody>
                    <a:bodyPr/>
                    <a:lstStyle/>
                    <a:p>
                      <a:pPr marL="0" algn="r" rtl="0" eaLnBrk="1" fontAlgn="ctr" latinLnBrk="0" hangingPunct="1"/>
                      <a:r>
                        <a:rPr kumimoji="0" lang="en-US" altLang="zh-CN" sz="1800" u="none" strike="noStrike" kern="1200">
                          <a:solidFill>
                            <a:schemeClr val="dk1"/>
                          </a:solidFill>
                          <a:effectLst/>
                          <a:latin typeface="Times New Roman" pitchFamily="18" charset="0"/>
                          <a:ea typeface="华文细黑" pitchFamily="2" charset="-122"/>
                          <a:cs typeface="Times New Roman" pitchFamily="18" charset="0"/>
                        </a:rPr>
                        <a:t>6</a:t>
                      </a:r>
                    </a:p>
                  </a:txBody>
                  <a:tcPr marL="9525" marR="9525" marT="9525" marB="0" anchor="ctr"/>
                </a:tc>
                <a:extLst>
                  <a:ext uri="{0D108BD9-81ED-4DB2-BD59-A6C34878D82A}">
                    <a16:rowId xmlns:a16="http://schemas.microsoft.com/office/drawing/2014/main" val="10002"/>
                  </a:ext>
                </a:extLst>
              </a:tr>
              <a:tr h="171450">
                <a:tc>
                  <a:txBody>
                    <a:bodyPr/>
                    <a:lstStyle/>
                    <a:p>
                      <a:pPr marL="0" algn="r" rtl="0" eaLnBrk="1" fontAlgn="ctr" latinLnBrk="0" hangingPunct="1"/>
                      <a:r>
                        <a:rPr kumimoji="0" lang="en-US" altLang="zh-CN" sz="1800" u="none" strike="noStrike" kern="1200">
                          <a:solidFill>
                            <a:schemeClr val="dk1"/>
                          </a:solidFill>
                          <a:effectLst/>
                          <a:latin typeface="Times New Roman" pitchFamily="18" charset="0"/>
                          <a:ea typeface="华文细黑" pitchFamily="2" charset="-122"/>
                          <a:cs typeface="Times New Roman" pitchFamily="18" charset="0"/>
                        </a:rPr>
                        <a:t>96</a:t>
                      </a:r>
                    </a:p>
                  </a:txBody>
                  <a:tcPr marL="9525" marR="9525" marT="9525" marB="0" anchor="ctr"/>
                </a:tc>
                <a:tc>
                  <a:txBody>
                    <a:bodyPr/>
                    <a:lstStyle/>
                    <a:p>
                      <a:pPr marL="0" algn="r" rtl="0" eaLnBrk="1" fontAlgn="ctr" latinLnBrk="0" hangingPunct="1"/>
                      <a:r>
                        <a:rPr kumimoji="0" lang="en-US" altLang="zh-CN" sz="1800" u="none" strike="noStrike" kern="1200" dirty="0">
                          <a:solidFill>
                            <a:schemeClr val="dk1"/>
                          </a:solidFill>
                          <a:effectLst/>
                          <a:latin typeface="Times New Roman" pitchFamily="18" charset="0"/>
                          <a:ea typeface="华文细黑" pitchFamily="2" charset="-122"/>
                          <a:cs typeface="Times New Roman" pitchFamily="18" charset="0"/>
                        </a:rPr>
                        <a:t>104</a:t>
                      </a:r>
                    </a:p>
                  </a:txBody>
                  <a:tcPr marL="9525" marR="9525" marT="9525" marB="0" anchor="ctr"/>
                </a:tc>
                <a:tc>
                  <a:txBody>
                    <a:bodyPr/>
                    <a:lstStyle/>
                    <a:p>
                      <a:pPr marL="0" algn="r" rtl="0" eaLnBrk="1" fontAlgn="ctr" latinLnBrk="0" hangingPunct="1"/>
                      <a:r>
                        <a:rPr kumimoji="0" lang="en-US" altLang="zh-CN" sz="1800" u="none" strike="noStrike" kern="1200">
                          <a:solidFill>
                            <a:schemeClr val="dk1"/>
                          </a:solidFill>
                          <a:effectLst/>
                          <a:latin typeface="Times New Roman" pitchFamily="18" charset="0"/>
                          <a:ea typeface="华文细黑" pitchFamily="2" charset="-122"/>
                          <a:cs typeface="Times New Roman" pitchFamily="18" charset="0"/>
                        </a:rPr>
                        <a:t>30</a:t>
                      </a:r>
                    </a:p>
                  </a:txBody>
                  <a:tcPr marL="9525" marR="9525" marT="9525" marB="0" anchor="ctr"/>
                </a:tc>
                <a:extLst>
                  <a:ext uri="{0D108BD9-81ED-4DB2-BD59-A6C34878D82A}">
                    <a16:rowId xmlns:a16="http://schemas.microsoft.com/office/drawing/2014/main" val="10003"/>
                  </a:ext>
                </a:extLst>
              </a:tr>
              <a:tr h="171450">
                <a:tc>
                  <a:txBody>
                    <a:bodyPr/>
                    <a:lstStyle/>
                    <a:p>
                      <a:pPr marL="0" algn="r" rtl="0" eaLnBrk="1" fontAlgn="ctr" latinLnBrk="0" hangingPunct="1"/>
                      <a:r>
                        <a:rPr kumimoji="0" lang="en-US" altLang="zh-CN" sz="1800" u="none" strike="noStrike" kern="1200">
                          <a:solidFill>
                            <a:schemeClr val="dk1"/>
                          </a:solidFill>
                          <a:effectLst/>
                          <a:latin typeface="Times New Roman" pitchFamily="18" charset="0"/>
                          <a:ea typeface="华文细黑" pitchFamily="2" charset="-122"/>
                          <a:cs typeface="Times New Roman" pitchFamily="18" charset="0"/>
                        </a:rPr>
                        <a:t>104</a:t>
                      </a:r>
                    </a:p>
                  </a:txBody>
                  <a:tcPr marL="9525" marR="9525" marT="9525" marB="0" anchor="ctr"/>
                </a:tc>
                <a:tc>
                  <a:txBody>
                    <a:bodyPr/>
                    <a:lstStyle/>
                    <a:p>
                      <a:pPr marL="0" algn="r" rtl="0" eaLnBrk="1" fontAlgn="ctr" latinLnBrk="0" hangingPunct="1"/>
                      <a:r>
                        <a:rPr kumimoji="0" lang="en-US" altLang="zh-CN" sz="1800" u="none" strike="noStrike" kern="1200" dirty="0">
                          <a:solidFill>
                            <a:schemeClr val="dk1"/>
                          </a:solidFill>
                          <a:effectLst/>
                          <a:latin typeface="Times New Roman" pitchFamily="18" charset="0"/>
                          <a:ea typeface="华文细黑" pitchFamily="2" charset="-122"/>
                          <a:cs typeface="Times New Roman" pitchFamily="18" charset="0"/>
                        </a:rPr>
                        <a:t>112</a:t>
                      </a:r>
                    </a:p>
                  </a:txBody>
                  <a:tcPr marL="9525" marR="9525" marT="9525" marB="0" anchor="ctr"/>
                </a:tc>
                <a:tc>
                  <a:txBody>
                    <a:bodyPr/>
                    <a:lstStyle/>
                    <a:p>
                      <a:pPr marL="0" algn="r" rtl="0" eaLnBrk="1" fontAlgn="ctr" latinLnBrk="0" hangingPunct="1"/>
                      <a:r>
                        <a:rPr kumimoji="0" lang="en-US" altLang="zh-CN" sz="1800" u="none" strike="noStrike" kern="1200">
                          <a:solidFill>
                            <a:schemeClr val="dk1"/>
                          </a:solidFill>
                          <a:effectLst/>
                          <a:latin typeface="Times New Roman" pitchFamily="18" charset="0"/>
                          <a:ea typeface="华文细黑" pitchFamily="2" charset="-122"/>
                          <a:cs typeface="Times New Roman" pitchFamily="18" charset="0"/>
                        </a:rPr>
                        <a:t>30</a:t>
                      </a:r>
                    </a:p>
                  </a:txBody>
                  <a:tcPr marL="9525" marR="9525" marT="9525" marB="0" anchor="ctr"/>
                </a:tc>
                <a:extLst>
                  <a:ext uri="{0D108BD9-81ED-4DB2-BD59-A6C34878D82A}">
                    <a16:rowId xmlns:a16="http://schemas.microsoft.com/office/drawing/2014/main" val="10004"/>
                  </a:ext>
                </a:extLst>
              </a:tr>
              <a:tr h="171450">
                <a:tc>
                  <a:txBody>
                    <a:bodyPr/>
                    <a:lstStyle/>
                    <a:p>
                      <a:pPr marL="0" algn="r" rtl="0" eaLnBrk="1" fontAlgn="ctr" latinLnBrk="0" hangingPunct="1"/>
                      <a:r>
                        <a:rPr kumimoji="0" lang="en-US" altLang="zh-CN" sz="1800" u="none" strike="noStrike" kern="1200">
                          <a:solidFill>
                            <a:schemeClr val="dk1"/>
                          </a:solidFill>
                          <a:effectLst/>
                          <a:latin typeface="Times New Roman" pitchFamily="18" charset="0"/>
                          <a:ea typeface="华文细黑" pitchFamily="2" charset="-122"/>
                          <a:cs typeface="Times New Roman" pitchFamily="18" charset="0"/>
                        </a:rPr>
                        <a:t>112</a:t>
                      </a:r>
                    </a:p>
                  </a:txBody>
                  <a:tcPr marL="9525" marR="9525" marT="9525" marB="0" anchor="ctr"/>
                </a:tc>
                <a:tc>
                  <a:txBody>
                    <a:bodyPr/>
                    <a:lstStyle/>
                    <a:p>
                      <a:pPr marL="0" algn="r" rtl="0" eaLnBrk="1" fontAlgn="ctr" latinLnBrk="0" hangingPunct="1"/>
                      <a:r>
                        <a:rPr kumimoji="0" lang="en-US" altLang="zh-CN" sz="1800" u="none" strike="noStrike" kern="1200">
                          <a:solidFill>
                            <a:schemeClr val="dk1"/>
                          </a:solidFill>
                          <a:effectLst/>
                          <a:latin typeface="Times New Roman" pitchFamily="18" charset="0"/>
                          <a:ea typeface="华文细黑" pitchFamily="2" charset="-122"/>
                          <a:cs typeface="Times New Roman" pitchFamily="18" charset="0"/>
                        </a:rPr>
                        <a:t>120</a:t>
                      </a:r>
                    </a:p>
                  </a:txBody>
                  <a:tcPr marL="9525" marR="9525" marT="9525" marB="0" anchor="ctr"/>
                </a:tc>
                <a:tc>
                  <a:txBody>
                    <a:bodyPr/>
                    <a:lstStyle/>
                    <a:p>
                      <a:pPr marL="0" algn="r" rtl="0" eaLnBrk="1" fontAlgn="ctr" latinLnBrk="0" hangingPunct="1"/>
                      <a:r>
                        <a:rPr kumimoji="0" lang="en-US" altLang="zh-CN" sz="1800" u="none" strike="noStrike" kern="1200" dirty="0">
                          <a:solidFill>
                            <a:schemeClr val="dk1"/>
                          </a:solidFill>
                          <a:effectLst/>
                          <a:latin typeface="Times New Roman" pitchFamily="18" charset="0"/>
                          <a:ea typeface="华文细黑" pitchFamily="2" charset="-122"/>
                          <a:cs typeface="Times New Roman" pitchFamily="18" charset="0"/>
                        </a:rPr>
                        <a:t>13</a:t>
                      </a:r>
                    </a:p>
                  </a:txBody>
                  <a:tcPr marL="9525" marR="9525" marT="9525" marB="0" anchor="ctr"/>
                </a:tc>
                <a:extLst>
                  <a:ext uri="{0D108BD9-81ED-4DB2-BD59-A6C34878D82A}">
                    <a16:rowId xmlns:a16="http://schemas.microsoft.com/office/drawing/2014/main" val="10005"/>
                  </a:ext>
                </a:extLst>
              </a:tr>
              <a:tr h="171450">
                <a:tc>
                  <a:txBody>
                    <a:bodyPr/>
                    <a:lstStyle/>
                    <a:p>
                      <a:pPr marL="0" algn="r" rtl="0" eaLnBrk="1" fontAlgn="ctr" latinLnBrk="0" hangingPunct="1"/>
                      <a:r>
                        <a:rPr kumimoji="0" lang="en-US" altLang="zh-CN" sz="1800" u="none" strike="noStrike" kern="1200">
                          <a:solidFill>
                            <a:schemeClr val="dk1"/>
                          </a:solidFill>
                          <a:effectLst/>
                          <a:latin typeface="Times New Roman" pitchFamily="18" charset="0"/>
                          <a:ea typeface="华文细黑" pitchFamily="2" charset="-122"/>
                          <a:cs typeface="Times New Roman" pitchFamily="18" charset="0"/>
                        </a:rPr>
                        <a:t>120</a:t>
                      </a:r>
                    </a:p>
                  </a:txBody>
                  <a:tcPr marL="9525" marR="9525" marT="9525" marB="0" anchor="ctr"/>
                </a:tc>
                <a:tc>
                  <a:txBody>
                    <a:bodyPr/>
                    <a:lstStyle/>
                    <a:p>
                      <a:pPr marL="0" algn="r" rtl="0" eaLnBrk="1" fontAlgn="ctr" latinLnBrk="0" hangingPunct="1"/>
                      <a:r>
                        <a:rPr kumimoji="0" lang="en-US" altLang="zh-CN" sz="1800" u="none" strike="noStrike" kern="1200">
                          <a:solidFill>
                            <a:schemeClr val="dk1"/>
                          </a:solidFill>
                          <a:effectLst/>
                          <a:latin typeface="Times New Roman" pitchFamily="18" charset="0"/>
                          <a:ea typeface="华文细黑" pitchFamily="2" charset="-122"/>
                          <a:cs typeface="Times New Roman" pitchFamily="18" charset="0"/>
                        </a:rPr>
                        <a:t>128</a:t>
                      </a:r>
                    </a:p>
                  </a:txBody>
                  <a:tcPr marL="9525" marR="9525" marT="9525" marB="0" anchor="ctr"/>
                </a:tc>
                <a:tc>
                  <a:txBody>
                    <a:bodyPr/>
                    <a:lstStyle/>
                    <a:p>
                      <a:pPr marL="0" algn="r" rtl="0" eaLnBrk="1" fontAlgn="ctr" latinLnBrk="0" hangingPunct="1"/>
                      <a:r>
                        <a:rPr kumimoji="0" lang="en-US" altLang="zh-CN" sz="1800" u="none" strike="noStrike" kern="1200" dirty="0">
                          <a:solidFill>
                            <a:schemeClr val="dk1"/>
                          </a:solidFill>
                          <a:effectLst/>
                          <a:latin typeface="Times New Roman" pitchFamily="18" charset="0"/>
                          <a:ea typeface="华文细黑" pitchFamily="2" charset="-122"/>
                          <a:cs typeface="Times New Roman" pitchFamily="18" charset="0"/>
                        </a:rPr>
                        <a:t>14</a:t>
                      </a:r>
                    </a:p>
                  </a:txBody>
                  <a:tcPr marL="9525" marR="9525" marT="9525" marB="0" anchor="ctr"/>
                </a:tc>
                <a:extLst>
                  <a:ext uri="{0D108BD9-81ED-4DB2-BD59-A6C34878D82A}">
                    <a16:rowId xmlns:a16="http://schemas.microsoft.com/office/drawing/2014/main" val="10006"/>
                  </a:ext>
                </a:extLst>
              </a:tr>
              <a:tr h="171450">
                <a:tc>
                  <a:txBody>
                    <a:bodyPr/>
                    <a:lstStyle/>
                    <a:p>
                      <a:pPr marL="0" algn="r" rtl="0" eaLnBrk="1" fontAlgn="ctr" latinLnBrk="0" hangingPunct="1"/>
                      <a:r>
                        <a:rPr kumimoji="0" lang="en-US" altLang="zh-CN" sz="1800" u="none" strike="noStrike" kern="1200">
                          <a:solidFill>
                            <a:schemeClr val="dk1"/>
                          </a:solidFill>
                          <a:effectLst/>
                          <a:latin typeface="Times New Roman" pitchFamily="18" charset="0"/>
                          <a:ea typeface="华文细黑" pitchFamily="2" charset="-122"/>
                          <a:cs typeface="Times New Roman" pitchFamily="18" charset="0"/>
                        </a:rPr>
                        <a:t>128</a:t>
                      </a:r>
                    </a:p>
                  </a:txBody>
                  <a:tcPr marL="9525" marR="9525" marT="9525" marB="0" anchor="ctr"/>
                </a:tc>
                <a:tc>
                  <a:txBody>
                    <a:bodyPr/>
                    <a:lstStyle/>
                    <a:p>
                      <a:pPr marL="0" algn="r" rtl="0" eaLnBrk="1" fontAlgn="ctr" latinLnBrk="0" hangingPunct="1"/>
                      <a:r>
                        <a:rPr kumimoji="0" lang="en-US" altLang="zh-CN" sz="1800" u="none" strike="noStrike" kern="1200">
                          <a:solidFill>
                            <a:schemeClr val="dk1"/>
                          </a:solidFill>
                          <a:effectLst/>
                          <a:latin typeface="Times New Roman" pitchFamily="18" charset="0"/>
                          <a:ea typeface="华文细黑" pitchFamily="2" charset="-122"/>
                          <a:cs typeface="Times New Roman" pitchFamily="18" charset="0"/>
                        </a:rPr>
                        <a:t>136</a:t>
                      </a:r>
                    </a:p>
                  </a:txBody>
                  <a:tcPr marL="9525" marR="9525" marT="9525" marB="0" anchor="ctr"/>
                </a:tc>
                <a:tc>
                  <a:txBody>
                    <a:bodyPr/>
                    <a:lstStyle/>
                    <a:p>
                      <a:pPr marL="0" algn="r" rtl="0" eaLnBrk="1" fontAlgn="ctr" latinLnBrk="0" hangingPunct="1"/>
                      <a:r>
                        <a:rPr kumimoji="0" lang="en-US" altLang="zh-CN" sz="1800" u="none" strike="noStrike" kern="1200" dirty="0">
                          <a:solidFill>
                            <a:schemeClr val="dk1"/>
                          </a:solidFill>
                          <a:effectLst/>
                          <a:latin typeface="Times New Roman" pitchFamily="18" charset="0"/>
                          <a:ea typeface="华文细黑" pitchFamily="2" charset="-122"/>
                          <a:cs typeface="Times New Roman" pitchFamily="18" charset="0"/>
                        </a:rPr>
                        <a:t>5</a:t>
                      </a:r>
                    </a:p>
                  </a:txBody>
                  <a:tcPr marL="9525" marR="9525" marT="9525" marB="0" anchor="ctr"/>
                </a:tc>
                <a:extLst>
                  <a:ext uri="{0D108BD9-81ED-4DB2-BD59-A6C34878D82A}">
                    <a16:rowId xmlns:a16="http://schemas.microsoft.com/office/drawing/2014/main" val="10007"/>
                  </a:ext>
                </a:extLst>
              </a:tr>
            </a:tbl>
          </a:graphicData>
        </a:graphic>
      </p:graphicFrame>
      <p:sp>
        <p:nvSpPr>
          <p:cNvPr id="3" name="灯片编号占位符 2"/>
          <p:cNvSpPr>
            <a:spLocks noGrp="1"/>
          </p:cNvSpPr>
          <p:nvPr>
            <p:ph type="sldNum" sz="quarter" idx="12"/>
          </p:nvPr>
        </p:nvSpPr>
        <p:spPr/>
        <p:txBody>
          <a:bodyPr/>
          <a:lstStyle/>
          <a:p>
            <a:fld id="{0C913308-F349-4B6D-A68A-DD1791B4A57B}" type="slidenum">
              <a:rPr lang="zh-CN" altLang="en-US" smtClean="0"/>
              <a:t>13</a:t>
            </a:fld>
            <a:endParaRPr lang="zh-CN" altLang="en-US"/>
          </a:p>
        </p:txBody>
      </p:sp>
    </p:spTree>
    <p:extLst>
      <p:ext uri="{BB962C8B-B14F-4D97-AF65-F5344CB8AC3E}">
        <p14:creationId xmlns:p14="http://schemas.microsoft.com/office/powerpoint/2010/main" val="7935278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fade">
                                      <p:cBhvr>
                                        <p:cTn id="22" dur="500"/>
                                        <p:tgtEl>
                                          <p:spTgt spid="2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5"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直方图示例</a:t>
            </a:r>
          </a:p>
        </p:txBody>
      </p:sp>
      <p:sp>
        <p:nvSpPr>
          <p:cNvPr id="6" name="内容占位符 5"/>
          <p:cNvSpPr>
            <a:spLocks noGrp="1"/>
          </p:cNvSpPr>
          <p:nvPr>
            <p:ph idx="1"/>
          </p:nvPr>
        </p:nvSpPr>
        <p:spPr/>
        <p:txBody>
          <a:bodyPr>
            <a:normAutofit/>
          </a:bodyPr>
          <a:lstStyle/>
          <a:p>
            <a:pPr marL="0" indent="0">
              <a:buNone/>
            </a:pPr>
            <a:r>
              <a:rPr lang="zh-CN" altLang="zh-CN" sz="2200" dirty="0"/>
              <a:t>【例】对</a:t>
            </a:r>
            <a:r>
              <a:rPr lang="en-US" altLang="zh-CN" sz="2200" dirty="0"/>
              <a:t>77</a:t>
            </a:r>
            <a:r>
              <a:rPr lang="zh-CN" altLang="zh-CN" sz="2200" dirty="0"/>
              <a:t>种早餐即食麦片的营养成分利用绘制直方图进行分析。数据中，对品牌、厂商、食用类型、热量、蛋白质、脂肪、钠元素、膳食纤维、碳水化合物、糖分、钾、维生素和矿物质、重量、含量等进行了观测和采集。这里，选择了</a:t>
            </a:r>
            <a:r>
              <a:rPr lang="en-US" altLang="zh-CN" sz="2200" dirty="0"/>
              <a:t>3</a:t>
            </a:r>
            <a:r>
              <a:rPr lang="zh-CN" altLang="zh-CN" sz="2200" dirty="0"/>
              <a:t>组数据，绘制直方图。</a:t>
            </a:r>
          </a:p>
          <a:p>
            <a:pPr marL="82296" indent="0">
              <a:buNone/>
            </a:pPr>
            <a:endParaRPr lang="en-US" altLang="zh-CN" sz="2200" dirty="0"/>
          </a:p>
        </p:txBody>
      </p:sp>
      <p:pic>
        <p:nvPicPr>
          <p:cNvPr id="2050" name="Picture 2"/>
          <p:cNvPicPr>
            <a:picLocks noChangeAspect="1" noChangeArrowheads="1"/>
          </p:cNvPicPr>
          <p:nvPr/>
        </p:nvPicPr>
        <p:blipFill rotWithShape="1">
          <a:blip r:embed="rId2">
            <a:clrChange>
              <a:clrFrom>
                <a:srgbClr val="FFFFFF"/>
              </a:clrFrom>
              <a:clrTo>
                <a:srgbClr val="FFFFFF">
                  <a:alpha val="0"/>
                </a:srgbClr>
              </a:clrTo>
            </a:clrChange>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val="0"/>
              </a:ext>
            </a:extLst>
          </a:blip>
          <a:srcRect l="2397" t="28320" r="2667" b="14447"/>
          <a:stretch/>
        </p:blipFill>
        <p:spPr bwMode="auto">
          <a:xfrm>
            <a:off x="467545" y="3501008"/>
            <a:ext cx="8510125" cy="24050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矩形 1"/>
          <p:cNvSpPr/>
          <p:nvPr/>
        </p:nvSpPr>
        <p:spPr>
          <a:xfrm rot="21068716">
            <a:off x="4778531" y="3410412"/>
            <a:ext cx="4212000" cy="923330"/>
          </a:xfrm>
          <a:prstGeom prst="rect">
            <a:avLst/>
          </a:prstGeom>
          <a:ln w="12700"/>
        </p:spPr>
        <p:style>
          <a:lnRef idx="2">
            <a:schemeClr val="accent3"/>
          </a:lnRef>
          <a:fillRef idx="1">
            <a:schemeClr val="lt1"/>
          </a:fillRef>
          <a:effectRef idx="0">
            <a:schemeClr val="accent3"/>
          </a:effectRef>
          <a:fontRef idx="minor">
            <a:schemeClr val="dk1"/>
          </a:fontRef>
        </p:style>
        <p:txBody>
          <a:bodyPr wrap="square">
            <a:spAutoFit/>
          </a:bodyPr>
          <a:lstStyle/>
          <a:p>
            <a:r>
              <a:rPr lang="zh-CN" altLang="en-US" dirty="0">
                <a:solidFill>
                  <a:srgbClr val="C00000"/>
                </a:solidFill>
                <a:effectLst>
                  <a:outerShdw blurRad="38100" dist="38100" dir="2700000" algn="tl">
                    <a:srgbClr val="000000">
                      <a:alpha val="43137"/>
                    </a:srgbClr>
                  </a:outerShdw>
                </a:effectLst>
                <a:latin typeface="幼圆" pitchFamily="49" charset="-122"/>
                <a:ea typeface="幼圆" pitchFamily="49" charset="-122"/>
              </a:rPr>
              <a:t>绝大多数品种的产品中，膳食纤维处于较低的水平；有较多的产品的钠元素含量较高；而脂肪含量各产品间较为统一。</a:t>
            </a:r>
          </a:p>
        </p:txBody>
      </p:sp>
      <p:sp>
        <p:nvSpPr>
          <p:cNvPr id="4" name="灯片编号占位符 3"/>
          <p:cNvSpPr>
            <a:spLocks noGrp="1"/>
          </p:cNvSpPr>
          <p:nvPr>
            <p:ph type="sldNum" sz="quarter" idx="12"/>
          </p:nvPr>
        </p:nvSpPr>
        <p:spPr/>
        <p:txBody>
          <a:bodyPr/>
          <a:lstStyle/>
          <a:p>
            <a:fld id="{0C913308-F349-4B6D-A68A-DD1791B4A57B}" type="slidenum">
              <a:rPr lang="zh-CN" altLang="en-US" smtClean="0"/>
              <a:t>14</a:t>
            </a:fld>
            <a:endParaRPr lang="zh-CN" altLang="en-US"/>
          </a:p>
        </p:txBody>
      </p:sp>
    </p:spTree>
    <p:extLst>
      <p:ext uri="{BB962C8B-B14F-4D97-AF65-F5344CB8AC3E}">
        <p14:creationId xmlns:p14="http://schemas.microsoft.com/office/powerpoint/2010/main" val="8386767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50"/>
                                        </p:tgtEl>
                                        <p:attrNameLst>
                                          <p:attrName>style.visibility</p:attrName>
                                        </p:attrNameLst>
                                      </p:cBhvr>
                                      <p:to>
                                        <p:strVal val="visible"/>
                                      </p:to>
                                    </p:set>
                                    <p:animEffect transition="in" filter="fade">
                                      <p:cBhvr>
                                        <p:cTn id="12" dur="500"/>
                                        <p:tgtEl>
                                          <p:spTgt spid="205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fade">
                                      <p:cBhvr>
                                        <p:cTn id="1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P spid="2"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BB3722A-F2F7-49BC-B9AE-099089C8BAF0}"/>
              </a:ext>
            </a:extLst>
          </p:cNvPr>
          <p:cNvSpPr>
            <a:spLocks noGrp="1"/>
          </p:cNvSpPr>
          <p:nvPr>
            <p:ph type="title"/>
          </p:nvPr>
        </p:nvSpPr>
        <p:spPr/>
        <p:txBody>
          <a:bodyPr/>
          <a:lstStyle/>
          <a:p>
            <a:r>
              <a:rPr lang="zh-CN" altLang="en-US" dirty="0"/>
              <a:t>折线图</a:t>
            </a:r>
          </a:p>
        </p:txBody>
      </p:sp>
      <p:sp>
        <p:nvSpPr>
          <p:cNvPr id="4" name="灯片编号占位符 3">
            <a:extLst>
              <a:ext uri="{FF2B5EF4-FFF2-40B4-BE49-F238E27FC236}">
                <a16:creationId xmlns:a16="http://schemas.microsoft.com/office/drawing/2014/main" id="{BE6D6880-59D1-4C5E-A9E8-45D3F98C82DD}"/>
              </a:ext>
            </a:extLst>
          </p:cNvPr>
          <p:cNvSpPr>
            <a:spLocks noGrp="1"/>
          </p:cNvSpPr>
          <p:nvPr>
            <p:ph type="sldNum" sz="quarter" idx="12"/>
          </p:nvPr>
        </p:nvSpPr>
        <p:spPr/>
        <p:txBody>
          <a:bodyPr/>
          <a:lstStyle/>
          <a:p>
            <a:fld id="{5AD84F5B-1672-4D3F-9FEC-5DF89A7B7912}" type="slidenum">
              <a:rPr lang="zh-CN" altLang="en-US" smtClean="0"/>
              <a:t>15</a:t>
            </a:fld>
            <a:endParaRPr lang="zh-CN" altLang="en-US"/>
          </a:p>
        </p:txBody>
      </p:sp>
      <p:sp>
        <p:nvSpPr>
          <p:cNvPr id="5" name="文本框 4">
            <a:extLst>
              <a:ext uri="{FF2B5EF4-FFF2-40B4-BE49-F238E27FC236}">
                <a16:creationId xmlns:a16="http://schemas.microsoft.com/office/drawing/2014/main" id="{2D3DDF46-BCE8-48A1-9499-E62B6FEA7803}"/>
              </a:ext>
            </a:extLst>
          </p:cNvPr>
          <p:cNvSpPr txBox="1"/>
          <p:nvPr/>
        </p:nvSpPr>
        <p:spPr>
          <a:xfrm>
            <a:off x="309476" y="1352286"/>
            <a:ext cx="8116253" cy="859081"/>
          </a:xfrm>
          <a:prstGeom prst="rect">
            <a:avLst/>
          </a:prstGeom>
          <a:noFill/>
        </p:spPr>
        <p:txBody>
          <a:bodyPr wrap="square">
            <a:spAutoFit/>
          </a:bodyPr>
          <a:lstStyle/>
          <a:p>
            <a:pPr indent="229553" algn="just">
              <a:lnSpc>
                <a:spcPct val="125000"/>
              </a:lnSpc>
            </a:pPr>
            <a:r>
              <a:rPr lang="zh-CN" altLang="en-US" sz="2100" b="1" kern="1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折线图</a:t>
            </a:r>
            <a:r>
              <a:rPr lang="zh-CN" altLang="zh-CN" sz="2100" b="1" kern="100"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100" b="1" kern="100" dirty="0">
                <a:latin typeface="Times New Roman" panose="02020603050405020304" pitchFamily="18" charset="0"/>
                <a:ea typeface="楷体" panose="02010609060101010101" pitchFamily="49" charset="-122"/>
                <a:cs typeface="Times New Roman" panose="02020603050405020304" pitchFamily="18" charset="0"/>
              </a:rPr>
              <a:t>Line plot</a:t>
            </a:r>
            <a:r>
              <a:rPr lang="zh-CN" altLang="zh-CN" sz="2100" b="1" kern="100"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sz="2100" kern="100" dirty="0">
                <a:latin typeface="Times New Roman" panose="02020603050405020304" pitchFamily="18" charset="0"/>
                <a:ea typeface="楷体" panose="02010609060101010101" pitchFamily="49" charset="-122"/>
                <a:cs typeface="Times New Roman" panose="02020603050405020304" pitchFamily="18" charset="0"/>
              </a:rPr>
              <a:t>是一种用线段连接数据点以展示数据随时间或其他连续变量变化趋势的图形表示方法。</a:t>
            </a:r>
            <a:endParaRPr lang="zh-CN" altLang="zh-CN" sz="2100" kern="100" dirty="0">
              <a:latin typeface="Times New Roman" panose="02020603050405020304" pitchFamily="18" charset="0"/>
              <a:ea typeface="宋体" panose="02010600030101010101" pitchFamily="2" charset="-122"/>
              <a:cs typeface="Times New Roman" panose="02020603050405020304" pitchFamily="18" charset="0"/>
            </a:endParaRPr>
          </a:p>
        </p:txBody>
      </p:sp>
      <p:pic>
        <p:nvPicPr>
          <p:cNvPr id="6" name="图形 9">
            <a:extLst>
              <a:ext uri="{FF2B5EF4-FFF2-40B4-BE49-F238E27FC236}">
                <a16:creationId xmlns:a16="http://schemas.microsoft.com/office/drawing/2014/main" id="{5CDD4484-55F6-4CAD-AD7B-58941380A74B}"/>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l="48467" t="1" b="10427"/>
          <a:stretch/>
        </p:blipFill>
        <p:spPr>
          <a:xfrm>
            <a:off x="2563091" y="2188283"/>
            <a:ext cx="3810000" cy="3314588"/>
          </a:xfrm>
          <a:prstGeom prst="rect">
            <a:avLst/>
          </a:prstGeom>
        </p:spPr>
      </p:pic>
    </p:spTree>
    <p:extLst>
      <p:ext uri="{BB962C8B-B14F-4D97-AF65-F5344CB8AC3E}">
        <p14:creationId xmlns:p14="http://schemas.microsoft.com/office/powerpoint/2010/main" val="33952936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2D3562E-33F2-409C-8BF6-511C7FEF4CFE}"/>
              </a:ext>
            </a:extLst>
          </p:cNvPr>
          <p:cNvSpPr>
            <a:spLocks noGrp="1"/>
          </p:cNvSpPr>
          <p:nvPr>
            <p:ph type="title"/>
          </p:nvPr>
        </p:nvSpPr>
        <p:spPr/>
        <p:txBody>
          <a:bodyPr/>
          <a:lstStyle/>
          <a:p>
            <a:r>
              <a:rPr lang="zh-CN" altLang="en-US" dirty="0"/>
              <a:t>散点图</a:t>
            </a:r>
          </a:p>
        </p:txBody>
      </p:sp>
      <p:sp>
        <p:nvSpPr>
          <p:cNvPr id="4" name="灯片编号占位符 3">
            <a:extLst>
              <a:ext uri="{FF2B5EF4-FFF2-40B4-BE49-F238E27FC236}">
                <a16:creationId xmlns:a16="http://schemas.microsoft.com/office/drawing/2014/main" id="{19002847-0A78-4D92-942C-4995489E281A}"/>
              </a:ext>
            </a:extLst>
          </p:cNvPr>
          <p:cNvSpPr>
            <a:spLocks noGrp="1"/>
          </p:cNvSpPr>
          <p:nvPr>
            <p:ph type="sldNum" sz="quarter" idx="12"/>
          </p:nvPr>
        </p:nvSpPr>
        <p:spPr/>
        <p:txBody>
          <a:bodyPr/>
          <a:lstStyle/>
          <a:p>
            <a:fld id="{5AD84F5B-1672-4D3F-9FEC-5DF89A7B7912}" type="slidenum">
              <a:rPr lang="zh-CN" altLang="en-US" smtClean="0"/>
              <a:t>16</a:t>
            </a:fld>
            <a:endParaRPr lang="zh-CN" altLang="en-US"/>
          </a:p>
        </p:txBody>
      </p:sp>
      <p:sp>
        <p:nvSpPr>
          <p:cNvPr id="5" name="文本框 4">
            <a:extLst>
              <a:ext uri="{FF2B5EF4-FFF2-40B4-BE49-F238E27FC236}">
                <a16:creationId xmlns:a16="http://schemas.microsoft.com/office/drawing/2014/main" id="{D09A1DFC-F660-40B9-A597-15D722BC1340}"/>
              </a:ext>
            </a:extLst>
          </p:cNvPr>
          <p:cNvSpPr txBox="1"/>
          <p:nvPr/>
        </p:nvSpPr>
        <p:spPr>
          <a:xfrm>
            <a:off x="413385" y="1778313"/>
            <a:ext cx="8116253" cy="859081"/>
          </a:xfrm>
          <a:prstGeom prst="rect">
            <a:avLst/>
          </a:prstGeom>
          <a:noFill/>
        </p:spPr>
        <p:txBody>
          <a:bodyPr wrap="square">
            <a:spAutoFit/>
          </a:bodyPr>
          <a:lstStyle/>
          <a:p>
            <a:pPr indent="229553" algn="just">
              <a:lnSpc>
                <a:spcPct val="125000"/>
              </a:lnSpc>
            </a:pPr>
            <a:r>
              <a:rPr lang="zh-CN" altLang="en-US" sz="2100" b="1" kern="1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散点图</a:t>
            </a:r>
            <a:r>
              <a:rPr lang="zh-CN" altLang="zh-CN" sz="2100" b="1" kern="100"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100" b="1" kern="100" dirty="0">
                <a:latin typeface="Times New Roman" panose="02020603050405020304" pitchFamily="18" charset="0"/>
                <a:ea typeface="楷体" panose="02010609060101010101" pitchFamily="49" charset="-122"/>
                <a:cs typeface="Times New Roman" panose="02020603050405020304" pitchFamily="18" charset="0"/>
              </a:rPr>
              <a:t>Scatter diagram</a:t>
            </a:r>
            <a:r>
              <a:rPr lang="zh-CN" altLang="zh-CN" sz="2100" b="1" kern="100"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sz="2100" kern="100" dirty="0">
                <a:latin typeface="Times New Roman" panose="02020603050405020304" pitchFamily="18" charset="0"/>
                <a:ea typeface="楷体" panose="02010609060101010101" pitchFamily="49" charset="-122"/>
                <a:cs typeface="Times New Roman" panose="02020603050405020304" pitchFamily="18" charset="0"/>
              </a:rPr>
              <a:t>是在直角坐标系中将两个变量的取值组合成一个点的图形，可以用于展示两个变量之间的关系。</a:t>
            </a:r>
            <a:endParaRPr lang="zh-CN" altLang="zh-CN" sz="2100" kern="100" dirty="0">
              <a:latin typeface="Times New Roman" panose="02020603050405020304" pitchFamily="18" charset="0"/>
              <a:ea typeface="宋体" panose="02010600030101010101" pitchFamily="2" charset="-122"/>
              <a:cs typeface="Times New Roman" panose="02020603050405020304" pitchFamily="18" charset="0"/>
            </a:endParaRPr>
          </a:p>
        </p:txBody>
      </p:sp>
      <p:pic>
        <p:nvPicPr>
          <p:cNvPr id="6" name="图形 2">
            <a:extLst>
              <a:ext uri="{FF2B5EF4-FFF2-40B4-BE49-F238E27FC236}">
                <a16:creationId xmlns:a16="http://schemas.microsoft.com/office/drawing/2014/main" id="{6AECEE9A-5FDA-41E6-82B0-A93CBDC3C0C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090" t="3630" r="1054" b="8134"/>
          <a:stretch>
            <a:fillRect/>
          </a:stretch>
        </p:blipFill>
        <p:spPr>
          <a:xfrm>
            <a:off x="510525" y="2880836"/>
            <a:ext cx="8122951" cy="2198852"/>
          </a:xfrm>
          <a:prstGeom prst="rect">
            <a:avLst/>
          </a:prstGeom>
        </p:spPr>
      </p:pic>
    </p:spTree>
    <p:extLst>
      <p:ext uri="{BB962C8B-B14F-4D97-AF65-F5344CB8AC3E}">
        <p14:creationId xmlns:p14="http://schemas.microsoft.com/office/powerpoint/2010/main" val="13515878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散点图 </a:t>
            </a:r>
            <a:r>
              <a:rPr lang="en-US" altLang="zh-CN" sz="3200" dirty="0"/>
              <a:t>Scatter plots</a:t>
            </a:r>
            <a:endParaRPr lang="zh-CN" altLang="en-US" sz="3200" dirty="0"/>
          </a:p>
        </p:txBody>
      </p:sp>
      <p:sp>
        <p:nvSpPr>
          <p:cNvPr id="3" name="内容占位符 2"/>
          <p:cNvSpPr>
            <a:spLocks noGrp="1"/>
          </p:cNvSpPr>
          <p:nvPr>
            <p:ph idx="1"/>
          </p:nvPr>
        </p:nvSpPr>
        <p:spPr/>
        <p:txBody>
          <a:bodyPr>
            <a:normAutofit/>
          </a:bodyPr>
          <a:lstStyle/>
          <a:p>
            <a:r>
              <a:rPr lang="zh-CN" altLang="en-US" dirty="0"/>
              <a:t>描述变量关系的一种直观方法，通常用来表示一个事件的两个（或多个）特性之间的相互关联关系。</a:t>
            </a:r>
            <a:endParaRPr lang="en-US" altLang="zh-CN" dirty="0"/>
          </a:p>
          <a:p>
            <a:pPr marL="82296" indent="0">
              <a:buNone/>
            </a:pPr>
            <a:r>
              <a:rPr lang="en-US" altLang="zh-CN" dirty="0"/>
              <a:t>【</a:t>
            </a:r>
            <a:r>
              <a:rPr lang="zh-CN" altLang="en-US" dirty="0"/>
              <a:t>例</a:t>
            </a:r>
            <a:r>
              <a:rPr lang="en-US" altLang="zh-CN" dirty="0"/>
              <a:t>】</a:t>
            </a:r>
          </a:p>
          <a:p>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t>17</a:t>
            </a:fld>
            <a:endParaRPr lang="zh-CN" altLang="en-US"/>
          </a:p>
        </p:txBody>
      </p:sp>
      <p:pic>
        <p:nvPicPr>
          <p:cNvPr id="6" name="Picture 2" descr="See the source image"/>
          <p:cNvPicPr>
            <a:picLocks noChangeAspect="1" noChangeArrowheads="1"/>
          </p:cNvPicPr>
          <p:nvPr/>
        </p:nvPicPr>
        <p:blipFill>
          <a:blip r:embed="rId3">
            <a:clrChange>
              <a:clrFrom>
                <a:srgbClr val="FFFFFF"/>
              </a:clrFrom>
              <a:clrTo>
                <a:srgbClr val="FFFFFF">
                  <a:alpha val="0"/>
                </a:srgbClr>
              </a:clrTo>
            </a:clrChange>
            <a:extLst>
              <a:ext uri="{BEBA8EAE-BF5A-486C-A8C5-ECC9F3942E4B}">
                <a14:imgProps xmlns:a14="http://schemas.microsoft.com/office/drawing/2010/main">
                  <a14:imgLayer r:embed="rId4">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1944812" y="2881222"/>
            <a:ext cx="5003453" cy="30842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477801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50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par>
                          <p:cTn id="13" fill="hold">
                            <p:stCondLst>
                              <p:cond delay="1000"/>
                            </p:stCondLst>
                            <p:childTnLst>
                              <p:par>
                                <p:cTn id="14" presetID="10" presetClass="entr" presetSubtype="0" fill="hold" nodeType="after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散点图 </a:t>
            </a:r>
            <a:r>
              <a:rPr lang="en-US" altLang="zh-CN" sz="3200" dirty="0"/>
              <a:t>Scatter plots</a:t>
            </a:r>
            <a:endParaRPr lang="zh-CN" altLang="en-US" sz="3200" dirty="0"/>
          </a:p>
        </p:txBody>
      </p:sp>
      <p:sp>
        <p:nvSpPr>
          <p:cNvPr id="3" name="内容占位符 2"/>
          <p:cNvSpPr>
            <a:spLocks noGrp="1"/>
          </p:cNvSpPr>
          <p:nvPr>
            <p:ph idx="1"/>
          </p:nvPr>
        </p:nvSpPr>
        <p:spPr/>
        <p:txBody>
          <a:bodyPr>
            <a:noAutofit/>
          </a:bodyPr>
          <a:lstStyle/>
          <a:p>
            <a:r>
              <a:rPr lang="zh-CN" altLang="en-US" dirty="0"/>
              <a:t>从散点图的分布特征中，可以直观看出两个变量之间相关关系的强弱和类型。</a:t>
            </a:r>
            <a:endParaRPr lang="en-US" altLang="zh-CN" dirty="0"/>
          </a:p>
          <a:p>
            <a:r>
              <a:rPr lang="zh-CN" altLang="en-US" dirty="0"/>
              <a:t>散点图可用于图形化地显示两个（或多个）属性之间的关系</a:t>
            </a:r>
            <a:endParaRPr lang="en-US" altLang="zh-CN" dirty="0"/>
          </a:p>
          <a:p>
            <a:endParaRPr lang="zh-CN" altLang="en-US" dirty="0"/>
          </a:p>
          <a:p>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t>18</a:t>
            </a:fld>
            <a:endParaRPr lang="zh-CN" altLang="en-US"/>
          </a:p>
        </p:txBody>
      </p:sp>
      <p:pic>
        <p:nvPicPr>
          <p:cNvPr id="5" name="图片 4" descr="http://s14.sinaimg.cn/mw690/002AfPrSgy6ZCLENhyRcd&amp;690"/>
          <p:cNvPicPr/>
          <p:nvPr/>
        </p:nvPicPr>
        <p:blipFill rotWithShape="1">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l="7802" t="7289" r="5262" b="5422"/>
          <a:stretch/>
        </p:blipFill>
        <p:spPr bwMode="auto">
          <a:xfrm>
            <a:off x="4499992" y="3356992"/>
            <a:ext cx="4608512" cy="2520280"/>
          </a:xfrm>
          <a:prstGeom prst="rect">
            <a:avLst/>
          </a:prstGeom>
          <a:noFill/>
          <a:ln>
            <a:noFill/>
          </a:ln>
          <a:extLst>
            <a:ext uri="{53640926-AAD7-44D8-BBD7-CCE9431645EC}">
              <a14:shadowObscured xmlns:a14="http://schemas.microsoft.com/office/drawing/2010/main"/>
            </a:ext>
          </a:extLst>
        </p:spPr>
      </p:pic>
      <p:sp>
        <p:nvSpPr>
          <p:cNvPr id="6" name="内容占位符 2"/>
          <p:cNvSpPr txBox="1">
            <a:spLocks/>
          </p:cNvSpPr>
          <p:nvPr/>
        </p:nvSpPr>
        <p:spPr>
          <a:xfrm>
            <a:off x="35496" y="3284984"/>
            <a:ext cx="4680520" cy="2592288"/>
          </a:xfrm>
          <a:prstGeom prst="rect">
            <a:avLst/>
          </a:prstGeom>
        </p:spPr>
        <p:txBody>
          <a:bodyPr>
            <a:noAutofit/>
          </a:bodyPr>
          <a:lstStyle>
            <a:lvl1pPr marL="365760" indent="-283464" algn="l" rtl="0" eaLnBrk="1" latinLnBrk="0" hangingPunct="1">
              <a:lnSpc>
                <a:spcPct val="130000"/>
              </a:lnSpc>
              <a:spcBef>
                <a:spcPts val="0"/>
              </a:spcBef>
              <a:buClr>
                <a:schemeClr val="accent1"/>
              </a:buClr>
              <a:buSzPct val="80000"/>
              <a:buFont typeface="Wingdings 2"/>
              <a:buChar char=""/>
              <a:defRPr kumimoji="0" sz="2800" kern="1200" baseline="0">
                <a:solidFill>
                  <a:schemeClr val="tx1"/>
                </a:solidFill>
                <a:latin typeface="Times New Roman" pitchFamily="18" charset="0"/>
                <a:ea typeface="华文细黑" pitchFamily="2" charset="-122"/>
                <a:cs typeface="+mn-cs"/>
              </a:defRPr>
            </a:lvl1pPr>
            <a:lvl2pPr marL="640080" indent="-237744" algn="l" rtl="0" eaLnBrk="1" latinLnBrk="0" hangingPunct="1">
              <a:lnSpc>
                <a:spcPct val="130000"/>
              </a:lnSpc>
              <a:spcBef>
                <a:spcPts val="0"/>
              </a:spcBef>
              <a:buClr>
                <a:schemeClr val="accent1"/>
              </a:buClr>
              <a:buFont typeface="Verdana"/>
              <a:buChar char="◦"/>
              <a:defRPr kumimoji="0" sz="2400" kern="1200" baseline="0">
                <a:solidFill>
                  <a:schemeClr val="tx1"/>
                </a:solidFill>
                <a:latin typeface="Times New Roman" pitchFamily="18" charset="0"/>
                <a:ea typeface="华文细黑" pitchFamily="2" charset="-122"/>
                <a:cs typeface="+mn-cs"/>
              </a:defRPr>
            </a:lvl2pPr>
            <a:lvl3pPr marL="886968" indent="-228600" algn="l" rtl="0" eaLnBrk="1" latinLnBrk="0" hangingPunct="1">
              <a:lnSpc>
                <a:spcPct val="130000"/>
              </a:lnSpc>
              <a:spcBef>
                <a:spcPts val="0"/>
              </a:spcBef>
              <a:buClr>
                <a:schemeClr val="accent2"/>
              </a:buClr>
              <a:buFont typeface="Wingdings 2"/>
              <a:buChar char=""/>
              <a:defRPr kumimoji="0" sz="2000" kern="1200" baseline="0">
                <a:solidFill>
                  <a:schemeClr val="tx1"/>
                </a:solidFill>
                <a:latin typeface="Times New Roman" pitchFamily="18" charset="0"/>
                <a:ea typeface="华文细黑" pitchFamily="2" charset="-122"/>
                <a:cs typeface="+mn-cs"/>
              </a:defRPr>
            </a:lvl3pPr>
            <a:lvl4pPr marL="1097280" indent="-173736" algn="l" rtl="0" eaLnBrk="1" latinLnBrk="0" hangingPunct="1">
              <a:lnSpc>
                <a:spcPct val="130000"/>
              </a:lnSpc>
              <a:spcBef>
                <a:spcPts val="0"/>
              </a:spcBef>
              <a:buClr>
                <a:schemeClr val="accent3"/>
              </a:buClr>
              <a:buFont typeface="Wingdings 2"/>
              <a:buChar char=""/>
              <a:defRPr kumimoji="0" sz="1800" kern="1200" baseline="0">
                <a:solidFill>
                  <a:schemeClr val="tx1"/>
                </a:solidFill>
                <a:latin typeface="Times New Roman" pitchFamily="18" charset="0"/>
                <a:ea typeface="华文细黑" pitchFamily="2" charset="-122"/>
                <a:cs typeface="+mn-cs"/>
              </a:defRPr>
            </a:lvl4pPr>
            <a:lvl5pPr marL="1298448" indent="-182880" algn="l" rtl="0" eaLnBrk="1" latinLnBrk="0" hangingPunct="1">
              <a:lnSpc>
                <a:spcPct val="130000"/>
              </a:lnSpc>
              <a:spcBef>
                <a:spcPts val="0"/>
              </a:spcBef>
              <a:buClr>
                <a:schemeClr val="accent4"/>
              </a:buClr>
              <a:buFont typeface="Wingdings 2"/>
              <a:buChar char=""/>
              <a:defRPr kumimoji="0" sz="1800" kern="1200" baseline="0">
                <a:solidFill>
                  <a:schemeClr val="tx1"/>
                </a:solidFill>
                <a:latin typeface="Times New Roman" pitchFamily="18" charset="0"/>
                <a:ea typeface="华文细黑" pitchFamily="2" charset="-122"/>
                <a:cs typeface="+mn-cs"/>
              </a:defRPr>
            </a:lvl5pPr>
            <a:lvl6pPr marL="1508760" indent="-182880" algn="l" rtl="0" eaLnBrk="1" latinLnBrk="0" hangingPunct="1">
              <a:lnSpc>
                <a:spcPct val="100000"/>
              </a:lnSpc>
              <a:spcBef>
                <a:spcPct val="20000"/>
              </a:spcBef>
              <a:buClr>
                <a:schemeClr val="accent5"/>
              </a:buClr>
              <a:buFont typeface="Wingdings 2"/>
              <a:buChar char=""/>
              <a:defRPr kumimoji="0" sz="2000" kern="1200">
                <a:solidFill>
                  <a:schemeClr val="tx1"/>
                </a:solidFill>
                <a:latin typeface="+mn-lt"/>
                <a:ea typeface="+mn-ea"/>
                <a:cs typeface="+mn-cs"/>
              </a:defRPr>
            </a:lvl6pPr>
            <a:lvl7pPr marL="171907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8pPr>
            <a:lvl9pPr marL="213055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9pPr>
            <a:extLst/>
          </a:lstStyle>
          <a:p>
            <a:pPr marL="0" lvl="1" indent="0">
              <a:buNone/>
            </a:pPr>
            <a:r>
              <a:rPr lang="zh-CN" altLang="en-US" sz="2000" dirty="0"/>
              <a:t>例如，分类算法中，给出类标号时，将不同类别的数据用不同的颜色在图中进行显示</a:t>
            </a:r>
            <a:endParaRPr lang="en-US" altLang="zh-CN" sz="2000" dirty="0"/>
          </a:p>
          <a:p>
            <a:pPr marL="228600" lvl="2"/>
            <a:r>
              <a:rPr lang="zh-CN" altLang="en-US" sz="1800" dirty="0"/>
              <a:t>可以考察类别属性区分类别的显著程度</a:t>
            </a:r>
            <a:endParaRPr lang="en-US" altLang="zh-CN" sz="1800" dirty="0"/>
          </a:p>
          <a:p>
            <a:pPr marL="228600" lvl="2"/>
            <a:r>
              <a:rPr lang="zh-CN" altLang="en-US" sz="1800" dirty="0"/>
              <a:t>可以对比不同类别的数据的分布情况</a:t>
            </a:r>
            <a:endParaRPr lang="en-US" altLang="zh-CN" sz="1800" dirty="0"/>
          </a:p>
          <a:p>
            <a:pPr marL="228600" lvl="2"/>
            <a:r>
              <a:rPr lang="zh-CN" altLang="en-US" sz="1800" dirty="0"/>
              <a:t>进而可以用简单曲线将属性平面进行划分，建立分类模型部分</a:t>
            </a:r>
          </a:p>
          <a:p>
            <a:endParaRPr lang="zh-CN" altLang="en-US" sz="2400" dirty="0"/>
          </a:p>
        </p:txBody>
      </p:sp>
      <p:sp>
        <p:nvSpPr>
          <p:cNvPr id="7" name="任意多边形 6"/>
          <p:cNvSpPr/>
          <p:nvPr/>
        </p:nvSpPr>
        <p:spPr>
          <a:xfrm>
            <a:off x="5615940" y="4370070"/>
            <a:ext cx="746760" cy="510540"/>
          </a:xfrm>
          <a:custGeom>
            <a:avLst/>
            <a:gdLst>
              <a:gd name="connsiteX0" fmla="*/ 838200 w 838200"/>
              <a:gd name="connsiteY0" fmla="*/ 556260 h 556260"/>
              <a:gd name="connsiteX1" fmla="*/ 769620 w 838200"/>
              <a:gd name="connsiteY1" fmla="*/ 525780 h 556260"/>
              <a:gd name="connsiteX2" fmla="*/ 701040 w 838200"/>
              <a:gd name="connsiteY2" fmla="*/ 487680 h 556260"/>
              <a:gd name="connsiteX3" fmla="*/ 678180 w 838200"/>
              <a:gd name="connsiteY3" fmla="*/ 464820 h 556260"/>
              <a:gd name="connsiteX4" fmla="*/ 655320 w 838200"/>
              <a:gd name="connsiteY4" fmla="*/ 457200 h 556260"/>
              <a:gd name="connsiteX5" fmla="*/ 609600 w 838200"/>
              <a:gd name="connsiteY5" fmla="*/ 426720 h 556260"/>
              <a:gd name="connsiteX6" fmla="*/ 563880 w 838200"/>
              <a:gd name="connsiteY6" fmla="*/ 411480 h 556260"/>
              <a:gd name="connsiteX7" fmla="*/ 495300 w 838200"/>
              <a:gd name="connsiteY7" fmla="*/ 373380 h 556260"/>
              <a:gd name="connsiteX8" fmla="*/ 472440 w 838200"/>
              <a:gd name="connsiteY8" fmla="*/ 350520 h 556260"/>
              <a:gd name="connsiteX9" fmla="*/ 426720 w 838200"/>
              <a:gd name="connsiteY9" fmla="*/ 320040 h 556260"/>
              <a:gd name="connsiteX10" fmla="*/ 381000 w 838200"/>
              <a:gd name="connsiteY10" fmla="*/ 289560 h 556260"/>
              <a:gd name="connsiteX11" fmla="*/ 358140 w 838200"/>
              <a:gd name="connsiteY11" fmla="*/ 274320 h 556260"/>
              <a:gd name="connsiteX12" fmla="*/ 335280 w 838200"/>
              <a:gd name="connsiteY12" fmla="*/ 259080 h 556260"/>
              <a:gd name="connsiteX13" fmla="*/ 297180 w 838200"/>
              <a:gd name="connsiteY13" fmla="*/ 220980 h 556260"/>
              <a:gd name="connsiteX14" fmla="*/ 251460 w 838200"/>
              <a:gd name="connsiteY14" fmla="*/ 175260 h 556260"/>
              <a:gd name="connsiteX15" fmla="*/ 236220 w 838200"/>
              <a:gd name="connsiteY15" fmla="*/ 152400 h 556260"/>
              <a:gd name="connsiteX16" fmla="*/ 213360 w 838200"/>
              <a:gd name="connsiteY16" fmla="*/ 144780 h 556260"/>
              <a:gd name="connsiteX17" fmla="*/ 190500 w 838200"/>
              <a:gd name="connsiteY17" fmla="*/ 121920 h 556260"/>
              <a:gd name="connsiteX18" fmla="*/ 167640 w 838200"/>
              <a:gd name="connsiteY18" fmla="*/ 114300 h 556260"/>
              <a:gd name="connsiteX19" fmla="*/ 144780 w 838200"/>
              <a:gd name="connsiteY19" fmla="*/ 99060 h 556260"/>
              <a:gd name="connsiteX20" fmla="*/ 106680 w 838200"/>
              <a:gd name="connsiteY20" fmla="*/ 68580 h 556260"/>
              <a:gd name="connsiteX21" fmla="*/ 91440 w 838200"/>
              <a:gd name="connsiteY21" fmla="*/ 45720 h 556260"/>
              <a:gd name="connsiteX22" fmla="*/ 68580 w 838200"/>
              <a:gd name="connsiteY22" fmla="*/ 38100 h 556260"/>
              <a:gd name="connsiteX23" fmla="*/ 22860 w 838200"/>
              <a:gd name="connsiteY23" fmla="*/ 7620 h 556260"/>
              <a:gd name="connsiteX24" fmla="*/ 0 w 838200"/>
              <a:gd name="connsiteY24" fmla="*/ 0 h 556260"/>
              <a:gd name="connsiteX0" fmla="*/ 838200 w 838200"/>
              <a:gd name="connsiteY0" fmla="*/ 556260 h 556260"/>
              <a:gd name="connsiteX1" fmla="*/ 769620 w 838200"/>
              <a:gd name="connsiteY1" fmla="*/ 525780 h 556260"/>
              <a:gd name="connsiteX2" fmla="*/ 701040 w 838200"/>
              <a:gd name="connsiteY2" fmla="*/ 487680 h 556260"/>
              <a:gd name="connsiteX3" fmla="*/ 655320 w 838200"/>
              <a:gd name="connsiteY3" fmla="*/ 457200 h 556260"/>
              <a:gd name="connsiteX4" fmla="*/ 609600 w 838200"/>
              <a:gd name="connsiteY4" fmla="*/ 426720 h 556260"/>
              <a:gd name="connsiteX5" fmla="*/ 563880 w 838200"/>
              <a:gd name="connsiteY5" fmla="*/ 411480 h 556260"/>
              <a:gd name="connsiteX6" fmla="*/ 495300 w 838200"/>
              <a:gd name="connsiteY6" fmla="*/ 373380 h 556260"/>
              <a:gd name="connsiteX7" fmla="*/ 472440 w 838200"/>
              <a:gd name="connsiteY7" fmla="*/ 350520 h 556260"/>
              <a:gd name="connsiteX8" fmla="*/ 426720 w 838200"/>
              <a:gd name="connsiteY8" fmla="*/ 320040 h 556260"/>
              <a:gd name="connsiteX9" fmla="*/ 381000 w 838200"/>
              <a:gd name="connsiteY9" fmla="*/ 289560 h 556260"/>
              <a:gd name="connsiteX10" fmla="*/ 358140 w 838200"/>
              <a:gd name="connsiteY10" fmla="*/ 274320 h 556260"/>
              <a:gd name="connsiteX11" fmla="*/ 335280 w 838200"/>
              <a:gd name="connsiteY11" fmla="*/ 259080 h 556260"/>
              <a:gd name="connsiteX12" fmla="*/ 297180 w 838200"/>
              <a:gd name="connsiteY12" fmla="*/ 220980 h 556260"/>
              <a:gd name="connsiteX13" fmla="*/ 251460 w 838200"/>
              <a:gd name="connsiteY13" fmla="*/ 175260 h 556260"/>
              <a:gd name="connsiteX14" fmla="*/ 236220 w 838200"/>
              <a:gd name="connsiteY14" fmla="*/ 152400 h 556260"/>
              <a:gd name="connsiteX15" fmla="*/ 213360 w 838200"/>
              <a:gd name="connsiteY15" fmla="*/ 144780 h 556260"/>
              <a:gd name="connsiteX16" fmla="*/ 190500 w 838200"/>
              <a:gd name="connsiteY16" fmla="*/ 121920 h 556260"/>
              <a:gd name="connsiteX17" fmla="*/ 167640 w 838200"/>
              <a:gd name="connsiteY17" fmla="*/ 114300 h 556260"/>
              <a:gd name="connsiteX18" fmla="*/ 144780 w 838200"/>
              <a:gd name="connsiteY18" fmla="*/ 99060 h 556260"/>
              <a:gd name="connsiteX19" fmla="*/ 106680 w 838200"/>
              <a:gd name="connsiteY19" fmla="*/ 68580 h 556260"/>
              <a:gd name="connsiteX20" fmla="*/ 91440 w 838200"/>
              <a:gd name="connsiteY20" fmla="*/ 45720 h 556260"/>
              <a:gd name="connsiteX21" fmla="*/ 68580 w 838200"/>
              <a:gd name="connsiteY21" fmla="*/ 38100 h 556260"/>
              <a:gd name="connsiteX22" fmla="*/ 22860 w 838200"/>
              <a:gd name="connsiteY22" fmla="*/ 7620 h 556260"/>
              <a:gd name="connsiteX23" fmla="*/ 0 w 838200"/>
              <a:gd name="connsiteY23" fmla="*/ 0 h 556260"/>
              <a:gd name="connsiteX0" fmla="*/ 838200 w 838200"/>
              <a:gd name="connsiteY0" fmla="*/ 556260 h 556260"/>
              <a:gd name="connsiteX1" fmla="*/ 769620 w 838200"/>
              <a:gd name="connsiteY1" fmla="*/ 525780 h 556260"/>
              <a:gd name="connsiteX2" fmla="*/ 701040 w 838200"/>
              <a:gd name="connsiteY2" fmla="*/ 487680 h 556260"/>
              <a:gd name="connsiteX3" fmla="*/ 655320 w 838200"/>
              <a:gd name="connsiteY3" fmla="*/ 457200 h 556260"/>
              <a:gd name="connsiteX4" fmla="*/ 609600 w 838200"/>
              <a:gd name="connsiteY4" fmla="*/ 426720 h 556260"/>
              <a:gd name="connsiteX5" fmla="*/ 563880 w 838200"/>
              <a:gd name="connsiteY5" fmla="*/ 411480 h 556260"/>
              <a:gd name="connsiteX6" fmla="*/ 495300 w 838200"/>
              <a:gd name="connsiteY6" fmla="*/ 373380 h 556260"/>
              <a:gd name="connsiteX7" fmla="*/ 472440 w 838200"/>
              <a:gd name="connsiteY7" fmla="*/ 350520 h 556260"/>
              <a:gd name="connsiteX8" fmla="*/ 426720 w 838200"/>
              <a:gd name="connsiteY8" fmla="*/ 320040 h 556260"/>
              <a:gd name="connsiteX9" fmla="*/ 381000 w 838200"/>
              <a:gd name="connsiteY9" fmla="*/ 289560 h 556260"/>
              <a:gd name="connsiteX10" fmla="*/ 335280 w 838200"/>
              <a:gd name="connsiteY10" fmla="*/ 259080 h 556260"/>
              <a:gd name="connsiteX11" fmla="*/ 297180 w 838200"/>
              <a:gd name="connsiteY11" fmla="*/ 220980 h 556260"/>
              <a:gd name="connsiteX12" fmla="*/ 251460 w 838200"/>
              <a:gd name="connsiteY12" fmla="*/ 175260 h 556260"/>
              <a:gd name="connsiteX13" fmla="*/ 236220 w 838200"/>
              <a:gd name="connsiteY13" fmla="*/ 152400 h 556260"/>
              <a:gd name="connsiteX14" fmla="*/ 213360 w 838200"/>
              <a:gd name="connsiteY14" fmla="*/ 144780 h 556260"/>
              <a:gd name="connsiteX15" fmla="*/ 190500 w 838200"/>
              <a:gd name="connsiteY15" fmla="*/ 121920 h 556260"/>
              <a:gd name="connsiteX16" fmla="*/ 167640 w 838200"/>
              <a:gd name="connsiteY16" fmla="*/ 114300 h 556260"/>
              <a:gd name="connsiteX17" fmla="*/ 144780 w 838200"/>
              <a:gd name="connsiteY17" fmla="*/ 99060 h 556260"/>
              <a:gd name="connsiteX18" fmla="*/ 106680 w 838200"/>
              <a:gd name="connsiteY18" fmla="*/ 68580 h 556260"/>
              <a:gd name="connsiteX19" fmla="*/ 91440 w 838200"/>
              <a:gd name="connsiteY19" fmla="*/ 45720 h 556260"/>
              <a:gd name="connsiteX20" fmla="*/ 68580 w 838200"/>
              <a:gd name="connsiteY20" fmla="*/ 38100 h 556260"/>
              <a:gd name="connsiteX21" fmla="*/ 22860 w 838200"/>
              <a:gd name="connsiteY21" fmla="*/ 7620 h 556260"/>
              <a:gd name="connsiteX22" fmla="*/ 0 w 838200"/>
              <a:gd name="connsiteY22" fmla="*/ 0 h 556260"/>
              <a:gd name="connsiteX0" fmla="*/ 838200 w 838200"/>
              <a:gd name="connsiteY0" fmla="*/ 556260 h 556260"/>
              <a:gd name="connsiteX1" fmla="*/ 769620 w 838200"/>
              <a:gd name="connsiteY1" fmla="*/ 525780 h 556260"/>
              <a:gd name="connsiteX2" fmla="*/ 701040 w 838200"/>
              <a:gd name="connsiteY2" fmla="*/ 487680 h 556260"/>
              <a:gd name="connsiteX3" fmla="*/ 655320 w 838200"/>
              <a:gd name="connsiteY3" fmla="*/ 457200 h 556260"/>
              <a:gd name="connsiteX4" fmla="*/ 609600 w 838200"/>
              <a:gd name="connsiteY4" fmla="*/ 426720 h 556260"/>
              <a:gd name="connsiteX5" fmla="*/ 563880 w 838200"/>
              <a:gd name="connsiteY5" fmla="*/ 411480 h 556260"/>
              <a:gd name="connsiteX6" fmla="*/ 514350 w 838200"/>
              <a:gd name="connsiteY6" fmla="*/ 344805 h 556260"/>
              <a:gd name="connsiteX7" fmla="*/ 472440 w 838200"/>
              <a:gd name="connsiteY7" fmla="*/ 350520 h 556260"/>
              <a:gd name="connsiteX8" fmla="*/ 426720 w 838200"/>
              <a:gd name="connsiteY8" fmla="*/ 320040 h 556260"/>
              <a:gd name="connsiteX9" fmla="*/ 381000 w 838200"/>
              <a:gd name="connsiteY9" fmla="*/ 289560 h 556260"/>
              <a:gd name="connsiteX10" fmla="*/ 335280 w 838200"/>
              <a:gd name="connsiteY10" fmla="*/ 259080 h 556260"/>
              <a:gd name="connsiteX11" fmla="*/ 297180 w 838200"/>
              <a:gd name="connsiteY11" fmla="*/ 220980 h 556260"/>
              <a:gd name="connsiteX12" fmla="*/ 251460 w 838200"/>
              <a:gd name="connsiteY12" fmla="*/ 175260 h 556260"/>
              <a:gd name="connsiteX13" fmla="*/ 236220 w 838200"/>
              <a:gd name="connsiteY13" fmla="*/ 152400 h 556260"/>
              <a:gd name="connsiteX14" fmla="*/ 213360 w 838200"/>
              <a:gd name="connsiteY14" fmla="*/ 144780 h 556260"/>
              <a:gd name="connsiteX15" fmla="*/ 190500 w 838200"/>
              <a:gd name="connsiteY15" fmla="*/ 121920 h 556260"/>
              <a:gd name="connsiteX16" fmla="*/ 167640 w 838200"/>
              <a:gd name="connsiteY16" fmla="*/ 114300 h 556260"/>
              <a:gd name="connsiteX17" fmla="*/ 144780 w 838200"/>
              <a:gd name="connsiteY17" fmla="*/ 99060 h 556260"/>
              <a:gd name="connsiteX18" fmla="*/ 106680 w 838200"/>
              <a:gd name="connsiteY18" fmla="*/ 68580 h 556260"/>
              <a:gd name="connsiteX19" fmla="*/ 91440 w 838200"/>
              <a:gd name="connsiteY19" fmla="*/ 45720 h 556260"/>
              <a:gd name="connsiteX20" fmla="*/ 68580 w 838200"/>
              <a:gd name="connsiteY20" fmla="*/ 38100 h 556260"/>
              <a:gd name="connsiteX21" fmla="*/ 22860 w 838200"/>
              <a:gd name="connsiteY21" fmla="*/ 7620 h 556260"/>
              <a:gd name="connsiteX22" fmla="*/ 0 w 838200"/>
              <a:gd name="connsiteY22" fmla="*/ 0 h 556260"/>
              <a:gd name="connsiteX0" fmla="*/ 838200 w 838200"/>
              <a:gd name="connsiteY0" fmla="*/ 556260 h 556260"/>
              <a:gd name="connsiteX1" fmla="*/ 769620 w 838200"/>
              <a:gd name="connsiteY1" fmla="*/ 525780 h 556260"/>
              <a:gd name="connsiteX2" fmla="*/ 701040 w 838200"/>
              <a:gd name="connsiteY2" fmla="*/ 487680 h 556260"/>
              <a:gd name="connsiteX3" fmla="*/ 655320 w 838200"/>
              <a:gd name="connsiteY3" fmla="*/ 457200 h 556260"/>
              <a:gd name="connsiteX4" fmla="*/ 609600 w 838200"/>
              <a:gd name="connsiteY4" fmla="*/ 426720 h 556260"/>
              <a:gd name="connsiteX5" fmla="*/ 514350 w 838200"/>
              <a:gd name="connsiteY5" fmla="*/ 344805 h 556260"/>
              <a:gd name="connsiteX6" fmla="*/ 472440 w 838200"/>
              <a:gd name="connsiteY6" fmla="*/ 350520 h 556260"/>
              <a:gd name="connsiteX7" fmla="*/ 426720 w 838200"/>
              <a:gd name="connsiteY7" fmla="*/ 320040 h 556260"/>
              <a:gd name="connsiteX8" fmla="*/ 381000 w 838200"/>
              <a:gd name="connsiteY8" fmla="*/ 289560 h 556260"/>
              <a:gd name="connsiteX9" fmla="*/ 335280 w 838200"/>
              <a:gd name="connsiteY9" fmla="*/ 259080 h 556260"/>
              <a:gd name="connsiteX10" fmla="*/ 297180 w 838200"/>
              <a:gd name="connsiteY10" fmla="*/ 220980 h 556260"/>
              <a:gd name="connsiteX11" fmla="*/ 251460 w 838200"/>
              <a:gd name="connsiteY11" fmla="*/ 175260 h 556260"/>
              <a:gd name="connsiteX12" fmla="*/ 236220 w 838200"/>
              <a:gd name="connsiteY12" fmla="*/ 152400 h 556260"/>
              <a:gd name="connsiteX13" fmla="*/ 213360 w 838200"/>
              <a:gd name="connsiteY13" fmla="*/ 144780 h 556260"/>
              <a:gd name="connsiteX14" fmla="*/ 190500 w 838200"/>
              <a:gd name="connsiteY14" fmla="*/ 121920 h 556260"/>
              <a:gd name="connsiteX15" fmla="*/ 167640 w 838200"/>
              <a:gd name="connsiteY15" fmla="*/ 114300 h 556260"/>
              <a:gd name="connsiteX16" fmla="*/ 144780 w 838200"/>
              <a:gd name="connsiteY16" fmla="*/ 99060 h 556260"/>
              <a:gd name="connsiteX17" fmla="*/ 106680 w 838200"/>
              <a:gd name="connsiteY17" fmla="*/ 68580 h 556260"/>
              <a:gd name="connsiteX18" fmla="*/ 91440 w 838200"/>
              <a:gd name="connsiteY18" fmla="*/ 45720 h 556260"/>
              <a:gd name="connsiteX19" fmla="*/ 68580 w 838200"/>
              <a:gd name="connsiteY19" fmla="*/ 38100 h 556260"/>
              <a:gd name="connsiteX20" fmla="*/ 22860 w 838200"/>
              <a:gd name="connsiteY20" fmla="*/ 7620 h 556260"/>
              <a:gd name="connsiteX21" fmla="*/ 0 w 838200"/>
              <a:gd name="connsiteY21" fmla="*/ 0 h 556260"/>
              <a:gd name="connsiteX0" fmla="*/ 838200 w 838200"/>
              <a:gd name="connsiteY0" fmla="*/ 556260 h 556260"/>
              <a:gd name="connsiteX1" fmla="*/ 769620 w 838200"/>
              <a:gd name="connsiteY1" fmla="*/ 525780 h 556260"/>
              <a:gd name="connsiteX2" fmla="*/ 701040 w 838200"/>
              <a:gd name="connsiteY2" fmla="*/ 487680 h 556260"/>
              <a:gd name="connsiteX3" fmla="*/ 655320 w 838200"/>
              <a:gd name="connsiteY3" fmla="*/ 457200 h 556260"/>
              <a:gd name="connsiteX4" fmla="*/ 609600 w 838200"/>
              <a:gd name="connsiteY4" fmla="*/ 426720 h 556260"/>
              <a:gd name="connsiteX5" fmla="*/ 514350 w 838200"/>
              <a:gd name="connsiteY5" fmla="*/ 344805 h 556260"/>
              <a:gd name="connsiteX6" fmla="*/ 426720 w 838200"/>
              <a:gd name="connsiteY6" fmla="*/ 320040 h 556260"/>
              <a:gd name="connsiteX7" fmla="*/ 381000 w 838200"/>
              <a:gd name="connsiteY7" fmla="*/ 289560 h 556260"/>
              <a:gd name="connsiteX8" fmla="*/ 335280 w 838200"/>
              <a:gd name="connsiteY8" fmla="*/ 259080 h 556260"/>
              <a:gd name="connsiteX9" fmla="*/ 297180 w 838200"/>
              <a:gd name="connsiteY9" fmla="*/ 220980 h 556260"/>
              <a:gd name="connsiteX10" fmla="*/ 251460 w 838200"/>
              <a:gd name="connsiteY10" fmla="*/ 175260 h 556260"/>
              <a:gd name="connsiteX11" fmla="*/ 236220 w 838200"/>
              <a:gd name="connsiteY11" fmla="*/ 152400 h 556260"/>
              <a:gd name="connsiteX12" fmla="*/ 213360 w 838200"/>
              <a:gd name="connsiteY12" fmla="*/ 144780 h 556260"/>
              <a:gd name="connsiteX13" fmla="*/ 190500 w 838200"/>
              <a:gd name="connsiteY13" fmla="*/ 121920 h 556260"/>
              <a:gd name="connsiteX14" fmla="*/ 167640 w 838200"/>
              <a:gd name="connsiteY14" fmla="*/ 114300 h 556260"/>
              <a:gd name="connsiteX15" fmla="*/ 144780 w 838200"/>
              <a:gd name="connsiteY15" fmla="*/ 99060 h 556260"/>
              <a:gd name="connsiteX16" fmla="*/ 106680 w 838200"/>
              <a:gd name="connsiteY16" fmla="*/ 68580 h 556260"/>
              <a:gd name="connsiteX17" fmla="*/ 91440 w 838200"/>
              <a:gd name="connsiteY17" fmla="*/ 45720 h 556260"/>
              <a:gd name="connsiteX18" fmla="*/ 68580 w 838200"/>
              <a:gd name="connsiteY18" fmla="*/ 38100 h 556260"/>
              <a:gd name="connsiteX19" fmla="*/ 22860 w 838200"/>
              <a:gd name="connsiteY19" fmla="*/ 7620 h 556260"/>
              <a:gd name="connsiteX20" fmla="*/ 0 w 838200"/>
              <a:gd name="connsiteY20" fmla="*/ 0 h 556260"/>
              <a:gd name="connsiteX0" fmla="*/ 838200 w 838200"/>
              <a:gd name="connsiteY0" fmla="*/ 556260 h 556260"/>
              <a:gd name="connsiteX1" fmla="*/ 769620 w 838200"/>
              <a:gd name="connsiteY1" fmla="*/ 525780 h 556260"/>
              <a:gd name="connsiteX2" fmla="*/ 701040 w 838200"/>
              <a:gd name="connsiteY2" fmla="*/ 487680 h 556260"/>
              <a:gd name="connsiteX3" fmla="*/ 655320 w 838200"/>
              <a:gd name="connsiteY3" fmla="*/ 457200 h 556260"/>
              <a:gd name="connsiteX4" fmla="*/ 609600 w 838200"/>
              <a:gd name="connsiteY4" fmla="*/ 426720 h 556260"/>
              <a:gd name="connsiteX5" fmla="*/ 514350 w 838200"/>
              <a:gd name="connsiteY5" fmla="*/ 344805 h 556260"/>
              <a:gd name="connsiteX6" fmla="*/ 426720 w 838200"/>
              <a:gd name="connsiteY6" fmla="*/ 320040 h 556260"/>
              <a:gd name="connsiteX7" fmla="*/ 381000 w 838200"/>
              <a:gd name="connsiteY7" fmla="*/ 289560 h 556260"/>
              <a:gd name="connsiteX8" fmla="*/ 335280 w 838200"/>
              <a:gd name="connsiteY8" fmla="*/ 259080 h 556260"/>
              <a:gd name="connsiteX9" fmla="*/ 297180 w 838200"/>
              <a:gd name="connsiteY9" fmla="*/ 220980 h 556260"/>
              <a:gd name="connsiteX10" fmla="*/ 251460 w 838200"/>
              <a:gd name="connsiteY10" fmla="*/ 175260 h 556260"/>
              <a:gd name="connsiteX11" fmla="*/ 236220 w 838200"/>
              <a:gd name="connsiteY11" fmla="*/ 152400 h 556260"/>
              <a:gd name="connsiteX12" fmla="*/ 213360 w 838200"/>
              <a:gd name="connsiteY12" fmla="*/ 144780 h 556260"/>
              <a:gd name="connsiteX13" fmla="*/ 190500 w 838200"/>
              <a:gd name="connsiteY13" fmla="*/ 121920 h 556260"/>
              <a:gd name="connsiteX14" fmla="*/ 144780 w 838200"/>
              <a:gd name="connsiteY14" fmla="*/ 99060 h 556260"/>
              <a:gd name="connsiteX15" fmla="*/ 106680 w 838200"/>
              <a:gd name="connsiteY15" fmla="*/ 68580 h 556260"/>
              <a:gd name="connsiteX16" fmla="*/ 91440 w 838200"/>
              <a:gd name="connsiteY16" fmla="*/ 45720 h 556260"/>
              <a:gd name="connsiteX17" fmla="*/ 68580 w 838200"/>
              <a:gd name="connsiteY17" fmla="*/ 38100 h 556260"/>
              <a:gd name="connsiteX18" fmla="*/ 22860 w 838200"/>
              <a:gd name="connsiteY18" fmla="*/ 7620 h 556260"/>
              <a:gd name="connsiteX19" fmla="*/ 0 w 838200"/>
              <a:gd name="connsiteY19" fmla="*/ 0 h 556260"/>
              <a:gd name="connsiteX0" fmla="*/ 838200 w 838200"/>
              <a:gd name="connsiteY0" fmla="*/ 556260 h 556260"/>
              <a:gd name="connsiteX1" fmla="*/ 769620 w 838200"/>
              <a:gd name="connsiteY1" fmla="*/ 525780 h 556260"/>
              <a:gd name="connsiteX2" fmla="*/ 701040 w 838200"/>
              <a:gd name="connsiteY2" fmla="*/ 487680 h 556260"/>
              <a:gd name="connsiteX3" fmla="*/ 655320 w 838200"/>
              <a:gd name="connsiteY3" fmla="*/ 457200 h 556260"/>
              <a:gd name="connsiteX4" fmla="*/ 609600 w 838200"/>
              <a:gd name="connsiteY4" fmla="*/ 426720 h 556260"/>
              <a:gd name="connsiteX5" fmla="*/ 514350 w 838200"/>
              <a:gd name="connsiteY5" fmla="*/ 344805 h 556260"/>
              <a:gd name="connsiteX6" fmla="*/ 426720 w 838200"/>
              <a:gd name="connsiteY6" fmla="*/ 320040 h 556260"/>
              <a:gd name="connsiteX7" fmla="*/ 381000 w 838200"/>
              <a:gd name="connsiteY7" fmla="*/ 289560 h 556260"/>
              <a:gd name="connsiteX8" fmla="*/ 335280 w 838200"/>
              <a:gd name="connsiteY8" fmla="*/ 259080 h 556260"/>
              <a:gd name="connsiteX9" fmla="*/ 297180 w 838200"/>
              <a:gd name="connsiteY9" fmla="*/ 220980 h 556260"/>
              <a:gd name="connsiteX10" fmla="*/ 251460 w 838200"/>
              <a:gd name="connsiteY10" fmla="*/ 175260 h 556260"/>
              <a:gd name="connsiteX11" fmla="*/ 236220 w 838200"/>
              <a:gd name="connsiteY11" fmla="*/ 152400 h 556260"/>
              <a:gd name="connsiteX12" fmla="*/ 190500 w 838200"/>
              <a:gd name="connsiteY12" fmla="*/ 121920 h 556260"/>
              <a:gd name="connsiteX13" fmla="*/ 144780 w 838200"/>
              <a:gd name="connsiteY13" fmla="*/ 99060 h 556260"/>
              <a:gd name="connsiteX14" fmla="*/ 106680 w 838200"/>
              <a:gd name="connsiteY14" fmla="*/ 68580 h 556260"/>
              <a:gd name="connsiteX15" fmla="*/ 91440 w 838200"/>
              <a:gd name="connsiteY15" fmla="*/ 45720 h 556260"/>
              <a:gd name="connsiteX16" fmla="*/ 68580 w 838200"/>
              <a:gd name="connsiteY16" fmla="*/ 38100 h 556260"/>
              <a:gd name="connsiteX17" fmla="*/ 22860 w 838200"/>
              <a:gd name="connsiteY17" fmla="*/ 7620 h 556260"/>
              <a:gd name="connsiteX18" fmla="*/ 0 w 838200"/>
              <a:gd name="connsiteY18" fmla="*/ 0 h 556260"/>
              <a:gd name="connsiteX0" fmla="*/ 838200 w 838200"/>
              <a:gd name="connsiteY0" fmla="*/ 556260 h 556260"/>
              <a:gd name="connsiteX1" fmla="*/ 769620 w 838200"/>
              <a:gd name="connsiteY1" fmla="*/ 525780 h 556260"/>
              <a:gd name="connsiteX2" fmla="*/ 701040 w 838200"/>
              <a:gd name="connsiteY2" fmla="*/ 487680 h 556260"/>
              <a:gd name="connsiteX3" fmla="*/ 655320 w 838200"/>
              <a:gd name="connsiteY3" fmla="*/ 457200 h 556260"/>
              <a:gd name="connsiteX4" fmla="*/ 609600 w 838200"/>
              <a:gd name="connsiteY4" fmla="*/ 426720 h 556260"/>
              <a:gd name="connsiteX5" fmla="*/ 514350 w 838200"/>
              <a:gd name="connsiteY5" fmla="*/ 344805 h 556260"/>
              <a:gd name="connsiteX6" fmla="*/ 426720 w 838200"/>
              <a:gd name="connsiteY6" fmla="*/ 320040 h 556260"/>
              <a:gd name="connsiteX7" fmla="*/ 381000 w 838200"/>
              <a:gd name="connsiteY7" fmla="*/ 289560 h 556260"/>
              <a:gd name="connsiteX8" fmla="*/ 335280 w 838200"/>
              <a:gd name="connsiteY8" fmla="*/ 259080 h 556260"/>
              <a:gd name="connsiteX9" fmla="*/ 297180 w 838200"/>
              <a:gd name="connsiteY9" fmla="*/ 220980 h 556260"/>
              <a:gd name="connsiteX10" fmla="*/ 236220 w 838200"/>
              <a:gd name="connsiteY10" fmla="*/ 152400 h 556260"/>
              <a:gd name="connsiteX11" fmla="*/ 190500 w 838200"/>
              <a:gd name="connsiteY11" fmla="*/ 121920 h 556260"/>
              <a:gd name="connsiteX12" fmla="*/ 144780 w 838200"/>
              <a:gd name="connsiteY12" fmla="*/ 99060 h 556260"/>
              <a:gd name="connsiteX13" fmla="*/ 106680 w 838200"/>
              <a:gd name="connsiteY13" fmla="*/ 68580 h 556260"/>
              <a:gd name="connsiteX14" fmla="*/ 91440 w 838200"/>
              <a:gd name="connsiteY14" fmla="*/ 45720 h 556260"/>
              <a:gd name="connsiteX15" fmla="*/ 68580 w 838200"/>
              <a:gd name="connsiteY15" fmla="*/ 38100 h 556260"/>
              <a:gd name="connsiteX16" fmla="*/ 22860 w 838200"/>
              <a:gd name="connsiteY16" fmla="*/ 7620 h 556260"/>
              <a:gd name="connsiteX17" fmla="*/ 0 w 838200"/>
              <a:gd name="connsiteY17" fmla="*/ 0 h 556260"/>
              <a:gd name="connsiteX0" fmla="*/ 838200 w 838200"/>
              <a:gd name="connsiteY0" fmla="*/ 556260 h 556260"/>
              <a:gd name="connsiteX1" fmla="*/ 769620 w 838200"/>
              <a:gd name="connsiteY1" fmla="*/ 525780 h 556260"/>
              <a:gd name="connsiteX2" fmla="*/ 701040 w 838200"/>
              <a:gd name="connsiteY2" fmla="*/ 487680 h 556260"/>
              <a:gd name="connsiteX3" fmla="*/ 655320 w 838200"/>
              <a:gd name="connsiteY3" fmla="*/ 457200 h 556260"/>
              <a:gd name="connsiteX4" fmla="*/ 609600 w 838200"/>
              <a:gd name="connsiteY4" fmla="*/ 426720 h 556260"/>
              <a:gd name="connsiteX5" fmla="*/ 514350 w 838200"/>
              <a:gd name="connsiteY5" fmla="*/ 344805 h 556260"/>
              <a:gd name="connsiteX6" fmla="*/ 426720 w 838200"/>
              <a:gd name="connsiteY6" fmla="*/ 320040 h 556260"/>
              <a:gd name="connsiteX7" fmla="*/ 381000 w 838200"/>
              <a:gd name="connsiteY7" fmla="*/ 289560 h 556260"/>
              <a:gd name="connsiteX8" fmla="*/ 335280 w 838200"/>
              <a:gd name="connsiteY8" fmla="*/ 259080 h 556260"/>
              <a:gd name="connsiteX9" fmla="*/ 297180 w 838200"/>
              <a:gd name="connsiteY9" fmla="*/ 220980 h 556260"/>
              <a:gd name="connsiteX10" fmla="*/ 236220 w 838200"/>
              <a:gd name="connsiteY10" fmla="*/ 152400 h 556260"/>
              <a:gd name="connsiteX11" fmla="*/ 190500 w 838200"/>
              <a:gd name="connsiteY11" fmla="*/ 121920 h 556260"/>
              <a:gd name="connsiteX12" fmla="*/ 144780 w 838200"/>
              <a:gd name="connsiteY12" fmla="*/ 99060 h 556260"/>
              <a:gd name="connsiteX13" fmla="*/ 106680 w 838200"/>
              <a:gd name="connsiteY13" fmla="*/ 68580 h 556260"/>
              <a:gd name="connsiteX14" fmla="*/ 91440 w 838200"/>
              <a:gd name="connsiteY14" fmla="*/ 45720 h 556260"/>
              <a:gd name="connsiteX15" fmla="*/ 22860 w 838200"/>
              <a:gd name="connsiteY15" fmla="*/ 7620 h 556260"/>
              <a:gd name="connsiteX16" fmla="*/ 0 w 838200"/>
              <a:gd name="connsiteY16" fmla="*/ 0 h 556260"/>
              <a:gd name="connsiteX0" fmla="*/ 838200 w 838200"/>
              <a:gd name="connsiteY0" fmla="*/ 556260 h 556260"/>
              <a:gd name="connsiteX1" fmla="*/ 769620 w 838200"/>
              <a:gd name="connsiteY1" fmla="*/ 525780 h 556260"/>
              <a:gd name="connsiteX2" fmla="*/ 701040 w 838200"/>
              <a:gd name="connsiteY2" fmla="*/ 487680 h 556260"/>
              <a:gd name="connsiteX3" fmla="*/ 655320 w 838200"/>
              <a:gd name="connsiteY3" fmla="*/ 457200 h 556260"/>
              <a:gd name="connsiteX4" fmla="*/ 609600 w 838200"/>
              <a:gd name="connsiteY4" fmla="*/ 426720 h 556260"/>
              <a:gd name="connsiteX5" fmla="*/ 514350 w 838200"/>
              <a:gd name="connsiteY5" fmla="*/ 344805 h 556260"/>
              <a:gd name="connsiteX6" fmla="*/ 426720 w 838200"/>
              <a:gd name="connsiteY6" fmla="*/ 320040 h 556260"/>
              <a:gd name="connsiteX7" fmla="*/ 381000 w 838200"/>
              <a:gd name="connsiteY7" fmla="*/ 289560 h 556260"/>
              <a:gd name="connsiteX8" fmla="*/ 335280 w 838200"/>
              <a:gd name="connsiteY8" fmla="*/ 259080 h 556260"/>
              <a:gd name="connsiteX9" fmla="*/ 297180 w 838200"/>
              <a:gd name="connsiteY9" fmla="*/ 220980 h 556260"/>
              <a:gd name="connsiteX10" fmla="*/ 236220 w 838200"/>
              <a:gd name="connsiteY10" fmla="*/ 152400 h 556260"/>
              <a:gd name="connsiteX11" fmla="*/ 190500 w 838200"/>
              <a:gd name="connsiteY11" fmla="*/ 121920 h 556260"/>
              <a:gd name="connsiteX12" fmla="*/ 144780 w 838200"/>
              <a:gd name="connsiteY12" fmla="*/ 99060 h 556260"/>
              <a:gd name="connsiteX13" fmla="*/ 91440 w 838200"/>
              <a:gd name="connsiteY13" fmla="*/ 45720 h 556260"/>
              <a:gd name="connsiteX14" fmla="*/ 22860 w 838200"/>
              <a:gd name="connsiteY14" fmla="*/ 7620 h 556260"/>
              <a:gd name="connsiteX15" fmla="*/ 0 w 838200"/>
              <a:gd name="connsiteY15" fmla="*/ 0 h 556260"/>
              <a:gd name="connsiteX0" fmla="*/ 838200 w 838200"/>
              <a:gd name="connsiteY0" fmla="*/ 556260 h 556260"/>
              <a:gd name="connsiteX1" fmla="*/ 769620 w 838200"/>
              <a:gd name="connsiteY1" fmla="*/ 525780 h 556260"/>
              <a:gd name="connsiteX2" fmla="*/ 701040 w 838200"/>
              <a:gd name="connsiteY2" fmla="*/ 487680 h 556260"/>
              <a:gd name="connsiteX3" fmla="*/ 655320 w 838200"/>
              <a:gd name="connsiteY3" fmla="*/ 457200 h 556260"/>
              <a:gd name="connsiteX4" fmla="*/ 609600 w 838200"/>
              <a:gd name="connsiteY4" fmla="*/ 426720 h 556260"/>
              <a:gd name="connsiteX5" fmla="*/ 514350 w 838200"/>
              <a:gd name="connsiteY5" fmla="*/ 344805 h 556260"/>
              <a:gd name="connsiteX6" fmla="*/ 426720 w 838200"/>
              <a:gd name="connsiteY6" fmla="*/ 320040 h 556260"/>
              <a:gd name="connsiteX7" fmla="*/ 381000 w 838200"/>
              <a:gd name="connsiteY7" fmla="*/ 289560 h 556260"/>
              <a:gd name="connsiteX8" fmla="*/ 335280 w 838200"/>
              <a:gd name="connsiteY8" fmla="*/ 259080 h 556260"/>
              <a:gd name="connsiteX9" fmla="*/ 297180 w 838200"/>
              <a:gd name="connsiteY9" fmla="*/ 220980 h 556260"/>
              <a:gd name="connsiteX10" fmla="*/ 236220 w 838200"/>
              <a:gd name="connsiteY10" fmla="*/ 152400 h 556260"/>
              <a:gd name="connsiteX11" fmla="*/ 144780 w 838200"/>
              <a:gd name="connsiteY11" fmla="*/ 99060 h 556260"/>
              <a:gd name="connsiteX12" fmla="*/ 91440 w 838200"/>
              <a:gd name="connsiteY12" fmla="*/ 45720 h 556260"/>
              <a:gd name="connsiteX13" fmla="*/ 22860 w 838200"/>
              <a:gd name="connsiteY13" fmla="*/ 7620 h 556260"/>
              <a:gd name="connsiteX14" fmla="*/ 0 w 838200"/>
              <a:gd name="connsiteY14" fmla="*/ 0 h 556260"/>
              <a:gd name="connsiteX0" fmla="*/ 838200 w 838200"/>
              <a:gd name="connsiteY0" fmla="*/ 556260 h 556260"/>
              <a:gd name="connsiteX1" fmla="*/ 769620 w 838200"/>
              <a:gd name="connsiteY1" fmla="*/ 525780 h 556260"/>
              <a:gd name="connsiteX2" fmla="*/ 701040 w 838200"/>
              <a:gd name="connsiteY2" fmla="*/ 487680 h 556260"/>
              <a:gd name="connsiteX3" fmla="*/ 655320 w 838200"/>
              <a:gd name="connsiteY3" fmla="*/ 457200 h 556260"/>
              <a:gd name="connsiteX4" fmla="*/ 609600 w 838200"/>
              <a:gd name="connsiteY4" fmla="*/ 426720 h 556260"/>
              <a:gd name="connsiteX5" fmla="*/ 514350 w 838200"/>
              <a:gd name="connsiteY5" fmla="*/ 344805 h 556260"/>
              <a:gd name="connsiteX6" fmla="*/ 426720 w 838200"/>
              <a:gd name="connsiteY6" fmla="*/ 320040 h 556260"/>
              <a:gd name="connsiteX7" fmla="*/ 381000 w 838200"/>
              <a:gd name="connsiteY7" fmla="*/ 289560 h 556260"/>
              <a:gd name="connsiteX8" fmla="*/ 297180 w 838200"/>
              <a:gd name="connsiteY8" fmla="*/ 220980 h 556260"/>
              <a:gd name="connsiteX9" fmla="*/ 236220 w 838200"/>
              <a:gd name="connsiteY9" fmla="*/ 152400 h 556260"/>
              <a:gd name="connsiteX10" fmla="*/ 144780 w 838200"/>
              <a:gd name="connsiteY10" fmla="*/ 99060 h 556260"/>
              <a:gd name="connsiteX11" fmla="*/ 91440 w 838200"/>
              <a:gd name="connsiteY11" fmla="*/ 45720 h 556260"/>
              <a:gd name="connsiteX12" fmla="*/ 22860 w 838200"/>
              <a:gd name="connsiteY12" fmla="*/ 7620 h 556260"/>
              <a:gd name="connsiteX13" fmla="*/ 0 w 838200"/>
              <a:gd name="connsiteY13" fmla="*/ 0 h 556260"/>
              <a:gd name="connsiteX0" fmla="*/ 815340 w 815340"/>
              <a:gd name="connsiteY0" fmla="*/ 548640 h 548640"/>
              <a:gd name="connsiteX1" fmla="*/ 746760 w 815340"/>
              <a:gd name="connsiteY1" fmla="*/ 518160 h 548640"/>
              <a:gd name="connsiteX2" fmla="*/ 678180 w 815340"/>
              <a:gd name="connsiteY2" fmla="*/ 480060 h 548640"/>
              <a:gd name="connsiteX3" fmla="*/ 632460 w 815340"/>
              <a:gd name="connsiteY3" fmla="*/ 449580 h 548640"/>
              <a:gd name="connsiteX4" fmla="*/ 586740 w 815340"/>
              <a:gd name="connsiteY4" fmla="*/ 419100 h 548640"/>
              <a:gd name="connsiteX5" fmla="*/ 491490 w 815340"/>
              <a:gd name="connsiteY5" fmla="*/ 337185 h 548640"/>
              <a:gd name="connsiteX6" fmla="*/ 403860 w 815340"/>
              <a:gd name="connsiteY6" fmla="*/ 312420 h 548640"/>
              <a:gd name="connsiteX7" fmla="*/ 358140 w 815340"/>
              <a:gd name="connsiteY7" fmla="*/ 281940 h 548640"/>
              <a:gd name="connsiteX8" fmla="*/ 274320 w 815340"/>
              <a:gd name="connsiteY8" fmla="*/ 213360 h 548640"/>
              <a:gd name="connsiteX9" fmla="*/ 213360 w 815340"/>
              <a:gd name="connsiteY9" fmla="*/ 144780 h 548640"/>
              <a:gd name="connsiteX10" fmla="*/ 121920 w 815340"/>
              <a:gd name="connsiteY10" fmla="*/ 91440 h 548640"/>
              <a:gd name="connsiteX11" fmla="*/ 68580 w 815340"/>
              <a:gd name="connsiteY11" fmla="*/ 38100 h 548640"/>
              <a:gd name="connsiteX12" fmla="*/ 0 w 815340"/>
              <a:gd name="connsiteY12" fmla="*/ 0 h 548640"/>
              <a:gd name="connsiteX0" fmla="*/ 746760 w 746760"/>
              <a:gd name="connsiteY0" fmla="*/ 510540 h 510540"/>
              <a:gd name="connsiteX1" fmla="*/ 678180 w 746760"/>
              <a:gd name="connsiteY1" fmla="*/ 480060 h 510540"/>
              <a:gd name="connsiteX2" fmla="*/ 609600 w 746760"/>
              <a:gd name="connsiteY2" fmla="*/ 441960 h 510540"/>
              <a:gd name="connsiteX3" fmla="*/ 563880 w 746760"/>
              <a:gd name="connsiteY3" fmla="*/ 411480 h 510540"/>
              <a:gd name="connsiteX4" fmla="*/ 518160 w 746760"/>
              <a:gd name="connsiteY4" fmla="*/ 381000 h 510540"/>
              <a:gd name="connsiteX5" fmla="*/ 422910 w 746760"/>
              <a:gd name="connsiteY5" fmla="*/ 299085 h 510540"/>
              <a:gd name="connsiteX6" fmla="*/ 335280 w 746760"/>
              <a:gd name="connsiteY6" fmla="*/ 274320 h 510540"/>
              <a:gd name="connsiteX7" fmla="*/ 289560 w 746760"/>
              <a:gd name="connsiteY7" fmla="*/ 243840 h 510540"/>
              <a:gd name="connsiteX8" fmla="*/ 205740 w 746760"/>
              <a:gd name="connsiteY8" fmla="*/ 175260 h 510540"/>
              <a:gd name="connsiteX9" fmla="*/ 144780 w 746760"/>
              <a:gd name="connsiteY9" fmla="*/ 106680 h 510540"/>
              <a:gd name="connsiteX10" fmla="*/ 53340 w 746760"/>
              <a:gd name="connsiteY10" fmla="*/ 53340 h 510540"/>
              <a:gd name="connsiteX11" fmla="*/ 0 w 746760"/>
              <a:gd name="connsiteY11" fmla="*/ 0 h 510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6760" h="510540">
                <a:moveTo>
                  <a:pt x="746760" y="510540"/>
                </a:moveTo>
                <a:cubicBezTo>
                  <a:pt x="628807" y="471222"/>
                  <a:pt x="750633" y="516286"/>
                  <a:pt x="678180" y="480060"/>
                </a:cubicBezTo>
                <a:cubicBezTo>
                  <a:pt x="639852" y="460896"/>
                  <a:pt x="628650" y="453390"/>
                  <a:pt x="609600" y="441960"/>
                </a:cubicBezTo>
                <a:cubicBezTo>
                  <a:pt x="590550" y="430530"/>
                  <a:pt x="579120" y="421640"/>
                  <a:pt x="563880" y="411480"/>
                </a:cubicBezTo>
                <a:cubicBezTo>
                  <a:pt x="548640" y="401320"/>
                  <a:pt x="541655" y="399732"/>
                  <a:pt x="518160" y="381000"/>
                </a:cubicBezTo>
                <a:cubicBezTo>
                  <a:pt x="494665" y="362268"/>
                  <a:pt x="453390" y="316865"/>
                  <a:pt x="422910" y="299085"/>
                </a:cubicBezTo>
                <a:cubicBezTo>
                  <a:pt x="392430" y="281305"/>
                  <a:pt x="357505" y="283527"/>
                  <a:pt x="335280" y="274320"/>
                </a:cubicBezTo>
                <a:cubicBezTo>
                  <a:pt x="313055" y="265113"/>
                  <a:pt x="304800" y="254000"/>
                  <a:pt x="289560" y="243840"/>
                </a:cubicBezTo>
                <a:lnTo>
                  <a:pt x="205740" y="175260"/>
                </a:lnTo>
                <a:cubicBezTo>
                  <a:pt x="189230" y="157480"/>
                  <a:pt x="170180" y="127000"/>
                  <a:pt x="144780" y="106680"/>
                </a:cubicBezTo>
                <a:cubicBezTo>
                  <a:pt x="119380" y="86360"/>
                  <a:pt x="77470" y="71120"/>
                  <a:pt x="53340" y="53340"/>
                </a:cubicBezTo>
                <a:cubicBezTo>
                  <a:pt x="29210" y="35560"/>
                  <a:pt x="20320" y="15240"/>
                  <a:pt x="0" y="0"/>
                </a:cubicBezTo>
              </a:path>
            </a:pathLst>
          </a:custGeom>
        </p:spPr>
        <p:style>
          <a:lnRef idx="2">
            <a:schemeClr val="accent3"/>
          </a:lnRef>
          <a:fillRef idx="0">
            <a:schemeClr val="accent3"/>
          </a:fillRef>
          <a:effectRef idx="1">
            <a:schemeClr val="accent3"/>
          </a:effectRef>
          <a:fontRef idx="minor">
            <a:schemeClr val="tx1"/>
          </a:fontRef>
        </p:style>
        <p:txBody>
          <a:bodyPr rtlCol="0" anchor="ctr"/>
          <a:lstStyle/>
          <a:p>
            <a:pPr algn="ctr"/>
            <a:endParaRPr lang="zh-CN" altLang="en-US"/>
          </a:p>
        </p:txBody>
      </p:sp>
      <p:sp>
        <p:nvSpPr>
          <p:cNvPr id="8" name="任意多边形 7"/>
          <p:cNvSpPr/>
          <p:nvPr/>
        </p:nvSpPr>
        <p:spPr>
          <a:xfrm>
            <a:off x="6382296" y="4040506"/>
            <a:ext cx="1240155" cy="864240"/>
          </a:xfrm>
          <a:custGeom>
            <a:avLst/>
            <a:gdLst>
              <a:gd name="connsiteX0" fmla="*/ 0 w 1242060"/>
              <a:gd name="connsiteY0" fmla="*/ 815340 h 830580"/>
              <a:gd name="connsiteX1" fmla="*/ 38100 w 1242060"/>
              <a:gd name="connsiteY1" fmla="*/ 822960 h 830580"/>
              <a:gd name="connsiteX2" fmla="*/ 60960 w 1242060"/>
              <a:gd name="connsiteY2" fmla="*/ 830580 h 830580"/>
              <a:gd name="connsiteX3" fmla="*/ 152400 w 1242060"/>
              <a:gd name="connsiteY3" fmla="*/ 822960 h 830580"/>
              <a:gd name="connsiteX4" fmla="*/ 518160 w 1242060"/>
              <a:gd name="connsiteY4" fmla="*/ 815340 h 830580"/>
              <a:gd name="connsiteX5" fmla="*/ 784860 w 1242060"/>
              <a:gd name="connsiteY5" fmla="*/ 807720 h 830580"/>
              <a:gd name="connsiteX6" fmla="*/ 830580 w 1242060"/>
              <a:gd name="connsiteY6" fmla="*/ 792480 h 830580"/>
              <a:gd name="connsiteX7" fmla="*/ 853440 w 1242060"/>
              <a:gd name="connsiteY7" fmla="*/ 784860 h 830580"/>
              <a:gd name="connsiteX8" fmla="*/ 883920 w 1242060"/>
              <a:gd name="connsiteY8" fmla="*/ 769620 h 830580"/>
              <a:gd name="connsiteX9" fmla="*/ 937260 w 1242060"/>
              <a:gd name="connsiteY9" fmla="*/ 754380 h 830580"/>
              <a:gd name="connsiteX10" fmla="*/ 967740 w 1242060"/>
              <a:gd name="connsiteY10" fmla="*/ 739140 h 830580"/>
              <a:gd name="connsiteX11" fmla="*/ 1036320 w 1242060"/>
              <a:gd name="connsiteY11" fmla="*/ 678180 h 830580"/>
              <a:gd name="connsiteX12" fmla="*/ 1051560 w 1242060"/>
              <a:gd name="connsiteY12" fmla="*/ 655320 h 830580"/>
              <a:gd name="connsiteX13" fmla="*/ 1074420 w 1242060"/>
              <a:gd name="connsiteY13" fmla="*/ 647700 h 830580"/>
              <a:gd name="connsiteX14" fmla="*/ 1127760 w 1242060"/>
              <a:gd name="connsiteY14" fmla="*/ 579120 h 830580"/>
              <a:gd name="connsiteX15" fmla="*/ 1143000 w 1242060"/>
              <a:gd name="connsiteY15" fmla="*/ 556260 h 830580"/>
              <a:gd name="connsiteX16" fmla="*/ 1158240 w 1242060"/>
              <a:gd name="connsiteY16" fmla="*/ 510540 h 830580"/>
              <a:gd name="connsiteX17" fmla="*/ 1165860 w 1242060"/>
              <a:gd name="connsiteY17" fmla="*/ 487680 h 830580"/>
              <a:gd name="connsiteX18" fmla="*/ 1181100 w 1242060"/>
              <a:gd name="connsiteY18" fmla="*/ 419100 h 830580"/>
              <a:gd name="connsiteX19" fmla="*/ 1188720 w 1242060"/>
              <a:gd name="connsiteY19" fmla="*/ 99060 h 830580"/>
              <a:gd name="connsiteX20" fmla="*/ 1203960 w 1242060"/>
              <a:gd name="connsiteY20" fmla="*/ 53340 h 830580"/>
              <a:gd name="connsiteX21" fmla="*/ 1211580 w 1242060"/>
              <a:gd name="connsiteY21" fmla="*/ 30480 h 830580"/>
              <a:gd name="connsiteX22" fmla="*/ 1242060 w 1242060"/>
              <a:gd name="connsiteY22" fmla="*/ 0 h 830580"/>
              <a:gd name="connsiteX0" fmla="*/ 0 w 1211580"/>
              <a:gd name="connsiteY0" fmla="*/ 784860 h 800100"/>
              <a:gd name="connsiteX1" fmla="*/ 38100 w 1211580"/>
              <a:gd name="connsiteY1" fmla="*/ 792480 h 800100"/>
              <a:gd name="connsiteX2" fmla="*/ 60960 w 1211580"/>
              <a:gd name="connsiteY2" fmla="*/ 800100 h 800100"/>
              <a:gd name="connsiteX3" fmla="*/ 152400 w 1211580"/>
              <a:gd name="connsiteY3" fmla="*/ 792480 h 800100"/>
              <a:gd name="connsiteX4" fmla="*/ 518160 w 1211580"/>
              <a:gd name="connsiteY4" fmla="*/ 784860 h 800100"/>
              <a:gd name="connsiteX5" fmla="*/ 784860 w 1211580"/>
              <a:gd name="connsiteY5" fmla="*/ 777240 h 800100"/>
              <a:gd name="connsiteX6" fmla="*/ 830580 w 1211580"/>
              <a:gd name="connsiteY6" fmla="*/ 762000 h 800100"/>
              <a:gd name="connsiteX7" fmla="*/ 853440 w 1211580"/>
              <a:gd name="connsiteY7" fmla="*/ 754380 h 800100"/>
              <a:gd name="connsiteX8" fmla="*/ 883920 w 1211580"/>
              <a:gd name="connsiteY8" fmla="*/ 739140 h 800100"/>
              <a:gd name="connsiteX9" fmla="*/ 937260 w 1211580"/>
              <a:gd name="connsiteY9" fmla="*/ 723900 h 800100"/>
              <a:gd name="connsiteX10" fmla="*/ 967740 w 1211580"/>
              <a:gd name="connsiteY10" fmla="*/ 708660 h 800100"/>
              <a:gd name="connsiteX11" fmla="*/ 1036320 w 1211580"/>
              <a:gd name="connsiteY11" fmla="*/ 647700 h 800100"/>
              <a:gd name="connsiteX12" fmla="*/ 1051560 w 1211580"/>
              <a:gd name="connsiteY12" fmla="*/ 624840 h 800100"/>
              <a:gd name="connsiteX13" fmla="*/ 1074420 w 1211580"/>
              <a:gd name="connsiteY13" fmla="*/ 617220 h 800100"/>
              <a:gd name="connsiteX14" fmla="*/ 1127760 w 1211580"/>
              <a:gd name="connsiteY14" fmla="*/ 548640 h 800100"/>
              <a:gd name="connsiteX15" fmla="*/ 1143000 w 1211580"/>
              <a:gd name="connsiteY15" fmla="*/ 525780 h 800100"/>
              <a:gd name="connsiteX16" fmla="*/ 1158240 w 1211580"/>
              <a:gd name="connsiteY16" fmla="*/ 480060 h 800100"/>
              <a:gd name="connsiteX17" fmla="*/ 1165860 w 1211580"/>
              <a:gd name="connsiteY17" fmla="*/ 457200 h 800100"/>
              <a:gd name="connsiteX18" fmla="*/ 1181100 w 1211580"/>
              <a:gd name="connsiteY18" fmla="*/ 388620 h 800100"/>
              <a:gd name="connsiteX19" fmla="*/ 1188720 w 1211580"/>
              <a:gd name="connsiteY19" fmla="*/ 68580 h 800100"/>
              <a:gd name="connsiteX20" fmla="*/ 1203960 w 1211580"/>
              <a:gd name="connsiteY20" fmla="*/ 22860 h 800100"/>
              <a:gd name="connsiteX21" fmla="*/ 1211580 w 1211580"/>
              <a:gd name="connsiteY21" fmla="*/ 0 h 800100"/>
              <a:gd name="connsiteX0" fmla="*/ 0 w 1211580"/>
              <a:gd name="connsiteY0" fmla="*/ 784860 h 800100"/>
              <a:gd name="connsiteX1" fmla="*/ 38100 w 1211580"/>
              <a:gd name="connsiteY1" fmla="*/ 792480 h 800100"/>
              <a:gd name="connsiteX2" fmla="*/ 60960 w 1211580"/>
              <a:gd name="connsiteY2" fmla="*/ 800100 h 800100"/>
              <a:gd name="connsiteX3" fmla="*/ 152400 w 1211580"/>
              <a:gd name="connsiteY3" fmla="*/ 792480 h 800100"/>
              <a:gd name="connsiteX4" fmla="*/ 518160 w 1211580"/>
              <a:gd name="connsiteY4" fmla="*/ 784860 h 800100"/>
              <a:gd name="connsiteX5" fmla="*/ 784860 w 1211580"/>
              <a:gd name="connsiteY5" fmla="*/ 777240 h 800100"/>
              <a:gd name="connsiteX6" fmla="*/ 830580 w 1211580"/>
              <a:gd name="connsiteY6" fmla="*/ 762000 h 800100"/>
              <a:gd name="connsiteX7" fmla="*/ 853440 w 1211580"/>
              <a:gd name="connsiteY7" fmla="*/ 754380 h 800100"/>
              <a:gd name="connsiteX8" fmla="*/ 883920 w 1211580"/>
              <a:gd name="connsiteY8" fmla="*/ 739140 h 800100"/>
              <a:gd name="connsiteX9" fmla="*/ 937260 w 1211580"/>
              <a:gd name="connsiteY9" fmla="*/ 723900 h 800100"/>
              <a:gd name="connsiteX10" fmla="*/ 967740 w 1211580"/>
              <a:gd name="connsiteY10" fmla="*/ 708660 h 800100"/>
              <a:gd name="connsiteX11" fmla="*/ 1036320 w 1211580"/>
              <a:gd name="connsiteY11" fmla="*/ 647700 h 800100"/>
              <a:gd name="connsiteX12" fmla="*/ 1051560 w 1211580"/>
              <a:gd name="connsiteY12" fmla="*/ 624840 h 800100"/>
              <a:gd name="connsiteX13" fmla="*/ 1074420 w 1211580"/>
              <a:gd name="connsiteY13" fmla="*/ 617220 h 800100"/>
              <a:gd name="connsiteX14" fmla="*/ 1127760 w 1211580"/>
              <a:gd name="connsiteY14" fmla="*/ 548640 h 800100"/>
              <a:gd name="connsiteX15" fmla="*/ 1143000 w 1211580"/>
              <a:gd name="connsiteY15" fmla="*/ 525780 h 800100"/>
              <a:gd name="connsiteX16" fmla="*/ 1158240 w 1211580"/>
              <a:gd name="connsiteY16" fmla="*/ 480060 h 800100"/>
              <a:gd name="connsiteX17" fmla="*/ 1165860 w 1211580"/>
              <a:gd name="connsiteY17" fmla="*/ 457200 h 800100"/>
              <a:gd name="connsiteX18" fmla="*/ 1181100 w 1211580"/>
              <a:gd name="connsiteY18" fmla="*/ 388620 h 800100"/>
              <a:gd name="connsiteX19" fmla="*/ 1188720 w 1211580"/>
              <a:gd name="connsiteY19" fmla="*/ 68580 h 800100"/>
              <a:gd name="connsiteX20" fmla="*/ 1211580 w 1211580"/>
              <a:gd name="connsiteY20" fmla="*/ 0 h 800100"/>
              <a:gd name="connsiteX0" fmla="*/ 0 w 1211580"/>
              <a:gd name="connsiteY0" fmla="*/ 784860 h 800100"/>
              <a:gd name="connsiteX1" fmla="*/ 38100 w 1211580"/>
              <a:gd name="connsiteY1" fmla="*/ 792480 h 800100"/>
              <a:gd name="connsiteX2" fmla="*/ 60960 w 1211580"/>
              <a:gd name="connsiteY2" fmla="*/ 800100 h 800100"/>
              <a:gd name="connsiteX3" fmla="*/ 152400 w 1211580"/>
              <a:gd name="connsiteY3" fmla="*/ 792480 h 800100"/>
              <a:gd name="connsiteX4" fmla="*/ 518160 w 1211580"/>
              <a:gd name="connsiteY4" fmla="*/ 784860 h 800100"/>
              <a:gd name="connsiteX5" fmla="*/ 784860 w 1211580"/>
              <a:gd name="connsiteY5" fmla="*/ 777240 h 800100"/>
              <a:gd name="connsiteX6" fmla="*/ 830580 w 1211580"/>
              <a:gd name="connsiteY6" fmla="*/ 762000 h 800100"/>
              <a:gd name="connsiteX7" fmla="*/ 853440 w 1211580"/>
              <a:gd name="connsiteY7" fmla="*/ 754380 h 800100"/>
              <a:gd name="connsiteX8" fmla="*/ 883920 w 1211580"/>
              <a:gd name="connsiteY8" fmla="*/ 739140 h 800100"/>
              <a:gd name="connsiteX9" fmla="*/ 937260 w 1211580"/>
              <a:gd name="connsiteY9" fmla="*/ 723900 h 800100"/>
              <a:gd name="connsiteX10" fmla="*/ 967740 w 1211580"/>
              <a:gd name="connsiteY10" fmla="*/ 708660 h 800100"/>
              <a:gd name="connsiteX11" fmla="*/ 1036320 w 1211580"/>
              <a:gd name="connsiteY11" fmla="*/ 647700 h 800100"/>
              <a:gd name="connsiteX12" fmla="*/ 1051560 w 1211580"/>
              <a:gd name="connsiteY12" fmla="*/ 624840 h 800100"/>
              <a:gd name="connsiteX13" fmla="*/ 1074420 w 1211580"/>
              <a:gd name="connsiteY13" fmla="*/ 617220 h 800100"/>
              <a:gd name="connsiteX14" fmla="*/ 1127760 w 1211580"/>
              <a:gd name="connsiteY14" fmla="*/ 548640 h 800100"/>
              <a:gd name="connsiteX15" fmla="*/ 1143000 w 1211580"/>
              <a:gd name="connsiteY15" fmla="*/ 525780 h 800100"/>
              <a:gd name="connsiteX16" fmla="*/ 1158240 w 1211580"/>
              <a:gd name="connsiteY16" fmla="*/ 480060 h 800100"/>
              <a:gd name="connsiteX17" fmla="*/ 1165860 w 1211580"/>
              <a:gd name="connsiteY17" fmla="*/ 457200 h 800100"/>
              <a:gd name="connsiteX18" fmla="*/ 1181100 w 1211580"/>
              <a:gd name="connsiteY18" fmla="*/ 388620 h 800100"/>
              <a:gd name="connsiteX19" fmla="*/ 1179195 w 1211580"/>
              <a:gd name="connsiteY19" fmla="*/ 195580 h 800100"/>
              <a:gd name="connsiteX20" fmla="*/ 1211580 w 1211580"/>
              <a:gd name="connsiteY20" fmla="*/ 0 h 800100"/>
              <a:gd name="connsiteX0" fmla="*/ 0 w 1211580"/>
              <a:gd name="connsiteY0" fmla="*/ 784860 h 800100"/>
              <a:gd name="connsiteX1" fmla="*/ 38100 w 1211580"/>
              <a:gd name="connsiteY1" fmla="*/ 792480 h 800100"/>
              <a:gd name="connsiteX2" fmla="*/ 60960 w 1211580"/>
              <a:gd name="connsiteY2" fmla="*/ 800100 h 800100"/>
              <a:gd name="connsiteX3" fmla="*/ 152400 w 1211580"/>
              <a:gd name="connsiteY3" fmla="*/ 792480 h 800100"/>
              <a:gd name="connsiteX4" fmla="*/ 518160 w 1211580"/>
              <a:gd name="connsiteY4" fmla="*/ 784860 h 800100"/>
              <a:gd name="connsiteX5" fmla="*/ 784860 w 1211580"/>
              <a:gd name="connsiteY5" fmla="*/ 777240 h 800100"/>
              <a:gd name="connsiteX6" fmla="*/ 830580 w 1211580"/>
              <a:gd name="connsiteY6" fmla="*/ 762000 h 800100"/>
              <a:gd name="connsiteX7" fmla="*/ 853440 w 1211580"/>
              <a:gd name="connsiteY7" fmla="*/ 754380 h 800100"/>
              <a:gd name="connsiteX8" fmla="*/ 883920 w 1211580"/>
              <a:gd name="connsiteY8" fmla="*/ 739140 h 800100"/>
              <a:gd name="connsiteX9" fmla="*/ 937260 w 1211580"/>
              <a:gd name="connsiteY9" fmla="*/ 723900 h 800100"/>
              <a:gd name="connsiteX10" fmla="*/ 967740 w 1211580"/>
              <a:gd name="connsiteY10" fmla="*/ 708660 h 800100"/>
              <a:gd name="connsiteX11" fmla="*/ 1036320 w 1211580"/>
              <a:gd name="connsiteY11" fmla="*/ 647700 h 800100"/>
              <a:gd name="connsiteX12" fmla="*/ 1051560 w 1211580"/>
              <a:gd name="connsiteY12" fmla="*/ 624840 h 800100"/>
              <a:gd name="connsiteX13" fmla="*/ 1074420 w 1211580"/>
              <a:gd name="connsiteY13" fmla="*/ 617220 h 800100"/>
              <a:gd name="connsiteX14" fmla="*/ 1127760 w 1211580"/>
              <a:gd name="connsiteY14" fmla="*/ 548640 h 800100"/>
              <a:gd name="connsiteX15" fmla="*/ 1158240 w 1211580"/>
              <a:gd name="connsiteY15" fmla="*/ 480060 h 800100"/>
              <a:gd name="connsiteX16" fmla="*/ 1165860 w 1211580"/>
              <a:gd name="connsiteY16" fmla="*/ 457200 h 800100"/>
              <a:gd name="connsiteX17" fmla="*/ 1181100 w 1211580"/>
              <a:gd name="connsiteY17" fmla="*/ 388620 h 800100"/>
              <a:gd name="connsiteX18" fmla="*/ 1179195 w 1211580"/>
              <a:gd name="connsiteY18" fmla="*/ 195580 h 800100"/>
              <a:gd name="connsiteX19" fmla="*/ 1211580 w 1211580"/>
              <a:gd name="connsiteY19" fmla="*/ 0 h 800100"/>
              <a:gd name="connsiteX0" fmla="*/ 0 w 1211580"/>
              <a:gd name="connsiteY0" fmla="*/ 784860 h 800100"/>
              <a:gd name="connsiteX1" fmla="*/ 38100 w 1211580"/>
              <a:gd name="connsiteY1" fmla="*/ 792480 h 800100"/>
              <a:gd name="connsiteX2" fmla="*/ 60960 w 1211580"/>
              <a:gd name="connsiteY2" fmla="*/ 800100 h 800100"/>
              <a:gd name="connsiteX3" fmla="*/ 152400 w 1211580"/>
              <a:gd name="connsiteY3" fmla="*/ 792480 h 800100"/>
              <a:gd name="connsiteX4" fmla="*/ 518160 w 1211580"/>
              <a:gd name="connsiteY4" fmla="*/ 784860 h 800100"/>
              <a:gd name="connsiteX5" fmla="*/ 784860 w 1211580"/>
              <a:gd name="connsiteY5" fmla="*/ 777240 h 800100"/>
              <a:gd name="connsiteX6" fmla="*/ 830580 w 1211580"/>
              <a:gd name="connsiteY6" fmla="*/ 762000 h 800100"/>
              <a:gd name="connsiteX7" fmla="*/ 853440 w 1211580"/>
              <a:gd name="connsiteY7" fmla="*/ 754380 h 800100"/>
              <a:gd name="connsiteX8" fmla="*/ 883920 w 1211580"/>
              <a:gd name="connsiteY8" fmla="*/ 739140 h 800100"/>
              <a:gd name="connsiteX9" fmla="*/ 937260 w 1211580"/>
              <a:gd name="connsiteY9" fmla="*/ 723900 h 800100"/>
              <a:gd name="connsiteX10" fmla="*/ 967740 w 1211580"/>
              <a:gd name="connsiteY10" fmla="*/ 708660 h 800100"/>
              <a:gd name="connsiteX11" fmla="*/ 1036320 w 1211580"/>
              <a:gd name="connsiteY11" fmla="*/ 647700 h 800100"/>
              <a:gd name="connsiteX12" fmla="*/ 1074420 w 1211580"/>
              <a:gd name="connsiteY12" fmla="*/ 617220 h 800100"/>
              <a:gd name="connsiteX13" fmla="*/ 1127760 w 1211580"/>
              <a:gd name="connsiteY13" fmla="*/ 548640 h 800100"/>
              <a:gd name="connsiteX14" fmla="*/ 1158240 w 1211580"/>
              <a:gd name="connsiteY14" fmla="*/ 480060 h 800100"/>
              <a:gd name="connsiteX15" fmla="*/ 1165860 w 1211580"/>
              <a:gd name="connsiteY15" fmla="*/ 457200 h 800100"/>
              <a:gd name="connsiteX16" fmla="*/ 1181100 w 1211580"/>
              <a:gd name="connsiteY16" fmla="*/ 388620 h 800100"/>
              <a:gd name="connsiteX17" fmla="*/ 1179195 w 1211580"/>
              <a:gd name="connsiteY17" fmla="*/ 195580 h 800100"/>
              <a:gd name="connsiteX18" fmla="*/ 1211580 w 1211580"/>
              <a:gd name="connsiteY18" fmla="*/ 0 h 800100"/>
              <a:gd name="connsiteX0" fmla="*/ 0 w 1211580"/>
              <a:gd name="connsiteY0" fmla="*/ 784860 h 800100"/>
              <a:gd name="connsiteX1" fmla="*/ 38100 w 1211580"/>
              <a:gd name="connsiteY1" fmla="*/ 792480 h 800100"/>
              <a:gd name="connsiteX2" fmla="*/ 60960 w 1211580"/>
              <a:gd name="connsiteY2" fmla="*/ 800100 h 800100"/>
              <a:gd name="connsiteX3" fmla="*/ 152400 w 1211580"/>
              <a:gd name="connsiteY3" fmla="*/ 792480 h 800100"/>
              <a:gd name="connsiteX4" fmla="*/ 518160 w 1211580"/>
              <a:gd name="connsiteY4" fmla="*/ 784860 h 800100"/>
              <a:gd name="connsiteX5" fmla="*/ 830580 w 1211580"/>
              <a:gd name="connsiteY5" fmla="*/ 762000 h 800100"/>
              <a:gd name="connsiteX6" fmla="*/ 853440 w 1211580"/>
              <a:gd name="connsiteY6" fmla="*/ 754380 h 800100"/>
              <a:gd name="connsiteX7" fmla="*/ 883920 w 1211580"/>
              <a:gd name="connsiteY7" fmla="*/ 739140 h 800100"/>
              <a:gd name="connsiteX8" fmla="*/ 937260 w 1211580"/>
              <a:gd name="connsiteY8" fmla="*/ 723900 h 800100"/>
              <a:gd name="connsiteX9" fmla="*/ 967740 w 1211580"/>
              <a:gd name="connsiteY9" fmla="*/ 708660 h 800100"/>
              <a:gd name="connsiteX10" fmla="*/ 1036320 w 1211580"/>
              <a:gd name="connsiteY10" fmla="*/ 647700 h 800100"/>
              <a:gd name="connsiteX11" fmla="*/ 1074420 w 1211580"/>
              <a:gd name="connsiteY11" fmla="*/ 617220 h 800100"/>
              <a:gd name="connsiteX12" fmla="*/ 1127760 w 1211580"/>
              <a:gd name="connsiteY12" fmla="*/ 548640 h 800100"/>
              <a:gd name="connsiteX13" fmla="*/ 1158240 w 1211580"/>
              <a:gd name="connsiteY13" fmla="*/ 480060 h 800100"/>
              <a:gd name="connsiteX14" fmla="*/ 1165860 w 1211580"/>
              <a:gd name="connsiteY14" fmla="*/ 457200 h 800100"/>
              <a:gd name="connsiteX15" fmla="*/ 1181100 w 1211580"/>
              <a:gd name="connsiteY15" fmla="*/ 388620 h 800100"/>
              <a:gd name="connsiteX16" fmla="*/ 1179195 w 1211580"/>
              <a:gd name="connsiteY16" fmla="*/ 195580 h 800100"/>
              <a:gd name="connsiteX17" fmla="*/ 1211580 w 1211580"/>
              <a:gd name="connsiteY17" fmla="*/ 0 h 800100"/>
              <a:gd name="connsiteX0" fmla="*/ 0 w 1211580"/>
              <a:gd name="connsiteY0" fmla="*/ 784860 h 800100"/>
              <a:gd name="connsiteX1" fmla="*/ 38100 w 1211580"/>
              <a:gd name="connsiteY1" fmla="*/ 792480 h 800100"/>
              <a:gd name="connsiteX2" fmla="*/ 60960 w 1211580"/>
              <a:gd name="connsiteY2" fmla="*/ 800100 h 800100"/>
              <a:gd name="connsiteX3" fmla="*/ 152400 w 1211580"/>
              <a:gd name="connsiteY3" fmla="*/ 792480 h 800100"/>
              <a:gd name="connsiteX4" fmla="*/ 518160 w 1211580"/>
              <a:gd name="connsiteY4" fmla="*/ 784860 h 800100"/>
              <a:gd name="connsiteX5" fmla="*/ 694055 w 1211580"/>
              <a:gd name="connsiteY5" fmla="*/ 790575 h 800100"/>
              <a:gd name="connsiteX6" fmla="*/ 853440 w 1211580"/>
              <a:gd name="connsiteY6" fmla="*/ 754380 h 800100"/>
              <a:gd name="connsiteX7" fmla="*/ 883920 w 1211580"/>
              <a:gd name="connsiteY7" fmla="*/ 739140 h 800100"/>
              <a:gd name="connsiteX8" fmla="*/ 937260 w 1211580"/>
              <a:gd name="connsiteY8" fmla="*/ 723900 h 800100"/>
              <a:gd name="connsiteX9" fmla="*/ 967740 w 1211580"/>
              <a:gd name="connsiteY9" fmla="*/ 708660 h 800100"/>
              <a:gd name="connsiteX10" fmla="*/ 1036320 w 1211580"/>
              <a:gd name="connsiteY10" fmla="*/ 647700 h 800100"/>
              <a:gd name="connsiteX11" fmla="*/ 1074420 w 1211580"/>
              <a:gd name="connsiteY11" fmla="*/ 617220 h 800100"/>
              <a:gd name="connsiteX12" fmla="*/ 1127760 w 1211580"/>
              <a:gd name="connsiteY12" fmla="*/ 548640 h 800100"/>
              <a:gd name="connsiteX13" fmla="*/ 1158240 w 1211580"/>
              <a:gd name="connsiteY13" fmla="*/ 480060 h 800100"/>
              <a:gd name="connsiteX14" fmla="*/ 1165860 w 1211580"/>
              <a:gd name="connsiteY14" fmla="*/ 457200 h 800100"/>
              <a:gd name="connsiteX15" fmla="*/ 1181100 w 1211580"/>
              <a:gd name="connsiteY15" fmla="*/ 388620 h 800100"/>
              <a:gd name="connsiteX16" fmla="*/ 1179195 w 1211580"/>
              <a:gd name="connsiteY16" fmla="*/ 195580 h 800100"/>
              <a:gd name="connsiteX17" fmla="*/ 1211580 w 1211580"/>
              <a:gd name="connsiteY17" fmla="*/ 0 h 800100"/>
              <a:gd name="connsiteX0" fmla="*/ 0 w 1211580"/>
              <a:gd name="connsiteY0" fmla="*/ 784860 h 807090"/>
              <a:gd name="connsiteX1" fmla="*/ 38100 w 1211580"/>
              <a:gd name="connsiteY1" fmla="*/ 792480 h 807090"/>
              <a:gd name="connsiteX2" fmla="*/ 60960 w 1211580"/>
              <a:gd name="connsiteY2" fmla="*/ 800100 h 807090"/>
              <a:gd name="connsiteX3" fmla="*/ 152400 w 1211580"/>
              <a:gd name="connsiteY3" fmla="*/ 792480 h 807090"/>
              <a:gd name="connsiteX4" fmla="*/ 426085 w 1211580"/>
              <a:gd name="connsiteY4" fmla="*/ 807085 h 807090"/>
              <a:gd name="connsiteX5" fmla="*/ 694055 w 1211580"/>
              <a:gd name="connsiteY5" fmla="*/ 790575 h 807090"/>
              <a:gd name="connsiteX6" fmla="*/ 853440 w 1211580"/>
              <a:gd name="connsiteY6" fmla="*/ 754380 h 807090"/>
              <a:gd name="connsiteX7" fmla="*/ 883920 w 1211580"/>
              <a:gd name="connsiteY7" fmla="*/ 739140 h 807090"/>
              <a:gd name="connsiteX8" fmla="*/ 937260 w 1211580"/>
              <a:gd name="connsiteY8" fmla="*/ 723900 h 807090"/>
              <a:gd name="connsiteX9" fmla="*/ 967740 w 1211580"/>
              <a:gd name="connsiteY9" fmla="*/ 708660 h 807090"/>
              <a:gd name="connsiteX10" fmla="*/ 1036320 w 1211580"/>
              <a:gd name="connsiteY10" fmla="*/ 647700 h 807090"/>
              <a:gd name="connsiteX11" fmla="*/ 1074420 w 1211580"/>
              <a:gd name="connsiteY11" fmla="*/ 617220 h 807090"/>
              <a:gd name="connsiteX12" fmla="*/ 1127760 w 1211580"/>
              <a:gd name="connsiteY12" fmla="*/ 548640 h 807090"/>
              <a:gd name="connsiteX13" fmla="*/ 1158240 w 1211580"/>
              <a:gd name="connsiteY13" fmla="*/ 480060 h 807090"/>
              <a:gd name="connsiteX14" fmla="*/ 1165860 w 1211580"/>
              <a:gd name="connsiteY14" fmla="*/ 457200 h 807090"/>
              <a:gd name="connsiteX15" fmla="*/ 1181100 w 1211580"/>
              <a:gd name="connsiteY15" fmla="*/ 388620 h 807090"/>
              <a:gd name="connsiteX16" fmla="*/ 1179195 w 1211580"/>
              <a:gd name="connsiteY16" fmla="*/ 195580 h 807090"/>
              <a:gd name="connsiteX17" fmla="*/ 1211580 w 1211580"/>
              <a:gd name="connsiteY17" fmla="*/ 0 h 807090"/>
              <a:gd name="connsiteX0" fmla="*/ 0 w 1211580"/>
              <a:gd name="connsiteY0" fmla="*/ 784860 h 807090"/>
              <a:gd name="connsiteX1" fmla="*/ 38100 w 1211580"/>
              <a:gd name="connsiteY1" fmla="*/ 792480 h 807090"/>
              <a:gd name="connsiteX2" fmla="*/ 152400 w 1211580"/>
              <a:gd name="connsiteY2" fmla="*/ 792480 h 807090"/>
              <a:gd name="connsiteX3" fmla="*/ 426085 w 1211580"/>
              <a:gd name="connsiteY3" fmla="*/ 807085 h 807090"/>
              <a:gd name="connsiteX4" fmla="*/ 694055 w 1211580"/>
              <a:gd name="connsiteY4" fmla="*/ 790575 h 807090"/>
              <a:gd name="connsiteX5" fmla="*/ 853440 w 1211580"/>
              <a:gd name="connsiteY5" fmla="*/ 754380 h 807090"/>
              <a:gd name="connsiteX6" fmla="*/ 883920 w 1211580"/>
              <a:gd name="connsiteY6" fmla="*/ 739140 h 807090"/>
              <a:gd name="connsiteX7" fmla="*/ 937260 w 1211580"/>
              <a:gd name="connsiteY7" fmla="*/ 723900 h 807090"/>
              <a:gd name="connsiteX8" fmla="*/ 967740 w 1211580"/>
              <a:gd name="connsiteY8" fmla="*/ 708660 h 807090"/>
              <a:gd name="connsiteX9" fmla="*/ 1036320 w 1211580"/>
              <a:gd name="connsiteY9" fmla="*/ 647700 h 807090"/>
              <a:gd name="connsiteX10" fmla="*/ 1074420 w 1211580"/>
              <a:gd name="connsiteY10" fmla="*/ 617220 h 807090"/>
              <a:gd name="connsiteX11" fmla="*/ 1127760 w 1211580"/>
              <a:gd name="connsiteY11" fmla="*/ 548640 h 807090"/>
              <a:gd name="connsiteX12" fmla="*/ 1158240 w 1211580"/>
              <a:gd name="connsiteY12" fmla="*/ 480060 h 807090"/>
              <a:gd name="connsiteX13" fmla="*/ 1165860 w 1211580"/>
              <a:gd name="connsiteY13" fmla="*/ 457200 h 807090"/>
              <a:gd name="connsiteX14" fmla="*/ 1181100 w 1211580"/>
              <a:gd name="connsiteY14" fmla="*/ 388620 h 807090"/>
              <a:gd name="connsiteX15" fmla="*/ 1179195 w 1211580"/>
              <a:gd name="connsiteY15" fmla="*/ 195580 h 807090"/>
              <a:gd name="connsiteX16" fmla="*/ 1211580 w 1211580"/>
              <a:gd name="connsiteY16" fmla="*/ 0 h 807090"/>
              <a:gd name="connsiteX0" fmla="*/ 0 w 1211580"/>
              <a:gd name="connsiteY0" fmla="*/ 784860 h 807090"/>
              <a:gd name="connsiteX1" fmla="*/ 38100 w 1211580"/>
              <a:gd name="connsiteY1" fmla="*/ 792480 h 807090"/>
              <a:gd name="connsiteX2" fmla="*/ 152400 w 1211580"/>
              <a:gd name="connsiteY2" fmla="*/ 792480 h 807090"/>
              <a:gd name="connsiteX3" fmla="*/ 426085 w 1211580"/>
              <a:gd name="connsiteY3" fmla="*/ 807085 h 807090"/>
              <a:gd name="connsiteX4" fmla="*/ 694055 w 1211580"/>
              <a:gd name="connsiteY4" fmla="*/ 790575 h 807090"/>
              <a:gd name="connsiteX5" fmla="*/ 853440 w 1211580"/>
              <a:gd name="connsiteY5" fmla="*/ 754380 h 807090"/>
              <a:gd name="connsiteX6" fmla="*/ 937260 w 1211580"/>
              <a:gd name="connsiteY6" fmla="*/ 723900 h 807090"/>
              <a:gd name="connsiteX7" fmla="*/ 967740 w 1211580"/>
              <a:gd name="connsiteY7" fmla="*/ 708660 h 807090"/>
              <a:gd name="connsiteX8" fmla="*/ 1036320 w 1211580"/>
              <a:gd name="connsiteY8" fmla="*/ 647700 h 807090"/>
              <a:gd name="connsiteX9" fmla="*/ 1074420 w 1211580"/>
              <a:gd name="connsiteY9" fmla="*/ 617220 h 807090"/>
              <a:gd name="connsiteX10" fmla="*/ 1127760 w 1211580"/>
              <a:gd name="connsiteY10" fmla="*/ 548640 h 807090"/>
              <a:gd name="connsiteX11" fmla="*/ 1158240 w 1211580"/>
              <a:gd name="connsiteY11" fmla="*/ 480060 h 807090"/>
              <a:gd name="connsiteX12" fmla="*/ 1165860 w 1211580"/>
              <a:gd name="connsiteY12" fmla="*/ 457200 h 807090"/>
              <a:gd name="connsiteX13" fmla="*/ 1181100 w 1211580"/>
              <a:gd name="connsiteY13" fmla="*/ 388620 h 807090"/>
              <a:gd name="connsiteX14" fmla="*/ 1179195 w 1211580"/>
              <a:gd name="connsiteY14" fmla="*/ 195580 h 807090"/>
              <a:gd name="connsiteX15" fmla="*/ 1211580 w 1211580"/>
              <a:gd name="connsiteY15" fmla="*/ 0 h 807090"/>
              <a:gd name="connsiteX0" fmla="*/ 0 w 1173480"/>
              <a:gd name="connsiteY0" fmla="*/ 792480 h 807090"/>
              <a:gd name="connsiteX1" fmla="*/ 114300 w 1173480"/>
              <a:gd name="connsiteY1" fmla="*/ 792480 h 807090"/>
              <a:gd name="connsiteX2" fmla="*/ 387985 w 1173480"/>
              <a:gd name="connsiteY2" fmla="*/ 807085 h 807090"/>
              <a:gd name="connsiteX3" fmla="*/ 655955 w 1173480"/>
              <a:gd name="connsiteY3" fmla="*/ 790575 h 807090"/>
              <a:gd name="connsiteX4" fmla="*/ 815340 w 1173480"/>
              <a:gd name="connsiteY4" fmla="*/ 754380 h 807090"/>
              <a:gd name="connsiteX5" fmla="*/ 899160 w 1173480"/>
              <a:gd name="connsiteY5" fmla="*/ 723900 h 807090"/>
              <a:gd name="connsiteX6" fmla="*/ 929640 w 1173480"/>
              <a:gd name="connsiteY6" fmla="*/ 708660 h 807090"/>
              <a:gd name="connsiteX7" fmla="*/ 998220 w 1173480"/>
              <a:gd name="connsiteY7" fmla="*/ 647700 h 807090"/>
              <a:gd name="connsiteX8" fmla="*/ 1036320 w 1173480"/>
              <a:gd name="connsiteY8" fmla="*/ 617220 h 807090"/>
              <a:gd name="connsiteX9" fmla="*/ 1089660 w 1173480"/>
              <a:gd name="connsiteY9" fmla="*/ 548640 h 807090"/>
              <a:gd name="connsiteX10" fmla="*/ 1120140 w 1173480"/>
              <a:gd name="connsiteY10" fmla="*/ 480060 h 807090"/>
              <a:gd name="connsiteX11" fmla="*/ 1127760 w 1173480"/>
              <a:gd name="connsiteY11" fmla="*/ 457200 h 807090"/>
              <a:gd name="connsiteX12" fmla="*/ 1143000 w 1173480"/>
              <a:gd name="connsiteY12" fmla="*/ 388620 h 807090"/>
              <a:gd name="connsiteX13" fmla="*/ 1141095 w 1173480"/>
              <a:gd name="connsiteY13" fmla="*/ 195580 h 807090"/>
              <a:gd name="connsiteX14" fmla="*/ 1173480 w 1173480"/>
              <a:gd name="connsiteY14" fmla="*/ 0 h 807090"/>
              <a:gd name="connsiteX0" fmla="*/ 0 w 1173480"/>
              <a:gd name="connsiteY0" fmla="*/ 792480 h 807090"/>
              <a:gd name="connsiteX1" fmla="*/ 114300 w 1173480"/>
              <a:gd name="connsiteY1" fmla="*/ 792480 h 807090"/>
              <a:gd name="connsiteX2" fmla="*/ 387985 w 1173480"/>
              <a:gd name="connsiteY2" fmla="*/ 807085 h 807090"/>
              <a:gd name="connsiteX3" fmla="*/ 655955 w 1173480"/>
              <a:gd name="connsiteY3" fmla="*/ 790575 h 807090"/>
              <a:gd name="connsiteX4" fmla="*/ 815340 w 1173480"/>
              <a:gd name="connsiteY4" fmla="*/ 754380 h 807090"/>
              <a:gd name="connsiteX5" fmla="*/ 899160 w 1173480"/>
              <a:gd name="connsiteY5" fmla="*/ 723900 h 807090"/>
              <a:gd name="connsiteX6" fmla="*/ 929640 w 1173480"/>
              <a:gd name="connsiteY6" fmla="*/ 708660 h 807090"/>
              <a:gd name="connsiteX7" fmla="*/ 998220 w 1173480"/>
              <a:gd name="connsiteY7" fmla="*/ 647700 h 807090"/>
              <a:gd name="connsiteX8" fmla="*/ 1036320 w 1173480"/>
              <a:gd name="connsiteY8" fmla="*/ 617220 h 807090"/>
              <a:gd name="connsiteX9" fmla="*/ 1089660 w 1173480"/>
              <a:gd name="connsiteY9" fmla="*/ 548640 h 807090"/>
              <a:gd name="connsiteX10" fmla="*/ 1127760 w 1173480"/>
              <a:gd name="connsiteY10" fmla="*/ 457200 h 807090"/>
              <a:gd name="connsiteX11" fmla="*/ 1143000 w 1173480"/>
              <a:gd name="connsiteY11" fmla="*/ 388620 h 807090"/>
              <a:gd name="connsiteX12" fmla="*/ 1141095 w 1173480"/>
              <a:gd name="connsiteY12" fmla="*/ 195580 h 807090"/>
              <a:gd name="connsiteX13" fmla="*/ 1173480 w 1173480"/>
              <a:gd name="connsiteY13" fmla="*/ 0 h 807090"/>
              <a:gd name="connsiteX0" fmla="*/ 0 w 1240155"/>
              <a:gd name="connsiteY0" fmla="*/ 849630 h 864240"/>
              <a:gd name="connsiteX1" fmla="*/ 114300 w 1240155"/>
              <a:gd name="connsiteY1" fmla="*/ 849630 h 864240"/>
              <a:gd name="connsiteX2" fmla="*/ 387985 w 1240155"/>
              <a:gd name="connsiteY2" fmla="*/ 864235 h 864240"/>
              <a:gd name="connsiteX3" fmla="*/ 655955 w 1240155"/>
              <a:gd name="connsiteY3" fmla="*/ 847725 h 864240"/>
              <a:gd name="connsiteX4" fmla="*/ 815340 w 1240155"/>
              <a:gd name="connsiteY4" fmla="*/ 811530 h 864240"/>
              <a:gd name="connsiteX5" fmla="*/ 899160 w 1240155"/>
              <a:gd name="connsiteY5" fmla="*/ 781050 h 864240"/>
              <a:gd name="connsiteX6" fmla="*/ 929640 w 1240155"/>
              <a:gd name="connsiteY6" fmla="*/ 765810 h 864240"/>
              <a:gd name="connsiteX7" fmla="*/ 998220 w 1240155"/>
              <a:gd name="connsiteY7" fmla="*/ 704850 h 864240"/>
              <a:gd name="connsiteX8" fmla="*/ 1036320 w 1240155"/>
              <a:gd name="connsiteY8" fmla="*/ 674370 h 864240"/>
              <a:gd name="connsiteX9" fmla="*/ 1089660 w 1240155"/>
              <a:gd name="connsiteY9" fmla="*/ 605790 h 864240"/>
              <a:gd name="connsiteX10" fmla="*/ 1127760 w 1240155"/>
              <a:gd name="connsiteY10" fmla="*/ 514350 h 864240"/>
              <a:gd name="connsiteX11" fmla="*/ 1143000 w 1240155"/>
              <a:gd name="connsiteY11" fmla="*/ 445770 h 864240"/>
              <a:gd name="connsiteX12" fmla="*/ 1141095 w 1240155"/>
              <a:gd name="connsiteY12" fmla="*/ 252730 h 864240"/>
              <a:gd name="connsiteX13" fmla="*/ 1240155 w 1240155"/>
              <a:gd name="connsiteY13" fmla="*/ 0 h 864240"/>
              <a:gd name="connsiteX0" fmla="*/ 0 w 1240155"/>
              <a:gd name="connsiteY0" fmla="*/ 849630 h 864240"/>
              <a:gd name="connsiteX1" fmla="*/ 114300 w 1240155"/>
              <a:gd name="connsiteY1" fmla="*/ 849630 h 864240"/>
              <a:gd name="connsiteX2" fmla="*/ 387985 w 1240155"/>
              <a:gd name="connsiteY2" fmla="*/ 864235 h 864240"/>
              <a:gd name="connsiteX3" fmla="*/ 655955 w 1240155"/>
              <a:gd name="connsiteY3" fmla="*/ 847725 h 864240"/>
              <a:gd name="connsiteX4" fmla="*/ 815340 w 1240155"/>
              <a:gd name="connsiteY4" fmla="*/ 811530 h 864240"/>
              <a:gd name="connsiteX5" fmla="*/ 899160 w 1240155"/>
              <a:gd name="connsiteY5" fmla="*/ 781050 h 864240"/>
              <a:gd name="connsiteX6" fmla="*/ 929640 w 1240155"/>
              <a:gd name="connsiteY6" fmla="*/ 765810 h 864240"/>
              <a:gd name="connsiteX7" fmla="*/ 998220 w 1240155"/>
              <a:gd name="connsiteY7" fmla="*/ 704850 h 864240"/>
              <a:gd name="connsiteX8" fmla="*/ 1036320 w 1240155"/>
              <a:gd name="connsiteY8" fmla="*/ 674370 h 864240"/>
              <a:gd name="connsiteX9" fmla="*/ 1089660 w 1240155"/>
              <a:gd name="connsiteY9" fmla="*/ 605790 h 864240"/>
              <a:gd name="connsiteX10" fmla="*/ 1127760 w 1240155"/>
              <a:gd name="connsiteY10" fmla="*/ 514350 h 864240"/>
              <a:gd name="connsiteX11" fmla="*/ 1141095 w 1240155"/>
              <a:gd name="connsiteY11" fmla="*/ 252730 h 864240"/>
              <a:gd name="connsiteX12" fmla="*/ 1240155 w 1240155"/>
              <a:gd name="connsiteY12" fmla="*/ 0 h 864240"/>
              <a:gd name="connsiteX0" fmla="*/ 0 w 1240155"/>
              <a:gd name="connsiteY0" fmla="*/ 849630 h 864240"/>
              <a:gd name="connsiteX1" fmla="*/ 114300 w 1240155"/>
              <a:gd name="connsiteY1" fmla="*/ 849630 h 864240"/>
              <a:gd name="connsiteX2" fmla="*/ 387985 w 1240155"/>
              <a:gd name="connsiteY2" fmla="*/ 864235 h 864240"/>
              <a:gd name="connsiteX3" fmla="*/ 655955 w 1240155"/>
              <a:gd name="connsiteY3" fmla="*/ 847725 h 864240"/>
              <a:gd name="connsiteX4" fmla="*/ 815340 w 1240155"/>
              <a:gd name="connsiteY4" fmla="*/ 811530 h 864240"/>
              <a:gd name="connsiteX5" fmla="*/ 899160 w 1240155"/>
              <a:gd name="connsiteY5" fmla="*/ 781050 h 864240"/>
              <a:gd name="connsiteX6" fmla="*/ 929640 w 1240155"/>
              <a:gd name="connsiteY6" fmla="*/ 765810 h 864240"/>
              <a:gd name="connsiteX7" fmla="*/ 998220 w 1240155"/>
              <a:gd name="connsiteY7" fmla="*/ 704850 h 864240"/>
              <a:gd name="connsiteX8" fmla="*/ 1036320 w 1240155"/>
              <a:gd name="connsiteY8" fmla="*/ 674370 h 864240"/>
              <a:gd name="connsiteX9" fmla="*/ 1089660 w 1240155"/>
              <a:gd name="connsiteY9" fmla="*/ 605790 h 864240"/>
              <a:gd name="connsiteX10" fmla="*/ 1141095 w 1240155"/>
              <a:gd name="connsiteY10" fmla="*/ 252730 h 864240"/>
              <a:gd name="connsiteX11" fmla="*/ 1240155 w 1240155"/>
              <a:gd name="connsiteY11" fmla="*/ 0 h 864240"/>
              <a:gd name="connsiteX0" fmla="*/ 0 w 1240155"/>
              <a:gd name="connsiteY0" fmla="*/ 849630 h 864240"/>
              <a:gd name="connsiteX1" fmla="*/ 114300 w 1240155"/>
              <a:gd name="connsiteY1" fmla="*/ 849630 h 864240"/>
              <a:gd name="connsiteX2" fmla="*/ 387985 w 1240155"/>
              <a:gd name="connsiteY2" fmla="*/ 864235 h 864240"/>
              <a:gd name="connsiteX3" fmla="*/ 655955 w 1240155"/>
              <a:gd name="connsiteY3" fmla="*/ 847725 h 864240"/>
              <a:gd name="connsiteX4" fmla="*/ 815340 w 1240155"/>
              <a:gd name="connsiteY4" fmla="*/ 811530 h 864240"/>
              <a:gd name="connsiteX5" fmla="*/ 899160 w 1240155"/>
              <a:gd name="connsiteY5" fmla="*/ 781050 h 864240"/>
              <a:gd name="connsiteX6" fmla="*/ 929640 w 1240155"/>
              <a:gd name="connsiteY6" fmla="*/ 765810 h 864240"/>
              <a:gd name="connsiteX7" fmla="*/ 998220 w 1240155"/>
              <a:gd name="connsiteY7" fmla="*/ 704850 h 864240"/>
              <a:gd name="connsiteX8" fmla="*/ 1036320 w 1240155"/>
              <a:gd name="connsiteY8" fmla="*/ 674370 h 864240"/>
              <a:gd name="connsiteX9" fmla="*/ 1096010 w 1240155"/>
              <a:gd name="connsiteY9" fmla="*/ 472440 h 864240"/>
              <a:gd name="connsiteX10" fmla="*/ 1141095 w 1240155"/>
              <a:gd name="connsiteY10" fmla="*/ 252730 h 864240"/>
              <a:gd name="connsiteX11" fmla="*/ 1240155 w 1240155"/>
              <a:gd name="connsiteY11" fmla="*/ 0 h 864240"/>
              <a:gd name="connsiteX0" fmla="*/ 0 w 1240155"/>
              <a:gd name="connsiteY0" fmla="*/ 849630 h 864240"/>
              <a:gd name="connsiteX1" fmla="*/ 114300 w 1240155"/>
              <a:gd name="connsiteY1" fmla="*/ 849630 h 864240"/>
              <a:gd name="connsiteX2" fmla="*/ 387985 w 1240155"/>
              <a:gd name="connsiteY2" fmla="*/ 864235 h 864240"/>
              <a:gd name="connsiteX3" fmla="*/ 655955 w 1240155"/>
              <a:gd name="connsiteY3" fmla="*/ 847725 h 864240"/>
              <a:gd name="connsiteX4" fmla="*/ 815340 w 1240155"/>
              <a:gd name="connsiteY4" fmla="*/ 811530 h 864240"/>
              <a:gd name="connsiteX5" fmla="*/ 899160 w 1240155"/>
              <a:gd name="connsiteY5" fmla="*/ 781050 h 864240"/>
              <a:gd name="connsiteX6" fmla="*/ 929640 w 1240155"/>
              <a:gd name="connsiteY6" fmla="*/ 765810 h 864240"/>
              <a:gd name="connsiteX7" fmla="*/ 998220 w 1240155"/>
              <a:gd name="connsiteY7" fmla="*/ 704850 h 864240"/>
              <a:gd name="connsiteX8" fmla="*/ 1096010 w 1240155"/>
              <a:gd name="connsiteY8" fmla="*/ 472440 h 864240"/>
              <a:gd name="connsiteX9" fmla="*/ 1141095 w 1240155"/>
              <a:gd name="connsiteY9" fmla="*/ 252730 h 864240"/>
              <a:gd name="connsiteX10" fmla="*/ 1240155 w 1240155"/>
              <a:gd name="connsiteY10" fmla="*/ 0 h 864240"/>
              <a:gd name="connsiteX0" fmla="*/ 0 w 1240155"/>
              <a:gd name="connsiteY0" fmla="*/ 849630 h 864240"/>
              <a:gd name="connsiteX1" fmla="*/ 114300 w 1240155"/>
              <a:gd name="connsiteY1" fmla="*/ 849630 h 864240"/>
              <a:gd name="connsiteX2" fmla="*/ 387985 w 1240155"/>
              <a:gd name="connsiteY2" fmla="*/ 864235 h 864240"/>
              <a:gd name="connsiteX3" fmla="*/ 655955 w 1240155"/>
              <a:gd name="connsiteY3" fmla="*/ 847725 h 864240"/>
              <a:gd name="connsiteX4" fmla="*/ 815340 w 1240155"/>
              <a:gd name="connsiteY4" fmla="*/ 811530 h 864240"/>
              <a:gd name="connsiteX5" fmla="*/ 929640 w 1240155"/>
              <a:gd name="connsiteY5" fmla="*/ 765810 h 864240"/>
              <a:gd name="connsiteX6" fmla="*/ 998220 w 1240155"/>
              <a:gd name="connsiteY6" fmla="*/ 704850 h 864240"/>
              <a:gd name="connsiteX7" fmla="*/ 1096010 w 1240155"/>
              <a:gd name="connsiteY7" fmla="*/ 472440 h 864240"/>
              <a:gd name="connsiteX8" fmla="*/ 1141095 w 1240155"/>
              <a:gd name="connsiteY8" fmla="*/ 252730 h 864240"/>
              <a:gd name="connsiteX9" fmla="*/ 1240155 w 1240155"/>
              <a:gd name="connsiteY9" fmla="*/ 0 h 864240"/>
              <a:gd name="connsiteX0" fmla="*/ 0 w 1240155"/>
              <a:gd name="connsiteY0" fmla="*/ 849630 h 864240"/>
              <a:gd name="connsiteX1" fmla="*/ 114300 w 1240155"/>
              <a:gd name="connsiteY1" fmla="*/ 849630 h 864240"/>
              <a:gd name="connsiteX2" fmla="*/ 387985 w 1240155"/>
              <a:gd name="connsiteY2" fmla="*/ 864235 h 864240"/>
              <a:gd name="connsiteX3" fmla="*/ 655955 w 1240155"/>
              <a:gd name="connsiteY3" fmla="*/ 847725 h 864240"/>
              <a:gd name="connsiteX4" fmla="*/ 815340 w 1240155"/>
              <a:gd name="connsiteY4" fmla="*/ 811530 h 864240"/>
              <a:gd name="connsiteX5" fmla="*/ 929640 w 1240155"/>
              <a:gd name="connsiteY5" fmla="*/ 765810 h 864240"/>
              <a:gd name="connsiteX6" fmla="*/ 1096010 w 1240155"/>
              <a:gd name="connsiteY6" fmla="*/ 472440 h 864240"/>
              <a:gd name="connsiteX7" fmla="*/ 1141095 w 1240155"/>
              <a:gd name="connsiteY7" fmla="*/ 252730 h 864240"/>
              <a:gd name="connsiteX8" fmla="*/ 1240155 w 1240155"/>
              <a:gd name="connsiteY8" fmla="*/ 0 h 864240"/>
              <a:gd name="connsiteX0" fmla="*/ 0 w 1240155"/>
              <a:gd name="connsiteY0" fmla="*/ 849630 h 864240"/>
              <a:gd name="connsiteX1" fmla="*/ 114300 w 1240155"/>
              <a:gd name="connsiteY1" fmla="*/ 849630 h 864240"/>
              <a:gd name="connsiteX2" fmla="*/ 387985 w 1240155"/>
              <a:gd name="connsiteY2" fmla="*/ 864235 h 864240"/>
              <a:gd name="connsiteX3" fmla="*/ 655955 w 1240155"/>
              <a:gd name="connsiteY3" fmla="*/ 847725 h 864240"/>
              <a:gd name="connsiteX4" fmla="*/ 815340 w 1240155"/>
              <a:gd name="connsiteY4" fmla="*/ 811530 h 864240"/>
              <a:gd name="connsiteX5" fmla="*/ 929640 w 1240155"/>
              <a:gd name="connsiteY5" fmla="*/ 765810 h 864240"/>
              <a:gd name="connsiteX6" fmla="*/ 1096010 w 1240155"/>
              <a:gd name="connsiteY6" fmla="*/ 472440 h 864240"/>
              <a:gd name="connsiteX7" fmla="*/ 1141095 w 1240155"/>
              <a:gd name="connsiteY7" fmla="*/ 252730 h 864240"/>
              <a:gd name="connsiteX8" fmla="*/ 1240155 w 1240155"/>
              <a:gd name="connsiteY8" fmla="*/ 0 h 864240"/>
              <a:gd name="connsiteX0" fmla="*/ 0 w 1240155"/>
              <a:gd name="connsiteY0" fmla="*/ 849630 h 864240"/>
              <a:gd name="connsiteX1" fmla="*/ 114300 w 1240155"/>
              <a:gd name="connsiteY1" fmla="*/ 849630 h 864240"/>
              <a:gd name="connsiteX2" fmla="*/ 387985 w 1240155"/>
              <a:gd name="connsiteY2" fmla="*/ 864235 h 864240"/>
              <a:gd name="connsiteX3" fmla="*/ 655955 w 1240155"/>
              <a:gd name="connsiteY3" fmla="*/ 847725 h 864240"/>
              <a:gd name="connsiteX4" fmla="*/ 815340 w 1240155"/>
              <a:gd name="connsiteY4" fmla="*/ 811530 h 864240"/>
              <a:gd name="connsiteX5" fmla="*/ 929640 w 1240155"/>
              <a:gd name="connsiteY5" fmla="*/ 765810 h 864240"/>
              <a:gd name="connsiteX6" fmla="*/ 1096010 w 1240155"/>
              <a:gd name="connsiteY6" fmla="*/ 472440 h 864240"/>
              <a:gd name="connsiteX7" fmla="*/ 1141095 w 1240155"/>
              <a:gd name="connsiteY7" fmla="*/ 252730 h 864240"/>
              <a:gd name="connsiteX8" fmla="*/ 1240155 w 1240155"/>
              <a:gd name="connsiteY8" fmla="*/ 0 h 864240"/>
              <a:gd name="connsiteX0" fmla="*/ 0 w 1240155"/>
              <a:gd name="connsiteY0" fmla="*/ 849630 h 864240"/>
              <a:gd name="connsiteX1" fmla="*/ 114300 w 1240155"/>
              <a:gd name="connsiteY1" fmla="*/ 849630 h 864240"/>
              <a:gd name="connsiteX2" fmla="*/ 387985 w 1240155"/>
              <a:gd name="connsiteY2" fmla="*/ 864235 h 864240"/>
              <a:gd name="connsiteX3" fmla="*/ 655955 w 1240155"/>
              <a:gd name="connsiteY3" fmla="*/ 847725 h 864240"/>
              <a:gd name="connsiteX4" fmla="*/ 929640 w 1240155"/>
              <a:gd name="connsiteY4" fmla="*/ 765810 h 864240"/>
              <a:gd name="connsiteX5" fmla="*/ 1096010 w 1240155"/>
              <a:gd name="connsiteY5" fmla="*/ 472440 h 864240"/>
              <a:gd name="connsiteX6" fmla="*/ 1141095 w 1240155"/>
              <a:gd name="connsiteY6" fmla="*/ 252730 h 864240"/>
              <a:gd name="connsiteX7" fmla="*/ 1240155 w 1240155"/>
              <a:gd name="connsiteY7" fmla="*/ 0 h 864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40155" h="864240">
                <a:moveTo>
                  <a:pt x="0" y="849630"/>
                </a:moveTo>
                <a:cubicBezTo>
                  <a:pt x="25400" y="850900"/>
                  <a:pt x="49636" y="847196"/>
                  <a:pt x="114300" y="849630"/>
                </a:cubicBezTo>
                <a:cubicBezTo>
                  <a:pt x="178964" y="852064"/>
                  <a:pt x="297709" y="864552"/>
                  <a:pt x="387985" y="864235"/>
                </a:cubicBezTo>
                <a:cubicBezTo>
                  <a:pt x="478261" y="863918"/>
                  <a:pt x="565679" y="864129"/>
                  <a:pt x="655955" y="847725"/>
                </a:cubicBezTo>
                <a:cubicBezTo>
                  <a:pt x="746231" y="831321"/>
                  <a:pt x="856298" y="828357"/>
                  <a:pt x="929640" y="765810"/>
                </a:cubicBezTo>
                <a:cubicBezTo>
                  <a:pt x="1002982" y="703263"/>
                  <a:pt x="1060768" y="557953"/>
                  <a:pt x="1096010" y="472440"/>
                </a:cubicBezTo>
                <a:cubicBezTo>
                  <a:pt x="1131252" y="386927"/>
                  <a:pt x="1117071" y="331470"/>
                  <a:pt x="1141095" y="252730"/>
                </a:cubicBezTo>
                <a:cubicBezTo>
                  <a:pt x="1165119" y="173990"/>
                  <a:pt x="1235392" y="14288"/>
                  <a:pt x="1240155" y="0"/>
                </a:cubicBezTo>
              </a:path>
            </a:pathLst>
          </a:custGeom>
        </p:spPr>
        <p:style>
          <a:lnRef idx="2">
            <a:schemeClr val="accent3"/>
          </a:lnRef>
          <a:fillRef idx="0">
            <a:schemeClr val="accent3"/>
          </a:fillRef>
          <a:effectRef idx="1">
            <a:schemeClr val="accent3"/>
          </a:effectRef>
          <a:fontRef idx="minor">
            <a:schemeClr val="tx1"/>
          </a:fontRef>
        </p:style>
        <p:txBody>
          <a:bodyPr rtlCol="0" anchor="ctr"/>
          <a:lstStyle/>
          <a:p>
            <a:pPr algn="ctr"/>
            <a:endParaRPr lang="zh-CN" altLang="en-US"/>
          </a:p>
        </p:txBody>
      </p:sp>
      <p:sp>
        <p:nvSpPr>
          <p:cNvPr id="9" name="任意多边形 8"/>
          <p:cNvSpPr/>
          <p:nvPr/>
        </p:nvSpPr>
        <p:spPr>
          <a:xfrm>
            <a:off x="6159089" y="4895851"/>
            <a:ext cx="195992" cy="525304"/>
          </a:xfrm>
          <a:custGeom>
            <a:avLst/>
            <a:gdLst>
              <a:gd name="connsiteX0" fmla="*/ 213360 w 213360"/>
              <a:gd name="connsiteY0" fmla="*/ 15673 h 678613"/>
              <a:gd name="connsiteX1" fmla="*/ 68580 w 213360"/>
              <a:gd name="connsiteY1" fmla="*/ 8053 h 678613"/>
              <a:gd name="connsiteX2" fmla="*/ 45720 w 213360"/>
              <a:gd name="connsiteY2" fmla="*/ 433 h 678613"/>
              <a:gd name="connsiteX3" fmla="*/ 22860 w 213360"/>
              <a:gd name="connsiteY3" fmla="*/ 23293 h 678613"/>
              <a:gd name="connsiteX4" fmla="*/ 0 w 213360"/>
              <a:gd name="connsiteY4" fmla="*/ 122353 h 678613"/>
              <a:gd name="connsiteX5" fmla="*/ 15240 w 213360"/>
              <a:gd name="connsiteY5" fmla="*/ 289993 h 678613"/>
              <a:gd name="connsiteX6" fmla="*/ 22860 w 213360"/>
              <a:gd name="connsiteY6" fmla="*/ 312853 h 678613"/>
              <a:gd name="connsiteX7" fmla="*/ 68580 w 213360"/>
              <a:gd name="connsiteY7" fmla="*/ 381433 h 678613"/>
              <a:gd name="connsiteX8" fmla="*/ 83820 w 213360"/>
              <a:gd name="connsiteY8" fmla="*/ 404293 h 678613"/>
              <a:gd name="connsiteX9" fmla="*/ 91440 w 213360"/>
              <a:gd name="connsiteY9" fmla="*/ 427153 h 678613"/>
              <a:gd name="connsiteX10" fmla="*/ 83820 w 213360"/>
              <a:gd name="connsiteY10" fmla="*/ 472873 h 678613"/>
              <a:gd name="connsiteX11" fmla="*/ 76200 w 213360"/>
              <a:gd name="connsiteY11" fmla="*/ 495733 h 678613"/>
              <a:gd name="connsiteX12" fmla="*/ 91440 w 213360"/>
              <a:gd name="connsiteY12" fmla="*/ 655753 h 678613"/>
              <a:gd name="connsiteX13" fmla="*/ 91440 w 213360"/>
              <a:gd name="connsiteY13" fmla="*/ 678613 h 678613"/>
              <a:gd name="connsiteX0" fmla="*/ 213360 w 213360"/>
              <a:gd name="connsiteY0" fmla="*/ 7787 h 670727"/>
              <a:gd name="connsiteX1" fmla="*/ 68580 w 213360"/>
              <a:gd name="connsiteY1" fmla="*/ 167 h 670727"/>
              <a:gd name="connsiteX2" fmla="*/ 22860 w 213360"/>
              <a:gd name="connsiteY2" fmla="*/ 15407 h 670727"/>
              <a:gd name="connsiteX3" fmla="*/ 0 w 213360"/>
              <a:gd name="connsiteY3" fmla="*/ 114467 h 670727"/>
              <a:gd name="connsiteX4" fmla="*/ 15240 w 213360"/>
              <a:gd name="connsiteY4" fmla="*/ 282107 h 670727"/>
              <a:gd name="connsiteX5" fmla="*/ 22860 w 213360"/>
              <a:gd name="connsiteY5" fmla="*/ 304967 h 670727"/>
              <a:gd name="connsiteX6" fmla="*/ 68580 w 213360"/>
              <a:gd name="connsiteY6" fmla="*/ 373547 h 670727"/>
              <a:gd name="connsiteX7" fmla="*/ 83820 w 213360"/>
              <a:gd name="connsiteY7" fmla="*/ 396407 h 670727"/>
              <a:gd name="connsiteX8" fmla="*/ 91440 w 213360"/>
              <a:gd name="connsiteY8" fmla="*/ 419267 h 670727"/>
              <a:gd name="connsiteX9" fmla="*/ 83820 w 213360"/>
              <a:gd name="connsiteY9" fmla="*/ 464987 h 670727"/>
              <a:gd name="connsiteX10" fmla="*/ 76200 w 213360"/>
              <a:gd name="connsiteY10" fmla="*/ 487847 h 670727"/>
              <a:gd name="connsiteX11" fmla="*/ 91440 w 213360"/>
              <a:gd name="connsiteY11" fmla="*/ 647867 h 670727"/>
              <a:gd name="connsiteX12" fmla="*/ 91440 w 213360"/>
              <a:gd name="connsiteY12" fmla="*/ 670727 h 670727"/>
              <a:gd name="connsiteX0" fmla="*/ 213360 w 213360"/>
              <a:gd name="connsiteY0" fmla="*/ 12013 h 674953"/>
              <a:gd name="connsiteX1" fmla="*/ 68580 w 213360"/>
              <a:gd name="connsiteY1" fmla="*/ 4393 h 674953"/>
              <a:gd name="connsiteX2" fmla="*/ 16510 w 213360"/>
              <a:gd name="connsiteY2" fmla="*/ 86308 h 674953"/>
              <a:gd name="connsiteX3" fmla="*/ 0 w 213360"/>
              <a:gd name="connsiteY3" fmla="*/ 118693 h 674953"/>
              <a:gd name="connsiteX4" fmla="*/ 15240 w 213360"/>
              <a:gd name="connsiteY4" fmla="*/ 286333 h 674953"/>
              <a:gd name="connsiteX5" fmla="*/ 22860 w 213360"/>
              <a:gd name="connsiteY5" fmla="*/ 309193 h 674953"/>
              <a:gd name="connsiteX6" fmla="*/ 68580 w 213360"/>
              <a:gd name="connsiteY6" fmla="*/ 377773 h 674953"/>
              <a:gd name="connsiteX7" fmla="*/ 83820 w 213360"/>
              <a:gd name="connsiteY7" fmla="*/ 400633 h 674953"/>
              <a:gd name="connsiteX8" fmla="*/ 91440 w 213360"/>
              <a:gd name="connsiteY8" fmla="*/ 423493 h 674953"/>
              <a:gd name="connsiteX9" fmla="*/ 83820 w 213360"/>
              <a:gd name="connsiteY9" fmla="*/ 469213 h 674953"/>
              <a:gd name="connsiteX10" fmla="*/ 76200 w 213360"/>
              <a:gd name="connsiteY10" fmla="*/ 492073 h 674953"/>
              <a:gd name="connsiteX11" fmla="*/ 91440 w 213360"/>
              <a:gd name="connsiteY11" fmla="*/ 652093 h 674953"/>
              <a:gd name="connsiteX12" fmla="*/ 91440 w 213360"/>
              <a:gd name="connsiteY12" fmla="*/ 674953 h 674953"/>
              <a:gd name="connsiteX0" fmla="*/ 213360 w 213360"/>
              <a:gd name="connsiteY0" fmla="*/ 0 h 662940"/>
              <a:gd name="connsiteX1" fmla="*/ 16510 w 213360"/>
              <a:gd name="connsiteY1" fmla="*/ 74295 h 662940"/>
              <a:gd name="connsiteX2" fmla="*/ 0 w 213360"/>
              <a:gd name="connsiteY2" fmla="*/ 106680 h 662940"/>
              <a:gd name="connsiteX3" fmla="*/ 15240 w 213360"/>
              <a:gd name="connsiteY3" fmla="*/ 274320 h 662940"/>
              <a:gd name="connsiteX4" fmla="*/ 22860 w 213360"/>
              <a:gd name="connsiteY4" fmla="*/ 297180 h 662940"/>
              <a:gd name="connsiteX5" fmla="*/ 68580 w 213360"/>
              <a:gd name="connsiteY5" fmla="*/ 365760 h 662940"/>
              <a:gd name="connsiteX6" fmla="*/ 83820 w 213360"/>
              <a:gd name="connsiteY6" fmla="*/ 388620 h 662940"/>
              <a:gd name="connsiteX7" fmla="*/ 91440 w 213360"/>
              <a:gd name="connsiteY7" fmla="*/ 411480 h 662940"/>
              <a:gd name="connsiteX8" fmla="*/ 83820 w 213360"/>
              <a:gd name="connsiteY8" fmla="*/ 457200 h 662940"/>
              <a:gd name="connsiteX9" fmla="*/ 76200 w 213360"/>
              <a:gd name="connsiteY9" fmla="*/ 480060 h 662940"/>
              <a:gd name="connsiteX10" fmla="*/ 91440 w 213360"/>
              <a:gd name="connsiteY10" fmla="*/ 640080 h 662940"/>
              <a:gd name="connsiteX11" fmla="*/ 91440 w 213360"/>
              <a:gd name="connsiteY11" fmla="*/ 662940 h 662940"/>
              <a:gd name="connsiteX0" fmla="*/ 213360 w 213360"/>
              <a:gd name="connsiteY0" fmla="*/ 0 h 662940"/>
              <a:gd name="connsiteX1" fmla="*/ 54610 w 213360"/>
              <a:gd name="connsiteY1" fmla="*/ 20320 h 662940"/>
              <a:gd name="connsiteX2" fmla="*/ 0 w 213360"/>
              <a:gd name="connsiteY2" fmla="*/ 106680 h 662940"/>
              <a:gd name="connsiteX3" fmla="*/ 15240 w 213360"/>
              <a:gd name="connsiteY3" fmla="*/ 274320 h 662940"/>
              <a:gd name="connsiteX4" fmla="*/ 22860 w 213360"/>
              <a:gd name="connsiteY4" fmla="*/ 297180 h 662940"/>
              <a:gd name="connsiteX5" fmla="*/ 68580 w 213360"/>
              <a:gd name="connsiteY5" fmla="*/ 365760 h 662940"/>
              <a:gd name="connsiteX6" fmla="*/ 83820 w 213360"/>
              <a:gd name="connsiteY6" fmla="*/ 388620 h 662940"/>
              <a:gd name="connsiteX7" fmla="*/ 91440 w 213360"/>
              <a:gd name="connsiteY7" fmla="*/ 411480 h 662940"/>
              <a:gd name="connsiteX8" fmla="*/ 83820 w 213360"/>
              <a:gd name="connsiteY8" fmla="*/ 457200 h 662940"/>
              <a:gd name="connsiteX9" fmla="*/ 76200 w 213360"/>
              <a:gd name="connsiteY9" fmla="*/ 480060 h 662940"/>
              <a:gd name="connsiteX10" fmla="*/ 91440 w 213360"/>
              <a:gd name="connsiteY10" fmla="*/ 640080 h 662940"/>
              <a:gd name="connsiteX11" fmla="*/ 91440 w 213360"/>
              <a:gd name="connsiteY11" fmla="*/ 662940 h 662940"/>
              <a:gd name="connsiteX0" fmla="*/ 213360 w 213360"/>
              <a:gd name="connsiteY0" fmla="*/ 0 h 662940"/>
              <a:gd name="connsiteX1" fmla="*/ 54610 w 213360"/>
              <a:gd name="connsiteY1" fmla="*/ 20320 h 662940"/>
              <a:gd name="connsiteX2" fmla="*/ 0 w 213360"/>
              <a:gd name="connsiteY2" fmla="*/ 106680 h 662940"/>
              <a:gd name="connsiteX3" fmla="*/ 15240 w 213360"/>
              <a:gd name="connsiteY3" fmla="*/ 274320 h 662940"/>
              <a:gd name="connsiteX4" fmla="*/ 22860 w 213360"/>
              <a:gd name="connsiteY4" fmla="*/ 297180 h 662940"/>
              <a:gd name="connsiteX5" fmla="*/ 68580 w 213360"/>
              <a:gd name="connsiteY5" fmla="*/ 365760 h 662940"/>
              <a:gd name="connsiteX6" fmla="*/ 83820 w 213360"/>
              <a:gd name="connsiteY6" fmla="*/ 388620 h 662940"/>
              <a:gd name="connsiteX7" fmla="*/ 91440 w 213360"/>
              <a:gd name="connsiteY7" fmla="*/ 411480 h 662940"/>
              <a:gd name="connsiteX8" fmla="*/ 83820 w 213360"/>
              <a:gd name="connsiteY8" fmla="*/ 457200 h 662940"/>
              <a:gd name="connsiteX9" fmla="*/ 76200 w 213360"/>
              <a:gd name="connsiteY9" fmla="*/ 480060 h 662940"/>
              <a:gd name="connsiteX10" fmla="*/ 91440 w 213360"/>
              <a:gd name="connsiteY10" fmla="*/ 640080 h 662940"/>
              <a:gd name="connsiteX11" fmla="*/ 91440 w 213360"/>
              <a:gd name="connsiteY11" fmla="*/ 662940 h 662940"/>
              <a:gd name="connsiteX0" fmla="*/ 213360 w 213360"/>
              <a:gd name="connsiteY0" fmla="*/ 19025 h 681965"/>
              <a:gd name="connsiteX1" fmla="*/ 54610 w 213360"/>
              <a:gd name="connsiteY1" fmla="*/ 39345 h 681965"/>
              <a:gd name="connsiteX2" fmla="*/ 0 w 213360"/>
              <a:gd name="connsiteY2" fmla="*/ 125705 h 681965"/>
              <a:gd name="connsiteX3" fmla="*/ 15240 w 213360"/>
              <a:gd name="connsiteY3" fmla="*/ 293345 h 681965"/>
              <a:gd name="connsiteX4" fmla="*/ 22860 w 213360"/>
              <a:gd name="connsiteY4" fmla="*/ 316205 h 681965"/>
              <a:gd name="connsiteX5" fmla="*/ 68580 w 213360"/>
              <a:gd name="connsiteY5" fmla="*/ 384785 h 681965"/>
              <a:gd name="connsiteX6" fmla="*/ 83820 w 213360"/>
              <a:gd name="connsiteY6" fmla="*/ 407645 h 681965"/>
              <a:gd name="connsiteX7" fmla="*/ 91440 w 213360"/>
              <a:gd name="connsiteY7" fmla="*/ 430505 h 681965"/>
              <a:gd name="connsiteX8" fmla="*/ 83820 w 213360"/>
              <a:gd name="connsiteY8" fmla="*/ 476225 h 681965"/>
              <a:gd name="connsiteX9" fmla="*/ 76200 w 213360"/>
              <a:gd name="connsiteY9" fmla="*/ 499085 h 681965"/>
              <a:gd name="connsiteX10" fmla="*/ 91440 w 213360"/>
              <a:gd name="connsiteY10" fmla="*/ 659105 h 681965"/>
              <a:gd name="connsiteX11" fmla="*/ 91440 w 213360"/>
              <a:gd name="connsiteY11" fmla="*/ 681965 h 681965"/>
              <a:gd name="connsiteX0" fmla="*/ 213360 w 213360"/>
              <a:gd name="connsiteY0" fmla="*/ 0 h 662940"/>
              <a:gd name="connsiteX1" fmla="*/ 54610 w 213360"/>
              <a:gd name="connsiteY1" fmla="*/ 20320 h 662940"/>
              <a:gd name="connsiteX2" fmla="*/ 0 w 213360"/>
              <a:gd name="connsiteY2" fmla="*/ 106680 h 662940"/>
              <a:gd name="connsiteX3" fmla="*/ 15240 w 213360"/>
              <a:gd name="connsiteY3" fmla="*/ 274320 h 662940"/>
              <a:gd name="connsiteX4" fmla="*/ 22860 w 213360"/>
              <a:gd name="connsiteY4" fmla="*/ 297180 h 662940"/>
              <a:gd name="connsiteX5" fmla="*/ 68580 w 213360"/>
              <a:gd name="connsiteY5" fmla="*/ 365760 h 662940"/>
              <a:gd name="connsiteX6" fmla="*/ 83820 w 213360"/>
              <a:gd name="connsiteY6" fmla="*/ 388620 h 662940"/>
              <a:gd name="connsiteX7" fmla="*/ 91440 w 213360"/>
              <a:gd name="connsiteY7" fmla="*/ 411480 h 662940"/>
              <a:gd name="connsiteX8" fmla="*/ 83820 w 213360"/>
              <a:gd name="connsiteY8" fmla="*/ 457200 h 662940"/>
              <a:gd name="connsiteX9" fmla="*/ 76200 w 213360"/>
              <a:gd name="connsiteY9" fmla="*/ 480060 h 662940"/>
              <a:gd name="connsiteX10" fmla="*/ 91440 w 213360"/>
              <a:gd name="connsiteY10" fmla="*/ 640080 h 662940"/>
              <a:gd name="connsiteX11" fmla="*/ 91440 w 213360"/>
              <a:gd name="connsiteY11" fmla="*/ 662940 h 662940"/>
              <a:gd name="connsiteX0" fmla="*/ 213360 w 213360"/>
              <a:gd name="connsiteY0" fmla="*/ 0 h 662940"/>
              <a:gd name="connsiteX1" fmla="*/ 54610 w 213360"/>
              <a:gd name="connsiteY1" fmla="*/ 20320 h 662940"/>
              <a:gd name="connsiteX2" fmla="*/ 0 w 213360"/>
              <a:gd name="connsiteY2" fmla="*/ 106680 h 662940"/>
              <a:gd name="connsiteX3" fmla="*/ 15240 w 213360"/>
              <a:gd name="connsiteY3" fmla="*/ 274320 h 662940"/>
              <a:gd name="connsiteX4" fmla="*/ 22860 w 213360"/>
              <a:gd name="connsiteY4" fmla="*/ 297180 h 662940"/>
              <a:gd name="connsiteX5" fmla="*/ 68580 w 213360"/>
              <a:gd name="connsiteY5" fmla="*/ 365760 h 662940"/>
              <a:gd name="connsiteX6" fmla="*/ 83820 w 213360"/>
              <a:gd name="connsiteY6" fmla="*/ 388620 h 662940"/>
              <a:gd name="connsiteX7" fmla="*/ 91440 w 213360"/>
              <a:gd name="connsiteY7" fmla="*/ 411480 h 662940"/>
              <a:gd name="connsiteX8" fmla="*/ 83820 w 213360"/>
              <a:gd name="connsiteY8" fmla="*/ 457200 h 662940"/>
              <a:gd name="connsiteX9" fmla="*/ 76200 w 213360"/>
              <a:gd name="connsiteY9" fmla="*/ 480060 h 662940"/>
              <a:gd name="connsiteX10" fmla="*/ 91440 w 213360"/>
              <a:gd name="connsiteY10" fmla="*/ 640080 h 662940"/>
              <a:gd name="connsiteX11" fmla="*/ 91440 w 213360"/>
              <a:gd name="connsiteY11" fmla="*/ 662940 h 662940"/>
              <a:gd name="connsiteX0" fmla="*/ 213360 w 213360"/>
              <a:gd name="connsiteY0" fmla="*/ 0 h 662940"/>
              <a:gd name="connsiteX1" fmla="*/ 54610 w 213360"/>
              <a:gd name="connsiteY1" fmla="*/ 20320 h 662940"/>
              <a:gd name="connsiteX2" fmla="*/ 0 w 213360"/>
              <a:gd name="connsiteY2" fmla="*/ 106680 h 662940"/>
              <a:gd name="connsiteX3" fmla="*/ 15240 w 213360"/>
              <a:gd name="connsiteY3" fmla="*/ 274320 h 662940"/>
              <a:gd name="connsiteX4" fmla="*/ 68580 w 213360"/>
              <a:gd name="connsiteY4" fmla="*/ 365760 h 662940"/>
              <a:gd name="connsiteX5" fmla="*/ 83820 w 213360"/>
              <a:gd name="connsiteY5" fmla="*/ 388620 h 662940"/>
              <a:gd name="connsiteX6" fmla="*/ 91440 w 213360"/>
              <a:gd name="connsiteY6" fmla="*/ 411480 h 662940"/>
              <a:gd name="connsiteX7" fmla="*/ 83820 w 213360"/>
              <a:gd name="connsiteY7" fmla="*/ 457200 h 662940"/>
              <a:gd name="connsiteX8" fmla="*/ 76200 w 213360"/>
              <a:gd name="connsiteY8" fmla="*/ 480060 h 662940"/>
              <a:gd name="connsiteX9" fmla="*/ 91440 w 213360"/>
              <a:gd name="connsiteY9" fmla="*/ 640080 h 662940"/>
              <a:gd name="connsiteX10" fmla="*/ 91440 w 213360"/>
              <a:gd name="connsiteY10" fmla="*/ 662940 h 662940"/>
              <a:gd name="connsiteX0" fmla="*/ 213360 w 213360"/>
              <a:gd name="connsiteY0" fmla="*/ 0 h 662940"/>
              <a:gd name="connsiteX1" fmla="*/ 54610 w 213360"/>
              <a:gd name="connsiteY1" fmla="*/ 20320 h 662940"/>
              <a:gd name="connsiteX2" fmla="*/ 0 w 213360"/>
              <a:gd name="connsiteY2" fmla="*/ 106680 h 662940"/>
              <a:gd name="connsiteX3" fmla="*/ 15240 w 213360"/>
              <a:gd name="connsiteY3" fmla="*/ 274320 h 662940"/>
              <a:gd name="connsiteX4" fmla="*/ 68580 w 213360"/>
              <a:gd name="connsiteY4" fmla="*/ 365760 h 662940"/>
              <a:gd name="connsiteX5" fmla="*/ 91440 w 213360"/>
              <a:gd name="connsiteY5" fmla="*/ 411480 h 662940"/>
              <a:gd name="connsiteX6" fmla="*/ 83820 w 213360"/>
              <a:gd name="connsiteY6" fmla="*/ 457200 h 662940"/>
              <a:gd name="connsiteX7" fmla="*/ 76200 w 213360"/>
              <a:gd name="connsiteY7" fmla="*/ 480060 h 662940"/>
              <a:gd name="connsiteX8" fmla="*/ 91440 w 213360"/>
              <a:gd name="connsiteY8" fmla="*/ 640080 h 662940"/>
              <a:gd name="connsiteX9" fmla="*/ 91440 w 213360"/>
              <a:gd name="connsiteY9" fmla="*/ 662940 h 662940"/>
              <a:gd name="connsiteX0" fmla="*/ 213360 w 213360"/>
              <a:gd name="connsiteY0" fmla="*/ 0 h 640080"/>
              <a:gd name="connsiteX1" fmla="*/ 54610 w 213360"/>
              <a:gd name="connsiteY1" fmla="*/ 20320 h 640080"/>
              <a:gd name="connsiteX2" fmla="*/ 0 w 213360"/>
              <a:gd name="connsiteY2" fmla="*/ 106680 h 640080"/>
              <a:gd name="connsiteX3" fmla="*/ 15240 w 213360"/>
              <a:gd name="connsiteY3" fmla="*/ 274320 h 640080"/>
              <a:gd name="connsiteX4" fmla="*/ 68580 w 213360"/>
              <a:gd name="connsiteY4" fmla="*/ 365760 h 640080"/>
              <a:gd name="connsiteX5" fmla="*/ 91440 w 213360"/>
              <a:gd name="connsiteY5" fmla="*/ 411480 h 640080"/>
              <a:gd name="connsiteX6" fmla="*/ 83820 w 213360"/>
              <a:gd name="connsiteY6" fmla="*/ 457200 h 640080"/>
              <a:gd name="connsiteX7" fmla="*/ 76200 w 213360"/>
              <a:gd name="connsiteY7" fmla="*/ 480060 h 640080"/>
              <a:gd name="connsiteX8" fmla="*/ 91440 w 213360"/>
              <a:gd name="connsiteY8" fmla="*/ 640080 h 640080"/>
              <a:gd name="connsiteX0" fmla="*/ 213360 w 213360"/>
              <a:gd name="connsiteY0" fmla="*/ 0 h 640080"/>
              <a:gd name="connsiteX1" fmla="*/ 54610 w 213360"/>
              <a:gd name="connsiteY1" fmla="*/ 20320 h 640080"/>
              <a:gd name="connsiteX2" fmla="*/ 0 w 213360"/>
              <a:gd name="connsiteY2" fmla="*/ 106680 h 640080"/>
              <a:gd name="connsiteX3" fmla="*/ 15240 w 213360"/>
              <a:gd name="connsiteY3" fmla="*/ 274320 h 640080"/>
              <a:gd name="connsiteX4" fmla="*/ 68580 w 213360"/>
              <a:gd name="connsiteY4" fmla="*/ 365760 h 640080"/>
              <a:gd name="connsiteX5" fmla="*/ 91440 w 213360"/>
              <a:gd name="connsiteY5" fmla="*/ 411480 h 640080"/>
              <a:gd name="connsiteX6" fmla="*/ 83820 w 213360"/>
              <a:gd name="connsiteY6" fmla="*/ 457200 h 640080"/>
              <a:gd name="connsiteX7" fmla="*/ 80962 w 213360"/>
              <a:gd name="connsiteY7" fmla="*/ 525304 h 640080"/>
              <a:gd name="connsiteX8" fmla="*/ 91440 w 213360"/>
              <a:gd name="connsiteY8" fmla="*/ 640080 h 640080"/>
              <a:gd name="connsiteX0" fmla="*/ 213360 w 213360"/>
              <a:gd name="connsiteY0" fmla="*/ 0 h 640080"/>
              <a:gd name="connsiteX1" fmla="*/ 54610 w 213360"/>
              <a:gd name="connsiteY1" fmla="*/ 20320 h 640080"/>
              <a:gd name="connsiteX2" fmla="*/ 0 w 213360"/>
              <a:gd name="connsiteY2" fmla="*/ 106680 h 640080"/>
              <a:gd name="connsiteX3" fmla="*/ 15240 w 213360"/>
              <a:gd name="connsiteY3" fmla="*/ 274320 h 640080"/>
              <a:gd name="connsiteX4" fmla="*/ 68580 w 213360"/>
              <a:gd name="connsiteY4" fmla="*/ 365760 h 640080"/>
              <a:gd name="connsiteX5" fmla="*/ 83820 w 213360"/>
              <a:gd name="connsiteY5" fmla="*/ 457200 h 640080"/>
              <a:gd name="connsiteX6" fmla="*/ 80962 w 213360"/>
              <a:gd name="connsiteY6" fmla="*/ 525304 h 640080"/>
              <a:gd name="connsiteX7" fmla="*/ 91440 w 213360"/>
              <a:gd name="connsiteY7" fmla="*/ 640080 h 640080"/>
              <a:gd name="connsiteX0" fmla="*/ 213360 w 213360"/>
              <a:gd name="connsiteY0" fmla="*/ 0 h 640080"/>
              <a:gd name="connsiteX1" fmla="*/ 90329 w 213360"/>
              <a:gd name="connsiteY1" fmla="*/ 44133 h 640080"/>
              <a:gd name="connsiteX2" fmla="*/ 0 w 213360"/>
              <a:gd name="connsiteY2" fmla="*/ 106680 h 640080"/>
              <a:gd name="connsiteX3" fmla="*/ 15240 w 213360"/>
              <a:gd name="connsiteY3" fmla="*/ 274320 h 640080"/>
              <a:gd name="connsiteX4" fmla="*/ 68580 w 213360"/>
              <a:gd name="connsiteY4" fmla="*/ 365760 h 640080"/>
              <a:gd name="connsiteX5" fmla="*/ 83820 w 213360"/>
              <a:gd name="connsiteY5" fmla="*/ 457200 h 640080"/>
              <a:gd name="connsiteX6" fmla="*/ 80962 w 213360"/>
              <a:gd name="connsiteY6" fmla="*/ 525304 h 640080"/>
              <a:gd name="connsiteX7" fmla="*/ 91440 w 213360"/>
              <a:gd name="connsiteY7" fmla="*/ 640080 h 640080"/>
              <a:gd name="connsiteX0" fmla="*/ 198464 w 198464"/>
              <a:gd name="connsiteY0" fmla="*/ 0 h 640080"/>
              <a:gd name="connsiteX1" fmla="*/ 75433 w 198464"/>
              <a:gd name="connsiteY1" fmla="*/ 44133 h 640080"/>
              <a:gd name="connsiteX2" fmla="*/ 27966 w 198464"/>
              <a:gd name="connsiteY2" fmla="*/ 185262 h 640080"/>
              <a:gd name="connsiteX3" fmla="*/ 344 w 198464"/>
              <a:gd name="connsiteY3" fmla="*/ 274320 h 640080"/>
              <a:gd name="connsiteX4" fmla="*/ 53684 w 198464"/>
              <a:gd name="connsiteY4" fmla="*/ 365760 h 640080"/>
              <a:gd name="connsiteX5" fmla="*/ 68924 w 198464"/>
              <a:gd name="connsiteY5" fmla="*/ 457200 h 640080"/>
              <a:gd name="connsiteX6" fmla="*/ 66066 w 198464"/>
              <a:gd name="connsiteY6" fmla="*/ 525304 h 640080"/>
              <a:gd name="connsiteX7" fmla="*/ 76544 w 198464"/>
              <a:gd name="connsiteY7" fmla="*/ 640080 h 640080"/>
              <a:gd name="connsiteX0" fmla="*/ 170891 w 170891"/>
              <a:gd name="connsiteY0" fmla="*/ 0 h 640080"/>
              <a:gd name="connsiteX1" fmla="*/ 47860 w 170891"/>
              <a:gd name="connsiteY1" fmla="*/ 44133 h 640080"/>
              <a:gd name="connsiteX2" fmla="*/ 393 w 170891"/>
              <a:gd name="connsiteY2" fmla="*/ 185262 h 640080"/>
              <a:gd name="connsiteX3" fmla="*/ 26111 w 170891"/>
              <a:gd name="connsiteY3" fmla="*/ 365760 h 640080"/>
              <a:gd name="connsiteX4" fmla="*/ 41351 w 170891"/>
              <a:gd name="connsiteY4" fmla="*/ 457200 h 640080"/>
              <a:gd name="connsiteX5" fmla="*/ 38493 w 170891"/>
              <a:gd name="connsiteY5" fmla="*/ 525304 h 640080"/>
              <a:gd name="connsiteX6" fmla="*/ 48971 w 170891"/>
              <a:gd name="connsiteY6" fmla="*/ 640080 h 640080"/>
              <a:gd name="connsiteX0" fmla="*/ 193575 w 193575"/>
              <a:gd name="connsiteY0" fmla="*/ 0 h 640080"/>
              <a:gd name="connsiteX1" fmla="*/ 70544 w 193575"/>
              <a:gd name="connsiteY1" fmla="*/ 44133 h 640080"/>
              <a:gd name="connsiteX2" fmla="*/ 23077 w 193575"/>
              <a:gd name="connsiteY2" fmla="*/ 185262 h 640080"/>
              <a:gd name="connsiteX3" fmla="*/ 1170 w 193575"/>
              <a:gd name="connsiteY3" fmla="*/ 327660 h 640080"/>
              <a:gd name="connsiteX4" fmla="*/ 64035 w 193575"/>
              <a:gd name="connsiteY4" fmla="*/ 457200 h 640080"/>
              <a:gd name="connsiteX5" fmla="*/ 61177 w 193575"/>
              <a:gd name="connsiteY5" fmla="*/ 525304 h 640080"/>
              <a:gd name="connsiteX6" fmla="*/ 71655 w 193575"/>
              <a:gd name="connsiteY6" fmla="*/ 640080 h 640080"/>
              <a:gd name="connsiteX0" fmla="*/ 193446 w 193446"/>
              <a:gd name="connsiteY0" fmla="*/ 0 h 640080"/>
              <a:gd name="connsiteX1" fmla="*/ 70415 w 193446"/>
              <a:gd name="connsiteY1" fmla="*/ 44133 h 640080"/>
              <a:gd name="connsiteX2" fmla="*/ 22948 w 193446"/>
              <a:gd name="connsiteY2" fmla="*/ 185262 h 640080"/>
              <a:gd name="connsiteX3" fmla="*/ 1041 w 193446"/>
              <a:gd name="connsiteY3" fmla="*/ 327660 h 640080"/>
              <a:gd name="connsiteX4" fmla="*/ 61048 w 193446"/>
              <a:gd name="connsiteY4" fmla="*/ 525304 h 640080"/>
              <a:gd name="connsiteX5" fmla="*/ 71526 w 193446"/>
              <a:gd name="connsiteY5" fmla="*/ 640080 h 640080"/>
              <a:gd name="connsiteX0" fmla="*/ 193446 w 193446"/>
              <a:gd name="connsiteY0" fmla="*/ 0 h 525304"/>
              <a:gd name="connsiteX1" fmla="*/ 70415 w 193446"/>
              <a:gd name="connsiteY1" fmla="*/ 44133 h 525304"/>
              <a:gd name="connsiteX2" fmla="*/ 22948 w 193446"/>
              <a:gd name="connsiteY2" fmla="*/ 185262 h 525304"/>
              <a:gd name="connsiteX3" fmla="*/ 1041 w 193446"/>
              <a:gd name="connsiteY3" fmla="*/ 327660 h 525304"/>
              <a:gd name="connsiteX4" fmla="*/ 61048 w 193446"/>
              <a:gd name="connsiteY4" fmla="*/ 525304 h 525304"/>
              <a:gd name="connsiteX0" fmla="*/ 195992 w 195992"/>
              <a:gd name="connsiteY0" fmla="*/ 0 h 525304"/>
              <a:gd name="connsiteX1" fmla="*/ 72961 w 195992"/>
              <a:gd name="connsiteY1" fmla="*/ 44133 h 525304"/>
              <a:gd name="connsiteX2" fmla="*/ 8826 w 195992"/>
              <a:gd name="connsiteY2" fmla="*/ 173356 h 525304"/>
              <a:gd name="connsiteX3" fmla="*/ 3587 w 195992"/>
              <a:gd name="connsiteY3" fmla="*/ 327660 h 525304"/>
              <a:gd name="connsiteX4" fmla="*/ 63594 w 195992"/>
              <a:gd name="connsiteY4" fmla="*/ 525304 h 525304"/>
              <a:gd name="connsiteX0" fmla="*/ 195992 w 195992"/>
              <a:gd name="connsiteY0" fmla="*/ 0 h 525304"/>
              <a:gd name="connsiteX1" fmla="*/ 80105 w 195992"/>
              <a:gd name="connsiteY1" fmla="*/ 67945 h 525304"/>
              <a:gd name="connsiteX2" fmla="*/ 8826 w 195992"/>
              <a:gd name="connsiteY2" fmla="*/ 173356 h 525304"/>
              <a:gd name="connsiteX3" fmla="*/ 3587 w 195992"/>
              <a:gd name="connsiteY3" fmla="*/ 327660 h 525304"/>
              <a:gd name="connsiteX4" fmla="*/ 63594 w 195992"/>
              <a:gd name="connsiteY4" fmla="*/ 525304 h 5253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992" h="525304">
                <a:moveTo>
                  <a:pt x="195992" y="0"/>
                </a:moveTo>
                <a:cubicBezTo>
                  <a:pt x="154982" y="15478"/>
                  <a:pt x="111299" y="39052"/>
                  <a:pt x="80105" y="67945"/>
                </a:cubicBezTo>
                <a:cubicBezTo>
                  <a:pt x="48911" y="96838"/>
                  <a:pt x="24637" y="125922"/>
                  <a:pt x="8826" y="173356"/>
                </a:cubicBezTo>
                <a:cubicBezTo>
                  <a:pt x="5201" y="226960"/>
                  <a:pt x="-5541" y="269002"/>
                  <a:pt x="3587" y="327660"/>
                </a:cubicBezTo>
                <a:cubicBezTo>
                  <a:pt x="12715" y="386318"/>
                  <a:pt x="51847" y="473234"/>
                  <a:pt x="63594" y="525304"/>
                </a:cubicBezTo>
              </a:path>
            </a:pathLst>
          </a:custGeom>
        </p:spPr>
        <p:style>
          <a:lnRef idx="2">
            <a:schemeClr val="accent3"/>
          </a:lnRef>
          <a:fillRef idx="0">
            <a:schemeClr val="accent3"/>
          </a:fillRef>
          <a:effectRef idx="1">
            <a:schemeClr val="accent3"/>
          </a:effectRef>
          <a:fontRef idx="minor">
            <a:schemeClr val="tx1"/>
          </a:fontRef>
        </p:style>
        <p:txBody>
          <a:bodyPr rtlCol="0" anchor="ctr"/>
          <a:lstStyle/>
          <a:p>
            <a:pPr algn="ctr"/>
            <a:endParaRPr lang="zh-CN" altLang="en-US"/>
          </a:p>
        </p:txBody>
      </p:sp>
    </p:spTree>
    <p:extLst>
      <p:ext uri="{BB962C8B-B14F-4D97-AF65-F5344CB8AC3E}">
        <p14:creationId xmlns:p14="http://schemas.microsoft.com/office/powerpoint/2010/main" val="13642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对象 5"/>
          <p:cNvGraphicFramePr>
            <a:graphicFrameLocks noChangeAspect="1"/>
          </p:cNvGraphicFramePr>
          <p:nvPr/>
        </p:nvGraphicFramePr>
        <p:xfrm>
          <a:off x="5292080" y="980729"/>
          <a:ext cx="2580472" cy="3462387"/>
        </p:xfrm>
        <a:graphic>
          <a:graphicData uri="http://schemas.openxmlformats.org/presentationml/2006/ole">
            <mc:AlternateContent xmlns:mc="http://schemas.openxmlformats.org/markup-compatibility/2006">
              <mc:Choice xmlns:v="urn:schemas-microsoft-com:vml" Requires="v">
                <p:oleObj spid="_x0000_s13323" name="工作表" r:id="rId4" imgW="2076416" imgH="3095557" progId="Excel.Sheet.12">
                  <p:embed/>
                </p:oleObj>
              </mc:Choice>
              <mc:Fallback>
                <p:oleObj name="工作表" r:id="rId4" imgW="2076416" imgH="3095557" progId="Excel.Sheet.12">
                  <p:embed/>
                  <p:pic>
                    <p:nvPicPr>
                      <p:cNvPr id="6" name="对象 5"/>
                      <p:cNvPicPr/>
                      <p:nvPr/>
                    </p:nvPicPr>
                    <p:blipFill>
                      <a:blip r:embed="rId5"/>
                      <a:stretch>
                        <a:fillRect/>
                      </a:stretch>
                    </p:blipFill>
                    <p:spPr>
                      <a:xfrm>
                        <a:off x="5292080" y="980729"/>
                        <a:ext cx="2580472" cy="3462387"/>
                      </a:xfrm>
                      <a:prstGeom prst="rect">
                        <a:avLst/>
                      </a:prstGeom>
                    </p:spPr>
                  </p:pic>
                </p:oleObj>
              </mc:Fallback>
            </mc:AlternateContent>
          </a:graphicData>
        </a:graphic>
      </p:graphicFrame>
      <p:sp>
        <p:nvSpPr>
          <p:cNvPr id="3" name="标题 2"/>
          <p:cNvSpPr>
            <a:spLocks noGrp="1"/>
          </p:cNvSpPr>
          <p:nvPr>
            <p:ph type="title"/>
          </p:nvPr>
        </p:nvSpPr>
        <p:spPr/>
        <p:txBody>
          <a:bodyPr/>
          <a:lstStyle/>
          <a:p>
            <a:r>
              <a:rPr lang="zh-CN" altLang="en-US" dirty="0"/>
              <a:t>散点图</a:t>
            </a:r>
          </a:p>
        </p:txBody>
      </p:sp>
      <p:sp>
        <p:nvSpPr>
          <p:cNvPr id="2" name="内容占位符 1"/>
          <p:cNvSpPr>
            <a:spLocks noGrp="1"/>
          </p:cNvSpPr>
          <p:nvPr>
            <p:ph idx="1"/>
          </p:nvPr>
        </p:nvSpPr>
        <p:spPr/>
        <p:txBody>
          <a:bodyPr>
            <a:normAutofit/>
          </a:bodyPr>
          <a:lstStyle/>
          <a:p>
            <a:pPr marL="82296" indent="0">
              <a:buNone/>
            </a:pPr>
            <a:r>
              <a:rPr lang="en-US" altLang="zh-CN" dirty="0"/>
              <a:t>【</a:t>
            </a:r>
            <a:r>
              <a:rPr lang="zh-CN" altLang="en-US" dirty="0"/>
              <a:t>例</a:t>
            </a:r>
            <a:r>
              <a:rPr lang="en-US" altLang="zh-CN" dirty="0"/>
              <a:t>】</a:t>
            </a:r>
            <a:r>
              <a:rPr lang="zh-CN" altLang="en-US" dirty="0"/>
              <a:t>散点图应用：回归分析</a:t>
            </a:r>
            <a:endParaRPr lang="en-US" altLang="zh-CN" dirty="0"/>
          </a:p>
          <a:p>
            <a:pPr lvl="1"/>
            <a:endParaRPr lang="en-US" altLang="zh-CN" dirty="0"/>
          </a:p>
        </p:txBody>
      </p:sp>
      <p:graphicFrame>
        <p:nvGraphicFramePr>
          <p:cNvPr id="8" name="图表 7"/>
          <p:cNvGraphicFramePr>
            <a:graphicFrameLocks noChangeAspect="1"/>
          </p:cNvGraphicFramePr>
          <p:nvPr/>
        </p:nvGraphicFramePr>
        <p:xfrm>
          <a:off x="460375" y="2327278"/>
          <a:ext cx="4464000" cy="2204738"/>
        </p:xfrm>
        <a:graphic>
          <a:graphicData uri="http://schemas.openxmlformats.org/drawingml/2006/chart">
            <c:chart xmlns:c="http://schemas.openxmlformats.org/drawingml/2006/chart" xmlns:r="http://schemas.openxmlformats.org/officeDocument/2006/relationships" r:id="rId6"/>
          </a:graphicData>
        </a:graphic>
      </p:graphicFrame>
      <p:pic>
        <p:nvPicPr>
          <p:cNvPr id="7" name="Picture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278045" y="3861048"/>
            <a:ext cx="3692787" cy="19945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灯片编号占位符 3"/>
          <p:cNvSpPr>
            <a:spLocks noGrp="1"/>
          </p:cNvSpPr>
          <p:nvPr>
            <p:ph type="sldNum" sz="quarter" idx="12"/>
          </p:nvPr>
        </p:nvSpPr>
        <p:spPr/>
        <p:txBody>
          <a:bodyPr/>
          <a:lstStyle/>
          <a:p>
            <a:fld id="{0C913308-F349-4B6D-A68A-DD1791B4A57B}" type="slidenum">
              <a:rPr lang="zh-CN" altLang="en-US" smtClean="0"/>
              <a:t>19</a:t>
            </a:fld>
            <a:endParaRPr lang="zh-CN" altLang="en-US"/>
          </a:p>
        </p:txBody>
      </p:sp>
    </p:spTree>
    <p:extLst>
      <p:ext uri="{BB962C8B-B14F-4D97-AF65-F5344CB8AC3E}">
        <p14:creationId xmlns:p14="http://schemas.microsoft.com/office/powerpoint/2010/main" val="39605573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F871559-1FE0-465E-96CF-9EF663C2CBA8}"/>
              </a:ext>
            </a:extLst>
          </p:cNvPr>
          <p:cNvSpPr>
            <a:spLocks noGrp="1"/>
          </p:cNvSpPr>
          <p:nvPr>
            <p:ph type="title"/>
          </p:nvPr>
        </p:nvSpPr>
        <p:spPr/>
        <p:txBody>
          <a:bodyPr/>
          <a:lstStyle/>
          <a:p>
            <a:r>
              <a:rPr lang="zh-CN" altLang="en-US" dirty="0"/>
              <a:t>气泡图</a:t>
            </a:r>
          </a:p>
        </p:txBody>
      </p:sp>
      <p:sp>
        <p:nvSpPr>
          <p:cNvPr id="4" name="灯片编号占位符 3">
            <a:extLst>
              <a:ext uri="{FF2B5EF4-FFF2-40B4-BE49-F238E27FC236}">
                <a16:creationId xmlns:a16="http://schemas.microsoft.com/office/drawing/2014/main" id="{DCB14CCD-B9DF-445E-9113-B4119A1D72A2}"/>
              </a:ext>
            </a:extLst>
          </p:cNvPr>
          <p:cNvSpPr>
            <a:spLocks noGrp="1"/>
          </p:cNvSpPr>
          <p:nvPr>
            <p:ph type="sldNum" sz="quarter" idx="12"/>
          </p:nvPr>
        </p:nvSpPr>
        <p:spPr/>
        <p:txBody>
          <a:bodyPr/>
          <a:lstStyle/>
          <a:p>
            <a:fld id="{5AD84F5B-1672-4D3F-9FEC-5DF89A7B7912}" type="slidenum">
              <a:rPr lang="zh-CN" altLang="en-US" smtClean="0"/>
              <a:t>20</a:t>
            </a:fld>
            <a:endParaRPr lang="zh-CN" altLang="en-US"/>
          </a:p>
        </p:txBody>
      </p:sp>
      <p:sp>
        <p:nvSpPr>
          <p:cNvPr id="5" name="文本框 4">
            <a:extLst>
              <a:ext uri="{FF2B5EF4-FFF2-40B4-BE49-F238E27FC236}">
                <a16:creationId xmlns:a16="http://schemas.microsoft.com/office/drawing/2014/main" id="{0363A682-BC08-4F60-8CE4-E69CC97B8671}"/>
              </a:ext>
            </a:extLst>
          </p:cNvPr>
          <p:cNvSpPr txBox="1"/>
          <p:nvPr/>
        </p:nvSpPr>
        <p:spPr>
          <a:xfrm>
            <a:off x="423776" y="1341943"/>
            <a:ext cx="8116253" cy="455125"/>
          </a:xfrm>
          <a:prstGeom prst="rect">
            <a:avLst/>
          </a:prstGeom>
          <a:noFill/>
        </p:spPr>
        <p:txBody>
          <a:bodyPr wrap="square">
            <a:spAutoFit/>
          </a:bodyPr>
          <a:lstStyle/>
          <a:p>
            <a:pPr indent="229553" algn="just">
              <a:lnSpc>
                <a:spcPct val="125000"/>
              </a:lnSpc>
            </a:pPr>
            <a:r>
              <a:rPr lang="zh-CN" altLang="en-US" sz="2100" b="1" kern="1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气泡图</a:t>
            </a:r>
            <a:r>
              <a:rPr lang="zh-CN" altLang="zh-CN" sz="2100" b="1" kern="100"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100" b="1" kern="100" dirty="0">
                <a:latin typeface="Times New Roman" panose="02020603050405020304" pitchFamily="18" charset="0"/>
                <a:ea typeface="楷体" panose="02010609060101010101" pitchFamily="49" charset="-122"/>
                <a:cs typeface="Times New Roman" panose="02020603050405020304" pitchFamily="18" charset="0"/>
              </a:rPr>
              <a:t>Bubble chart</a:t>
            </a:r>
            <a:r>
              <a:rPr lang="zh-CN" altLang="zh-CN" sz="2100" b="1" kern="100"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sz="2100" kern="100" dirty="0">
                <a:latin typeface="Times New Roman" panose="02020603050405020304" pitchFamily="18" charset="0"/>
                <a:ea typeface="楷体" panose="02010609060101010101" pitchFamily="49" charset="-122"/>
                <a:cs typeface="Times New Roman" panose="02020603050405020304" pitchFamily="18" charset="0"/>
              </a:rPr>
              <a:t>可用于展示多个变量之间关系。</a:t>
            </a:r>
            <a:endParaRPr lang="zh-CN" altLang="zh-CN" sz="2100" kern="100" dirty="0">
              <a:latin typeface="Times New Roman" panose="02020603050405020304" pitchFamily="18" charset="0"/>
              <a:ea typeface="宋体" panose="02010600030101010101" pitchFamily="2" charset="-122"/>
              <a:cs typeface="Times New Roman" panose="02020603050405020304" pitchFamily="18" charset="0"/>
            </a:endParaRPr>
          </a:p>
        </p:txBody>
      </p:sp>
      <p:pic>
        <p:nvPicPr>
          <p:cNvPr id="6" name="图形 1">
            <a:extLst>
              <a:ext uri="{FF2B5EF4-FFF2-40B4-BE49-F238E27FC236}">
                <a16:creationId xmlns:a16="http://schemas.microsoft.com/office/drawing/2014/main" id="{AB6FCB7A-8C7A-427F-8E7D-58DEDFF1AC8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2275" t="3536" r="1205" b="4328"/>
          <a:stretch>
            <a:fillRect/>
          </a:stretch>
        </p:blipFill>
        <p:spPr>
          <a:xfrm>
            <a:off x="4248064" y="2070326"/>
            <a:ext cx="4409493" cy="3160460"/>
          </a:xfrm>
          <a:prstGeom prst="rect">
            <a:avLst/>
          </a:prstGeom>
        </p:spPr>
      </p:pic>
      <p:sp>
        <p:nvSpPr>
          <p:cNvPr id="7" name="文本框 6">
            <a:extLst>
              <a:ext uri="{FF2B5EF4-FFF2-40B4-BE49-F238E27FC236}">
                <a16:creationId xmlns:a16="http://schemas.microsoft.com/office/drawing/2014/main" id="{66F11AAE-3652-4457-893C-CE53C245554F}"/>
              </a:ext>
            </a:extLst>
          </p:cNvPr>
          <p:cNvSpPr txBox="1"/>
          <p:nvPr/>
        </p:nvSpPr>
        <p:spPr>
          <a:xfrm>
            <a:off x="353099" y="2817395"/>
            <a:ext cx="3657793" cy="1689373"/>
          </a:xfrm>
          <a:prstGeom prst="rect">
            <a:avLst/>
          </a:prstGeom>
          <a:noFill/>
          <a:ln w="19050">
            <a:solidFill>
              <a:srgbClr val="3484FF"/>
            </a:solidFill>
            <a:prstDash val="dash"/>
          </a:ln>
        </p:spPr>
        <p:txBody>
          <a:bodyPr wrap="square" rtlCol="0">
            <a:spAutoFit/>
          </a:bodyPr>
          <a:lstStyle/>
          <a:p>
            <a:pPr>
              <a:lnSpc>
                <a:spcPct val="150000"/>
              </a:lnSpc>
            </a:pPr>
            <a:r>
              <a:rPr lang="zh-CN" altLang="en-US" dirty="0">
                <a:latin typeface="楷体" panose="02010609060101010101" pitchFamily="49" charset="-122"/>
                <a:ea typeface="楷体" panose="02010609060101010101" pitchFamily="49" charset="-122"/>
              </a:rPr>
              <a:t>在绘制时可以将变量</a:t>
            </a:r>
            <a:r>
              <a:rPr lang="en-US" altLang="zh-CN" dirty="0">
                <a:latin typeface="楷体" panose="02010609060101010101" pitchFamily="49" charset="-122"/>
                <a:ea typeface="楷体" panose="02010609060101010101" pitchFamily="49" charset="-122"/>
              </a:rPr>
              <a:t>1</a:t>
            </a:r>
            <a:r>
              <a:rPr lang="zh-CN" altLang="en-US" dirty="0">
                <a:latin typeface="楷体" panose="02010609060101010101" pitchFamily="49" charset="-122"/>
                <a:ea typeface="楷体" panose="02010609060101010101" pitchFamily="49" charset="-122"/>
              </a:rPr>
              <a:t>用横轴展示，变量</a:t>
            </a:r>
            <a:r>
              <a:rPr lang="en-US" altLang="zh-CN" dirty="0">
                <a:latin typeface="楷体" panose="02010609060101010101" pitchFamily="49" charset="-122"/>
                <a:ea typeface="楷体" panose="02010609060101010101" pitchFamily="49" charset="-122"/>
              </a:rPr>
              <a:t>2</a:t>
            </a:r>
            <a:r>
              <a:rPr lang="zh-CN" altLang="en-US" dirty="0">
                <a:latin typeface="楷体" panose="02010609060101010101" pitchFamily="49" charset="-122"/>
                <a:ea typeface="楷体" panose="02010609060101010101" pitchFamily="49" charset="-122"/>
              </a:rPr>
              <a:t>用纵轴展示，变量</a:t>
            </a:r>
            <a:r>
              <a:rPr lang="en-US" altLang="zh-CN" dirty="0">
                <a:latin typeface="楷体" panose="02010609060101010101" pitchFamily="49" charset="-122"/>
                <a:ea typeface="楷体" panose="02010609060101010101" pitchFamily="49" charset="-122"/>
              </a:rPr>
              <a:t>3</a:t>
            </a:r>
            <a:r>
              <a:rPr lang="zh-CN" altLang="en-US" dirty="0">
                <a:latin typeface="楷体" panose="02010609060101010101" pitchFamily="49" charset="-122"/>
                <a:ea typeface="楷体" panose="02010609060101010101" pitchFamily="49" charset="-122"/>
              </a:rPr>
              <a:t>用气泡的大小来表示，变量</a:t>
            </a:r>
            <a:r>
              <a:rPr lang="en-US" altLang="zh-CN" dirty="0">
                <a:latin typeface="楷体" panose="02010609060101010101" pitchFamily="49" charset="-122"/>
                <a:ea typeface="楷体" panose="02010609060101010101" pitchFamily="49" charset="-122"/>
              </a:rPr>
              <a:t>4</a:t>
            </a:r>
            <a:r>
              <a:rPr lang="zh-CN" altLang="en-US" dirty="0">
                <a:latin typeface="楷体" panose="02010609060101010101" pitchFamily="49" charset="-122"/>
                <a:ea typeface="楷体" panose="02010609060101010101" pitchFamily="49" charset="-122"/>
              </a:rPr>
              <a:t>用气泡颜色加以区分。</a:t>
            </a:r>
          </a:p>
        </p:txBody>
      </p:sp>
    </p:spTree>
    <p:extLst>
      <p:ext uri="{BB962C8B-B14F-4D97-AF65-F5344CB8AC3E}">
        <p14:creationId xmlns:p14="http://schemas.microsoft.com/office/powerpoint/2010/main" val="420874008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D22FAE5-394F-4F8D-B8B9-4944253A3BF4}"/>
              </a:ext>
            </a:extLst>
          </p:cNvPr>
          <p:cNvSpPr>
            <a:spLocks noGrp="1"/>
          </p:cNvSpPr>
          <p:nvPr>
            <p:ph type="title"/>
          </p:nvPr>
        </p:nvSpPr>
        <p:spPr/>
        <p:txBody>
          <a:bodyPr/>
          <a:lstStyle/>
          <a:p>
            <a:r>
              <a:rPr lang="zh-CN" altLang="en-US" dirty="0"/>
              <a:t>数据可视化常用工具</a:t>
            </a:r>
          </a:p>
        </p:txBody>
      </p:sp>
      <p:sp>
        <p:nvSpPr>
          <p:cNvPr id="4" name="灯片编号占位符 3">
            <a:extLst>
              <a:ext uri="{FF2B5EF4-FFF2-40B4-BE49-F238E27FC236}">
                <a16:creationId xmlns:a16="http://schemas.microsoft.com/office/drawing/2014/main" id="{DE8932CA-97B7-4ECA-96B8-FB3430AB53EA}"/>
              </a:ext>
            </a:extLst>
          </p:cNvPr>
          <p:cNvSpPr>
            <a:spLocks noGrp="1"/>
          </p:cNvSpPr>
          <p:nvPr>
            <p:ph type="sldNum" sz="quarter" idx="12"/>
          </p:nvPr>
        </p:nvSpPr>
        <p:spPr/>
        <p:txBody>
          <a:bodyPr/>
          <a:lstStyle/>
          <a:p>
            <a:fld id="{5AD84F5B-1672-4D3F-9FEC-5DF89A7B7912}" type="slidenum">
              <a:rPr lang="zh-CN" altLang="en-US" smtClean="0"/>
              <a:t>21</a:t>
            </a:fld>
            <a:endParaRPr lang="zh-CN" altLang="en-US"/>
          </a:p>
        </p:txBody>
      </p:sp>
      <p:pic>
        <p:nvPicPr>
          <p:cNvPr id="5" name="图片 4">
            <a:extLst>
              <a:ext uri="{FF2B5EF4-FFF2-40B4-BE49-F238E27FC236}">
                <a16:creationId xmlns:a16="http://schemas.microsoft.com/office/drawing/2014/main" id="{2F5BB1E6-5DED-47B1-B237-35E8C1C7E585}"/>
              </a:ext>
            </a:extLst>
          </p:cNvPr>
          <p:cNvPicPr>
            <a:picLocks noChangeAspect="1"/>
          </p:cNvPicPr>
          <p:nvPr/>
        </p:nvPicPr>
        <p:blipFill>
          <a:blip r:embed="rId2"/>
          <a:stretch>
            <a:fillRect/>
          </a:stretch>
        </p:blipFill>
        <p:spPr>
          <a:xfrm>
            <a:off x="410089" y="1661160"/>
            <a:ext cx="8535674" cy="3690158"/>
          </a:xfrm>
          <a:prstGeom prst="rect">
            <a:avLst/>
          </a:prstGeom>
        </p:spPr>
      </p:pic>
    </p:spTree>
    <p:extLst>
      <p:ext uri="{BB962C8B-B14F-4D97-AF65-F5344CB8AC3E}">
        <p14:creationId xmlns:p14="http://schemas.microsoft.com/office/powerpoint/2010/main" val="342147608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68D8EF8-E5E7-4EA0-B629-2C222BD5625B}"/>
              </a:ext>
            </a:extLst>
          </p:cNvPr>
          <p:cNvSpPr>
            <a:spLocks noGrp="1"/>
          </p:cNvSpPr>
          <p:nvPr>
            <p:ph type="title"/>
          </p:nvPr>
        </p:nvSpPr>
        <p:spPr/>
        <p:txBody>
          <a:bodyPr/>
          <a:lstStyle/>
          <a:p>
            <a:r>
              <a:rPr lang="zh-CN" altLang="en-US" dirty="0"/>
              <a:t>实践案例：钻石属性数据可视化分析</a:t>
            </a:r>
          </a:p>
        </p:txBody>
      </p:sp>
      <p:sp>
        <p:nvSpPr>
          <p:cNvPr id="4" name="灯片编号占位符 3">
            <a:extLst>
              <a:ext uri="{FF2B5EF4-FFF2-40B4-BE49-F238E27FC236}">
                <a16:creationId xmlns:a16="http://schemas.microsoft.com/office/drawing/2014/main" id="{7C7C81EF-3871-400C-B6E7-463C2EDB4847}"/>
              </a:ext>
            </a:extLst>
          </p:cNvPr>
          <p:cNvSpPr>
            <a:spLocks noGrp="1"/>
          </p:cNvSpPr>
          <p:nvPr>
            <p:ph type="sldNum" sz="quarter" idx="12"/>
          </p:nvPr>
        </p:nvSpPr>
        <p:spPr/>
        <p:txBody>
          <a:bodyPr/>
          <a:lstStyle/>
          <a:p>
            <a:fld id="{5AD84F5B-1672-4D3F-9FEC-5DF89A7B7912}" type="slidenum">
              <a:rPr lang="zh-CN" altLang="en-US" smtClean="0"/>
              <a:t>22</a:t>
            </a:fld>
            <a:endParaRPr lang="zh-CN" altLang="en-US"/>
          </a:p>
        </p:txBody>
      </p:sp>
      <p:sp>
        <p:nvSpPr>
          <p:cNvPr id="5" name="文本框 4">
            <a:extLst>
              <a:ext uri="{FF2B5EF4-FFF2-40B4-BE49-F238E27FC236}">
                <a16:creationId xmlns:a16="http://schemas.microsoft.com/office/drawing/2014/main" id="{DEF928FD-D9CF-41B7-ADC7-C44BF1FAE2E2}"/>
              </a:ext>
            </a:extLst>
          </p:cNvPr>
          <p:cNvSpPr txBox="1"/>
          <p:nvPr/>
        </p:nvSpPr>
        <p:spPr>
          <a:xfrm>
            <a:off x="131398" y="1769793"/>
            <a:ext cx="3190874" cy="4067908"/>
          </a:xfrm>
          <a:prstGeom prst="rect">
            <a:avLst/>
          </a:prstGeom>
          <a:noFill/>
        </p:spPr>
        <p:txBody>
          <a:bodyPr wrap="square">
            <a:spAutoFit/>
          </a:bodyPr>
          <a:lstStyle/>
          <a:p>
            <a:r>
              <a:rPr lang="zh-CN" altLang="en-US"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绘图。</a:t>
            </a:r>
            <a:endParaRPr lang="en-US" altLang="zh-CN"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endParaRPr>
          </a:p>
          <a:p>
            <a:endParaRPr lang="en-US" altLang="zh-CN"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endParaRPr>
          </a:p>
          <a:p>
            <a:pPr>
              <a:lnSpc>
                <a:spcPct val="150000"/>
              </a:lnSpc>
            </a:pPr>
            <a:r>
              <a:rPr lang="en-US" altLang="zh-CN" sz="1500" dirty="0">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1500" dirty="0">
                <a:latin typeface="Times New Roman" panose="02020603050405020304" pitchFamily="18" charset="0"/>
                <a:ea typeface="微软雅黑" panose="020B0503020204020204" pitchFamily="34" charset="-122"/>
                <a:cs typeface="Times New Roman" panose="02020603050405020304" pitchFamily="18" charset="0"/>
              </a:rPr>
              <a:t>绘制条形图。使用</a:t>
            </a:r>
            <a:r>
              <a:rPr lang="en-US" altLang="zh-CN" sz="1500" dirty="0">
                <a:latin typeface="Times New Roman" panose="02020603050405020304" pitchFamily="18" charset="0"/>
                <a:ea typeface="微软雅黑" panose="020B0503020204020204" pitchFamily="34" charset="-122"/>
                <a:cs typeface="Times New Roman" panose="02020603050405020304" pitchFamily="18" charset="0"/>
              </a:rPr>
              <a:t>collections</a:t>
            </a:r>
            <a:r>
              <a:rPr lang="zh-CN" altLang="en-US" sz="1500" dirty="0">
                <a:latin typeface="Times New Roman" panose="02020603050405020304" pitchFamily="18" charset="0"/>
                <a:ea typeface="微软雅黑" panose="020B0503020204020204" pitchFamily="34" charset="-122"/>
                <a:cs typeface="Times New Roman" panose="02020603050405020304" pitchFamily="18" charset="0"/>
              </a:rPr>
              <a:t>模块的</a:t>
            </a:r>
            <a:r>
              <a:rPr lang="en-US" altLang="zh-CN" sz="1500" dirty="0">
                <a:latin typeface="Times New Roman" panose="02020603050405020304" pitchFamily="18" charset="0"/>
                <a:ea typeface="微软雅黑" panose="020B0503020204020204" pitchFamily="34" charset="-122"/>
                <a:cs typeface="Times New Roman" panose="02020603050405020304" pitchFamily="18" charset="0"/>
              </a:rPr>
              <a:t>Counter</a:t>
            </a:r>
            <a:r>
              <a:rPr lang="zh-CN" altLang="en-US" sz="1500" dirty="0">
                <a:latin typeface="Times New Roman" panose="02020603050405020304" pitchFamily="18" charset="0"/>
                <a:ea typeface="微软雅黑" panose="020B0503020204020204" pitchFamily="34" charset="-122"/>
                <a:cs typeface="Times New Roman" panose="02020603050405020304" pitchFamily="18" charset="0"/>
              </a:rPr>
              <a:t>函数统计了不同钻石颜色的数量，然后使用</a:t>
            </a:r>
            <a:r>
              <a:rPr lang="en-US" altLang="zh-CN" sz="1500" dirty="0" err="1">
                <a:latin typeface="Times New Roman" panose="02020603050405020304" pitchFamily="18" charset="0"/>
                <a:ea typeface="微软雅黑" panose="020B0503020204020204" pitchFamily="34" charset="-122"/>
                <a:cs typeface="Times New Roman" panose="02020603050405020304" pitchFamily="18" charset="0"/>
              </a:rPr>
              <a:t>plt.bar</a:t>
            </a:r>
            <a:r>
              <a:rPr lang="zh-CN" altLang="en-US" sz="1500" dirty="0">
                <a:latin typeface="Times New Roman" panose="02020603050405020304" pitchFamily="18" charset="0"/>
                <a:ea typeface="微软雅黑" panose="020B0503020204020204" pitchFamily="34" charset="-122"/>
                <a:cs typeface="Times New Roman" panose="02020603050405020304" pitchFamily="18" charset="0"/>
              </a:rPr>
              <a:t>函数绘制了表示颜色数量的条形图。</a:t>
            </a:r>
          </a:p>
          <a:p>
            <a:pPr>
              <a:lnSpc>
                <a:spcPct val="150000"/>
              </a:lnSpc>
            </a:pPr>
            <a:r>
              <a:rPr lang="en-US" altLang="zh-CN" sz="1500" dirty="0">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sz="1500" dirty="0">
                <a:latin typeface="Times New Roman" panose="02020603050405020304" pitchFamily="18" charset="0"/>
                <a:ea typeface="微软雅黑" panose="020B0503020204020204" pitchFamily="34" charset="-122"/>
                <a:cs typeface="Times New Roman" panose="02020603050405020304" pitchFamily="18" charset="0"/>
              </a:rPr>
              <a:t>绘制饼图。使用</a:t>
            </a:r>
            <a:r>
              <a:rPr lang="en-US" altLang="zh-CN" sz="1500" dirty="0" err="1">
                <a:latin typeface="Times New Roman" panose="02020603050405020304" pitchFamily="18" charset="0"/>
                <a:ea typeface="微软雅黑" panose="020B0503020204020204" pitchFamily="34" charset="-122"/>
                <a:cs typeface="Times New Roman" panose="02020603050405020304" pitchFamily="18" charset="0"/>
              </a:rPr>
              <a:t>value_counts</a:t>
            </a:r>
            <a:r>
              <a:rPr lang="zh-CN" altLang="en-US" sz="1500" dirty="0">
                <a:latin typeface="Times New Roman" panose="02020603050405020304" pitchFamily="18" charset="0"/>
                <a:ea typeface="微软雅黑" panose="020B0503020204020204" pitchFamily="34" charset="-122"/>
                <a:cs typeface="Times New Roman" panose="02020603050405020304" pitchFamily="18" charset="0"/>
              </a:rPr>
              <a:t>函数统计了不同清晰度等级的钻石数量，然后使用</a:t>
            </a:r>
            <a:r>
              <a:rPr lang="en-US" altLang="zh-CN" sz="1500" dirty="0" err="1">
                <a:latin typeface="Times New Roman" panose="02020603050405020304" pitchFamily="18" charset="0"/>
                <a:ea typeface="微软雅黑" panose="020B0503020204020204" pitchFamily="34" charset="-122"/>
                <a:cs typeface="Times New Roman" panose="02020603050405020304" pitchFamily="18" charset="0"/>
              </a:rPr>
              <a:t>plt.pie</a:t>
            </a:r>
            <a:r>
              <a:rPr lang="zh-CN" altLang="en-US" sz="1500" dirty="0">
                <a:latin typeface="Times New Roman" panose="02020603050405020304" pitchFamily="18" charset="0"/>
                <a:ea typeface="微软雅黑" panose="020B0503020204020204" pitchFamily="34" charset="-122"/>
                <a:cs typeface="Times New Roman" panose="02020603050405020304" pitchFamily="18" charset="0"/>
              </a:rPr>
              <a:t>函数绘制了表示清晰度等级分布的饼图。</a:t>
            </a:r>
          </a:p>
          <a:p>
            <a:pPr>
              <a:lnSpc>
                <a:spcPct val="150000"/>
              </a:lnSpc>
            </a:pPr>
            <a:r>
              <a:rPr lang="en-US" altLang="zh-CN" sz="1500" dirty="0">
                <a:latin typeface="Times New Roman" panose="02020603050405020304" pitchFamily="18" charset="0"/>
                <a:ea typeface="微软雅黑" panose="020B0503020204020204" pitchFamily="34" charset="-122"/>
                <a:cs typeface="Times New Roman" panose="02020603050405020304" pitchFamily="18" charset="0"/>
              </a:rPr>
              <a:t>3.</a:t>
            </a:r>
            <a:r>
              <a:rPr lang="zh-CN" altLang="en-US" sz="1500" dirty="0">
                <a:latin typeface="Times New Roman" panose="02020603050405020304" pitchFamily="18" charset="0"/>
                <a:ea typeface="微软雅黑" panose="020B0503020204020204" pitchFamily="34" charset="-122"/>
                <a:cs typeface="Times New Roman" panose="02020603050405020304" pitchFamily="18" charset="0"/>
              </a:rPr>
              <a:t>绘制箱线图。使用</a:t>
            </a:r>
            <a:r>
              <a:rPr lang="en-US" altLang="zh-CN" sz="1500" dirty="0" err="1">
                <a:latin typeface="Times New Roman" panose="02020603050405020304" pitchFamily="18" charset="0"/>
                <a:ea typeface="微软雅黑" panose="020B0503020204020204" pitchFamily="34" charset="-122"/>
                <a:cs typeface="Times New Roman" panose="02020603050405020304" pitchFamily="18" charset="0"/>
              </a:rPr>
              <a:t>plt.boxplot</a:t>
            </a:r>
            <a:r>
              <a:rPr lang="zh-CN" altLang="en-US" sz="1500" dirty="0">
                <a:latin typeface="Times New Roman" panose="02020603050405020304" pitchFamily="18" charset="0"/>
                <a:ea typeface="微软雅黑" panose="020B0503020204020204" pitchFamily="34" charset="-122"/>
                <a:cs typeface="Times New Roman" panose="02020603050405020304" pitchFamily="18" charset="0"/>
              </a:rPr>
              <a:t>函数绘制了钻石长度属性的箱线图。</a:t>
            </a:r>
          </a:p>
        </p:txBody>
      </p:sp>
      <p:pic>
        <p:nvPicPr>
          <p:cNvPr id="6" name="图片 5">
            <a:extLst>
              <a:ext uri="{FF2B5EF4-FFF2-40B4-BE49-F238E27FC236}">
                <a16:creationId xmlns:a16="http://schemas.microsoft.com/office/drawing/2014/main" id="{2E86ECE4-59BF-43BE-BA5A-AFA9A33DA826}"/>
              </a:ext>
            </a:extLst>
          </p:cNvPr>
          <p:cNvPicPr>
            <a:picLocks noChangeAspect="1"/>
          </p:cNvPicPr>
          <p:nvPr/>
        </p:nvPicPr>
        <p:blipFill>
          <a:blip r:embed="rId2"/>
          <a:stretch>
            <a:fillRect/>
          </a:stretch>
        </p:blipFill>
        <p:spPr>
          <a:xfrm>
            <a:off x="3444145" y="1481971"/>
            <a:ext cx="5311235" cy="4459595"/>
          </a:xfrm>
          <a:prstGeom prst="rect">
            <a:avLst/>
          </a:prstGeom>
        </p:spPr>
      </p:pic>
    </p:spTree>
    <p:extLst>
      <p:ext uri="{BB962C8B-B14F-4D97-AF65-F5344CB8AC3E}">
        <p14:creationId xmlns:p14="http://schemas.microsoft.com/office/powerpoint/2010/main" val="271860888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330516F-5589-4B88-B174-0CA3DD739F84}"/>
              </a:ext>
            </a:extLst>
          </p:cNvPr>
          <p:cNvSpPr>
            <a:spLocks noGrp="1"/>
          </p:cNvSpPr>
          <p:nvPr>
            <p:ph type="title"/>
          </p:nvPr>
        </p:nvSpPr>
        <p:spPr/>
        <p:txBody>
          <a:bodyPr/>
          <a:lstStyle/>
          <a:p>
            <a:r>
              <a:rPr lang="zh-CN" altLang="en-US" dirty="0"/>
              <a:t>实践案例：钻石属性数据可视化分析</a:t>
            </a:r>
          </a:p>
        </p:txBody>
      </p:sp>
      <p:sp>
        <p:nvSpPr>
          <p:cNvPr id="4" name="灯片编号占位符 3">
            <a:extLst>
              <a:ext uri="{FF2B5EF4-FFF2-40B4-BE49-F238E27FC236}">
                <a16:creationId xmlns:a16="http://schemas.microsoft.com/office/drawing/2014/main" id="{4A94E13A-E64A-4E48-AA11-BDA59BF80646}"/>
              </a:ext>
            </a:extLst>
          </p:cNvPr>
          <p:cNvSpPr>
            <a:spLocks noGrp="1"/>
          </p:cNvSpPr>
          <p:nvPr>
            <p:ph type="sldNum" sz="quarter" idx="12"/>
          </p:nvPr>
        </p:nvSpPr>
        <p:spPr/>
        <p:txBody>
          <a:bodyPr/>
          <a:lstStyle/>
          <a:p>
            <a:fld id="{5AD84F5B-1672-4D3F-9FEC-5DF89A7B7912}" type="slidenum">
              <a:rPr lang="zh-CN" altLang="en-US" smtClean="0"/>
              <a:t>23</a:t>
            </a:fld>
            <a:endParaRPr lang="zh-CN" altLang="en-US"/>
          </a:p>
        </p:txBody>
      </p:sp>
      <p:sp>
        <p:nvSpPr>
          <p:cNvPr id="5" name="文本框 4">
            <a:extLst>
              <a:ext uri="{FF2B5EF4-FFF2-40B4-BE49-F238E27FC236}">
                <a16:creationId xmlns:a16="http://schemas.microsoft.com/office/drawing/2014/main" id="{4590AA10-859F-4DAA-9B53-69EAF3AC9DE7}"/>
              </a:ext>
            </a:extLst>
          </p:cNvPr>
          <p:cNvSpPr txBox="1"/>
          <p:nvPr/>
        </p:nvSpPr>
        <p:spPr>
          <a:xfrm>
            <a:off x="211455" y="1884058"/>
            <a:ext cx="3731895" cy="3721660"/>
          </a:xfrm>
          <a:prstGeom prst="rect">
            <a:avLst/>
          </a:prstGeom>
          <a:noFill/>
        </p:spPr>
        <p:txBody>
          <a:bodyPr wrap="square">
            <a:spAutoFit/>
          </a:bodyPr>
          <a:lstStyle/>
          <a:p>
            <a:r>
              <a:rPr lang="zh-CN" altLang="en-US"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绘图。</a:t>
            </a:r>
            <a:endParaRPr lang="en-US" altLang="zh-CN"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endParaRPr>
          </a:p>
          <a:p>
            <a:endParaRPr lang="en-US" altLang="zh-CN"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endParaRPr>
          </a:p>
          <a:p>
            <a:pPr>
              <a:lnSpc>
                <a:spcPct val="150000"/>
              </a:lnSpc>
            </a:pPr>
            <a:r>
              <a:rPr lang="en-US" altLang="zh-CN" sz="1500" dirty="0">
                <a:latin typeface="Times New Roman" panose="02020603050405020304" pitchFamily="18" charset="0"/>
                <a:ea typeface="微软雅黑" panose="020B0503020204020204" pitchFamily="34" charset="-122"/>
                <a:cs typeface="Times New Roman" panose="02020603050405020304" pitchFamily="18" charset="0"/>
              </a:rPr>
              <a:t>4.</a:t>
            </a:r>
            <a:r>
              <a:rPr lang="zh-CN" altLang="en-US" sz="1500" dirty="0">
                <a:latin typeface="Times New Roman" panose="02020603050405020304" pitchFamily="18" charset="0"/>
                <a:ea typeface="微软雅黑" panose="020B0503020204020204" pitchFamily="34" charset="-122"/>
                <a:cs typeface="Times New Roman" panose="02020603050405020304" pitchFamily="18" charset="0"/>
              </a:rPr>
              <a:t>绘制直方图。使用</a:t>
            </a:r>
            <a:r>
              <a:rPr lang="en-US" altLang="zh-CN" sz="1500" dirty="0" err="1">
                <a:latin typeface="Times New Roman" panose="02020603050405020304" pitchFamily="18" charset="0"/>
                <a:ea typeface="微软雅黑" panose="020B0503020204020204" pitchFamily="34" charset="-122"/>
                <a:cs typeface="Times New Roman" panose="02020603050405020304" pitchFamily="18" charset="0"/>
              </a:rPr>
              <a:t>plt.hist</a:t>
            </a:r>
            <a:r>
              <a:rPr lang="zh-CN" altLang="en-US" sz="1500" dirty="0">
                <a:latin typeface="Times New Roman" panose="02020603050405020304" pitchFamily="18" charset="0"/>
                <a:ea typeface="微软雅黑" panose="020B0503020204020204" pitchFamily="34" charset="-122"/>
                <a:cs typeface="Times New Roman" panose="02020603050405020304" pitchFamily="18" charset="0"/>
              </a:rPr>
              <a:t>函数绘制了钻石价格属性的频数分布直方图。</a:t>
            </a:r>
          </a:p>
          <a:p>
            <a:pPr>
              <a:lnSpc>
                <a:spcPct val="150000"/>
              </a:lnSpc>
            </a:pPr>
            <a:r>
              <a:rPr lang="en-US" altLang="zh-CN" sz="1500" dirty="0">
                <a:latin typeface="Times New Roman" panose="02020603050405020304" pitchFamily="18" charset="0"/>
                <a:ea typeface="微软雅黑" panose="020B0503020204020204" pitchFamily="34" charset="-122"/>
                <a:cs typeface="Times New Roman" panose="02020603050405020304" pitchFamily="18" charset="0"/>
              </a:rPr>
              <a:t>5.</a:t>
            </a:r>
            <a:r>
              <a:rPr lang="zh-CN" altLang="en-US" sz="1500" dirty="0">
                <a:latin typeface="Times New Roman" panose="02020603050405020304" pitchFamily="18" charset="0"/>
                <a:ea typeface="微软雅黑" panose="020B0503020204020204" pitchFamily="34" charset="-122"/>
                <a:cs typeface="Times New Roman" panose="02020603050405020304" pitchFamily="18" charset="0"/>
              </a:rPr>
              <a:t>绘制折线图。与饼图类似，首先使用</a:t>
            </a:r>
            <a:r>
              <a:rPr lang="en-US" altLang="zh-CN" sz="1500" dirty="0" err="1">
                <a:latin typeface="Times New Roman" panose="02020603050405020304" pitchFamily="18" charset="0"/>
                <a:ea typeface="微软雅黑" panose="020B0503020204020204" pitchFamily="34" charset="-122"/>
                <a:cs typeface="Times New Roman" panose="02020603050405020304" pitchFamily="18" charset="0"/>
              </a:rPr>
              <a:t>value_counts</a:t>
            </a:r>
            <a:r>
              <a:rPr lang="zh-CN" altLang="en-US" sz="1500" dirty="0">
                <a:latin typeface="Times New Roman" panose="02020603050405020304" pitchFamily="18" charset="0"/>
                <a:ea typeface="微软雅黑" panose="020B0503020204020204" pitchFamily="34" charset="-122"/>
                <a:cs typeface="Times New Roman" panose="02020603050405020304" pitchFamily="18" charset="0"/>
              </a:rPr>
              <a:t>函数统计了各切割质量等级的钻石数量，然后使用</a:t>
            </a:r>
            <a:r>
              <a:rPr lang="en-US" altLang="zh-CN" sz="1500" dirty="0" err="1">
                <a:latin typeface="Times New Roman" panose="02020603050405020304" pitchFamily="18" charset="0"/>
                <a:ea typeface="微软雅黑" panose="020B0503020204020204" pitchFamily="34" charset="-122"/>
                <a:cs typeface="Times New Roman" panose="02020603050405020304" pitchFamily="18" charset="0"/>
              </a:rPr>
              <a:t>plt.plot</a:t>
            </a:r>
            <a:r>
              <a:rPr lang="zh-CN" altLang="en-US" sz="1500" dirty="0">
                <a:latin typeface="Times New Roman" panose="02020603050405020304" pitchFamily="18" charset="0"/>
                <a:ea typeface="微软雅黑" panose="020B0503020204020204" pitchFamily="34" charset="-122"/>
                <a:cs typeface="Times New Roman" panose="02020603050405020304" pitchFamily="18" charset="0"/>
              </a:rPr>
              <a:t>函数绘制对应的折线图。</a:t>
            </a:r>
          </a:p>
          <a:p>
            <a:pPr>
              <a:lnSpc>
                <a:spcPct val="150000"/>
              </a:lnSpc>
            </a:pPr>
            <a:r>
              <a:rPr lang="en-US" altLang="zh-CN" sz="1500" dirty="0">
                <a:latin typeface="Times New Roman" panose="02020603050405020304" pitchFamily="18" charset="0"/>
                <a:ea typeface="微软雅黑" panose="020B0503020204020204" pitchFamily="34" charset="-122"/>
                <a:cs typeface="Times New Roman" panose="02020603050405020304" pitchFamily="18" charset="0"/>
              </a:rPr>
              <a:t>6.</a:t>
            </a:r>
            <a:r>
              <a:rPr lang="zh-CN" altLang="en-US" sz="1500" dirty="0">
                <a:latin typeface="Times New Roman" panose="02020603050405020304" pitchFamily="18" charset="0"/>
                <a:ea typeface="微软雅黑" panose="020B0503020204020204" pitchFamily="34" charset="-122"/>
                <a:cs typeface="Times New Roman" panose="02020603050405020304" pitchFamily="18" charset="0"/>
              </a:rPr>
              <a:t>绘制散点图。首先提取切割质量为“好”的钻石数据，然后使用</a:t>
            </a:r>
            <a:r>
              <a:rPr lang="en-US" altLang="zh-CN" sz="1500" dirty="0" err="1">
                <a:latin typeface="Times New Roman" panose="02020603050405020304" pitchFamily="18" charset="0"/>
                <a:ea typeface="微软雅黑" panose="020B0503020204020204" pitchFamily="34" charset="-122"/>
                <a:cs typeface="Times New Roman" panose="02020603050405020304" pitchFamily="18" charset="0"/>
              </a:rPr>
              <a:t>plt.scatter</a:t>
            </a:r>
            <a:r>
              <a:rPr lang="zh-CN" altLang="en-US" sz="1500" dirty="0">
                <a:latin typeface="Times New Roman" panose="02020603050405020304" pitchFamily="18" charset="0"/>
                <a:ea typeface="微软雅黑" panose="020B0503020204020204" pitchFamily="34" charset="-122"/>
                <a:cs typeface="Times New Roman" panose="02020603050405020304" pitchFamily="18" charset="0"/>
              </a:rPr>
              <a:t>函数绘制刻画钻石克拉与价格关系的散点图。</a:t>
            </a:r>
          </a:p>
        </p:txBody>
      </p:sp>
      <p:pic>
        <p:nvPicPr>
          <p:cNvPr id="6" name="图片 5">
            <a:extLst>
              <a:ext uri="{FF2B5EF4-FFF2-40B4-BE49-F238E27FC236}">
                <a16:creationId xmlns:a16="http://schemas.microsoft.com/office/drawing/2014/main" id="{35C12A91-7EF0-4F08-AF17-F434999103D5}"/>
              </a:ext>
            </a:extLst>
          </p:cNvPr>
          <p:cNvPicPr>
            <a:picLocks noChangeAspect="1"/>
          </p:cNvPicPr>
          <p:nvPr/>
        </p:nvPicPr>
        <p:blipFill>
          <a:blip r:embed="rId2"/>
          <a:stretch>
            <a:fillRect/>
          </a:stretch>
        </p:blipFill>
        <p:spPr>
          <a:xfrm>
            <a:off x="4145281" y="1547689"/>
            <a:ext cx="4396739" cy="4513625"/>
          </a:xfrm>
          <a:prstGeom prst="rect">
            <a:avLst/>
          </a:prstGeom>
        </p:spPr>
      </p:pic>
    </p:spTree>
    <p:extLst>
      <p:ext uri="{BB962C8B-B14F-4D97-AF65-F5344CB8AC3E}">
        <p14:creationId xmlns:p14="http://schemas.microsoft.com/office/powerpoint/2010/main" val="191020439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F50B0B0-2FF2-4C40-B2D9-B3CBAD35CCDE}"/>
              </a:ext>
            </a:extLst>
          </p:cNvPr>
          <p:cNvSpPr>
            <a:spLocks noGrp="1"/>
          </p:cNvSpPr>
          <p:nvPr>
            <p:ph type="title"/>
          </p:nvPr>
        </p:nvSpPr>
        <p:spPr/>
        <p:txBody>
          <a:bodyPr/>
          <a:lstStyle/>
          <a:p>
            <a:r>
              <a:rPr lang="zh-CN" altLang="en-US" dirty="0"/>
              <a:t>实践案例：钻石属性数据可视化分析</a:t>
            </a:r>
          </a:p>
        </p:txBody>
      </p:sp>
      <p:sp>
        <p:nvSpPr>
          <p:cNvPr id="4" name="灯片编号占位符 3">
            <a:extLst>
              <a:ext uri="{FF2B5EF4-FFF2-40B4-BE49-F238E27FC236}">
                <a16:creationId xmlns:a16="http://schemas.microsoft.com/office/drawing/2014/main" id="{7F6ACA0F-BD1F-4523-BB77-6D46B1A2E366}"/>
              </a:ext>
            </a:extLst>
          </p:cNvPr>
          <p:cNvSpPr>
            <a:spLocks noGrp="1"/>
          </p:cNvSpPr>
          <p:nvPr>
            <p:ph type="sldNum" sz="quarter" idx="12"/>
          </p:nvPr>
        </p:nvSpPr>
        <p:spPr/>
        <p:txBody>
          <a:bodyPr/>
          <a:lstStyle/>
          <a:p>
            <a:fld id="{5AD84F5B-1672-4D3F-9FEC-5DF89A7B7912}" type="slidenum">
              <a:rPr lang="zh-CN" altLang="en-US" smtClean="0"/>
              <a:t>24</a:t>
            </a:fld>
            <a:endParaRPr lang="zh-CN" altLang="en-US"/>
          </a:p>
        </p:txBody>
      </p:sp>
      <p:sp>
        <p:nvSpPr>
          <p:cNvPr id="5" name="文本框 4">
            <a:extLst>
              <a:ext uri="{FF2B5EF4-FFF2-40B4-BE49-F238E27FC236}">
                <a16:creationId xmlns:a16="http://schemas.microsoft.com/office/drawing/2014/main" id="{2A4DBF6E-7C6F-4020-BDCE-6F0247BDF9D7}"/>
              </a:ext>
            </a:extLst>
          </p:cNvPr>
          <p:cNvSpPr txBox="1"/>
          <p:nvPr/>
        </p:nvSpPr>
        <p:spPr>
          <a:xfrm>
            <a:off x="211455" y="1884058"/>
            <a:ext cx="3731895" cy="369332"/>
          </a:xfrm>
          <a:prstGeom prst="rect">
            <a:avLst/>
          </a:prstGeom>
          <a:noFill/>
        </p:spPr>
        <p:txBody>
          <a:bodyPr wrap="square">
            <a:spAutoFit/>
          </a:bodyPr>
          <a:lstStyle/>
          <a:p>
            <a:r>
              <a:rPr lang="zh-CN" altLang="en-US"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输出结果。</a:t>
            </a:r>
            <a:endParaRPr lang="en-US" altLang="zh-CN"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6" name="图形 12">
            <a:extLst>
              <a:ext uri="{FF2B5EF4-FFF2-40B4-BE49-F238E27FC236}">
                <a16:creationId xmlns:a16="http://schemas.microsoft.com/office/drawing/2014/main" id="{A6F67A3B-E160-4B32-B38C-C63AA7106B7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887758" y="1645919"/>
            <a:ext cx="6372225" cy="4248150"/>
          </a:xfrm>
          <a:prstGeom prst="rect">
            <a:avLst/>
          </a:prstGeom>
        </p:spPr>
      </p:pic>
    </p:spTree>
    <p:extLst>
      <p:ext uri="{BB962C8B-B14F-4D97-AF65-F5344CB8AC3E}">
        <p14:creationId xmlns:p14="http://schemas.microsoft.com/office/powerpoint/2010/main" val="125947899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a:extLst>
              <a:ext uri="{FF2B5EF4-FFF2-40B4-BE49-F238E27FC236}">
                <a16:creationId xmlns:a16="http://schemas.microsoft.com/office/drawing/2014/main" id="{EA35C535-0254-4C0D-814D-19B8A81C611A}"/>
              </a:ext>
            </a:extLst>
          </p:cNvPr>
          <p:cNvSpPr>
            <a:spLocks noGrp="1"/>
          </p:cNvSpPr>
          <p:nvPr>
            <p:ph type="ctrTitle"/>
          </p:nvPr>
        </p:nvSpPr>
        <p:spPr>
          <a:xfrm>
            <a:off x="685800" y="2389134"/>
            <a:ext cx="7772400" cy="2079732"/>
          </a:xfrm>
        </p:spPr>
        <p:txBody>
          <a:bodyPr>
            <a:normAutofit fontScale="90000"/>
          </a:bodyPr>
          <a:lstStyle/>
          <a:p>
            <a:r>
              <a:rPr lang="en-US" altLang="zh-CN" b="1" dirty="0"/>
              <a:t>Q/A</a:t>
            </a:r>
            <a:br>
              <a:rPr lang="en-US" altLang="zh-CN" b="1" dirty="0"/>
            </a:br>
            <a:br>
              <a:rPr lang="en-US" altLang="zh-CN" b="1" dirty="0"/>
            </a:br>
            <a:r>
              <a:rPr lang="en-US" altLang="zh-CN" b="1" dirty="0"/>
              <a:t>  </a:t>
            </a:r>
            <a:r>
              <a:rPr lang="zh-CN" altLang="en-US" b="1" dirty="0"/>
              <a:t>谢谢！</a:t>
            </a:r>
          </a:p>
        </p:txBody>
      </p:sp>
    </p:spTree>
    <p:extLst>
      <p:ext uri="{BB962C8B-B14F-4D97-AF65-F5344CB8AC3E}">
        <p14:creationId xmlns:p14="http://schemas.microsoft.com/office/powerpoint/2010/main" val="3896923420"/>
      </p:ext>
    </p:extLst>
  </p:cSld>
  <p:clrMapOvr>
    <a:masterClrMapping/>
  </p:clrMapOvr>
</p:sld>
</file>

<file path=ppt/theme/theme1.xml><?xml version="1.0" encoding="utf-8"?>
<a:theme xmlns:a="http://schemas.openxmlformats.org/drawingml/2006/main" name="白底灰边-Office2010风格">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黑体+Times">
      <a:majorFont>
        <a:latin typeface="Times New Roman"/>
        <a:ea typeface="黑体"/>
        <a:cs typeface=""/>
      </a:majorFont>
      <a:minorFont>
        <a:latin typeface="Times New Roman"/>
        <a:ea typeface="黑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白底灰边-Office2010风格" id="{A4FB97DD-19BC-49FC-8F3F-E7D8E49AC664}" vid="{03B40C34-2A24-480B-ADA3-2497218558F0}"/>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xml><?xml version="1.0" encoding="utf-8"?>
<a:themeOverride xmlns:a="http://schemas.openxmlformats.org/drawingml/2006/main">
  <a:clrScheme name="1-绿主题">
    <a:dk1>
      <a:sysClr val="windowText" lastClr="000000"/>
    </a:dk1>
    <a:lt1>
      <a:sysClr val="window" lastClr="FFFFFF"/>
    </a:lt1>
    <a:dk2>
      <a:srgbClr val="000000"/>
    </a:dk2>
    <a:lt2>
      <a:srgbClr val="FFFFFF"/>
    </a:lt2>
    <a:accent1>
      <a:srgbClr val="00261C"/>
    </a:accent1>
    <a:accent2>
      <a:srgbClr val="044D29"/>
    </a:accent2>
    <a:accent3>
      <a:srgbClr val="168039"/>
    </a:accent3>
    <a:accent4>
      <a:srgbClr val="45BF55"/>
    </a:accent4>
    <a:accent5>
      <a:srgbClr val="96ED89"/>
    </a:accent5>
    <a:accent6>
      <a:srgbClr val="7F7F7F"/>
    </a:accent6>
    <a:hlink>
      <a:srgbClr val="0563C1"/>
    </a:hlink>
    <a:folHlink>
      <a:srgbClr val="954F72"/>
    </a:folHlink>
  </a:clrScheme>
  <a:fontScheme name="自定义 2">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docProps/app.xml><?xml version="1.0" encoding="utf-8"?>
<Properties xmlns="http://schemas.openxmlformats.org/officeDocument/2006/extended-properties" xmlns:vt="http://schemas.openxmlformats.org/officeDocument/2006/docPropsVTypes">
  <Template>白底灰边-Office2010风格</Template>
  <TotalTime>20527</TotalTime>
  <Words>1952</Words>
  <Application>Microsoft Office PowerPoint</Application>
  <PresentationFormat>全屏显示(4:3)</PresentationFormat>
  <Paragraphs>207</Paragraphs>
  <Slides>25</Slides>
  <Notes>11</Notes>
  <HiddenSlides>0</HiddenSlides>
  <MMClips>0</MMClips>
  <ScaleCrop>false</ScaleCrop>
  <HeadingPairs>
    <vt:vector size="8" baseType="variant">
      <vt:variant>
        <vt:lpstr>已用的字体</vt:lpstr>
      </vt:variant>
      <vt:variant>
        <vt:i4>13</vt:i4>
      </vt:variant>
      <vt:variant>
        <vt:lpstr>主题</vt:lpstr>
      </vt:variant>
      <vt:variant>
        <vt:i4>1</vt:i4>
      </vt:variant>
      <vt:variant>
        <vt:lpstr>嵌入 OLE 服务器</vt:lpstr>
      </vt:variant>
      <vt:variant>
        <vt:i4>1</vt:i4>
      </vt:variant>
      <vt:variant>
        <vt:lpstr>幻灯片标题</vt:lpstr>
      </vt:variant>
      <vt:variant>
        <vt:i4>25</vt:i4>
      </vt:variant>
    </vt:vector>
  </HeadingPairs>
  <TitlesOfParts>
    <vt:vector size="40" baseType="lpstr">
      <vt:lpstr>黑体</vt:lpstr>
      <vt:lpstr>华文细黑</vt:lpstr>
      <vt:lpstr>楷体</vt:lpstr>
      <vt:lpstr>宋体</vt:lpstr>
      <vt:lpstr>微软雅黑</vt:lpstr>
      <vt:lpstr>幼圆</vt:lpstr>
      <vt:lpstr>Arial</vt:lpstr>
      <vt:lpstr>Calibri</vt:lpstr>
      <vt:lpstr>Cambria Math</vt:lpstr>
      <vt:lpstr>Times New Roman</vt:lpstr>
      <vt:lpstr>Verdana</vt:lpstr>
      <vt:lpstr>Wingdings</vt:lpstr>
      <vt:lpstr>Wingdings 2</vt:lpstr>
      <vt:lpstr>白底灰边-Office2010风格</vt:lpstr>
      <vt:lpstr>工作表</vt:lpstr>
      <vt:lpstr>Chapter02 数据可视化  授课老师：王丽苹    </vt:lpstr>
      <vt:lpstr>数据可视化</vt:lpstr>
      <vt:lpstr>条形图</vt:lpstr>
      <vt:lpstr>饼图</vt:lpstr>
      <vt:lpstr>箱线图</vt:lpstr>
      <vt:lpstr>箱线图</vt:lpstr>
      <vt:lpstr>箱线图</vt:lpstr>
      <vt:lpstr>直方图</vt:lpstr>
      <vt:lpstr>直方图</vt:lpstr>
      <vt:lpstr>直方图</vt:lpstr>
      <vt:lpstr>直方图绘制</vt:lpstr>
      <vt:lpstr>直方图绘制</vt:lpstr>
      <vt:lpstr>直方图</vt:lpstr>
      <vt:lpstr>直方图示例</vt:lpstr>
      <vt:lpstr>折线图</vt:lpstr>
      <vt:lpstr>散点图</vt:lpstr>
      <vt:lpstr>散点图 Scatter plots</vt:lpstr>
      <vt:lpstr>散点图 Scatter plots</vt:lpstr>
      <vt:lpstr>散点图</vt:lpstr>
      <vt:lpstr>气泡图</vt:lpstr>
      <vt:lpstr>数据可视化常用工具</vt:lpstr>
      <vt:lpstr>实践案例：钻石属性数据可视化分析</vt:lpstr>
      <vt:lpstr>实践案例：钻石属性数据可视化分析</vt:lpstr>
      <vt:lpstr>实践案例：钻石属性数据可视化分析</vt:lpstr>
      <vt:lpstr>Q/A    谢谢！</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wuxf</dc:creator>
  <cp:lastModifiedBy>Liping Wang</cp:lastModifiedBy>
  <cp:revision>1690</cp:revision>
  <dcterms:created xsi:type="dcterms:W3CDTF">2018-01-15T02:11:01Z</dcterms:created>
  <dcterms:modified xsi:type="dcterms:W3CDTF">2025-10-08T11:28:16Z</dcterms:modified>
</cp:coreProperties>
</file>