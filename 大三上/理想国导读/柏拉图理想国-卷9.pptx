
<file path=[Content_Types].xml><?xml version="1.0" encoding="utf-8"?>
<Types xmlns="http://schemas.openxmlformats.org/package/2006/content-types">
  <Default Extension="gif" ContentType="image/gi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 autoCompressPictures="0">
  <p:sldMasterIdLst>
    <p:sldMasterId id="2147483681" r:id="rId4"/>
  </p:sldMasterIdLst>
  <p:notesMasterIdLst>
    <p:notesMasterId r:id="rId33"/>
  </p:notesMasterIdLst>
  <p:handoutMasterIdLst>
    <p:handoutMasterId r:id="rId34"/>
  </p:handoutMasterIdLst>
  <p:sldIdLst>
    <p:sldId id="267" r:id="rId5"/>
    <p:sldId id="298" r:id="rId6"/>
    <p:sldId id="320" r:id="rId7"/>
    <p:sldId id="299" r:id="rId8"/>
    <p:sldId id="321" r:id="rId9"/>
    <p:sldId id="300" r:id="rId10"/>
    <p:sldId id="322" r:id="rId11"/>
    <p:sldId id="301" r:id="rId12"/>
    <p:sldId id="302" r:id="rId13"/>
    <p:sldId id="303" r:id="rId14"/>
    <p:sldId id="323" r:id="rId15"/>
    <p:sldId id="304" r:id="rId16"/>
    <p:sldId id="305" r:id="rId17"/>
    <p:sldId id="306" r:id="rId18"/>
    <p:sldId id="307" r:id="rId19"/>
    <p:sldId id="324" r:id="rId20"/>
    <p:sldId id="308" r:id="rId21"/>
    <p:sldId id="310" r:id="rId22"/>
    <p:sldId id="325" r:id="rId23"/>
    <p:sldId id="311" r:id="rId24"/>
    <p:sldId id="309" r:id="rId25"/>
    <p:sldId id="312" r:id="rId26"/>
    <p:sldId id="313" r:id="rId27"/>
    <p:sldId id="314" r:id="rId28"/>
    <p:sldId id="315" r:id="rId29"/>
    <p:sldId id="316" r:id="rId30"/>
    <p:sldId id="318" r:id="rId31"/>
    <p:sldId id="317" r:id="rId32"/>
  </p:sldIdLst>
  <p:sldSz cx="12192000" cy="6858000"/>
  <p:notesSz cx="6858000" cy="9144000"/>
  <p:defaultTextStyle>
    <a:defPPr rtl="0">
      <a:defRPr lang="zh-CN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F8E98C57-C2E1-47B3-A356-514667ACF428}">
          <p14:sldIdLst>
            <p14:sldId id="267"/>
            <p14:sldId id="298"/>
            <p14:sldId id="320"/>
            <p14:sldId id="299"/>
            <p14:sldId id="321"/>
            <p14:sldId id="300"/>
            <p14:sldId id="322"/>
            <p14:sldId id="301"/>
            <p14:sldId id="302"/>
            <p14:sldId id="303"/>
            <p14:sldId id="323"/>
            <p14:sldId id="304"/>
            <p14:sldId id="305"/>
            <p14:sldId id="306"/>
            <p14:sldId id="307"/>
            <p14:sldId id="324"/>
            <p14:sldId id="308"/>
            <p14:sldId id="310"/>
            <p14:sldId id="325"/>
            <p14:sldId id="311"/>
            <p14:sldId id="309"/>
            <p14:sldId id="312"/>
            <p14:sldId id="313"/>
            <p14:sldId id="314"/>
            <p14:sldId id="315"/>
            <p14:sldId id="316"/>
            <p14:sldId id="318"/>
            <p14:sldId id="317"/>
          </p14:sldIdLst>
        </p14:section>
        <p14:section name="Untitled Section" id="{753F2989-73AA-4060-82EF-197568FF6798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33E57"/>
    <a:srgbClr val="184259"/>
    <a:srgbClr val="9C4E4E"/>
    <a:srgbClr val="700000"/>
    <a:srgbClr val="5E2001"/>
    <a:srgbClr val="8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96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F5AB1C69-6EDB-4FF4-983F-18BD219EF322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56" autoAdjust="0"/>
    <p:restoredTop sz="94087" autoAdjust="0"/>
  </p:normalViewPr>
  <p:slideViewPr>
    <p:cSldViewPr snapToGrid="0">
      <p:cViewPr varScale="1">
        <p:scale>
          <a:sx n="61" d="100"/>
          <a:sy n="61" d="100"/>
        </p:scale>
        <p:origin x="804" y="5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10164"/>
    </p:cViewPr>
  </p:sorterViewPr>
  <p:notesViewPr>
    <p:cSldViewPr snapToGrid="0">
      <p:cViewPr varScale="1">
        <p:scale>
          <a:sx n="77" d="100"/>
          <a:sy n="77" d="100"/>
        </p:scale>
        <p:origin x="3990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handoutMaster" Target="handoutMasters/handout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notesMaster" Target="notesMasters/notesMaster1.xml"/><Relationship Id="rId38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presProps" Target="pres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194FFE89-DD1A-434A-B46E-FC016168196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705BBA22-1009-4062-B497-20D4D1F4208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F592F9BB-E9D3-4971-98B6-25B67B790E54}" type="datetime1">
              <a:rPr lang="zh-CN" altLang="en-US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2025/10/23</a:t>
            </a:fld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265305A3-EF7C-4109-870C-75957F87F89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65183E6-2BF7-4148-8288-DCAD651FB94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E6FCA6C9-E2E2-4922-B1A7-E6462166C8C6}" type="slidenum">
              <a:rPr lang="en-US" altLang="zh-CN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‹#›</a:t>
            </a:fld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0059682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A3150C38-C506-467B-8DC0-1448EE621FE9}" type="datetime1">
              <a:rPr lang="zh-CN" altLang="en-US" smtClean="0"/>
              <a:pPr/>
              <a:t>2025/10/23</a:t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zh-CN" altLang="en-US" noProof="0" dirty="0"/>
              <a:t>编辑母版文本样式</a:t>
            </a:r>
          </a:p>
          <a:p>
            <a:pPr lvl="1" rtl="0"/>
            <a:r>
              <a:rPr lang="zh-CN" altLang="en-US" noProof="0" dirty="0"/>
              <a:t>第二级</a:t>
            </a:r>
          </a:p>
          <a:p>
            <a:pPr lvl="2" rtl="0"/>
            <a:r>
              <a:rPr lang="zh-CN" altLang="en-US" noProof="0" dirty="0"/>
              <a:t>第三级</a:t>
            </a:r>
          </a:p>
          <a:p>
            <a:pPr lvl="3" rtl="0"/>
            <a:r>
              <a:rPr lang="zh-CN" altLang="en-US" noProof="0" dirty="0"/>
              <a:t>第四级</a:t>
            </a:r>
          </a:p>
          <a:p>
            <a:pPr lvl="4" rtl="0"/>
            <a:r>
              <a:rPr lang="zh-CN" altLang="en-US" noProof="0" dirty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22C70E52-1238-4A7F-867E-2F90BFCA0D60}" type="slidenum">
              <a:rPr lang="en-US" altLang="zh-CN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45810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22C70E52-1238-4A7F-867E-2F90BFCA0D60}" type="slidenum">
              <a:rPr lang="en-US" altLang="zh-CN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1</a:t>
            </a:fld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5622188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9CFA8DA-6A2E-452F-B2FD-C692E3F94771}" type="slidenum">
              <a:rPr lang="zh-CN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00508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6F208F5-23F9-41F0-9BD4-963E4B09B1C7}" type="slidenum">
              <a:rPr lang="zh-CN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853829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E07D7A5-162C-448B-9184-4DF74749515C}" type="slidenum">
              <a:rPr lang="zh-CN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3362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44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6C7B8D8-DB3E-4157-B75E-F22DF685A7AD}" type="slidenum">
              <a:rPr lang="zh-CN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2757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AC17E3C-7BCD-4CE1-BB77-DBC4F6AAD3A7}" type="slidenum">
              <a:rPr lang="zh-CN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76968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0450531-738C-4056-94DC-C9695B076A7E}" type="slidenum">
              <a:rPr lang="zh-CN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426361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2293090-B4C5-4232-8C20-16B4CD9E8563}" type="slidenum">
              <a:rPr lang="zh-CN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351729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83C681-63CC-4C6E-BB2B-532CC9376B13}" type="slidenum">
              <a:rPr lang="zh-CN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836843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/>
              <a:t>单击图标添加图片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CD3E630-40F6-4B28-997D-664B0011855B}" type="slidenum">
              <a:rPr lang="zh-CN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4478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29236F9-F5AC-4754-AA25-365CEB18F646}" type="slidenum">
              <a:rPr lang="zh-CN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065333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6800" y="609600"/>
            <a:ext cx="2590800" cy="54864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609600"/>
            <a:ext cx="7569200" cy="54864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CD11ED9-4D7A-4F4E-812E-E8F30379C146}" type="slidenum">
              <a:rPr lang="zh-CN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211441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914400" y="609600"/>
            <a:ext cx="10363200" cy="54864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BD3E1CC-83A2-4B9D-8E8B-60737E93608B}" type="slidenum">
              <a:rPr lang="zh-CN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4467486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609600"/>
            <a:ext cx="103632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914400" y="1981200"/>
            <a:ext cx="5080000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6197600" y="1981200"/>
            <a:ext cx="5080000" cy="1981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6197600" y="4114800"/>
            <a:ext cx="5080000" cy="1981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733C97B-CB0A-4B24-848D-85035B14B2B7}" type="slidenum">
              <a:rPr lang="zh-CN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0439413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609600"/>
            <a:ext cx="103632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914400" y="1981200"/>
            <a:ext cx="5080000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981200"/>
            <a:ext cx="5080000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26FDBF1-7747-46AD-BE97-E034824279BE}" type="slidenum">
              <a:rPr lang="zh-CN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133067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说明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 descr="Celestia-R1---OverlayContentHD.png">
            <a:extLst>
              <a:ext uri="{FF2B5EF4-FFF2-40B4-BE49-F238E27FC236}">
                <a16:creationId xmlns:a16="http://schemas.microsoft.com/office/drawing/2014/main" id="{A1E35E73-B2F7-41DF-AAD2-58E6BE2710D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840914" cy="1260000"/>
          </a:xfrm>
        </p:spPr>
        <p:txBody>
          <a:bodyPr rtlCol="0" anchor="ctr" anchorCtr="0">
            <a:normAutofit/>
          </a:bodyPr>
          <a:lstStyle>
            <a:lvl1pPr>
              <a:defRPr sz="30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685799" y="1881824"/>
            <a:ext cx="10840914" cy="1032826"/>
          </a:xfrm>
        </p:spPr>
        <p:txBody>
          <a:bodyPr rtlCol="0" anchor="t" anchorCtr="0">
            <a:noAutofit/>
          </a:bodyPr>
          <a:lstStyle>
            <a:lvl1pPr marL="0" indent="0">
              <a:buNone/>
              <a:defRPr sz="1800" b="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CN" altLang="en-US" noProof="0"/>
              <a:t>编辑母版文本样式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18281B91-EE7B-4529-A481-5FD2E4C316C8}" type="datetime1">
              <a:rPr lang="zh-CN" altLang="en-US" smtClean="0"/>
              <a:t>2025/10/23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r>
              <a:rPr lang="zh-CN" altLang="en-US"/>
              <a:t>添加页脚</a:t>
            </a:r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B47DAE59-9D63-4159-8F3E-560C31F19A8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16192" y="3837470"/>
            <a:ext cx="1310050" cy="959003"/>
          </a:xfrm>
        </p:spPr>
        <p:txBody>
          <a:bodyPr rtlCol="0">
            <a:noAutofit/>
          </a:bodyPr>
          <a:lstStyle>
            <a:lvl1pPr marL="0" indent="0" algn="ctr">
              <a:buNone/>
              <a:defRPr sz="12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3pPr algn="ctr">
              <a:defRPr sz="1200"/>
            </a:lvl3pPr>
            <a:lvl5pPr marL="1828800" indent="0">
              <a:buNone/>
              <a:defRPr/>
            </a:lvl5pPr>
          </a:lstStyle>
          <a:p>
            <a:pPr lvl="0" rtl="0"/>
            <a:r>
              <a:rPr lang="zh-CN" altLang="en-US" noProof="0"/>
              <a:t>编辑母版文本样式</a:t>
            </a:r>
          </a:p>
        </p:txBody>
      </p:sp>
      <p:sp>
        <p:nvSpPr>
          <p:cNvPr id="9" name="幻灯片编号占位符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5D99DD2A-B520-4620-9B43-64B657BA2D42}" type="slidenum">
              <a:rPr lang="en-US" altLang="zh-CN" smtClean="0"/>
              <a:pPr/>
              <a:t>‹#›</a:t>
            </a:fld>
            <a:endParaRPr lang="zh-CN" altLang="en-US"/>
          </a:p>
        </p:txBody>
      </p:sp>
      <p:sp>
        <p:nvSpPr>
          <p:cNvPr id="12" name="文本占位符 2">
            <a:extLst>
              <a:ext uri="{FF2B5EF4-FFF2-40B4-BE49-F238E27FC236}">
                <a16:creationId xmlns:a16="http://schemas.microsoft.com/office/drawing/2014/main" id="{4249143D-80A5-4E4C-BBFD-F253500CE226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685799" y="2914650"/>
            <a:ext cx="10840914" cy="502126"/>
          </a:xfrm>
        </p:spPr>
        <p:txBody>
          <a:bodyPr rtlCol="0" anchor="ctr" anchorCtr="0">
            <a:noAutofit/>
          </a:bodyPr>
          <a:lstStyle>
            <a:lvl1pPr marL="0" indent="0" algn="ctr">
              <a:buNone/>
              <a:defRPr sz="1800" b="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CN" altLang="en-US" noProof="0"/>
              <a:t>编辑母版文本样式</a:t>
            </a:r>
          </a:p>
        </p:txBody>
      </p:sp>
      <p:sp>
        <p:nvSpPr>
          <p:cNvPr id="20" name="文本占位符 5">
            <a:extLst>
              <a:ext uri="{FF2B5EF4-FFF2-40B4-BE49-F238E27FC236}">
                <a16:creationId xmlns:a16="http://schemas.microsoft.com/office/drawing/2014/main" id="{B06123F0-984B-4EF8-9945-3621C401B7A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465366" y="3837470"/>
            <a:ext cx="1310050" cy="959003"/>
          </a:xfrm>
        </p:spPr>
        <p:txBody>
          <a:bodyPr rtlCol="0">
            <a:noAutofit/>
          </a:bodyPr>
          <a:lstStyle>
            <a:lvl1pPr marL="0" indent="0" algn="ctr">
              <a:buNone/>
              <a:defRPr sz="12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3pPr algn="ctr">
              <a:defRPr sz="1200"/>
            </a:lvl3pPr>
            <a:lvl5pPr marL="1828800" indent="0">
              <a:buNone/>
              <a:defRPr/>
            </a:lvl5pPr>
          </a:lstStyle>
          <a:p>
            <a:pPr lvl="0" rtl="0"/>
            <a:r>
              <a:rPr lang="zh-CN" altLang="en-US" noProof="0"/>
              <a:t>编辑母版文本样式</a:t>
            </a:r>
          </a:p>
        </p:txBody>
      </p:sp>
      <p:sp>
        <p:nvSpPr>
          <p:cNvPr id="21" name="文本占位符 5">
            <a:extLst>
              <a:ext uri="{FF2B5EF4-FFF2-40B4-BE49-F238E27FC236}">
                <a16:creationId xmlns:a16="http://schemas.microsoft.com/office/drawing/2014/main" id="{A669C074-A9BE-4B07-ACEE-3B34AAC8B9E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548424" y="3837470"/>
            <a:ext cx="1310050" cy="959003"/>
          </a:xfrm>
        </p:spPr>
        <p:txBody>
          <a:bodyPr rtlCol="0">
            <a:noAutofit/>
          </a:bodyPr>
          <a:lstStyle>
            <a:lvl1pPr marL="0" indent="0" algn="ctr">
              <a:buNone/>
              <a:defRPr sz="12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3pPr algn="ctr">
              <a:defRPr sz="1200"/>
            </a:lvl3pPr>
            <a:lvl5pPr marL="1828800" indent="0">
              <a:buNone/>
              <a:defRPr/>
            </a:lvl5pPr>
          </a:lstStyle>
          <a:p>
            <a:pPr lvl="0" rtl="0"/>
            <a:r>
              <a:rPr lang="zh-CN" altLang="en-US" noProof="0"/>
              <a:t>编辑母版文本样式</a:t>
            </a:r>
          </a:p>
        </p:txBody>
      </p:sp>
      <p:sp>
        <p:nvSpPr>
          <p:cNvPr id="19" name="文本占位符 5">
            <a:extLst>
              <a:ext uri="{FF2B5EF4-FFF2-40B4-BE49-F238E27FC236}">
                <a16:creationId xmlns:a16="http://schemas.microsoft.com/office/drawing/2014/main" id="{84A40D78-D6DD-41A7-A132-9D48DF8649A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82308" y="3837470"/>
            <a:ext cx="1310050" cy="959003"/>
          </a:xfrm>
        </p:spPr>
        <p:txBody>
          <a:bodyPr rtlCol="0">
            <a:noAutofit/>
          </a:bodyPr>
          <a:lstStyle>
            <a:lvl1pPr marL="0" indent="0" algn="ctr">
              <a:buNone/>
              <a:defRPr sz="12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3pPr algn="ctr">
              <a:defRPr sz="1200"/>
            </a:lvl3pPr>
            <a:lvl5pPr marL="1828800" indent="0">
              <a:buNone/>
              <a:defRPr/>
            </a:lvl5pPr>
          </a:lstStyle>
          <a:p>
            <a:pPr lvl="0" rtl="0"/>
            <a:r>
              <a:rPr lang="zh-CN" altLang="en-US" noProof="0"/>
              <a:t>编辑母版文本样式</a:t>
            </a:r>
          </a:p>
        </p:txBody>
      </p:sp>
      <p:sp>
        <p:nvSpPr>
          <p:cNvPr id="18" name="文本占位符 5">
            <a:extLst>
              <a:ext uri="{FF2B5EF4-FFF2-40B4-BE49-F238E27FC236}">
                <a16:creationId xmlns:a16="http://schemas.microsoft.com/office/drawing/2014/main" id="{4A9CFAA7-850F-4C92-A9BE-56452E5CA04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299250" y="3837470"/>
            <a:ext cx="1310050" cy="959003"/>
          </a:xfrm>
        </p:spPr>
        <p:txBody>
          <a:bodyPr rtlCol="0">
            <a:noAutofit/>
          </a:bodyPr>
          <a:lstStyle>
            <a:lvl1pPr marL="0" indent="0" algn="ctr">
              <a:buNone/>
              <a:defRPr sz="12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3pPr algn="ctr">
              <a:defRPr sz="1200"/>
            </a:lvl3pPr>
            <a:lvl5pPr marL="1828800" indent="0">
              <a:buNone/>
              <a:defRPr/>
            </a:lvl5pPr>
          </a:lstStyle>
          <a:p>
            <a:pPr lvl="0" rtl="0"/>
            <a:r>
              <a:rPr lang="zh-CN" altLang="en-US" noProof="0"/>
              <a:t>编辑母版文本样式</a:t>
            </a:r>
          </a:p>
        </p:txBody>
      </p:sp>
      <p:cxnSp>
        <p:nvCxnSpPr>
          <p:cNvPr id="14" name="直接连接​符 13">
            <a:extLst>
              <a:ext uri="{FF2B5EF4-FFF2-40B4-BE49-F238E27FC236}">
                <a16:creationId xmlns:a16="http://schemas.microsoft.com/office/drawing/2014/main" id="{CC5A0CF1-9FE7-4149-97DC-5221639144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-185517" y="1242483"/>
            <a:ext cx="504000" cy="0"/>
          </a:xfrm>
          <a:prstGeom prst="line">
            <a:avLst/>
          </a:prstGeom>
          <a:ln w="127000" cap="sq">
            <a:solidFill>
              <a:schemeClr val="accent3"/>
            </a:solidFill>
            <a:miter lim="800000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0056266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带题注的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457326" y="995967"/>
            <a:ext cx="6238874" cy="1260000"/>
          </a:xfrm>
        </p:spPr>
        <p:txBody>
          <a:bodyPr rtlCol="0" anchor="ctr" anchorCtr="0">
            <a:noAutofit/>
          </a:bodyPr>
          <a:lstStyle>
            <a:lvl1pPr algn="r">
              <a:defRPr sz="3000" b="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</a:p>
        </p:txBody>
      </p:sp>
      <p:sp>
        <p:nvSpPr>
          <p:cNvPr id="14" name="图片占位符 2"/>
          <p:cNvSpPr>
            <a:spLocks noGrp="1" noChangeAspect="1"/>
          </p:cNvSpPr>
          <p:nvPr>
            <p:ph type="pic" idx="1" hasCustomPrompt="1"/>
          </p:nvPr>
        </p:nvSpPr>
        <p:spPr bwMode="blackGray">
          <a:xfrm>
            <a:off x="8014200" y="995968"/>
            <a:ext cx="3492000" cy="4866064"/>
          </a:xfrm>
          <a:prstGeom prst="roundRect">
            <a:avLst>
              <a:gd name="adj" fmla="val 2371"/>
            </a:avLst>
          </a:prstGeom>
          <a:solidFill>
            <a:schemeClr val="bg2">
              <a:lumMod val="75000"/>
              <a:lumOff val="25000"/>
            </a:schemeClr>
          </a:solidFill>
          <a:ln w="28575" cap="sq" cmpd="sng">
            <a:solidFill>
              <a:schemeClr val="accent3">
                <a:lumMod val="50000"/>
              </a:schemeClr>
            </a:solidFill>
            <a:miter lim="800000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rtlCol="0" anchor="t">
            <a:normAutofit/>
          </a:bodyPr>
          <a:lstStyle>
            <a:lvl1pPr marL="0" indent="0" algn="ctr">
              <a:buNone/>
              <a:defRPr sz="16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zh-CN" altLang="en-US" noProof="0"/>
              <a:t>单击图标，添加图片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1085849" y="2255967"/>
            <a:ext cx="6610351" cy="3476618"/>
          </a:xfrm>
        </p:spPr>
        <p:txBody>
          <a:bodyPr rtlCol="0" anchor="t">
            <a:normAutofit/>
          </a:bodyPr>
          <a:lstStyle>
            <a:lvl1pPr marL="0" indent="0" algn="r">
              <a:buNone/>
              <a:defRPr sz="18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zh-CN" altLang="en-US" noProof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314FB743-A22B-473D-8D8F-3D42015F24A0}" type="datetime1">
              <a:rPr lang="zh-CN" altLang="en-US" smtClean="0"/>
              <a:t>2025/10/23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r>
              <a:rPr lang="zh-CN" altLang="en-US"/>
              <a:t>添加页脚</a:t>
            </a:r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5D99DD2A-B520-4620-9B43-64B657BA2D42}" type="slidenum">
              <a:rPr lang="en-US" altLang="zh-CN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212137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带题注​的右侧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657974" y="995968"/>
            <a:ext cx="4848225" cy="1260000"/>
          </a:xfrm>
        </p:spPr>
        <p:txBody>
          <a:bodyPr rtlCol="0" anchor="ctr" anchorCtr="0">
            <a:normAutofit/>
          </a:bodyPr>
          <a:lstStyle>
            <a:lvl1pPr algn="l">
              <a:defRPr sz="3000" b="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</a:p>
        </p:txBody>
      </p:sp>
      <p:sp>
        <p:nvSpPr>
          <p:cNvPr id="14" name="图片占位符 2"/>
          <p:cNvSpPr>
            <a:spLocks noGrp="1" noChangeAspect="1"/>
          </p:cNvSpPr>
          <p:nvPr>
            <p:ph type="pic" idx="1" hasCustomPrompt="1"/>
          </p:nvPr>
        </p:nvSpPr>
        <p:spPr bwMode="blackGray">
          <a:xfrm>
            <a:off x="727574" y="914400"/>
            <a:ext cx="5749425" cy="4818185"/>
          </a:xfrm>
          <a:prstGeom prst="roundRect">
            <a:avLst>
              <a:gd name="adj" fmla="val 2371"/>
            </a:avLst>
          </a:prstGeom>
          <a:solidFill>
            <a:schemeClr val="bg2">
              <a:lumMod val="75000"/>
              <a:lumOff val="25000"/>
            </a:schemeClr>
          </a:solidFill>
          <a:ln w="28575" cap="sq" cmpd="sng">
            <a:solidFill>
              <a:schemeClr val="accent3">
                <a:lumMod val="50000"/>
              </a:schemeClr>
            </a:solidFill>
            <a:miter lim="800000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rtlCol="0" anchor="t">
            <a:normAutofit/>
          </a:bodyPr>
          <a:lstStyle>
            <a:lvl1pPr marL="0" indent="0" algn="ctr">
              <a:buNone/>
              <a:defRPr sz="16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zh-CN" altLang="en-US" noProof="0"/>
              <a:t>单击图标以添加图片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6657974" y="2255968"/>
            <a:ext cx="4848225" cy="3476617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8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zh-CN" altLang="en-US" noProof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6D5A3BD8-7515-4998-B35B-0833EDCAA3D0}" type="datetime1">
              <a:rPr lang="zh-CN" altLang="en-US" smtClean="0"/>
              <a:t>2025/10/23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r>
              <a:rPr lang="zh-CN" altLang="en-US"/>
              <a:t>添加页脚</a:t>
            </a:r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5D99DD2A-B520-4620-9B43-64B657BA2D42}" type="slidenum">
              <a:rPr lang="en-US" altLang="zh-CN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974827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说明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 descr="Celestia-R1---OverlayContentHD.png">
            <a:extLst>
              <a:ext uri="{FF2B5EF4-FFF2-40B4-BE49-F238E27FC236}">
                <a16:creationId xmlns:a16="http://schemas.microsoft.com/office/drawing/2014/main" id="{A1E35E73-B2F7-41DF-AAD2-58E6BE2710D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840914" cy="1260000"/>
          </a:xfrm>
        </p:spPr>
        <p:txBody>
          <a:bodyPr rtlCol="0" anchor="ctr" anchorCtr="0">
            <a:normAutofit/>
          </a:bodyPr>
          <a:lstStyle>
            <a:lvl1pPr>
              <a:defRPr sz="30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685799" y="1881824"/>
            <a:ext cx="10840914" cy="1032826"/>
          </a:xfrm>
        </p:spPr>
        <p:txBody>
          <a:bodyPr rtlCol="0" anchor="t" anchorCtr="0">
            <a:noAutofit/>
          </a:bodyPr>
          <a:lstStyle>
            <a:lvl1pPr marL="0" indent="0">
              <a:buNone/>
              <a:defRPr sz="1800" b="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CN" altLang="en-US" noProof="0"/>
              <a:t>编辑母版文本样式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18281B91-EE7B-4529-A481-5FD2E4C316C8}" type="datetime1">
              <a:rPr lang="zh-CN" altLang="en-US" smtClean="0"/>
              <a:t>2025/10/23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r>
              <a:rPr lang="zh-CN" altLang="en-US"/>
              <a:t>添加页脚</a:t>
            </a:r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B47DAE59-9D63-4159-8F3E-560C31F19A8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16192" y="3837470"/>
            <a:ext cx="1310050" cy="959003"/>
          </a:xfrm>
        </p:spPr>
        <p:txBody>
          <a:bodyPr rtlCol="0">
            <a:noAutofit/>
          </a:bodyPr>
          <a:lstStyle>
            <a:lvl1pPr marL="0" indent="0" algn="ctr">
              <a:buNone/>
              <a:defRPr sz="12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3pPr algn="ctr">
              <a:defRPr sz="1200"/>
            </a:lvl3pPr>
            <a:lvl5pPr marL="1828800" indent="0">
              <a:buNone/>
              <a:defRPr/>
            </a:lvl5pPr>
          </a:lstStyle>
          <a:p>
            <a:pPr lvl="0" rtl="0"/>
            <a:r>
              <a:rPr lang="zh-CN" altLang="en-US" noProof="0"/>
              <a:t>编辑母版文本样式</a:t>
            </a:r>
          </a:p>
        </p:txBody>
      </p:sp>
      <p:sp>
        <p:nvSpPr>
          <p:cNvPr id="9" name="幻灯片编号占位符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5D99DD2A-B520-4620-9B43-64B657BA2D42}" type="slidenum">
              <a:rPr lang="en-US" altLang="zh-CN" smtClean="0"/>
              <a:pPr/>
              <a:t>‹#›</a:t>
            </a:fld>
            <a:endParaRPr lang="zh-CN" altLang="en-US"/>
          </a:p>
        </p:txBody>
      </p:sp>
      <p:sp>
        <p:nvSpPr>
          <p:cNvPr id="12" name="文本占位符 2">
            <a:extLst>
              <a:ext uri="{FF2B5EF4-FFF2-40B4-BE49-F238E27FC236}">
                <a16:creationId xmlns:a16="http://schemas.microsoft.com/office/drawing/2014/main" id="{4249143D-80A5-4E4C-BBFD-F253500CE226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685799" y="2914650"/>
            <a:ext cx="10840914" cy="502126"/>
          </a:xfrm>
        </p:spPr>
        <p:txBody>
          <a:bodyPr rtlCol="0" anchor="ctr" anchorCtr="0">
            <a:noAutofit/>
          </a:bodyPr>
          <a:lstStyle>
            <a:lvl1pPr marL="0" indent="0" algn="ctr">
              <a:buNone/>
              <a:defRPr sz="1800" b="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CN" altLang="en-US" noProof="0"/>
              <a:t>编辑母版文本样式</a:t>
            </a:r>
          </a:p>
        </p:txBody>
      </p:sp>
      <p:sp>
        <p:nvSpPr>
          <p:cNvPr id="20" name="文本占位符 5">
            <a:extLst>
              <a:ext uri="{FF2B5EF4-FFF2-40B4-BE49-F238E27FC236}">
                <a16:creationId xmlns:a16="http://schemas.microsoft.com/office/drawing/2014/main" id="{B06123F0-984B-4EF8-9945-3621C401B7A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465366" y="3837470"/>
            <a:ext cx="1310050" cy="959003"/>
          </a:xfrm>
        </p:spPr>
        <p:txBody>
          <a:bodyPr rtlCol="0">
            <a:noAutofit/>
          </a:bodyPr>
          <a:lstStyle>
            <a:lvl1pPr marL="0" indent="0" algn="ctr">
              <a:buNone/>
              <a:defRPr sz="12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3pPr algn="ctr">
              <a:defRPr sz="1200"/>
            </a:lvl3pPr>
            <a:lvl5pPr marL="1828800" indent="0">
              <a:buNone/>
              <a:defRPr/>
            </a:lvl5pPr>
          </a:lstStyle>
          <a:p>
            <a:pPr lvl="0" rtl="0"/>
            <a:r>
              <a:rPr lang="zh-CN" altLang="en-US" noProof="0"/>
              <a:t>编辑母版文本样式</a:t>
            </a:r>
          </a:p>
        </p:txBody>
      </p:sp>
      <p:sp>
        <p:nvSpPr>
          <p:cNvPr id="21" name="文本占位符 5">
            <a:extLst>
              <a:ext uri="{FF2B5EF4-FFF2-40B4-BE49-F238E27FC236}">
                <a16:creationId xmlns:a16="http://schemas.microsoft.com/office/drawing/2014/main" id="{A669C074-A9BE-4B07-ACEE-3B34AAC8B9E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548424" y="3837470"/>
            <a:ext cx="1310050" cy="959003"/>
          </a:xfrm>
        </p:spPr>
        <p:txBody>
          <a:bodyPr rtlCol="0">
            <a:noAutofit/>
          </a:bodyPr>
          <a:lstStyle>
            <a:lvl1pPr marL="0" indent="0" algn="ctr">
              <a:buNone/>
              <a:defRPr sz="12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3pPr algn="ctr">
              <a:defRPr sz="1200"/>
            </a:lvl3pPr>
            <a:lvl5pPr marL="1828800" indent="0">
              <a:buNone/>
              <a:defRPr/>
            </a:lvl5pPr>
          </a:lstStyle>
          <a:p>
            <a:pPr lvl="0" rtl="0"/>
            <a:r>
              <a:rPr lang="zh-CN" altLang="en-US" noProof="0"/>
              <a:t>编辑母版文本样式</a:t>
            </a:r>
          </a:p>
        </p:txBody>
      </p:sp>
      <p:sp>
        <p:nvSpPr>
          <p:cNvPr id="19" name="文本占位符 5">
            <a:extLst>
              <a:ext uri="{FF2B5EF4-FFF2-40B4-BE49-F238E27FC236}">
                <a16:creationId xmlns:a16="http://schemas.microsoft.com/office/drawing/2014/main" id="{84A40D78-D6DD-41A7-A132-9D48DF8649A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82308" y="3837470"/>
            <a:ext cx="1310050" cy="959003"/>
          </a:xfrm>
        </p:spPr>
        <p:txBody>
          <a:bodyPr rtlCol="0">
            <a:noAutofit/>
          </a:bodyPr>
          <a:lstStyle>
            <a:lvl1pPr marL="0" indent="0" algn="ctr">
              <a:buNone/>
              <a:defRPr sz="12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3pPr algn="ctr">
              <a:defRPr sz="1200"/>
            </a:lvl3pPr>
            <a:lvl5pPr marL="1828800" indent="0">
              <a:buNone/>
              <a:defRPr/>
            </a:lvl5pPr>
          </a:lstStyle>
          <a:p>
            <a:pPr lvl="0" rtl="0"/>
            <a:r>
              <a:rPr lang="zh-CN" altLang="en-US" noProof="0"/>
              <a:t>编辑母版文本样式</a:t>
            </a:r>
          </a:p>
        </p:txBody>
      </p:sp>
      <p:sp>
        <p:nvSpPr>
          <p:cNvPr id="18" name="文本占位符 5">
            <a:extLst>
              <a:ext uri="{FF2B5EF4-FFF2-40B4-BE49-F238E27FC236}">
                <a16:creationId xmlns:a16="http://schemas.microsoft.com/office/drawing/2014/main" id="{4A9CFAA7-850F-4C92-A9BE-56452E5CA04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299250" y="3837470"/>
            <a:ext cx="1310050" cy="959003"/>
          </a:xfrm>
        </p:spPr>
        <p:txBody>
          <a:bodyPr rtlCol="0">
            <a:noAutofit/>
          </a:bodyPr>
          <a:lstStyle>
            <a:lvl1pPr marL="0" indent="0" algn="ctr">
              <a:buNone/>
              <a:defRPr sz="12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3pPr algn="ctr">
              <a:defRPr sz="1200"/>
            </a:lvl3pPr>
            <a:lvl5pPr marL="1828800" indent="0">
              <a:buNone/>
              <a:defRPr/>
            </a:lvl5pPr>
          </a:lstStyle>
          <a:p>
            <a:pPr lvl="0" rtl="0"/>
            <a:r>
              <a:rPr lang="zh-CN" altLang="en-US" noProof="0"/>
              <a:t>编辑母版文本样式</a:t>
            </a:r>
          </a:p>
        </p:txBody>
      </p:sp>
      <p:cxnSp>
        <p:nvCxnSpPr>
          <p:cNvPr id="14" name="直接连接​符 13">
            <a:extLst>
              <a:ext uri="{FF2B5EF4-FFF2-40B4-BE49-F238E27FC236}">
                <a16:creationId xmlns:a16="http://schemas.microsoft.com/office/drawing/2014/main" id="{CC5A0CF1-9FE7-4149-97DC-5221639144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-185517" y="1242483"/>
            <a:ext cx="504000" cy="0"/>
          </a:xfrm>
          <a:prstGeom prst="line">
            <a:avLst/>
          </a:prstGeom>
          <a:ln w="127000" cap="sq">
            <a:solidFill>
              <a:schemeClr val="accent3"/>
            </a:solidFill>
            <a:miter lim="800000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9853417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带题注的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457326" y="995967"/>
            <a:ext cx="6238874" cy="1260000"/>
          </a:xfrm>
        </p:spPr>
        <p:txBody>
          <a:bodyPr rtlCol="0" anchor="ctr" anchorCtr="0">
            <a:noAutofit/>
          </a:bodyPr>
          <a:lstStyle>
            <a:lvl1pPr algn="r">
              <a:defRPr sz="3000" b="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</a:p>
        </p:txBody>
      </p:sp>
      <p:sp>
        <p:nvSpPr>
          <p:cNvPr id="14" name="图片占位符 2"/>
          <p:cNvSpPr>
            <a:spLocks noGrp="1" noChangeAspect="1"/>
          </p:cNvSpPr>
          <p:nvPr>
            <p:ph type="pic" idx="1" hasCustomPrompt="1"/>
          </p:nvPr>
        </p:nvSpPr>
        <p:spPr bwMode="blackGray">
          <a:xfrm>
            <a:off x="8014200" y="995968"/>
            <a:ext cx="3492000" cy="4866064"/>
          </a:xfrm>
          <a:prstGeom prst="roundRect">
            <a:avLst>
              <a:gd name="adj" fmla="val 2371"/>
            </a:avLst>
          </a:prstGeom>
          <a:solidFill>
            <a:schemeClr val="bg2">
              <a:lumMod val="75000"/>
              <a:lumOff val="25000"/>
            </a:schemeClr>
          </a:solidFill>
          <a:ln w="28575" cap="sq" cmpd="sng">
            <a:solidFill>
              <a:schemeClr val="accent3">
                <a:lumMod val="50000"/>
              </a:schemeClr>
            </a:solidFill>
            <a:miter lim="800000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rtlCol="0" anchor="t">
            <a:normAutofit/>
          </a:bodyPr>
          <a:lstStyle>
            <a:lvl1pPr marL="0" indent="0" algn="ctr">
              <a:buNone/>
              <a:defRPr sz="16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zh-CN" altLang="en-US" noProof="0"/>
              <a:t>单击图标，添加图片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1085849" y="2255967"/>
            <a:ext cx="6610351" cy="3476618"/>
          </a:xfrm>
        </p:spPr>
        <p:txBody>
          <a:bodyPr rtlCol="0" anchor="t">
            <a:normAutofit/>
          </a:bodyPr>
          <a:lstStyle>
            <a:lvl1pPr marL="0" indent="0" algn="r">
              <a:buNone/>
              <a:defRPr sz="18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zh-CN" altLang="en-US" noProof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314FB743-A22B-473D-8D8F-3D42015F24A0}" type="datetime1">
              <a:rPr lang="zh-CN" altLang="en-US" smtClean="0"/>
              <a:t>2025/10/23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r>
              <a:rPr lang="zh-CN" altLang="en-US"/>
              <a:t>添加页脚</a:t>
            </a:r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5D99DD2A-B520-4620-9B43-64B657BA2D42}" type="slidenum">
              <a:rPr lang="en-US" altLang="zh-CN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684952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带题注​的右侧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657974" y="995968"/>
            <a:ext cx="4848225" cy="1260000"/>
          </a:xfrm>
        </p:spPr>
        <p:txBody>
          <a:bodyPr rtlCol="0" anchor="ctr" anchorCtr="0">
            <a:normAutofit/>
          </a:bodyPr>
          <a:lstStyle>
            <a:lvl1pPr algn="l">
              <a:defRPr sz="3000" b="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</a:p>
        </p:txBody>
      </p:sp>
      <p:sp>
        <p:nvSpPr>
          <p:cNvPr id="14" name="图片占位符 2"/>
          <p:cNvSpPr>
            <a:spLocks noGrp="1" noChangeAspect="1"/>
          </p:cNvSpPr>
          <p:nvPr>
            <p:ph type="pic" idx="1" hasCustomPrompt="1"/>
          </p:nvPr>
        </p:nvSpPr>
        <p:spPr bwMode="blackGray">
          <a:xfrm>
            <a:off x="727574" y="914400"/>
            <a:ext cx="5749425" cy="4818185"/>
          </a:xfrm>
          <a:prstGeom prst="roundRect">
            <a:avLst>
              <a:gd name="adj" fmla="val 2371"/>
            </a:avLst>
          </a:prstGeom>
          <a:solidFill>
            <a:schemeClr val="bg2">
              <a:lumMod val="75000"/>
              <a:lumOff val="25000"/>
            </a:schemeClr>
          </a:solidFill>
          <a:ln w="28575" cap="sq" cmpd="sng">
            <a:solidFill>
              <a:schemeClr val="accent3">
                <a:lumMod val="50000"/>
              </a:schemeClr>
            </a:solidFill>
            <a:miter lim="800000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rtlCol="0" anchor="t">
            <a:normAutofit/>
          </a:bodyPr>
          <a:lstStyle>
            <a:lvl1pPr marL="0" indent="0" algn="ctr">
              <a:buNone/>
              <a:defRPr sz="16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zh-CN" altLang="en-US" noProof="0"/>
              <a:t>单击图标以添加图片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6657974" y="2255968"/>
            <a:ext cx="4848225" cy="3476617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8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zh-CN" altLang="en-US" noProof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6D5A3BD8-7515-4998-B35B-0833EDCAA3D0}" type="datetime1">
              <a:rPr lang="zh-CN" altLang="en-US" smtClean="0"/>
              <a:t>2025/10/23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r>
              <a:rPr lang="zh-CN" altLang="en-US"/>
              <a:t>添加页脚</a:t>
            </a:r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5D99DD2A-B520-4620-9B43-64B657BA2D42}" type="slidenum">
              <a:rPr lang="en-US" altLang="zh-CN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2804337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说明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 descr="Celestia-R1---OverlayContentHD.png">
            <a:extLst>
              <a:ext uri="{FF2B5EF4-FFF2-40B4-BE49-F238E27FC236}">
                <a16:creationId xmlns:a16="http://schemas.microsoft.com/office/drawing/2014/main" id="{A1E35E73-B2F7-41DF-AAD2-58E6BE2710D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840914" cy="1260000"/>
          </a:xfrm>
        </p:spPr>
        <p:txBody>
          <a:bodyPr rtlCol="0" anchor="ctr" anchorCtr="0">
            <a:normAutofit/>
          </a:bodyPr>
          <a:lstStyle>
            <a:lvl1pPr>
              <a:defRPr sz="30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685799" y="1881824"/>
            <a:ext cx="10840914" cy="1032826"/>
          </a:xfrm>
        </p:spPr>
        <p:txBody>
          <a:bodyPr rtlCol="0" anchor="t" anchorCtr="0">
            <a:noAutofit/>
          </a:bodyPr>
          <a:lstStyle>
            <a:lvl1pPr marL="0" indent="0">
              <a:buNone/>
              <a:defRPr sz="1800" b="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CN" altLang="en-US" noProof="0"/>
              <a:t>编辑母版文本样式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18281B91-EE7B-4529-A481-5FD2E4C316C8}" type="datetime1">
              <a:rPr lang="zh-CN" altLang="en-US" smtClean="0">
                <a:solidFill>
                  <a:prstClr val="white"/>
                </a:solidFill>
              </a:rPr>
              <a:pPr/>
              <a:t>2025/10/23</a:t>
            </a:fld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r>
              <a:rPr lang="zh-CN" altLang="en-US">
                <a:solidFill>
                  <a:prstClr val="white"/>
                </a:solidFill>
              </a:rPr>
              <a:t>添加页脚</a:t>
            </a:r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B47DAE59-9D63-4159-8F3E-560C31F19A8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16192" y="3837470"/>
            <a:ext cx="1310050" cy="959003"/>
          </a:xfrm>
        </p:spPr>
        <p:txBody>
          <a:bodyPr rtlCol="0">
            <a:noAutofit/>
          </a:bodyPr>
          <a:lstStyle>
            <a:lvl1pPr marL="0" indent="0" algn="ctr">
              <a:buNone/>
              <a:defRPr sz="12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3pPr algn="ctr">
              <a:defRPr sz="1200"/>
            </a:lvl3pPr>
            <a:lvl5pPr marL="1828800" indent="0">
              <a:buNone/>
              <a:defRPr/>
            </a:lvl5pPr>
          </a:lstStyle>
          <a:p>
            <a:pPr lvl="0" rtl="0"/>
            <a:r>
              <a:rPr lang="zh-CN" altLang="en-US" noProof="0"/>
              <a:t>编辑母版文本样式</a:t>
            </a:r>
          </a:p>
        </p:txBody>
      </p:sp>
      <p:sp>
        <p:nvSpPr>
          <p:cNvPr id="9" name="幻灯片编号占位符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5D99DD2A-B520-4620-9B43-64B657BA2D42}" type="slidenum">
              <a:rPr lang="en-US" altLang="zh-CN" smtClean="0">
                <a:solidFill>
                  <a:prstClr val="white"/>
                </a:solidFill>
              </a:rPr>
              <a:pPr/>
              <a:t>‹#›</a:t>
            </a:fld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2" name="文本占位符 2">
            <a:extLst>
              <a:ext uri="{FF2B5EF4-FFF2-40B4-BE49-F238E27FC236}">
                <a16:creationId xmlns:a16="http://schemas.microsoft.com/office/drawing/2014/main" id="{4249143D-80A5-4E4C-BBFD-F253500CE226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685799" y="2914650"/>
            <a:ext cx="10840914" cy="502126"/>
          </a:xfrm>
        </p:spPr>
        <p:txBody>
          <a:bodyPr rtlCol="0" anchor="ctr" anchorCtr="0">
            <a:noAutofit/>
          </a:bodyPr>
          <a:lstStyle>
            <a:lvl1pPr marL="0" indent="0" algn="ctr">
              <a:buNone/>
              <a:defRPr sz="1800" b="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CN" altLang="en-US" noProof="0"/>
              <a:t>编辑母版文本样式</a:t>
            </a:r>
          </a:p>
        </p:txBody>
      </p:sp>
      <p:sp>
        <p:nvSpPr>
          <p:cNvPr id="20" name="文本占位符 5">
            <a:extLst>
              <a:ext uri="{FF2B5EF4-FFF2-40B4-BE49-F238E27FC236}">
                <a16:creationId xmlns:a16="http://schemas.microsoft.com/office/drawing/2014/main" id="{B06123F0-984B-4EF8-9945-3621C401B7A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465366" y="3837470"/>
            <a:ext cx="1310050" cy="959003"/>
          </a:xfrm>
        </p:spPr>
        <p:txBody>
          <a:bodyPr rtlCol="0">
            <a:noAutofit/>
          </a:bodyPr>
          <a:lstStyle>
            <a:lvl1pPr marL="0" indent="0" algn="ctr">
              <a:buNone/>
              <a:defRPr sz="12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3pPr algn="ctr">
              <a:defRPr sz="1200"/>
            </a:lvl3pPr>
            <a:lvl5pPr marL="1828800" indent="0">
              <a:buNone/>
              <a:defRPr/>
            </a:lvl5pPr>
          </a:lstStyle>
          <a:p>
            <a:pPr lvl="0" rtl="0"/>
            <a:r>
              <a:rPr lang="zh-CN" altLang="en-US" noProof="0"/>
              <a:t>编辑母版文本样式</a:t>
            </a:r>
          </a:p>
        </p:txBody>
      </p:sp>
      <p:sp>
        <p:nvSpPr>
          <p:cNvPr id="21" name="文本占位符 5">
            <a:extLst>
              <a:ext uri="{FF2B5EF4-FFF2-40B4-BE49-F238E27FC236}">
                <a16:creationId xmlns:a16="http://schemas.microsoft.com/office/drawing/2014/main" id="{A669C074-A9BE-4B07-ACEE-3B34AAC8B9E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548424" y="3837470"/>
            <a:ext cx="1310050" cy="959003"/>
          </a:xfrm>
        </p:spPr>
        <p:txBody>
          <a:bodyPr rtlCol="0">
            <a:noAutofit/>
          </a:bodyPr>
          <a:lstStyle>
            <a:lvl1pPr marL="0" indent="0" algn="ctr">
              <a:buNone/>
              <a:defRPr sz="12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3pPr algn="ctr">
              <a:defRPr sz="1200"/>
            </a:lvl3pPr>
            <a:lvl5pPr marL="1828800" indent="0">
              <a:buNone/>
              <a:defRPr/>
            </a:lvl5pPr>
          </a:lstStyle>
          <a:p>
            <a:pPr lvl="0" rtl="0"/>
            <a:r>
              <a:rPr lang="zh-CN" altLang="en-US" noProof="0"/>
              <a:t>编辑母版文本样式</a:t>
            </a:r>
          </a:p>
        </p:txBody>
      </p:sp>
      <p:sp>
        <p:nvSpPr>
          <p:cNvPr id="19" name="文本占位符 5">
            <a:extLst>
              <a:ext uri="{FF2B5EF4-FFF2-40B4-BE49-F238E27FC236}">
                <a16:creationId xmlns:a16="http://schemas.microsoft.com/office/drawing/2014/main" id="{84A40D78-D6DD-41A7-A132-9D48DF8649A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82308" y="3837470"/>
            <a:ext cx="1310050" cy="959003"/>
          </a:xfrm>
        </p:spPr>
        <p:txBody>
          <a:bodyPr rtlCol="0">
            <a:noAutofit/>
          </a:bodyPr>
          <a:lstStyle>
            <a:lvl1pPr marL="0" indent="0" algn="ctr">
              <a:buNone/>
              <a:defRPr sz="12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3pPr algn="ctr">
              <a:defRPr sz="1200"/>
            </a:lvl3pPr>
            <a:lvl5pPr marL="1828800" indent="0">
              <a:buNone/>
              <a:defRPr/>
            </a:lvl5pPr>
          </a:lstStyle>
          <a:p>
            <a:pPr lvl="0" rtl="0"/>
            <a:r>
              <a:rPr lang="zh-CN" altLang="en-US" noProof="0"/>
              <a:t>编辑母版文本样式</a:t>
            </a:r>
          </a:p>
        </p:txBody>
      </p:sp>
      <p:sp>
        <p:nvSpPr>
          <p:cNvPr id="18" name="文本占位符 5">
            <a:extLst>
              <a:ext uri="{FF2B5EF4-FFF2-40B4-BE49-F238E27FC236}">
                <a16:creationId xmlns:a16="http://schemas.microsoft.com/office/drawing/2014/main" id="{4A9CFAA7-850F-4C92-A9BE-56452E5CA04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299250" y="3837470"/>
            <a:ext cx="1310050" cy="959003"/>
          </a:xfrm>
        </p:spPr>
        <p:txBody>
          <a:bodyPr rtlCol="0">
            <a:noAutofit/>
          </a:bodyPr>
          <a:lstStyle>
            <a:lvl1pPr marL="0" indent="0" algn="ctr">
              <a:buNone/>
              <a:defRPr sz="12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3pPr algn="ctr">
              <a:defRPr sz="1200"/>
            </a:lvl3pPr>
            <a:lvl5pPr marL="1828800" indent="0">
              <a:buNone/>
              <a:defRPr/>
            </a:lvl5pPr>
          </a:lstStyle>
          <a:p>
            <a:pPr lvl="0" rtl="0"/>
            <a:r>
              <a:rPr lang="zh-CN" altLang="en-US" noProof="0"/>
              <a:t>编辑母版文本样式</a:t>
            </a:r>
          </a:p>
        </p:txBody>
      </p:sp>
      <p:cxnSp>
        <p:nvCxnSpPr>
          <p:cNvPr id="14" name="直接连接​符 13">
            <a:extLst>
              <a:ext uri="{FF2B5EF4-FFF2-40B4-BE49-F238E27FC236}">
                <a16:creationId xmlns:a16="http://schemas.microsoft.com/office/drawing/2014/main" id="{CC5A0CF1-9FE7-4149-97DC-5221639144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-185517" y="1242483"/>
            <a:ext cx="504000" cy="0"/>
          </a:xfrm>
          <a:prstGeom prst="line">
            <a:avLst/>
          </a:prstGeom>
          <a:ln w="127000" cap="sq">
            <a:solidFill>
              <a:schemeClr val="accent3"/>
            </a:solidFill>
            <a:miter lim="800000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9000299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带题注的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457326" y="995967"/>
            <a:ext cx="6238874" cy="1260000"/>
          </a:xfrm>
        </p:spPr>
        <p:txBody>
          <a:bodyPr rtlCol="0" anchor="ctr" anchorCtr="0">
            <a:noAutofit/>
          </a:bodyPr>
          <a:lstStyle>
            <a:lvl1pPr algn="r">
              <a:defRPr sz="3000" b="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</a:p>
        </p:txBody>
      </p:sp>
      <p:sp>
        <p:nvSpPr>
          <p:cNvPr id="14" name="图片占位符 2"/>
          <p:cNvSpPr>
            <a:spLocks noGrp="1" noChangeAspect="1"/>
          </p:cNvSpPr>
          <p:nvPr>
            <p:ph type="pic" idx="1" hasCustomPrompt="1"/>
          </p:nvPr>
        </p:nvSpPr>
        <p:spPr bwMode="blackGray">
          <a:xfrm>
            <a:off x="8014200" y="995968"/>
            <a:ext cx="3492000" cy="4866064"/>
          </a:xfrm>
          <a:prstGeom prst="roundRect">
            <a:avLst>
              <a:gd name="adj" fmla="val 2371"/>
            </a:avLst>
          </a:prstGeom>
          <a:solidFill>
            <a:schemeClr val="bg2">
              <a:lumMod val="75000"/>
              <a:lumOff val="25000"/>
            </a:schemeClr>
          </a:solidFill>
          <a:ln w="28575" cap="sq" cmpd="sng">
            <a:solidFill>
              <a:schemeClr val="accent3">
                <a:lumMod val="50000"/>
              </a:schemeClr>
            </a:solidFill>
            <a:miter lim="800000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rtlCol="0" anchor="t">
            <a:normAutofit/>
          </a:bodyPr>
          <a:lstStyle>
            <a:lvl1pPr marL="0" indent="0" algn="ctr">
              <a:buNone/>
              <a:defRPr sz="16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zh-CN" altLang="en-US" noProof="0"/>
              <a:t>单击图标，添加图片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1085849" y="2255967"/>
            <a:ext cx="6610351" cy="3476618"/>
          </a:xfrm>
        </p:spPr>
        <p:txBody>
          <a:bodyPr rtlCol="0" anchor="t">
            <a:normAutofit/>
          </a:bodyPr>
          <a:lstStyle>
            <a:lvl1pPr marL="0" indent="0" algn="r">
              <a:buNone/>
              <a:defRPr sz="18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zh-CN" altLang="en-US" noProof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314FB743-A22B-473D-8D8F-3D42015F24A0}" type="datetime1">
              <a:rPr lang="zh-CN" altLang="en-US" smtClean="0">
                <a:solidFill>
                  <a:prstClr val="white"/>
                </a:solidFill>
              </a:rPr>
              <a:pPr/>
              <a:t>2025/10/23</a:t>
            </a:fld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r>
              <a:rPr lang="zh-CN" altLang="en-US">
                <a:solidFill>
                  <a:prstClr val="white"/>
                </a:solidFill>
              </a:rPr>
              <a:t>添加页脚</a:t>
            </a:r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5D99DD2A-B520-4620-9B43-64B657BA2D42}" type="slidenum">
              <a:rPr lang="en-US" altLang="zh-CN" smtClean="0">
                <a:solidFill>
                  <a:prstClr val="white"/>
                </a:solidFill>
              </a:rPr>
              <a:pPr/>
              <a:t>‹#›</a:t>
            </a:fld>
            <a:endParaRPr lang="zh-CN" altLang="en-U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1152892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带题注​的右侧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657974" y="995968"/>
            <a:ext cx="4848225" cy="1260000"/>
          </a:xfrm>
        </p:spPr>
        <p:txBody>
          <a:bodyPr rtlCol="0" anchor="ctr" anchorCtr="0">
            <a:normAutofit/>
          </a:bodyPr>
          <a:lstStyle>
            <a:lvl1pPr algn="l">
              <a:defRPr sz="3000" b="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</a:p>
        </p:txBody>
      </p:sp>
      <p:sp>
        <p:nvSpPr>
          <p:cNvPr id="14" name="图片占位符 2"/>
          <p:cNvSpPr>
            <a:spLocks noGrp="1" noChangeAspect="1"/>
          </p:cNvSpPr>
          <p:nvPr>
            <p:ph type="pic" idx="1" hasCustomPrompt="1"/>
          </p:nvPr>
        </p:nvSpPr>
        <p:spPr bwMode="blackGray">
          <a:xfrm>
            <a:off x="727574" y="914400"/>
            <a:ext cx="5749425" cy="4818185"/>
          </a:xfrm>
          <a:prstGeom prst="roundRect">
            <a:avLst>
              <a:gd name="adj" fmla="val 2371"/>
            </a:avLst>
          </a:prstGeom>
          <a:solidFill>
            <a:schemeClr val="bg2">
              <a:lumMod val="75000"/>
              <a:lumOff val="25000"/>
            </a:schemeClr>
          </a:solidFill>
          <a:ln w="28575" cap="sq" cmpd="sng">
            <a:solidFill>
              <a:schemeClr val="accent3">
                <a:lumMod val="50000"/>
              </a:schemeClr>
            </a:solidFill>
            <a:miter lim="800000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rtlCol="0" anchor="t">
            <a:normAutofit/>
          </a:bodyPr>
          <a:lstStyle>
            <a:lvl1pPr marL="0" indent="0" algn="ctr">
              <a:buNone/>
              <a:defRPr sz="16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zh-CN" altLang="en-US" noProof="0"/>
              <a:t>单击图标以添加图片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6657974" y="2255968"/>
            <a:ext cx="4848225" cy="3476617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8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zh-CN" altLang="en-US" noProof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6D5A3BD8-7515-4998-B35B-0833EDCAA3D0}" type="datetime1">
              <a:rPr lang="zh-CN" altLang="en-US" smtClean="0">
                <a:solidFill>
                  <a:prstClr val="white"/>
                </a:solidFill>
              </a:rPr>
              <a:pPr/>
              <a:t>2025/10/23</a:t>
            </a:fld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r>
              <a:rPr lang="zh-CN" altLang="en-US">
                <a:solidFill>
                  <a:prstClr val="white"/>
                </a:solidFill>
              </a:rPr>
              <a:t>添加页脚</a:t>
            </a:r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5D99DD2A-B520-4620-9B43-64B657BA2D42}" type="slidenum">
              <a:rPr lang="en-US" altLang="zh-CN" smtClean="0">
                <a:solidFill>
                  <a:prstClr val="white"/>
                </a:solidFill>
              </a:rPr>
              <a:pPr/>
              <a:t>‹#›</a:t>
            </a:fld>
            <a:endParaRPr lang="zh-CN" altLang="en-U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4638222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说明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 descr="Celestia-R1---OverlayContentHD.png">
            <a:extLst>
              <a:ext uri="{FF2B5EF4-FFF2-40B4-BE49-F238E27FC236}">
                <a16:creationId xmlns:a16="http://schemas.microsoft.com/office/drawing/2014/main" id="{A1E35E73-B2F7-41DF-AAD2-58E6BE2710D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840914" cy="1260000"/>
          </a:xfrm>
        </p:spPr>
        <p:txBody>
          <a:bodyPr rtlCol="0" anchor="ctr" anchorCtr="0">
            <a:normAutofit/>
          </a:bodyPr>
          <a:lstStyle>
            <a:lvl1pPr>
              <a:defRPr sz="30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685799" y="1881824"/>
            <a:ext cx="10840914" cy="1032826"/>
          </a:xfrm>
        </p:spPr>
        <p:txBody>
          <a:bodyPr rtlCol="0" anchor="t" anchorCtr="0">
            <a:noAutofit/>
          </a:bodyPr>
          <a:lstStyle>
            <a:lvl1pPr marL="0" indent="0">
              <a:buNone/>
              <a:defRPr sz="1800" b="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CN" altLang="en-US" noProof="0"/>
              <a:t>编辑母版文本样式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18281B91-EE7B-4529-A481-5FD2E4C316C8}" type="datetime1">
              <a:rPr lang="zh-CN" altLang="en-US" smtClean="0"/>
              <a:t>2025/10/23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r>
              <a:rPr lang="zh-CN" altLang="en-US"/>
              <a:t>添加页脚</a:t>
            </a:r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B47DAE59-9D63-4159-8F3E-560C31F19A8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16192" y="3837470"/>
            <a:ext cx="1310050" cy="959003"/>
          </a:xfrm>
        </p:spPr>
        <p:txBody>
          <a:bodyPr rtlCol="0">
            <a:noAutofit/>
          </a:bodyPr>
          <a:lstStyle>
            <a:lvl1pPr marL="0" indent="0" algn="ctr">
              <a:buNone/>
              <a:defRPr sz="12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3pPr algn="ctr">
              <a:defRPr sz="1200"/>
            </a:lvl3pPr>
            <a:lvl5pPr marL="1828800" indent="0">
              <a:buNone/>
              <a:defRPr/>
            </a:lvl5pPr>
          </a:lstStyle>
          <a:p>
            <a:pPr lvl="0" rtl="0"/>
            <a:r>
              <a:rPr lang="zh-CN" altLang="en-US" noProof="0"/>
              <a:t>编辑母版文本样式</a:t>
            </a:r>
          </a:p>
        </p:txBody>
      </p:sp>
      <p:sp>
        <p:nvSpPr>
          <p:cNvPr id="9" name="幻灯片编号占位符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5D99DD2A-B520-4620-9B43-64B657BA2D42}" type="slidenum">
              <a:rPr lang="en-US" altLang="zh-CN" smtClean="0"/>
              <a:pPr/>
              <a:t>‹#›</a:t>
            </a:fld>
            <a:endParaRPr lang="zh-CN" altLang="en-US"/>
          </a:p>
        </p:txBody>
      </p:sp>
      <p:sp>
        <p:nvSpPr>
          <p:cNvPr id="12" name="文本占位符 2">
            <a:extLst>
              <a:ext uri="{FF2B5EF4-FFF2-40B4-BE49-F238E27FC236}">
                <a16:creationId xmlns:a16="http://schemas.microsoft.com/office/drawing/2014/main" id="{4249143D-80A5-4E4C-BBFD-F253500CE226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685799" y="2914650"/>
            <a:ext cx="10840914" cy="502126"/>
          </a:xfrm>
        </p:spPr>
        <p:txBody>
          <a:bodyPr rtlCol="0" anchor="ctr" anchorCtr="0">
            <a:noAutofit/>
          </a:bodyPr>
          <a:lstStyle>
            <a:lvl1pPr marL="0" indent="0" algn="ctr">
              <a:buNone/>
              <a:defRPr sz="1800" b="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CN" altLang="en-US" noProof="0"/>
              <a:t>编辑母版文本样式</a:t>
            </a:r>
          </a:p>
        </p:txBody>
      </p:sp>
      <p:sp>
        <p:nvSpPr>
          <p:cNvPr id="20" name="文本占位符 5">
            <a:extLst>
              <a:ext uri="{FF2B5EF4-FFF2-40B4-BE49-F238E27FC236}">
                <a16:creationId xmlns:a16="http://schemas.microsoft.com/office/drawing/2014/main" id="{B06123F0-984B-4EF8-9945-3621C401B7A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465366" y="3837470"/>
            <a:ext cx="1310050" cy="959003"/>
          </a:xfrm>
        </p:spPr>
        <p:txBody>
          <a:bodyPr rtlCol="0">
            <a:noAutofit/>
          </a:bodyPr>
          <a:lstStyle>
            <a:lvl1pPr marL="0" indent="0" algn="ctr">
              <a:buNone/>
              <a:defRPr sz="12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3pPr algn="ctr">
              <a:defRPr sz="1200"/>
            </a:lvl3pPr>
            <a:lvl5pPr marL="1828800" indent="0">
              <a:buNone/>
              <a:defRPr/>
            </a:lvl5pPr>
          </a:lstStyle>
          <a:p>
            <a:pPr lvl="0" rtl="0"/>
            <a:r>
              <a:rPr lang="zh-CN" altLang="en-US" noProof="0"/>
              <a:t>编辑母版文本样式</a:t>
            </a:r>
          </a:p>
        </p:txBody>
      </p:sp>
      <p:sp>
        <p:nvSpPr>
          <p:cNvPr id="21" name="文本占位符 5">
            <a:extLst>
              <a:ext uri="{FF2B5EF4-FFF2-40B4-BE49-F238E27FC236}">
                <a16:creationId xmlns:a16="http://schemas.microsoft.com/office/drawing/2014/main" id="{A669C074-A9BE-4B07-ACEE-3B34AAC8B9E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548424" y="3837470"/>
            <a:ext cx="1310050" cy="959003"/>
          </a:xfrm>
        </p:spPr>
        <p:txBody>
          <a:bodyPr rtlCol="0">
            <a:noAutofit/>
          </a:bodyPr>
          <a:lstStyle>
            <a:lvl1pPr marL="0" indent="0" algn="ctr">
              <a:buNone/>
              <a:defRPr sz="12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3pPr algn="ctr">
              <a:defRPr sz="1200"/>
            </a:lvl3pPr>
            <a:lvl5pPr marL="1828800" indent="0">
              <a:buNone/>
              <a:defRPr/>
            </a:lvl5pPr>
          </a:lstStyle>
          <a:p>
            <a:pPr lvl="0" rtl="0"/>
            <a:r>
              <a:rPr lang="zh-CN" altLang="en-US" noProof="0"/>
              <a:t>编辑母版文本样式</a:t>
            </a:r>
          </a:p>
        </p:txBody>
      </p:sp>
      <p:sp>
        <p:nvSpPr>
          <p:cNvPr id="19" name="文本占位符 5">
            <a:extLst>
              <a:ext uri="{FF2B5EF4-FFF2-40B4-BE49-F238E27FC236}">
                <a16:creationId xmlns:a16="http://schemas.microsoft.com/office/drawing/2014/main" id="{84A40D78-D6DD-41A7-A132-9D48DF8649A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82308" y="3837470"/>
            <a:ext cx="1310050" cy="959003"/>
          </a:xfrm>
        </p:spPr>
        <p:txBody>
          <a:bodyPr rtlCol="0">
            <a:noAutofit/>
          </a:bodyPr>
          <a:lstStyle>
            <a:lvl1pPr marL="0" indent="0" algn="ctr">
              <a:buNone/>
              <a:defRPr sz="12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3pPr algn="ctr">
              <a:defRPr sz="1200"/>
            </a:lvl3pPr>
            <a:lvl5pPr marL="1828800" indent="0">
              <a:buNone/>
              <a:defRPr/>
            </a:lvl5pPr>
          </a:lstStyle>
          <a:p>
            <a:pPr lvl="0" rtl="0"/>
            <a:r>
              <a:rPr lang="zh-CN" altLang="en-US" noProof="0"/>
              <a:t>编辑母版文本样式</a:t>
            </a:r>
          </a:p>
        </p:txBody>
      </p:sp>
      <p:sp>
        <p:nvSpPr>
          <p:cNvPr id="18" name="文本占位符 5">
            <a:extLst>
              <a:ext uri="{FF2B5EF4-FFF2-40B4-BE49-F238E27FC236}">
                <a16:creationId xmlns:a16="http://schemas.microsoft.com/office/drawing/2014/main" id="{4A9CFAA7-850F-4C92-A9BE-56452E5CA04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299250" y="3837470"/>
            <a:ext cx="1310050" cy="959003"/>
          </a:xfrm>
        </p:spPr>
        <p:txBody>
          <a:bodyPr rtlCol="0">
            <a:noAutofit/>
          </a:bodyPr>
          <a:lstStyle>
            <a:lvl1pPr marL="0" indent="0" algn="ctr">
              <a:buNone/>
              <a:defRPr sz="12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3pPr algn="ctr">
              <a:defRPr sz="1200"/>
            </a:lvl3pPr>
            <a:lvl5pPr marL="1828800" indent="0">
              <a:buNone/>
              <a:defRPr/>
            </a:lvl5pPr>
          </a:lstStyle>
          <a:p>
            <a:pPr lvl="0" rtl="0"/>
            <a:r>
              <a:rPr lang="zh-CN" altLang="en-US" noProof="0"/>
              <a:t>编辑母版文本样式</a:t>
            </a:r>
          </a:p>
        </p:txBody>
      </p:sp>
      <p:cxnSp>
        <p:nvCxnSpPr>
          <p:cNvPr id="14" name="直接连接​符 13">
            <a:extLst>
              <a:ext uri="{FF2B5EF4-FFF2-40B4-BE49-F238E27FC236}">
                <a16:creationId xmlns:a16="http://schemas.microsoft.com/office/drawing/2014/main" id="{CC5A0CF1-9FE7-4149-97DC-5221639144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-185517" y="1242483"/>
            <a:ext cx="504000" cy="0"/>
          </a:xfrm>
          <a:prstGeom prst="line">
            <a:avLst/>
          </a:prstGeom>
          <a:ln w="127000" cap="sq">
            <a:solidFill>
              <a:schemeClr val="accent3"/>
            </a:solidFill>
            <a:miter lim="800000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9363929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带题注的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457326" y="995967"/>
            <a:ext cx="6238874" cy="1260000"/>
          </a:xfrm>
        </p:spPr>
        <p:txBody>
          <a:bodyPr rtlCol="0" anchor="ctr" anchorCtr="0">
            <a:noAutofit/>
          </a:bodyPr>
          <a:lstStyle>
            <a:lvl1pPr algn="r">
              <a:defRPr sz="3000" b="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</a:p>
        </p:txBody>
      </p:sp>
      <p:sp>
        <p:nvSpPr>
          <p:cNvPr id="14" name="图片占位符 2"/>
          <p:cNvSpPr>
            <a:spLocks noGrp="1" noChangeAspect="1"/>
          </p:cNvSpPr>
          <p:nvPr>
            <p:ph type="pic" idx="1" hasCustomPrompt="1"/>
          </p:nvPr>
        </p:nvSpPr>
        <p:spPr bwMode="blackGray">
          <a:xfrm>
            <a:off x="8014200" y="995968"/>
            <a:ext cx="3492000" cy="4866064"/>
          </a:xfrm>
          <a:prstGeom prst="roundRect">
            <a:avLst>
              <a:gd name="adj" fmla="val 2371"/>
            </a:avLst>
          </a:prstGeom>
          <a:solidFill>
            <a:schemeClr val="bg2">
              <a:lumMod val="75000"/>
              <a:lumOff val="25000"/>
            </a:schemeClr>
          </a:solidFill>
          <a:ln w="28575" cap="sq" cmpd="sng">
            <a:solidFill>
              <a:schemeClr val="accent3">
                <a:lumMod val="50000"/>
              </a:schemeClr>
            </a:solidFill>
            <a:miter lim="800000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rtlCol="0" anchor="t">
            <a:normAutofit/>
          </a:bodyPr>
          <a:lstStyle>
            <a:lvl1pPr marL="0" indent="0" algn="ctr">
              <a:buNone/>
              <a:defRPr sz="16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zh-CN" altLang="en-US" noProof="0"/>
              <a:t>单击图标，添加图片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1085849" y="2255967"/>
            <a:ext cx="6610351" cy="3476618"/>
          </a:xfrm>
        </p:spPr>
        <p:txBody>
          <a:bodyPr rtlCol="0" anchor="t">
            <a:normAutofit/>
          </a:bodyPr>
          <a:lstStyle>
            <a:lvl1pPr marL="0" indent="0" algn="r">
              <a:buNone/>
              <a:defRPr sz="18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zh-CN" altLang="en-US" noProof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314FB743-A22B-473D-8D8F-3D42015F24A0}" type="datetime1">
              <a:rPr lang="zh-CN" altLang="en-US" smtClean="0"/>
              <a:t>2025/10/23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r>
              <a:rPr lang="zh-CN" altLang="en-US"/>
              <a:t>添加页脚</a:t>
            </a:r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5D99DD2A-B520-4620-9B43-64B657BA2D42}" type="slidenum">
              <a:rPr lang="en-US" altLang="zh-CN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6938257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带题注​的右侧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657974" y="995968"/>
            <a:ext cx="4848225" cy="1260000"/>
          </a:xfrm>
        </p:spPr>
        <p:txBody>
          <a:bodyPr rtlCol="0" anchor="ctr" anchorCtr="0">
            <a:normAutofit/>
          </a:bodyPr>
          <a:lstStyle>
            <a:lvl1pPr algn="l">
              <a:defRPr sz="3000" b="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</a:p>
        </p:txBody>
      </p:sp>
      <p:sp>
        <p:nvSpPr>
          <p:cNvPr id="14" name="图片占位符 2"/>
          <p:cNvSpPr>
            <a:spLocks noGrp="1" noChangeAspect="1"/>
          </p:cNvSpPr>
          <p:nvPr>
            <p:ph type="pic" idx="1" hasCustomPrompt="1"/>
          </p:nvPr>
        </p:nvSpPr>
        <p:spPr bwMode="blackGray">
          <a:xfrm>
            <a:off x="727574" y="914400"/>
            <a:ext cx="5749425" cy="4818185"/>
          </a:xfrm>
          <a:prstGeom prst="roundRect">
            <a:avLst>
              <a:gd name="adj" fmla="val 2371"/>
            </a:avLst>
          </a:prstGeom>
          <a:solidFill>
            <a:schemeClr val="bg2">
              <a:lumMod val="75000"/>
              <a:lumOff val="25000"/>
            </a:schemeClr>
          </a:solidFill>
          <a:ln w="28575" cap="sq" cmpd="sng">
            <a:solidFill>
              <a:schemeClr val="accent3">
                <a:lumMod val="50000"/>
              </a:schemeClr>
            </a:solidFill>
            <a:miter lim="800000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rtlCol="0" anchor="t">
            <a:normAutofit/>
          </a:bodyPr>
          <a:lstStyle>
            <a:lvl1pPr marL="0" indent="0" algn="ctr">
              <a:buNone/>
              <a:defRPr sz="16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zh-CN" altLang="en-US" noProof="0"/>
              <a:t>单击图标以添加图片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6657974" y="2255968"/>
            <a:ext cx="4848225" cy="3476617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8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zh-CN" altLang="en-US" noProof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6D5A3BD8-7515-4998-B35B-0833EDCAA3D0}" type="datetime1">
              <a:rPr lang="zh-CN" altLang="en-US" smtClean="0"/>
              <a:t>2025/10/23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r>
              <a:rPr lang="zh-CN" altLang="en-US"/>
              <a:t>添加页脚</a:t>
            </a:r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5D99DD2A-B520-4620-9B43-64B657BA2D42}" type="slidenum">
              <a:rPr lang="en-US" altLang="zh-CN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329592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09600"/>
            <a:ext cx="103632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  <a:endParaRPr lang="en-US" altLang="zh-CN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1981200"/>
            <a:ext cx="10363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altLang="zh-CN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248400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ea typeface="宋体" pitchFamily="2" charset="-122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ea typeface="宋体" pitchFamily="2" charset="-122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ea typeface="宋体" pitchFamily="2" charset="-122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A59AD62C-EAA7-4D5D-9E4E-F3C1DEE386C7}" type="slidenum">
              <a:rPr lang="zh-CN" altLang="en-US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690908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2" r:id="rId1"/>
    <p:sldLayoutId id="2147483683" r:id="rId2"/>
    <p:sldLayoutId id="2147483684" r:id="rId3"/>
    <p:sldLayoutId id="2147483685" r:id="rId4"/>
    <p:sldLayoutId id="2147483686" r:id="rId5"/>
    <p:sldLayoutId id="2147483687" r:id="rId6"/>
    <p:sldLayoutId id="2147483688" r:id="rId7"/>
    <p:sldLayoutId id="2147483689" r:id="rId8"/>
    <p:sldLayoutId id="2147483690" r:id="rId9"/>
    <p:sldLayoutId id="2147483691" r:id="rId10"/>
    <p:sldLayoutId id="2147483692" r:id="rId11"/>
    <p:sldLayoutId id="2147483693" r:id="rId12"/>
    <p:sldLayoutId id="2147483694" r:id="rId13"/>
    <p:sldLayoutId id="2147483695" r:id="rId14"/>
    <p:sldLayoutId id="2147483696" r:id="rId15"/>
    <p:sldLayoutId id="2147483697" r:id="rId16"/>
    <p:sldLayoutId id="2147483698" r:id="rId17"/>
    <p:sldLayoutId id="2147483699" r:id="rId18"/>
    <p:sldLayoutId id="2147483700" r:id="rId19"/>
    <p:sldLayoutId id="2147483701" r:id="rId20"/>
    <p:sldLayoutId id="2147483702" r:id="rId21"/>
    <p:sldLayoutId id="2147483703" r:id="rId22"/>
    <p:sldLayoutId id="2147483704" r:id="rId23"/>
    <p:sldLayoutId id="2147483679" r:id="rId24"/>
    <p:sldLayoutId id="2147483669" r:id="rId25"/>
    <p:sldLayoutId id="2147483680" r:id="rId26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宋体" pitchFamily="2" charset="-122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宋体" pitchFamily="2" charset="-122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宋体" pitchFamily="2" charset="-122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宋体" pitchFamily="2" charset="-122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宋体" pitchFamily="2" charset="-122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宋体" pitchFamily="2" charset="-122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宋体" pitchFamily="2" charset="-122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宋体" pitchFamily="2" charset="-122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31305F2-4D75-4D76-BA59-F00627AB83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CN" altLang="en-US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如何使用此模板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8CB4E0E-ECE5-4628-8AFC-87C9EFB084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rtl="0"/>
            <a:r>
              <a:rPr lang="zh-CN" altLang="en-US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按照每张幻灯片上的说明创建演示文稿。</a:t>
            </a:r>
          </a:p>
          <a:p>
            <a:pPr rtl="0"/>
            <a:r>
              <a:rPr lang="zh-CN" altLang="en-US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请记住 </a:t>
            </a:r>
            <a:r>
              <a:rPr lang="en-US" altLang="zh-CN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PowerPoint </a:t>
            </a:r>
            <a:r>
              <a:rPr lang="zh-CN" altLang="en-US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是演示文稿的视觉效果。每张幻灯片上的文字仅作为论点（而不是你要说的所有内容）。</a:t>
            </a:r>
          </a:p>
          <a:p>
            <a:pPr rtl="0"/>
            <a:r>
              <a:rPr lang="zh-CN" altLang="en-US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图像和图形可增加趣味；请务必在适当时将其添加到幻灯片。</a:t>
            </a:r>
          </a:p>
          <a:p>
            <a:pPr rtl="0"/>
            <a:r>
              <a:rPr lang="zh-CN" altLang="en-US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仔细选择切换和动画。（希望受众如何专注于内容，而不是效果。）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964FC16-E9FB-469F-90C3-177A60236474}"/>
              </a:ext>
            </a:extLst>
          </p:cNvPr>
          <p:cNvSpPr txBox="1"/>
          <p:nvPr/>
        </p:nvSpPr>
        <p:spPr>
          <a:xfrm>
            <a:off x="3414573" y="685602"/>
            <a:ext cx="4191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zh-CN" altLang="en-US" sz="6600" b="1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？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3277024B-DB97-437B-AFB7-ADCC676861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6335" y="-1"/>
            <a:ext cx="12228335" cy="6873069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BD8A8358-EA86-4F42-A7A2-D6F9EB98ACC3}"/>
              </a:ext>
            </a:extLst>
          </p:cNvPr>
          <p:cNvSpPr txBox="1"/>
          <p:nvPr/>
        </p:nvSpPr>
        <p:spPr>
          <a:xfrm>
            <a:off x="2054214" y="2148938"/>
            <a:ext cx="5669548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b="1" dirty="0"/>
              <a:t>理 想 国</a:t>
            </a:r>
            <a:endParaRPr lang="en-US" altLang="zh-CN" sz="4000" b="1" dirty="0"/>
          </a:p>
          <a:p>
            <a:pPr algn="r"/>
            <a:endParaRPr lang="en-US" altLang="zh-CN" sz="3200" dirty="0"/>
          </a:p>
          <a:p>
            <a:pPr algn="ctr"/>
            <a:r>
              <a:rPr lang="zh-CN" altLang="en-US" sz="3200" dirty="0"/>
              <a:t>第九卷</a:t>
            </a:r>
            <a:endParaRPr lang="en-US" altLang="zh-CN" sz="32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61578" y="403500"/>
            <a:ext cx="4730422" cy="39058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2054214" y="4221804"/>
            <a:ext cx="489133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9.1 </a:t>
            </a:r>
            <a:r>
              <a:rPr lang="zh-CN" altLang="en-US" sz="2000" b="1" dirty="0"/>
              <a:t>僭主政体式的个人是什么样的</a:t>
            </a:r>
            <a:endParaRPr lang="en-US" altLang="zh-CN" sz="2000" b="1" dirty="0"/>
          </a:p>
          <a:p>
            <a:r>
              <a:rPr lang="en-US" altLang="zh-CN" sz="2000" b="1" dirty="0"/>
              <a:t>9.2 </a:t>
            </a:r>
            <a:r>
              <a:rPr lang="zh-CN" altLang="en-US" sz="2000" b="1" dirty="0"/>
              <a:t>僭主政治体式的人为什么不幸</a:t>
            </a:r>
            <a:endParaRPr lang="en-US" altLang="zh-CN" sz="2000" b="1" dirty="0"/>
          </a:p>
          <a:p>
            <a:r>
              <a:rPr lang="en-US" altLang="zh-CN" sz="2000" b="1" dirty="0"/>
              <a:t>9.3 </a:t>
            </a:r>
            <a:r>
              <a:rPr lang="zh-CN" altLang="en-US" sz="2000" b="1" dirty="0"/>
              <a:t>理性论证为什么僭主离幸福最远</a:t>
            </a:r>
          </a:p>
        </p:txBody>
      </p:sp>
    </p:spTree>
    <p:extLst>
      <p:ext uri="{BB962C8B-B14F-4D97-AF65-F5344CB8AC3E}">
        <p14:creationId xmlns:p14="http://schemas.microsoft.com/office/powerpoint/2010/main" val="8626564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6488644" y="1869601"/>
            <a:ext cx="4795441" cy="3921600"/>
          </a:xfrm>
        </p:spPr>
        <p:txBody>
          <a:bodyPr/>
          <a:lstStyle/>
          <a:p>
            <a:r>
              <a:rPr lang="en-US" altLang="zh-CN" sz="2000" b="1" dirty="0"/>
              <a:t>9.1 </a:t>
            </a:r>
            <a:r>
              <a:rPr lang="zh-CN" altLang="en-US" sz="2000" b="1" dirty="0"/>
              <a:t>僭主政体式的人是什么样的</a:t>
            </a:r>
            <a:endParaRPr lang="en-US" altLang="zh-CN" sz="2000" b="1" dirty="0"/>
          </a:p>
          <a:p>
            <a:r>
              <a:rPr lang="zh-CN" altLang="en-US" sz="2000" b="1" dirty="0"/>
              <a:t>第九卷主要讨论僭主政体式的人是什么样子的，以及他为什么是最不幸的人。</a:t>
            </a:r>
            <a:endParaRPr lang="en-US" altLang="zh-CN" sz="2000" b="1" dirty="0"/>
          </a:p>
          <a:p>
            <a:r>
              <a:rPr lang="en-US" altLang="zh-CN" sz="2000" b="1" dirty="0"/>
              <a:t>9.1.1 </a:t>
            </a:r>
            <a:r>
              <a:rPr lang="zh-CN" altLang="en-US" sz="2000" b="1" dirty="0"/>
              <a:t>不法的欲望</a:t>
            </a:r>
            <a:endParaRPr lang="en-US" altLang="zh-CN" sz="2000" b="1" dirty="0"/>
          </a:p>
          <a:p>
            <a:r>
              <a:rPr lang="zh-CN" altLang="en-US" sz="2000" b="1" dirty="0"/>
              <a:t>柏拉图将僭主描述为“不法的欲望”占据灵魂统治地位的人，因此讨论从欲望开始。</a:t>
            </a:r>
          </a:p>
          <a:p>
            <a:endParaRPr lang="zh-CN" alt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532" y="498240"/>
            <a:ext cx="5521307" cy="35971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/>
          <p:cNvSpPr/>
          <p:nvPr/>
        </p:nvSpPr>
        <p:spPr>
          <a:xfrm>
            <a:off x="1050587" y="758757"/>
            <a:ext cx="4795736" cy="56420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Rectangle 5"/>
          <p:cNvSpPr/>
          <p:nvPr/>
        </p:nvSpPr>
        <p:spPr>
          <a:xfrm>
            <a:off x="1050587" y="3122579"/>
            <a:ext cx="4795736" cy="85603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81603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88644" y="1869601"/>
            <a:ext cx="4737075" cy="3921600"/>
          </a:xfrm>
        </p:spPr>
        <p:txBody>
          <a:bodyPr/>
          <a:lstStyle/>
          <a:p>
            <a:r>
              <a:rPr lang="zh-CN" altLang="en-US" sz="2000" b="1" dirty="0"/>
              <a:t>什么是不法的欲望呢？是在日常生活中被理性和礼法压抑的、兽性的欲望。这种欲望，通常只在人们的梦中出现。而一个有品德的人，会通过催眠这种兽性欲望，甚至使得自己在梦中也不会遭遇这种欲望。</a:t>
            </a:r>
            <a:endParaRPr lang="en-US" altLang="zh-CN" sz="2000" b="1" dirty="0"/>
          </a:p>
          <a:p>
            <a:endParaRPr lang="zh-CN" alt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9299" y="311556"/>
            <a:ext cx="5441983" cy="55055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Rectangle 4"/>
          <p:cNvSpPr/>
          <p:nvPr/>
        </p:nvSpPr>
        <p:spPr>
          <a:xfrm>
            <a:off x="429299" y="1410511"/>
            <a:ext cx="4911186" cy="192607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Rectangle 5"/>
          <p:cNvSpPr/>
          <p:nvPr/>
        </p:nvSpPr>
        <p:spPr>
          <a:xfrm>
            <a:off x="429299" y="3871609"/>
            <a:ext cx="4794454" cy="120622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0725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4713861"/>
            <a:ext cx="5040000" cy="107734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88644" y="1869601"/>
            <a:ext cx="4591160" cy="3921600"/>
          </a:xfrm>
        </p:spPr>
        <p:txBody>
          <a:bodyPr/>
          <a:lstStyle/>
          <a:p>
            <a:r>
              <a:rPr lang="zh-CN" altLang="en-US" sz="2000" b="1" dirty="0"/>
              <a:t>兽性在每个人身上都存在，这也就是人们为什么要培养良好品德，建立正义的灵魂秩序，以克制和安抚欲望。</a:t>
            </a:r>
          </a:p>
          <a:p>
            <a:endParaRPr lang="zh-CN" alt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7016" y="218061"/>
            <a:ext cx="5495925" cy="449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/>
          <p:cNvSpPr/>
          <p:nvPr/>
        </p:nvSpPr>
        <p:spPr>
          <a:xfrm>
            <a:off x="1031132" y="321013"/>
            <a:ext cx="4834647" cy="178016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Rectangle 5"/>
          <p:cNvSpPr/>
          <p:nvPr/>
        </p:nvSpPr>
        <p:spPr>
          <a:xfrm>
            <a:off x="1031132" y="2548647"/>
            <a:ext cx="4834647" cy="79280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96235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88644" y="1869601"/>
            <a:ext cx="4805169" cy="3921600"/>
          </a:xfrm>
        </p:spPr>
        <p:txBody>
          <a:bodyPr/>
          <a:lstStyle/>
          <a:p>
            <a:r>
              <a:rPr lang="en-US" altLang="zh-CN" sz="2000" b="1" dirty="0"/>
              <a:t>9.1.2</a:t>
            </a:r>
            <a:r>
              <a:rPr lang="zh-CN" altLang="en-US" sz="2000" b="1" dirty="0"/>
              <a:t>僭主政体式的人怎样从民主制的城邦中产生</a:t>
            </a:r>
            <a:endParaRPr lang="en-US" altLang="zh-CN" sz="2000" b="1" dirty="0"/>
          </a:p>
          <a:p>
            <a:r>
              <a:rPr lang="zh-CN" altLang="en-US" sz="2000" b="1" dirty="0"/>
              <a:t>寡头政体式的人，为必要的欲望所主宰，民主政体式的人，为所有欲望所主宰，为了“绝对的自由”，而僭主政体式的人，则被植入一种情欲或激情，来引导所有其他欲望。让他对欲望永远不能感动满足，并且越来越无耻，直到疯狂。</a:t>
            </a:r>
            <a:endParaRPr lang="en-US" altLang="zh-CN" sz="2000" b="1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399" y="192088"/>
            <a:ext cx="5340350" cy="6473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Rectangle 4"/>
          <p:cNvSpPr/>
          <p:nvPr/>
        </p:nvSpPr>
        <p:spPr>
          <a:xfrm>
            <a:off x="632399" y="4445540"/>
            <a:ext cx="4746997" cy="65175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Rectangle 5"/>
          <p:cNvSpPr/>
          <p:nvPr/>
        </p:nvSpPr>
        <p:spPr>
          <a:xfrm>
            <a:off x="632399" y="5593404"/>
            <a:ext cx="4746997" cy="54474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020976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3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88644" y="1869601"/>
            <a:ext cx="4659254" cy="3921600"/>
          </a:xfrm>
        </p:spPr>
        <p:txBody>
          <a:bodyPr/>
          <a:lstStyle/>
          <a:p>
            <a:r>
              <a:rPr lang="zh-CN" altLang="en-US" sz="2000" b="1" dirty="0"/>
              <a:t>人们从古到今也就是把激烈的情欲或是爱（</a:t>
            </a:r>
            <a:r>
              <a:rPr lang="en-US" altLang="zh-CN" sz="2000" b="1" dirty="0"/>
              <a:t>Eros</a:t>
            </a:r>
            <a:r>
              <a:rPr lang="zh-CN" altLang="en-US" sz="2000" b="1" dirty="0"/>
              <a:t>）说成是一个僭主的。（第一卷诗人索福克勒斯说晚年没有情欲是摆脱了僭主的统治）</a:t>
            </a:r>
            <a:endParaRPr lang="en-US" altLang="zh-CN" sz="2000" b="1" dirty="0"/>
          </a:p>
          <a:p>
            <a:endParaRPr lang="en-US" altLang="zh-CN" dirty="0"/>
          </a:p>
          <a:p>
            <a:endParaRPr lang="zh-CN" altLang="en-US" dirty="0"/>
          </a:p>
          <a:p>
            <a:endParaRPr lang="zh-CN" alt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7568" y="123825"/>
            <a:ext cx="5419725" cy="6724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/>
          <p:cNvSpPr/>
          <p:nvPr/>
        </p:nvSpPr>
        <p:spPr>
          <a:xfrm>
            <a:off x="1060315" y="807396"/>
            <a:ext cx="4747098" cy="89494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1128409" y="2971800"/>
            <a:ext cx="149805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1060315" y="3486150"/>
            <a:ext cx="4747098" cy="43409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Rectangle 8"/>
          <p:cNvSpPr/>
          <p:nvPr/>
        </p:nvSpPr>
        <p:spPr>
          <a:xfrm>
            <a:off x="963038" y="4893014"/>
            <a:ext cx="4844375" cy="5739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204950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1" animBg="1"/>
      <p:bldP spid="8" grpId="0" animBg="1"/>
      <p:bldP spid="9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zh-CN" alt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2283" y="276292"/>
            <a:ext cx="5449888" cy="5700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5173" y="0"/>
            <a:ext cx="5303838" cy="6761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646853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40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88644" y="1869601"/>
            <a:ext cx="4853807" cy="3921600"/>
          </a:xfrm>
        </p:spPr>
        <p:txBody>
          <a:bodyPr>
            <a:normAutofit/>
          </a:bodyPr>
          <a:lstStyle/>
          <a:p>
            <a:r>
              <a:rPr lang="zh-CN" altLang="en-US" sz="2000" b="1" dirty="0"/>
              <a:t>僭主政体式的人，因为欲望永远无法满足，所以会逐渐开始用不法的方式，掠夺财物，来满足自己的欲望（实际得不到满足）。</a:t>
            </a:r>
            <a:endParaRPr lang="en-US" altLang="zh-CN" sz="2000" b="1" dirty="0"/>
          </a:p>
          <a:p>
            <a:r>
              <a:rPr lang="zh-CN" altLang="en-US" sz="2000" b="1" dirty="0"/>
              <a:t>所以他的激烈的欲望将人引向一切凶恶、厚颜无耻的事。</a:t>
            </a:r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6136" y="93426"/>
            <a:ext cx="5600700" cy="5581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/>
          <p:cNvSpPr/>
          <p:nvPr/>
        </p:nvSpPr>
        <p:spPr>
          <a:xfrm>
            <a:off x="564204" y="3035030"/>
            <a:ext cx="4756826" cy="93385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488414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0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7411" y="165708"/>
            <a:ext cx="4816070" cy="64071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03423" y="165707"/>
            <a:ext cx="5324475" cy="6296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/>
          <p:cNvSpPr/>
          <p:nvPr/>
        </p:nvSpPr>
        <p:spPr>
          <a:xfrm>
            <a:off x="6303423" y="447472"/>
            <a:ext cx="5204398" cy="96303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Rectangle 5"/>
          <p:cNvSpPr/>
          <p:nvPr/>
        </p:nvSpPr>
        <p:spPr>
          <a:xfrm>
            <a:off x="6303423" y="2373549"/>
            <a:ext cx="4883386" cy="56420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Rectangle 6"/>
          <p:cNvSpPr/>
          <p:nvPr/>
        </p:nvSpPr>
        <p:spPr>
          <a:xfrm>
            <a:off x="6303423" y="1692613"/>
            <a:ext cx="4737471" cy="47665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9" name="Straight Connector 8"/>
          <p:cNvCxnSpPr/>
          <p:nvPr/>
        </p:nvCxnSpPr>
        <p:spPr>
          <a:xfrm flipV="1">
            <a:off x="7003915" y="3579779"/>
            <a:ext cx="2577830" cy="2918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935883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5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88644" y="1838528"/>
            <a:ext cx="4989994" cy="3952673"/>
          </a:xfrm>
        </p:spPr>
        <p:txBody>
          <a:bodyPr/>
          <a:lstStyle/>
          <a:p>
            <a:r>
              <a:rPr lang="zh-CN" altLang="en-US" sz="2000" b="1" dirty="0"/>
              <a:t>僭主从来没有朋友，也绝对不是任何人的朋友。相反，或者专横压制别人，或者是他人的奴颜婢膝的奴隶。僭主政体式的天性是永远尝味不到真正的自由和友谊</a:t>
            </a:r>
            <a:r>
              <a:rPr lang="en-US" altLang="zh-CN" sz="2000" b="1" dirty="0"/>
              <a:t>576a</a:t>
            </a:r>
            <a:r>
              <a:rPr lang="zh-CN" altLang="en-US" sz="2000" b="1" dirty="0"/>
              <a:t>。他们是最不正义的人，无信仰的人。苏格拉底说他们是清醒地活在梦境中的人（即离真实最远）</a:t>
            </a:r>
            <a:endParaRPr lang="en-US" altLang="zh-CN" sz="2000" b="1" dirty="0"/>
          </a:p>
          <a:p>
            <a:r>
              <a:rPr lang="zh-CN" altLang="en-US" sz="2000" b="1" dirty="0"/>
              <a:t>现在的问题是，僭主和哲学家，究竟谁更快乐幸福？</a:t>
            </a:r>
            <a:endParaRPr lang="en-US" altLang="zh-CN" sz="2000" b="1" dirty="0"/>
          </a:p>
          <a:p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9125" y="214616"/>
            <a:ext cx="5476875" cy="6000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/>
          <p:cNvSpPr/>
          <p:nvPr/>
        </p:nvSpPr>
        <p:spPr>
          <a:xfrm>
            <a:off x="1206230" y="2042809"/>
            <a:ext cx="4786008" cy="52529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551717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6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840914" cy="606560"/>
          </a:xfrm>
        </p:spPr>
        <p:txBody>
          <a:bodyPr>
            <a:normAutofit/>
          </a:bodyPr>
          <a:lstStyle/>
          <a:p>
            <a:r>
              <a:rPr lang="en-US" altLang="zh-CN" sz="2400" dirty="0"/>
              <a:t>9.2 </a:t>
            </a:r>
            <a:r>
              <a:rPr lang="zh-CN" altLang="en-US" sz="2400" dirty="0"/>
              <a:t>僭主为什么不幸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8571" y="1216160"/>
            <a:ext cx="5334000" cy="5505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8217" y="106126"/>
            <a:ext cx="5049060" cy="67569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Rectangle 4"/>
          <p:cNvSpPr/>
          <p:nvPr/>
        </p:nvSpPr>
        <p:spPr>
          <a:xfrm>
            <a:off x="6877455" y="1595336"/>
            <a:ext cx="4649822" cy="73930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Rectangle 5"/>
          <p:cNvSpPr/>
          <p:nvPr/>
        </p:nvSpPr>
        <p:spPr>
          <a:xfrm>
            <a:off x="6877455" y="2597285"/>
            <a:ext cx="4572000" cy="43774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Rectangle 6"/>
          <p:cNvSpPr/>
          <p:nvPr/>
        </p:nvSpPr>
        <p:spPr>
          <a:xfrm>
            <a:off x="6877455" y="3968885"/>
            <a:ext cx="4610911" cy="71984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Rectangle 7"/>
          <p:cNvSpPr/>
          <p:nvPr/>
        </p:nvSpPr>
        <p:spPr>
          <a:xfrm>
            <a:off x="6877455" y="5330757"/>
            <a:ext cx="4610911" cy="52529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48481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5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Autofit/>
          </a:bodyPr>
          <a:lstStyle/>
          <a:p>
            <a:r>
              <a:rPr lang="zh-CN" altLang="en-US" sz="2000" b="1" dirty="0"/>
              <a:t>僭主的城邦是一个极度奴役的城邦（</a:t>
            </a:r>
            <a:r>
              <a:rPr lang="en-US" altLang="zh-CN" sz="2000" b="1" dirty="0"/>
              <a:t>577c</a:t>
            </a:r>
            <a:r>
              <a:rPr lang="zh-CN" altLang="en-US" sz="2000" b="1" dirty="0"/>
              <a:t>）</a:t>
            </a:r>
            <a:r>
              <a:rPr lang="en-US" altLang="zh-CN" sz="2000" b="1" dirty="0"/>
              <a:t>,</a:t>
            </a:r>
            <a:r>
              <a:rPr lang="zh-CN" altLang="en-US" sz="2000" b="1" dirty="0"/>
              <a:t>而僭主政体式的灵魂中，最好的部分受到奴役，他极端无教养，永远被疯狂的激情所驱使，充满混乱和烦恼。永远贫穷和不满足</a:t>
            </a:r>
            <a:r>
              <a:rPr lang="en-US" altLang="zh-CN" sz="2000" b="1" dirty="0"/>
              <a:t>577e </a:t>
            </a:r>
            <a:r>
              <a:rPr lang="zh-CN" altLang="en-US" sz="2000" b="1" dirty="0"/>
              <a:t>。</a:t>
            </a:r>
            <a:endParaRPr lang="en-US" altLang="zh-CN" sz="2000" b="1" dirty="0"/>
          </a:p>
          <a:p>
            <a:r>
              <a:rPr lang="zh-CN" altLang="en-US" sz="2000" b="1" dirty="0"/>
              <a:t>他的天性充满着无数的、各式各样的恐惧和激情，在他身体内的秩序很坏，他不能统治自己，却试图要去统治他人。真正的僭主其实是一个真实的奴隶，必然是妒忌的，无信仰的，不正义的，无友谊的，不虔敬的，是一切恶德的接纳者和助长者，而且会使身边的人都变得和他一样。</a:t>
            </a:r>
            <a:r>
              <a:rPr lang="en-US" altLang="zh-CN" sz="2000" b="1" dirty="0"/>
              <a:t>579a-580a</a:t>
            </a:r>
            <a:endParaRPr lang="zh-CN" altLang="en-US" sz="2000" b="1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zh-CN" altLang="en-US" dirty="0"/>
          </a:p>
        </p:txBody>
      </p:sp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83549" y="169423"/>
            <a:ext cx="5400675" cy="6286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/>
          <p:cNvSpPr/>
          <p:nvPr/>
        </p:nvSpPr>
        <p:spPr>
          <a:xfrm>
            <a:off x="6293796" y="5029200"/>
            <a:ext cx="4776281" cy="68093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169768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7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5059193"/>
            <a:ext cx="5040000" cy="732008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4027" y="106193"/>
            <a:ext cx="5476875" cy="495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31174" y="106193"/>
            <a:ext cx="5391150" cy="6219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/>
          <p:cNvSpPr/>
          <p:nvPr/>
        </p:nvSpPr>
        <p:spPr>
          <a:xfrm>
            <a:off x="6332706" y="4445540"/>
            <a:ext cx="4756826" cy="177043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Rectangle 5"/>
          <p:cNvSpPr/>
          <p:nvPr/>
        </p:nvSpPr>
        <p:spPr>
          <a:xfrm>
            <a:off x="875489" y="282102"/>
            <a:ext cx="4931924" cy="9144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1215957" y="4630366"/>
            <a:ext cx="4494179" cy="3891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929121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8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" dur="500"/>
                                        <p:tgtEl>
                                          <p:spTgt spid="8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7429" y="38100"/>
            <a:ext cx="5378078" cy="67202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50832" y="115516"/>
            <a:ext cx="5410200" cy="4914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/>
          <p:cNvSpPr/>
          <p:nvPr/>
        </p:nvSpPr>
        <p:spPr>
          <a:xfrm>
            <a:off x="914400" y="992221"/>
            <a:ext cx="4893013" cy="126459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Rectangle 5"/>
          <p:cNvSpPr/>
          <p:nvPr/>
        </p:nvSpPr>
        <p:spPr>
          <a:xfrm>
            <a:off x="992221" y="4163438"/>
            <a:ext cx="4727643" cy="123541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1955260" y="6575898"/>
            <a:ext cx="3852153" cy="3891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6250832" y="3550596"/>
            <a:ext cx="4955432" cy="108949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Rectangle 9"/>
          <p:cNvSpPr/>
          <p:nvPr/>
        </p:nvSpPr>
        <p:spPr>
          <a:xfrm>
            <a:off x="6400800" y="1459149"/>
            <a:ext cx="4805464" cy="98249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453412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9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9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9" grpId="0" animBg="1"/>
      <p:bldP spid="10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46323" y="1070043"/>
            <a:ext cx="5457217" cy="5515692"/>
          </a:xfrm>
        </p:spPr>
        <p:txBody>
          <a:bodyPr>
            <a:normAutofit/>
          </a:bodyPr>
          <a:lstStyle/>
          <a:p>
            <a:r>
              <a:rPr lang="zh-CN" altLang="en-US" sz="2000" b="1" dirty="0"/>
              <a:t>格劳康判断说，僭主政体式的人最不正义，最不幸福。之后，苏格拉底还提出了更理论性的论证。</a:t>
            </a:r>
            <a:endParaRPr lang="en-US" altLang="zh-CN" sz="2000" b="1" dirty="0"/>
          </a:p>
          <a:p>
            <a:r>
              <a:rPr lang="en-US" altLang="zh-CN" sz="2000" b="1" dirty="0"/>
              <a:t>9.3 </a:t>
            </a:r>
            <a:r>
              <a:rPr lang="zh-CN" altLang="en-US" sz="2000" b="1" dirty="0"/>
              <a:t>理性论证：为什么僭主政体式的人最不幸</a:t>
            </a:r>
            <a:endParaRPr lang="en-US" altLang="zh-CN" sz="2000" b="1" dirty="0"/>
          </a:p>
          <a:p>
            <a:r>
              <a:rPr lang="zh-CN" altLang="en-US" sz="2000" b="1" dirty="0"/>
              <a:t>苏格拉底首先对灵魂进行了分析。</a:t>
            </a:r>
            <a:endParaRPr lang="en-US" altLang="zh-CN" sz="2000" b="1" dirty="0"/>
          </a:p>
          <a:p>
            <a:r>
              <a:rPr lang="en-US" altLang="zh-CN" sz="2000" b="1" dirty="0"/>
              <a:t>9.3.1</a:t>
            </a:r>
            <a:endParaRPr lang="zh-CN" altLang="en-US" sz="2000" b="1" dirty="0"/>
          </a:p>
          <a:p>
            <a:r>
              <a:rPr lang="en-US" altLang="zh-CN" sz="2000" b="1" dirty="0"/>
              <a:t>1,</a:t>
            </a:r>
            <a:r>
              <a:rPr lang="zh-CN" altLang="en-US" sz="2000" b="1" dirty="0"/>
              <a:t>灵魂的三个部分各有各的愿望与快乐：即认知、意气和欲望的部分，它们都是驱动行为的力量。这就是说，有理性的愿望，也有身体的欲望，以及意气的欲望。灵魂的三个部分各有自己追求的价值，以及实现自己愿望的理智手段。 </a:t>
            </a:r>
          </a:p>
          <a:p>
            <a:r>
              <a:rPr lang="en-US" altLang="zh-CN" sz="2000" b="1" dirty="0"/>
              <a:t>2, </a:t>
            </a:r>
            <a:r>
              <a:rPr lang="zh-CN" altLang="en-US" sz="2000" b="1" dirty="0"/>
              <a:t>相对应的也就有爱利得的，爱荣誉的与爱知识的三种人。他们都认为自己的生活是最快乐的。</a:t>
            </a:r>
          </a:p>
          <a:p>
            <a:endParaRPr lang="zh-CN" altLang="en-US" sz="2000" dirty="0"/>
          </a:p>
          <a:p>
            <a:endParaRPr lang="zh-CN" altLang="en-US" dirty="0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6780" y="134904"/>
            <a:ext cx="4784522" cy="63068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/>
          <p:cNvSpPr/>
          <p:nvPr/>
        </p:nvSpPr>
        <p:spPr>
          <a:xfrm>
            <a:off x="963038" y="2957208"/>
            <a:ext cx="4250988" cy="42801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885217" y="2441643"/>
            <a:ext cx="4328809" cy="5836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885217" y="3618689"/>
            <a:ext cx="4328809" cy="150778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215957" y="5573949"/>
            <a:ext cx="3881337" cy="2918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1741251" y="6264613"/>
            <a:ext cx="2986392" cy="1945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515215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10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2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7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8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0189" y="202475"/>
            <a:ext cx="4852988" cy="6303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6" name="Straight Connector 5"/>
          <p:cNvCxnSpPr/>
          <p:nvPr/>
        </p:nvCxnSpPr>
        <p:spPr>
          <a:xfrm flipV="1">
            <a:off x="1760706" y="1595336"/>
            <a:ext cx="2655651" cy="1945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 flipV="1">
            <a:off x="2110902" y="3132306"/>
            <a:ext cx="2451370" cy="2918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768485" y="3560323"/>
            <a:ext cx="4309353" cy="65175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03000" y="197610"/>
            <a:ext cx="5322888" cy="5211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Rectangle 9"/>
          <p:cNvSpPr/>
          <p:nvPr/>
        </p:nvSpPr>
        <p:spPr>
          <a:xfrm>
            <a:off x="6361889" y="3161489"/>
            <a:ext cx="4737371" cy="105058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3" name="Straight Connector 12"/>
          <p:cNvCxnSpPr/>
          <p:nvPr/>
        </p:nvCxnSpPr>
        <p:spPr>
          <a:xfrm>
            <a:off x="7431932" y="4922196"/>
            <a:ext cx="3521413" cy="3891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94274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6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88644" y="1869601"/>
            <a:ext cx="4912173" cy="3921600"/>
          </a:xfrm>
        </p:spPr>
        <p:txBody>
          <a:bodyPr>
            <a:normAutofit/>
          </a:bodyPr>
          <a:lstStyle/>
          <a:p>
            <a:r>
              <a:rPr lang="zh-CN" altLang="en-US" sz="2000" b="1" dirty="0"/>
              <a:t>既然三类人各认为自己的追求是最快乐的，是否就不能判断谁说的是真实了呢？</a:t>
            </a:r>
            <a:endParaRPr lang="en-US" altLang="zh-CN" sz="2000" b="1" dirty="0"/>
          </a:p>
          <a:p>
            <a:r>
              <a:rPr lang="zh-CN" altLang="en-US" sz="2000" b="1" dirty="0"/>
              <a:t>苏格拉底说，爱利得的人与爱荣誉的人，无法体验爱智慧的人的快乐，后者却能体验前两者的快乐。</a:t>
            </a:r>
            <a:endParaRPr lang="en-US" altLang="zh-CN" sz="2000" b="1" dirty="0"/>
          </a:p>
          <a:p>
            <a:r>
              <a:rPr lang="zh-CN" altLang="en-US" sz="2000" b="1" dirty="0"/>
              <a:t>换句话说，爱利得的人所作的判断与爱荣誉的人所作的判断，所依据的经验是不充分的。而爱智慧的人依据的经验是充分的，所以爱智慧的人的的判断是正确的。</a:t>
            </a:r>
          </a:p>
        </p:txBody>
      </p:sp>
      <p:pic>
        <p:nvPicPr>
          <p:cNvPr id="1126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8656" y="296694"/>
            <a:ext cx="5372100" cy="561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/>
          <p:cNvSpPr/>
          <p:nvPr/>
        </p:nvSpPr>
        <p:spPr>
          <a:xfrm>
            <a:off x="710119" y="953311"/>
            <a:ext cx="4776281" cy="77821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Rectangle 5"/>
          <p:cNvSpPr/>
          <p:nvPr/>
        </p:nvSpPr>
        <p:spPr>
          <a:xfrm>
            <a:off x="598656" y="4912468"/>
            <a:ext cx="4819650" cy="72957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76009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11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1309" y="0"/>
            <a:ext cx="4879176" cy="67531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58766" y="171552"/>
            <a:ext cx="5230812" cy="14938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6" name="Straight Connector 5"/>
          <p:cNvCxnSpPr/>
          <p:nvPr/>
        </p:nvCxnSpPr>
        <p:spPr>
          <a:xfrm>
            <a:off x="2315183" y="2363821"/>
            <a:ext cx="2937753" cy="1945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 flipV="1">
            <a:off x="1371600" y="2966936"/>
            <a:ext cx="3764604" cy="97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890610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8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fontScale="70000" lnSpcReduction="20000"/>
          </a:bodyPr>
          <a:lstStyle/>
          <a:p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26629" y="811658"/>
            <a:ext cx="5202015" cy="5482137"/>
          </a:xfrm>
        </p:spPr>
        <p:txBody>
          <a:bodyPr>
            <a:normAutofit fontScale="70000" lnSpcReduction="20000"/>
          </a:bodyPr>
          <a:lstStyle/>
          <a:p>
            <a:r>
              <a:rPr lang="zh-CN" altLang="en-US" b="1" dirty="0"/>
              <a:t>苏格拉底接着提出了另一个论证：只有智慧者的快乐是纯净的、真实的。</a:t>
            </a:r>
          </a:p>
          <a:p>
            <a:r>
              <a:rPr lang="en-US" altLang="zh-CN" b="1" i="1" dirty="0"/>
              <a:t>1.</a:t>
            </a:r>
            <a:r>
              <a:rPr lang="zh-CN" altLang="en-US" b="1" dirty="0"/>
              <a:t>痛苦与快乐对立，二者的中间状态是既不快乐也不痛苦； </a:t>
            </a:r>
          </a:p>
          <a:p>
            <a:r>
              <a:rPr lang="en-US" altLang="zh-CN" b="1" dirty="0"/>
              <a:t>2</a:t>
            </a:r>
            <a:r>
              <a:rPr lang="zh-CN" altLang="en-US" b="1" dirty="0"/>
              <a:t>，人们在痛苦时觉得没有痛苦就是最大的快乐，快乐时没有快乐就是痛苦，但是既不快乐，也不痛苦只是心灵的平静。所以没有痛苦便是快乐，没有快乐便是痛苦，是错误的。因为，和痛苦相对的快乐以及和快乐相对的痛苦都是平静，不是真正的快乐和痛苦，只是快乐和痛苦的影像，是一种欺骗。</a:t>
            </a:r>
          </a:p>
          <a:p>
            <a:r>
              <a:rPr lang="zh-CN" altLang="en-US" b="1" dirty="0"/>
              <a:t>因此没有经验过真实的人，他们不能正确理解自己的经验。心灵需要的东西更实在 ，身体本身不如心灵本身真实和实在，没有智慧和美德经验的人，这种人的快乐中必然地混着痛苦，因而不过是真快乐的影像。同样的论证适用于激情。</a:t>
            </a:r>
          </a:p>
          <a:p>
            <a:endParaRPr lang="zh-CN" altLang="en-US" b="1" dirty="0"/>
          </a:p>
        </p:txBody>
      </p:sp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5673" y="635135"/>
            <a:ext cx="5219700" cy="438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6" name="Straight Connector 5"/>
          <p:cNvCxnSpPr/>
          <p:nvPr/>
        </p:nvCxnSpPr>
        <p:spPr>
          <a:xfrm>
            <a:off x="1429966" y="4105072"/>
            <a:ext cx="3725694" cy="5836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645673" y="1429966"/>
            <a:ext cx="4840727" cy="73930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735005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7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0627" y="31922"/>
            <a:ext cx="4677484" cy="66437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61015" y="145914"/>
            <a:ext cx="4869842" cy="61618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/>
          <p:cNvSpPr/>
          <p:nvPr/>
        </p:nvSpPr>
        <p:spPr>
          <a:xfrm>
            <a:off x="787940" y="2431915"/>
            <a:ext cx="4153711" cy="66148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894945" y="4523362"/>
            <a:ext cx="3929974" cy="972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787940" y="5982511"/>
            <a:ext cx="4153711" cy="46692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Rectangle 8"/>
          <p:cNvSpPr/>
          <p:nvPr/>
        </p:nvSpPr>
        <p:spPr>
          <a:xfrm>
            <a:off x="6887183" y="447472"/>
            <a:ext cx="4095345" cy="47665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Rectangle 9"/>
          <p:cNvSpPr/>
          <p:nvPr/>
        </p:nvSpPr>
        <p:spPr>
          <a:xfrm>
            <a:off x="6887183" y="1118681"/>
            <a:ext cx="4250987" cy="83657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Rectangle 11"/>
          <p:cNvSpPr/>
          <p:nvPr/>
        </p:nvSpPr>
        <p:spPr>
          <a:xfrm>
            <a:off x="6887183" y="4066162"/>
            <a:ext cx="4250987" cy="46692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64191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6" dur="500"/>
                                        <p:tgtEl>
                                          <p:spTgt spid="20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8" grpId="0" animBg="1"/>
      <p:bldP spid="9" grpId="0" animBg="1"/>
      <p:bldP spid="10" grpId="0" animBg="1"/>
      <p:bldP spid="12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3342" y="330843"/>
            <a:ext cx="5003057" cy="49900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56252" y="330843"/>
            <a:ext cx="5235916" cy="5262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/>
          <p:cNvSpPr/>
          <p:nvPr/>
        </p:nvSpPr>
        <p:spPr>
          <a:xfrm>
            <a:off x="885217" y="4260715"/>
            <a:ext cx="4494179" cy="68093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Rectangle 5"/>
          <p:cNvSpPr/>
          <p:nvPr/>
        </p:nvSpPr>
        <p:spPr>
          <a:xfrm>
            <a:off x="6760723" y="1799617"/>
            <a:ext cx="4289898" cy="40856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7179013" y="2714017"/>
            <a:ext cx="3472774" cy="2918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6760723" y="2962124"/>
            <a:ext cx="4562273" cy="41337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Rectangle 9"/>
          <p:cNvSpPr/>
          <p:nvPr/>
        </p:nvSpPr>
        <p:spPr>
          <a:xfrm>
            <a:off x="6760723" y="3628417"/>
            <a:ext cx="4426086" cy="63229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Rectangle 10"/>
          <p:cNvSpPr/>
          <p:nvPr/>
        </p:nvSpPr>
        <p:spPr>
          <a:xfrm>
            <a:off x="6760723" y="4260715"/>
            <a:ext cx="4562273" cy="115759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Rectangle 6"/>
          <p:cNvSpPr/>
          <p:nvPr/>
        </p:nvSpPr>
        <p:spPr>
          <a:xfrm>
            <a:off x="885217" y="1935804"/>
            <a:ext cx="4494179" cy="58366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81894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" dur="500"/>
                                        <p:tgtEl>
                                          <p:spTgt spid="30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9" grpId="0" animBg="1"/>
      <p:bldP spid="10" grpId="0" animBg="1"/>
      <p:bldP spid="11" grpId="0" animBg="1"/>
      <p:bldP spid="7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587557"/>
            <a:ext cx="5040000" cy="3203644"/>
          </a:xfrm>
        </p:spPr>
        <p:txBody>
          <a:bodyPr>
            <a:normAutofit/>
          </a:bodyPr>
          <a:lstStyle/>
          <a:p>
            <a:r>
              <a:rPr lang="zh-CN" altLang="en-US" sz="2000" b="1" dirty="0"/>
              <a:t>真正的“是”只能由心灵把握，追求智慧的人才能接近它。没有经历过真实存在的人，不能知道知识的快乐。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4256" y="258695"/>
            <a:ext cx="5142690" cy="22353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60407" y="146099"/>
            <a:ext cx="5032240" cy="6427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/>
          <p:cNvSpPr/>
          <p:nvPr/>
        </p:nvSpPr>
        <p:spPr>
          <a:xfrm>
            <a:off x="428017" y="1459149"/>
            <a:ext cx="4912468" cy="77821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Rectangle 5"/>
          <p:cNvSpPr/>
          <p:nvPr/>
        </p:nvSpPr>
        <p:spPr>
          <a:xfrm>
            <a:off x="6780179" y="2869660"/>
            <a:ext cx="4299625" cy="79766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Rectangle 6"/>
          <p:cNvSpPr/>
          <p:nvPr/>
        </p:nvSpPr>
        <p:spPr>
          <a:xfrm>
            <a:off x="6780179" y="5496128"/>
            <a:ext cx="4387174" cy="89494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284562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40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3204" y="223533"/>
            <a:ext cx="5043068" cy="56325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0266" y="1"/>
            <a:ext cx="4969940" cy="63972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/>
          <p:cNvSpPr/>
          <p:nvPr/>
        </p:nvSpPr>
        <p:spPr>
          <a:xfrm>
            <a:off x="1177047" y="359923"/>
            <a:ext cx="4377447" cy="98249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Rectangle 5"/>
          <p:cNvSpPr/>
          <p:nvPr/>
        </p:nvSpPr>
        <p:spPr>
          <a:xfrm>
            <a:off x="1108953" y="2490281"/>
            <a:ext cx="4445541" cy="69066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Rectangle 6"/>
          <p:cNvSpPr/>
          <p:nvPr/>
        </p:nvSpPr>
        <p:spPr>
          <a:xfrm>
            <a:off x="1108953" y="4445540"/>
            <a:ext cx="4445541" cy="121595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Rectangle 7"/>
          <p:cNvSpPr/>
          <p:nvPr/>
        </p:nvSpPr>
        <p:spPr>
          <a:xfrm>
            <a:off x="6945549" y="622570"/>
            <a:ext cx="4202349" cy="110895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Rectangle 8"/>
          <p:cNvSpPr/>
          <p:nvPr/>
        </p:nvSpPr>
        <p:spPr>
          <a:xfrm>
            <a:off x="6945549" y="2363821"/>
            <a:ext cx="4338536" cy="90467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1" name="Straight Connector 10"/>
          <p:cNvCxnSpPr/>
          <p:nvPr/>
        </p:nvCxnSpPr>
        <p:spPr>
          <a:xfrm>
            <a:off x="7256834" y="4708187"/>
            <a:ext cx="389106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 flipV="1">
            <a:off x="7684851" y="5369668"/>
            <a:ext cx="3463047" cy="1945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 flipV="1">
            <a:off x="8307421" y="6011694"/>
            <a:ext cx="2840477" cy="972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271816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5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141" y="301152"/>
            <a:ext cx="5230382" cy="59537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40001" y="223331"/>
            <a:ext cx="5245641" cy="51118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/>
          <p:cNvSpPr/>
          <p:nvPr/>
        </p:nvSpPr>
        <p:spPr>
          <a:xfrm>
            <a:off x="749030" y="963038"/>
            <a:ext cx="4737370" cy="54474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86816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6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438" y="156048"/>
            <a:ext cx="5306336" cy="58571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36796" y="244914"/>
            <a:ext cx="5136917" cy="52414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/>
          <p:cNvSpPr/>
          <p:nvPr/>
        </p:nvSpPr>
        <p:spPr>
          <a:xfrm>
            <a:off x="982494" y="3570051"/>
            <a:ext cx="4581727" cy="46692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Rectangle 5"/>
          <p:cNvSpPr/>
          <p:nvPr/>
        </p:nvSpPr>
        <p:spPr>
          <a:xfrm>
            <a:off x="1060315" y="5350213"/>
            <a:ext cx="4503906" cy="52529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Rectangle 6"/>
          <p:cNvSpPr/>
          <p:nvPr/>
        </p:nvSpPr>
        <p:spPr>
          <a:xfrm>
            <a:off x="6799634" y="1653702"/>
            <a:ext cx="4435813" cy="63229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Rectangle 7"/>
          <p:cNvSpPr/>
          <p:nvPr/>
        </p:nvSpPr>
        <p:spPr>
          <a:xfrm>
            <a:off x="6731540" y="2937753"/>
            <a:ext cx="4503907" cy="63229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Rectangle 8"/>
          <p:cNvSpPr/>
          <p:nvPr/>
        </p:nvSpPr>
        <p:spPr>
          <a:xfrm>
            <a:off x="6799634" y="4445540"/>
            <a:ext cx="4435813" cy="90467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992833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71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1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17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7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500"/>
                                        <p:tgtEl>
                                          <p:spTgt spid="7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2998" y="305813"/>
            <a:ext cx="5097780" cy="504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421" y="77821"/>
            <a:ext cx="4782332" cy="61627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/>
          <p:cNvSpPr/>
          <p:nvPr/>
        </p:nvSpPr>
        <p:spPr>
          <a:xfrm>
            <a:off x="856034" y="865762"/>
            <a:ext cx="4289898" cy="71012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Rectangle 5"/>
          <p:cNvSpPr/>
          <p:nvPr/>
        </p:nvSpPr>
        <p:spPr>
          <a:xfrm>
            <a:off x="972766" y="2636196"/>
            <a:ext cx="4173166" cy="123541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Rectangle 6"/>
          <p:cNvSpPr/>
          <p:nvPr/>
        </p:nvSpPr>
        <p:spPr>
          <a:xfrm>
            <a:off x="972766" y="4241260"/>
            <a:ext cx="4173166" cy="44747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Rectangle 7"/>
          <p:cNvSpPr/>
          <p:nvPr/>
        </p:nvSpPr>
        <p:spPr>
          <a:xfrm>
            <a:off x="6552998" y="447472"/>
            <a:ext cx="4565717" cy="92412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281621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8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8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4766554"/>
            <a:ext cx="5040000" cy="1024647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0319" y="105076"/>
            <a:ext cx="4748959" cy="46614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4093" y="105075"/>
            <a:ext cx="5125361" cy="56392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/>
          <p:cNvSpPr/>
          <p:nvPr/>
        </p:nvSpPr>
        <p:spPr>
          <a:xfrm>
            <a:off x="992221" y="3774332"/>
            <a:ext cx="4214806" cy="84630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Rectangle 5"/>
          <p:cNvSpPr/>
          <p:nvPr/>
        </p:nvSpPr>
        <p:spPr>
          <a:xfrm>
            <a:off x="6324093" y="282102"/>
            <a:ext cx="4648707" cy="128405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Rectangle 6"/>
          <p:cNvSpPr/>
          <p:nvPr/>
        </p:nvSpPr>
        <p:spPr>
          <a:xfrm>
            <a:off x="6324094" y="1984443"/>
            <a:ext cx="4551430" cy="170234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97575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9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9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08842" y="222824"/>
            <a:ext cx="5139447" cy="37341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4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798" y="222824"/>
            <a:ext cx="4818231" cy="6228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/>
          <p:cNvSpPr/>
          <p:nvPr/>
        </p:nvSpPr>
        <p:spPr>
          <a:xfrm>
            <a:off x="1001949" y="1643974"/>
            <a:ext cx="4153711" cy="68093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Rectangle 5"/>
          <p:cNvSpPr/>
          <p:nvPr/>
        </p:nvSpPr>
        <p:spPr>
          <a:xfrm>
            <a:off x="1001949" y="632298"/>
            <a:ext cx="4153711" cy="4572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Rectangle 7"/>
          <p:cNvSpPr/>
          <p:nvPr/>
        </p:nvSpPr>
        <p:spPr>
          <a:xfrm>
            <a:off x="6809362" y="1089498"/>
            <a:ext cx="4445540" cy="73930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30511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0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02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2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24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0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8" grpId="0" animBg="1"/>
    </p:bldLst>
  </p:timing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EEA25CC0A0AC24199CDC46C25B8B0BC" ma:contentTypeVersion="10" ma:contentTypeDescription="Create a new document." ma:contentTypeScope="" ma:versionID="e3b47856d4cf355c0dacb39e1084d14f">
  <xsd:schema xmlns:xsd="http://www.w3.org/2001/XMLSchema" xmlns:xs="http://www.w3.org/2001/XMLSchema" xmlns:p="http://schemas.microsoft.com/office/2006/metadata/properties" xmlns:ns1="http://schemas.microsoft.com/sharepoint/v3" xmlns:ns2="6dc4bcd6-49db-4c07-9060-8acfc67cef9f" xmlns:ns3="fb0879af-3eba-417a-a55a-ffe6dcd6ca77" targetNamespace="http://schemas.microsoft.com/office/2006/metadata/properties" ma:root="true" ma:fieldsID="a845a615265fdb1f7b12cc65ac20ecbd" ns1:_="" ns2:_="" ns3:_="">
    <xsd:import namespace="http://schemas.microsoft.com/sharepoint/v3"/>
    <xsd:import namespace="6dc4bcd6-49db-4c07-9060-8acfc67cef9f"/>
    <xsd:import namespace="fb0879af-3eba-417a-a55a-ffe6dcd6ca7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3:SharedWithUsers" minOccurs="0"/>
                <xsd:element ref="ns3:SharedWithDetails" minOccurs="0"/>
                <xsd:element ref="ns3:LastSharedByUser" minOccurs="0"/>
                <xsd:element ref="ns3:LastSharedByTime" minOccurs="0"/>
                <xsd:element ref="ns1:_ip_UnifiedCompliancePolicyProperties" minOccurs="0"/>
                <xsd:element ref="ns1:_ip_UnifiedCompliancePolicyUIAction" minOccurs="0"/>
                <xsd:element ref="ns2:MediaServiceAuto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5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6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dc4bcd6-49db-4c07-9060-8acfc67cef9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7" nillable="true" ma:displayName="MediaServiceAutoTags" ma:internalName="MediaServiceAutoTag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b0879af-3eba-417a-a55a-ffe6dcd6ca77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LastSharedByUser" ma:index="13" nillable="true" ma:displayName="Last Shared By User" ma:hidden="true" ma:internalName="LastSharedByUser" ma:readOnly="true">
      <xsd:simpleType>
        <xsd:restriction base="dms:Note"/>
      </xsd:simpleType>
    </xsd:element>
    <xsd:element name="LastSharedByTime" ma:index="14" nillable="true" ma:displayName="Last Shared By Time" ma:hidden="true" ma:internalName="LastSharedByTime" ma:readOnly="true">
      <xsd:simpleType>
        <xsd:restriction base="dms:DateTim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063CD11F-9FDB-4628-B708-63BFB2D681D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6dc4bcd6-49db-4c07-9060-8acfc67cef9f"/>
    <ds:schemaRef ds:uri="fb0879af-3eba-417a-a55a-ffe6dcd6ca7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183E21D3-7788-4819-8437-C5C4B0C5D46D}">
  <ds:schemaRefs>
    <ds:schemaRef ds:uri="http://purl.org/dc/elements/1.1/"/>
    <ds:schemaRef ds:uri="http://schemas.microsoft.com/office/2006/metadata/properties"/>
    <ds:schemaRef ds:uri="http://schemas.microsoft.com/sharepoint/v3"/>
    <ds:schemaRef ds:uri="http://purl.org/dc/terms/"/>
    <ds:schemaRef ds:uri="http://schemas.openxmlformats.org/package/2006/metadata/core-properties"/>
    <ds:schemaRef ds:uri="6dc4bcd6-49db-4c07-9060-8acfc67cef9f"/>
    <ds:schemaRef ds:uri="http://schemas.microsoft.com/office/2006/documentManagement/types"/>
    <ds:schemaRef ds:uri="http://schemas.microsoft.com/office/infopath/2007/PartnerControls"/>
    <ds:schemaRef ds:uri="fb0879af-3eba-417a-a55a-ffe6dcd6ca77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3EBF972C-B81A-46A3-BFB2-A01F0B5DBC70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1160</Words>
  <Application>Microsoft Office PowerPoint</Application>
  <PresentationFormat>宽屏</PresentationFormat>
  <Paragraphs>47</Paragraphs>
  <Slides>28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28</vt:i4>
      </vt:variant>
    </vt:vector>
  </HeadingPairs>
  <TitlesOfParts>
    <vt:vector size="31" baseType="lpstr">
      <vt:lpstr>Microsoft YaHei UI</vt:lpstr>
      <vt:lpstr>Times New Roman</vt:lpstr>
      <vt:lpstr>Default Design</vt:lpstr>
      <vt:lpstr>如何使用此模板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9.2 僭主为什么不幸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cp:lastModifiedBy/>
  <cp:revision>1</cp:revision>
  <dcterms:created xsi:type="dcterms:W3CDTF">2020-02-08T12:01:34Z</dcterms:created>
  <dcterms:modified xsi:type="dcterms:W3CDTF">2025-10-23T13:08:05Z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0x010100DEEA25CC0A0AC24199CDC46C25B8B0BC</vt:lpwstr>
  </property>
</Properties>
</file>