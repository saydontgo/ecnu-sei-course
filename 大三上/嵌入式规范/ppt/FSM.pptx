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1"/>
  </p:sldMasterIdLst>
  <p:notesMasterIdLst>
    <p:notesMasterId r:id="rId19"/>
  </p:notesMasterIdLst>
  <p:sldIdLst>
    <p:sldId id="366" r:id="rId2"/>
    <p:sldId id="386" r:id="rId3"/>
    <p:sldId id="387" r:id="rId4"/>
    <p:sldId id="402" r:id="rId5"/>
    <p:sldId id="413" r:id="rId6"/>
    <p:sldId id="405" r:id="rId7"/>
    <p:sldId id="390" r:id="rId8"/>
    <p:sldId id="609" r:id="rId9"/>
    <p:sldId id="610" r:id="rId10"/>
    <p:sldId id="611" r:id="rId11"/>
    <p:sldId id="613" r:id="rId12"/>
    <p:sldId id="616" r:id="rId13"/>
    <p:sldId id="615" r:id="rId14"/>
    <p:sldId id="408" r:id="rId15"/>
    <p:sldId id="400" r:id="rId16"/>
    <p:sldId id="617" r:id="rId17"/>
    <p:sldId id="618" r:id="rId18"/>
  </p:sldIdLst>
  <p:sldSz cx="9144000" cy="6858000" type="screen4x3"/>
  <p:notesSz cx="6858000" cy="9144000"/>
  <p:defaultTex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guide id="3" orient="horz" pos="232" userDrawn="1">
          <p15:clr>
            <a:srgbClr val="A4A3A4"/>
          </p15:clr>
        </p15:guide>
        <p15:guide id="4" orient="horz" pos="4088" userDrawn="1">
          <p15:clr>
            <a:srgbClr val="A4A3A4"/>
          </p15:clr>
        </p15:guide>
        <p15:guide id="5" pos="574" userDrawn="1">
          <p15:clr>
            <a:srgbClr val="A4A3A4"/>
          </p15:clr>
        </p15:guide>
        <p15:guide id="6" orient="horz" pos="3471">
          <p15:clr>
            <a:srgbClr val="A4A3A4"/>
          </p15:clr>
        </p15:guide>
        <p15:guide id="7" orient="horz" pos="3936">
          <p15:clr>
            <a:srgbClr val="A4A3A4"/>
          </p15:clr>
        </p15:guide>
        <p15:guide id="8" orient="horz" pos="4087">
          <p15:clr>
            <a:srgbClr val="A4A3A4"/>
          </p15:clr>
        </p15:guide>
        <p15:guide id="9" pos="28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3A1C"/>
    <a:srgbClr val="F23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7" autoAdjust="0"/>
    <p:restoredTop sz="95010" autoAdjust="0"/>
  </p:normalViewPr>
  <p:slideViewPr>
    <p:cSldViewPr snapToGrid="0" snapToObjects="1">
      <p:cViewPr varScale="1">
        <p:scale>
          <a:sx n="81" d="100"/>
          <a:sy n="81" d="100"/>
        </p:scale>
        <p:origin x="1469" y="53"/>
      </p:cViewPr>
      <p:guideLst>
        <p:guide pos="3840"/>
        <p:guide orient="horz" pos="2160"/>
        <p:guide orient="horz" pos="232"/>
        <p:guide orient="horz" pos="4088"/>
        <p:guide pos="574"/>
        <p:guide orient="horz" pos="3471"/>
        <p:guide orient="horz" pos="3936"/>
        <p:guide orient="horz" pos="4087"/>
        <p:guide pos="2884"/>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3F9853-F423-439B-BCBF-36F625D3DBE7}" type="datetimeFigureOut">
              <a:rPr lang="zh-CN" altLang="en-US" smtClean="0"/>
              <a:t>2025/10/14</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21E6206-BDE5-4065-9057-FBCEE5A2C778}" type="slidenum">
              <a:rPr lang="zh-CN" altLang="en-US" smtClean="0"/>
              <a:t>‹#›</a:t>
            </a:fld>
            <a:endParaRPr lang="zh-CN" altLang="en-US"/>
          </a:p>
        </p:txBody>
      </p:sp>
    </p:spTree>
    <p:extLst>
      <p:ext uri="{BB962C8B-B14F-4D97-AF65-F5344CB8AC3E}">
        <p14:creationId xmlns:p14="http://schemas.microsoft.com/office/powerpoint/2010/main" val="3051242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1E6206-BDE5-4065-9057-FBCEE5A2C778}" type="slidenum">
              <a:rPr lang="zh-CN" altLang="en-US" smtClean="0"/>
              <a:t>1</a:t>
            </a:fld>
            <a:endParaRPr lang="zh-CN" altLang="en-US"/>
          </a:p>
        </p:txBody>
      </p:sp>
    </p:spTree>
    <p:extLst>
      <p:ext uri="{BB962C8B-B14F-4D97-AF65-F5344CB8AC3E}">
        <p14:creationId xmlns:p14="http://schemas.microsoft.com/office/powerpoint/2010/main" val="237698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1E6206-BDE5-4065-9057-FBCEE5A2C778}" type="slidenum">
              <a:rPr lang="zh-CN" altLang="en-US" smtClean="0"/>
              <a:t>2</a:t>
            </a:fld>
            <a:endParaRPr lang="zh-CN" altLang="en-US"/>
          </a:p>
        </p:txBody>
      </p:sp>
    </p:spTree>
    <p:extLst>
      <p:ext uri="{BB962C8B-B14F-4D97-AF65-F5344CB8AC3E}">
        <p14:creationId xmlns:p14="http://schemas.microsoft.com/office/powerpoint/2010/main" val="2376986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1E6206-BDE5-4065-9057-FBCEE5A2C778}" type="slidenum">
              <a:rPr lang="zh-CN" altLang="en-US" smtClean="0"/>
              <a:t>3</a:t>
            </a:fld>
            <a:endParaRPr lang="zh-CN" altLang="en-US"/>
          </a:p>
        </p:txBody>
      </p:sp>
    </p:spTree>
    <p:extLst>
      <p:ext uri="{BB962C8B-B14F-4D97-AF65-F5344CB8AC3E}">
        <p14:creationId xmlns:p14="http://schemas.microsoft.com/office/powerpoint/2010/main" val="237698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1E6206-BDE5-4065-9057-FBCEE5A2C778}" type="slidenum">
              <a:rPr lang="zh-CN" altLang="en-US" smtClean="0"/>
              <a:t>7</a:t>
            </a:fld>
            <a:endParaRPr lang="zh-CN" altLang="en-US"/>
          </a:p>
        </p:txBody>
      </p:sp>
    </p:spTree>
    <p:extLst>
      <p:ext uri="{BB962C8B-B14F-4D97-AF65-F5344CB8AC3E}">
        <p14:creationId xmlns:p14="http://schemas.microsoft.com/office/powerpoint/2010/main" val="237698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1E6206-BDE5-4065-9057-FBCEE5A2C778}" type="slidenum">
              <a:rPr lang="zh-CN" altLang="en-US" smtClean="0"/>
              <a:t>15</a:t>
            </a:fld>
            <a:endParaRPr lang="zh-CN" altLang="en-US"/>
          </a:p>
        </p:txBody>
      </p:sp>
    </p:spTree>
    <p:extLst>
      <p:ext uri="{BB962C8B-B14F-4D97-AF65-F5344CB8AC3E}">
        <p14:creationId xmlns:p14="http://schemas.microsoft.com/office/powerpoint/2010/main" val="28890345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21E6206-BDE5-4065-9057-FBCEE5A2C778}" type="slidenum">
              <a:rPr lang="zh-CN" altLang="en-US" smtClean="0"/>
              <a:t>17</a:t>
            </a:fld>
            <a:endParaRPr lang="zh-CN" altLang="en-US"/>
          </a:p>
        </p:txBody>
      </p:sp>
    </p:spTree>
    <p:extLst>
      <p:ext uri="{BB962C8B-B14F-4D97-AF65-F5344CB8AC3E}">
        <p14:creationId xmlns:p14="http://schemas.microsoft.com/office/powerpoint/2010/main" val="3890254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office.msn.com.cn/"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6556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61489" t="25058" r="12143" b="25081"/>
          <a:stretch/>
        </p:blipFill>
        <p:spPr>
          <a:xfrm>
            <a:off x="2374490" y="1181451"/>
            <a:ext cx="4454013" cy="4495104"/>
          </a:xfrm>
          <a:prstGeom prst="ellipse">
            <a:avLst/>
          </a:prstGeom>
        </p:spPr>
      </p:pic>
    </p:spTree>
    <p:extLst>
      <p:ext uri="{BB962C8B-B14F-4D97-AF65-F5344CB8AC3E}">
        <p14:creationId xmlns:p14="http://schemas.microsoft.com/office/powerpoint/2010/main" val="187236449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22049" r="54675" b="21936"/>
          <a:stretch/>
        </p:blipFill>
        <p:spPr>
          <a:xfrm>
            <a:off x="714341" y="-12700"/>
            <a:ext cx="7869735" cy="6858001"/>
          </a:xfrm>
          <a:prstGeom prst="rect">
            <a:avLst/>
          </a:prstGeom>
        </p:spPr>
      </p:pic>
    </p:spTree>
    <p:extLst>
      <p:ext uri="{BB962C8B-B14F-4D97-AF65-F5344CB8AC3E}">
        <p14:creationId xmlns:p14="http://schemas.microsoft.com/office/powerpoint/2010/main" val="4108975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15838" r="78197" b="16675"/>
          <a:stretch/>
        </p:blipFill>
        <p:spPr>
          <a:xfrm>
            <a:off x="6011443" y="-12700"/>
            <a:ext cx="3142082" cy="6858000"/>
          </a:xfrm>
          <a:prstGeom prst="rect">
            <a:avLst/>
          </a:prstGeom>
        </p:spPr>
      </p:pic>
    </p:spTree>
    <p:extLst>
      <p:ext uri="{BB962C8B-B14F-4D97-AF65-F5344CB8AC3E}">
        <p14:creationId xmlns:p14="http://schemas.microsoft.com/office/powerpoint/2010/main" val="2450075595"/>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srcRect t="15838" r="78197" b="16675"/>
          <a:stretch/>
        </p:blipFill>
        <p:spPr>
          <a:xfrm flipH="1">
            <a:off x="0" y="-12700"/>
            <a:ext cx="3142082" cy="6858000"/>
          </a:xfrm>
          <a:prstGeom prst="rect">
            <a:avLst/>
          </a:prstGeom>
        </p:spPr>
      </p:pic>
    </p:spTree>
    <p:extLst>
      <p:ext uri="{BB962C8B-B14F-4D97-AF65-F5344CB8AC3E}">
        <p14:creationId xmlns:p14="http://schemas.microsoft.com/office/powerpoint/2010/main" val="508101870"/>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54115" t="20375" r="25555" b="20378"/>
          <a:stretch/>
        </p:blipFill>
        <p:spPr>
          <a:xfrm>
            <a:off x="5804409" y="1"/>
            <a:ext cx="3339591" cy="6862813"/>
          </a:xfrm>
          <a:prstGeom prst="rect">
            <a:avLst/>
          </a:prstGeom>
        </p:spPr>
      </p:pic>
    </p:spTree>
    <p:extLst>
      <p:ext uri="{BB962C8B-B14F-4D97-AF65-F5344CB8AC3E}">
        <p14:creationId xmlns:p14="http://schemas.microsoft.com/office/powerpoint/2010/main" val="2075327413"/>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2" name="文本占位符 7"/>
          <p:cNvSpPr>
            <a:spLocks noGrp="1"/>
          </p:cNvSpPr>
          <p:nvPr>
            <p:ph type="body" sz="quarter" idx="10" hasCustomPrompt="1"/>
          </p:nvPr>
        </p:nvSpPr>
        <p:spPr>
          <a:xfrm>
            <a:off x="494253" y="258234"/>
            <a:ext cx="3651088" cy="529569"/>
          </a:xfrm>
          <a:prstGeom prst="rect">
            <a:avLst/>
          </a:prstGeom>
          <a:ln w="12700" cmpd="sng">
            <a:solidFill>
              <a:schemeClr val="tx1"/>
            </a:solidFill>
          </a:ln>
        </p:spPr>
        <p:txBody>
          <a:bodyPr vert="horz" anchor="ctr"/>
          <a:lstStyle>
            <a:lvl1pPr marL="0" indent="0" algn="l">
              <a:buNone/>
              <a:defRPr sz="2400" b="1">
                <a:latin typeface="Segoe UI Light" charset="0"/>
                <a:ea typeface="Segoe UI Light" charset="0"/>
                <a:cs typeface="Segoe UI Light" charset="0"/>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 name="文本占位符 7"/>
          <p:cNvSpPr>
            <a:spLocks noGrp="1"/>
          </p:cNvSpPr>
          <p:nvPr>
            <p:ph type="body" sz="quarter" idx="13" hasCustomPrompt="1"/>
          </p:nvPr>
        </p:nvSpPr>
        <p:spPr>
          <a:xfrm>
            <a:off x="8539944" y="171547"/>
            <a:ext cx="604056" cy="616255"/>
          </a:xfrm>
          <a:prstGeom prst="rect">
            <a:avLst/>
          </a:prstGeom>
          <a:solidFill>
            <a:schemeClr val="tx1"/>
          </a:solidFill>
        </p:spPr>
        <p:txBody>
          <a:bodyPr vert="horz" anchor="ctr"/>
          <a:lstStyle>
            <a:lvl1pPr marL="0" indent="0" algn="ctr">
              <a:buNone/>
              <a:defRPr sz="2400" b="1">
                <a:solidFill>
                  <a:srgbClr val="FFFFFF"/>
                </a:solidFill>
                <a:latin typeface="Segoe UI Light" charset="0"/>
                <a:ea typeface="Segoe UI Light" charset="0"/>
                <a:cs typeface="Segoe UI Light" charset="0"/>
              </a:defRPr>
            </a:lvl1pPr>
          </a:lstStyle>
          <a:p>
            <a:pPr lvl="0"/>
            <a:r>
              <a:rPr kumimoji="1" lang="en-US" altLang="zh-CN" dirty="0"/>
              <a:t>01</a:t>
            </a:r>
            <a:endParaRPr kumimoji="1" lang="zh-CN" altLang="en-US" dirty="0"/>
          </a:p>
        </p:txBody>
      </p:sp>
      <p:sp>
        <p:nvSpPr>
          <p:cNvPr id="4" name="图片占位符 8"/>
          <p:cNvSpPr>
            <a:spLocks noGrp="1"/>
          </p:cNvSpPr>
          <p:nvPr>
            <p:ph type="pic" sz="quarter" idx="14" hasCustomPrompt="1"/>
          </p:nvPr>
        </p:nvSpPr>
        <p:spPr>
          <a:xfrm>
            <a:off x="282576" y="5989475"/>
            <a:ext cx="1470025" cy="533400"/>
          </a:xfrm>
          <a:prstGeom prst="rect">
            <a:avLst/>
          </a:prstGeom>
        </p:spPr>
        <p:txBody>
          <a:bodyPr vert="horz" anchor="ctr"/>
          <a:lstStyle>
            <a:lvl1pPr marL="0" indent="0" algn="ctr">
              <a:buNone/>
              <a:defRPr sz="1600" b="1">
                <a:latin typeface="Segoe UI Light" charset="0"/>
                <a:ea typeface="Segoe UI Light" charset="0"/>
                <a:cs typeface="Segoe UI Light" charset="0"/>
              </a:defRPr>
            </a:lvl1pPr>
          </a:lstStyle>
          <a:p>
            <a:r>
              <a:rPr kumimoji="1" lang="en-US" altLang="zh-CN" sz="1600" b="1" dirty="0"/>
              <a:t>LOGO&amp;PIC</a:t>
            </a:r>
            <a:r>
              <a:rPr kumimoji="1" lang="zh-CN" altLang="en-US" sz="1600" b="1" dirty="0"/>
              <a:t> </a:t>
            </a:r>
            <a:r>
              <a:rPr kumimoji="1" lang="en-US" altLang="zh-CN" sz="1600" b="1" dirty="0"/>
              <a:t>HERE</a:t>
            </a:r>
            <a:endParaRPr kumimoji="1" lang="zh-CN" altLang="en-US" dirty="0"/>
          </a:p>
        </p:txBody>
      </p:sp>
    </p:spTree>
    <p:extLst>
      <p:ext uri="{BB962C8B-B14F-4D97-AF65-F5344CB8AC3E}">
        <p14:creationId xmlns:p14="http://schemas.microsoft.com/office/powerpoint/2010/main" val="1632621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4" name="矩形 3"/>
          <p:cNvSpPr/>
          <p:nvPr userDrawn="1"/>
        </p:nvSpPr>
        <p:spPr>
          <a:xfrm>
            <a:off x="330452" y="759873"/>
            <a:ext cx="1569660" cy="369332"/>
          </a:xfrm>
          <a:prstGeom prst="rect">
            <a:avLst/>
          </a:prstGeom>
        </p:spPr>
        <p:txBody>
          <a:bodyPr wrap="none">
            <a:spAutoFit/>
          </a:bodyPr>
          <a:lstStyle/>
          <a:p>
            <a:pPr defTabSz="609585"/>
            <a:r>
              <a:rPr lang="zh-CN" altLang="en-US" sz="1800" dirty="0">
                <a:solidFill>
                  <a:schemeClr val="tx1">
                    <a:lumMod val="75000"/>
                    <a:lumOff val="25000"/>
                  </a:schemeClr>
                </a:solidFill>
                <a:latin typeface="Segoe UI Light"/>
                <a:ea typeface="微软雅黑"/>
                <a:cs typeface="Segoe UI Light"/>
              </a:rPr>
              <a:t>背景图片素材</a:t>
            </a:r>
          </a:p>
        </p:txBody>
      </p:sp>
      <p:sp>
        <p:nvSpPr>
          <p:cNvPr id="5" name="矩形 4"/>
          <p:cNvSpPr/>
          <p:nvPr userDrawn="1"/>
        </p:nvSpPr>
        <p:spPr>
          <a:xfrm>
            <a:off x="330453" y="182446"/>
            <a:ext cx="777777" cy="246221"/>
          </a:xfrm>
          <a:prstGeom prst="rect">
            <a:avLst/>
          </a:prstGeom>
        </p:spPr>
        <p:txBody>
          <a:bodyPr wrap="none">
            <a:spAutoFit/>
          </a:bodyPr>
          <a:lstStyle/>
          <a:p>
            <a:pPr defTabSz="609585"/>
            <a:r>
              <a:rPr kumimoji="1" lang="en-US" altLang="zh-CN" sz="1000" dirty="0">
                <a:solidFill>
                  <a:schemeClr val="tx1">
                    <a:lumMod val="75000"/>
                    <a:lumOff val="25000"/>
                  </a:schemeClr>
                </a:solidFill>
                <a:latin typeface="Segoe UI Light"/>
                <a:ea typeface="微软雅黑" charset="0"/>
                <a:cs typeface="Segoe UI Light"/>
              </a:rPr>
              <a:t>OfficePLUS</a:t>
            </a:r>
            <a:endParaRPr lang="zh-CN" altLang="en-US" sz="1000" dirty="0">
              <a:solidFill>
                <a:schemeClr val="tx1">
                  <a:lumMod val="75000"/>
                  <a:lumOff val="25000"/>
                </a:schemeClr>
              </a:solidFill>
              <a:latin typeface="Segoe UI Light"/>
              <a:ea typeface="微软雅黑" charset="0"/>
              <a:cs typeface="Segoe UI Light"/>
            </a:endParaRPr>
          </a:p>
        </p:txBody>
      </p:sp>
    </p:spTree>
    <p:extLst>
      <p:ext uri="{BB962C8B-B14F-4D97-AF65-F5344CB8AC3E}">
        <p14:creationId xmlns:p14="http://schemas.microsoft.com/office/powerpoint/2010/main" val="491705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330453" y="759873"/>
            <a:ext cx="646331" cy="369332"/>
          </a:xfrm>
          <a:prstGeom prst="rect">
            <a:avLst/>
          </a:prstGeom>
        </p:spPr>
        <p:txBody>
          <a:bodyPr wrap="none">
            <a:spAutoFit/>
          </a:bodyPr>
          <a:lstStyle/>
          <a:p>
            <a:pPr defTabSz="609585"/>
            <a:r>
              <a:rPr lang="zh-CN" altLang="en-US" sz="1800" dirty="0">
                <a:solidFill>
                  <a:srgbClr val="FFFFFF"/>
                </a:solidFill>
                <a:latin typeface="Segoe UI Light"/>
                <a:ea typeface="微软雅黑"/>
                <a:cs typeface="Segoe UI Light"/>
              </a:rPr>
              <a:t>标注</a:t>
            </a:r>
          </a:p>
        </p:txBody>
      </p:sp>
      <p:sp>
        <p:nvSpPr>
          <p:cNvPr id="11" name="矩形 10"/>
          <p:cNvSpPr/>
          <p:nvPr userDrawn="1"/>
        </p:nvSpPr>
        <p:spPr>
          <a:xfrm>
            <a:off x="1929442" y="759874"/>
            <a:ext cx="1051501" cy="3733330"/>
          </a:xfrm>
          <a:prstGeom prst="rect">
            <a:avLst/>
          </a:prstGeom>
        </p:spPr>
        <p:txBody>
          <a:bodyPr wrap="square">
            <a:spAutoFit/>
          </a:bodyPr>
          <a:lstStyle/>
          <a:p>
            <a:pPr defTabSz="609585">
              <a:lnSpc>
                <a:spcPct val="130000"/>
              </a:lnSpc>
            </a:pPr>
            <a:r>
              <a:rPr lang="zh-CN" altLang="en-US" sz="1400" dirty="0">
                <a:solidFill>
                  <a:srgbClr val="FFFFFF"/>
                </a:solidFill>
                <a:latin typeface="Segoe UI Light"/>
                <a:ea typeface="微软雅黑"/>
                <a:cs typeface="Segoe UI Light"/>
              </a:rPr>
              <a:t>字体使用 </a:t>
            </a:r>
            <a:endParaRPr lang="en-US" altLang="zh-CN" sz="1400" dirty="0">
              <a:solidFill>
                <a:srgbClr val="FFFFFF"/>
              </a:solidFill>
              <a:latin typeface="Segoe UI Light"/>
              <a:ea typeface="微软雅黑"/>
              <a:cs typeface="Segoe UI Light"/>
            </a:endParaRPr>
          </a:p>
          <a:p>
            <a:pPr defTabSz="609585">
              <a:lnSpc>
                <a:spcPct val="130000"/>
              </a:lnSpc>
            </a:pPr>
            <a:endParaRPr lang="en-US" altLang="zh-CN" sz="1400" dirty="0">
              <a:solidFill>
                <a:srgbClr val="FFFFFF"/>
              </a:solidFill>
              <a:latin typeface="Segoe UI Light"/>
              <a:ea typeface="微软雅黑"/>
              <a:cs typeface="Segoe UI Light"/>
            </a:endParaRPr>
          </a:p>
          <a:p>
            <a:pPr defTabSz="609585">
              <a:lnSpc>
                <a:spcPct val="130000"/>
              </a:lnSpc>
            </a:pPr>
            <a:endParaRPr lang="en-US" altLang="zh-CN" sz="1400" dirty="0">
              <a:solidFill>
                <a:srgbClr val="FFFFFF"/>
              </a:solidFill>
              <a:latin typeface="Segoe UI Light"/>
              <a:ea typeface="微软雅黑"/>
              <a:cs typeface="Segoe UI Light"/>
            </a:endParaRPr>
          </a:p>
          <a:p>
            <a:pPr defTabSz="609585">
              <a:lnSpc>
                <a:spcPct val="130000"/>
              </a:lnSpc>
            </a:pPr>
            <a:endParaRPr lang="en-US" altLang="zh-CN" sz="1400" dirty="0">
              <a:solidFill>
                <a:srgbClr val="FFFFFF"/>
              </a:solidFill>
              <a:latin typeface="Segoe UI Light"/>
              <a:ea typeface="微软雅黑"/>
              <a:cs typeface="Segoe UI Light"/>
            </a:endParaRPr>
          </a:p>
          <a:p>
            <a:pPr defTabSz="609585">
              <a:lnSpc>
                <a:spcPct val="130000"/>
              </a:lnSpc>
            </a:pPr>
            <a:endParaRPr lang="en-US" altLang="zh-CN" sz="1400" dirty="0">
              <a:solidFill>
                <a:srgbClr val="FFFFFF"/>
              </a:solidFill>
              <a:latin typeface="Segoe UI Light"/>
              <a:ea typeface="微软雅黑"/>
              <a:cs typeface="Segoe UI Light"/>
            </a:endParaRPr>
          </a:p>
          <a:p>
            <a:pPr defTabSz="609585">
              <a:lnSpc>
                <a:spcPct val="130000"/>
              </a:lnSpc>
            </a:pPr>
            <a:r>
              <a:rPr lang="zh-CN" altLang="en-US" sz="1400" dirty="0">
                <a:solidFill>
                  <a:srgbClr val="FFFFFF"/>
                </a:solidFill>
                <a:latin typeface="Segoe UI Light"/>
                <a:ea typeface="微软雅黑"/>
                <a:cs typeface="Segoe UI Light"/>
              </a:rPr>
              <a:t>行距</a:t>
            </a:r>
            <a:endParaRPr lang="en-US" altLang="zh-CN" sz="1400" dirty="0">
              <a:solidFill>
                <a:srgbClr val="FFFFFF"/>
              </a:solidFill>
              <a:latin typeface="Segoe UI Light"/>
              <a:ea typeface="微软雅黑"/>
              <a:cs typeface="Segoe UI Light"/>
            </a:endParaRPr>
          </a:p>
          <a:p>
            <a:pPr defTabSz="609585">
              <a:lnSpc>
                <a:spcPct val="130000"/>
              </a:lnSpc>
            </a:pPr>
            <a:endParaRPr lang="en-US" altLang="zh-CN" sz="1400" dirty="0">
              <a:solidFill>
                <a:srgbClr val="FFFFFF"/>
              </a:solidFill>
              <a:latin typeface="Segoe UI Light"/>
              <a:ea typeface="微软雅黑"/>
              <a:cs typeface="Segoe UI Light"/>
            </a:endParaRPr>
          </a:p>
          <a:p>
            <a:pPr defTabSz="609585">
              <a:lnSpc>
                <a:spcPct val="130000"/>
              </a:lnSpc>
            </a:pPr>
            <a:endParaRPr lang="en-US" altLang="zh-CN" sz="1400" dirty="0">
              <a:solidFill>
                <a:srgbClr val="FFFFFF"/>
              </a:solidFill>
              <a:latin typeface="Segoe UI Light"/>
              <a:ea typeface="微软雅黑"/>
              <a:cs typeface="Segoe UI Light"/>
            </a:endParaRPr>
          </a:p>
          <a:p>
            <a:pPr defTabSz="609585">
              <a:lnSpc>
                <a:spcPct val="130000"/>
              </a:lnSpc>
            </a:pPr>
            <a:r>
              <a:rPr lang="zh-CN" altLang="en-US" sz="1400" dirty="0">
                <a:solidFill>
                  <a:srgbClr val="FFFFFF"/>
                </a:solidFill>
                <a:latin typeface="Segoe UI Light"/>
                <a:ea typeface="微软雅黑"/>
                <a:cs typeface="Segoe UI Light"/>
              </a:rPr>
              <a:t>背景图片出处</a:t>
            </a:r>
          </a:p>
          <a:p>
            <a:pPr defTabSz="609585">
              <a:lnSpc>
                <a:spcPct val="130000"/>
              </a:lnSpc>
            </a:pPr>
            <a:endParaRPr lang="zh-CN" altLang="en-US" sz="1400" dirty="0">
              <a:solidFill>
                <a:srgbClr val="FFFFFF"/>
              </a:solidFill>
              <a:latin typeface="Segoe UI Light"/>
              <a:ea typeface="微软雅黑"/>
              <a:cs typeface="Segoe UI Light"/>
            </a:endParaRPr>
          </a:p>
          <a:p>
            <a:pPr defTabSz="609585">
              <a:lnSpc>
                <a:spcPct val="130000"/>
              </a:lnSpc>
            </a:pPr>
            <a:endParaRPr lang="zh-CN" altLang="en-US" sz="1400" dirty="0">
              <a:solidFill>
                <a:srgbClr val="FFFFFF"/>
              </a:solidFill>
              <a:latin typeface="Segoe UI Light"/>
              <a:ea typeface="微软雅黑"/>
              <a:cs typeface="Segoe UI Light"/>
            </a:endParaRPr>
          </a:p>
          <a:p>
            <a:pPr defTabSz="609585">
              <a:lnSpc>
                <a:spcPct val="130000"/>
              </a:lnSpc>
            </a:pPr>
            <a:r>
              <a:rPr lang="zh-CN" altLang="en-US" sz="1400" dirty="0">
                <a:solidFill>
                  <a:srgbClr val="FFFFFF"/>
                </a:solidFill>
                <a:latin typeface="Segoe UI Light"/>
                <a:ea typeface="微软雅黑"/>
                <a:cs typeface="Segoe UI Light"/>
              </a:rPr>
              <a:t>声明</a:t>
            </a:r>
            <a:endParaRPr lang="en-US" altLang="zh-CN" sz="1400" dirty="0">
              <a:solidFill>
                <a:srgbClr val="FFFFFF"/>
              </a:solidFill>
              <a:latin typeface="Segoe UI Light"/>
              <a:ea typeface="微软雅黑"/>
              <a:cs typeface="Segoe UI Light"/>
            </a:endParaRPr>
          </a:p>
        </p:txBody>
      </p:sp>
      <p:sp>
        <p:nvSpPr>
          <p:cNvPr id="12" name="矩形 11"/>
          <p:cNvSpPr/>
          <p:nvPr userDrawn="1"/>
        </p:nvSpPr>
        <p:spPr>
          <a:xfrm>
            <a:off x="3114758" y="759874"/>
            <a:ext cx="5305759" cy="4506555"/>
          </a:xfrm>
          <a:prstGeom prst="rect">
            <a:avLst/>
          </a:prstGeom>
        </p:spPr>
        <p:txBody>
          <a:bodyPr wrap="square">
            <a:spAutoFit/>
          </a:bodyPr>
          <a:lstStyle/>
          <a:p>
            <a:pPr>
              <a:lnSpc>
                <a:spcPct val="130000"/>
              </a:lnSpc>
            </a:pPr>
            <a:r>
              <a:rPr lang="zh-CN" altLang="en-US" sz="1400" dirty="0">
                <a:solidFill>
                  <a:srgbClr val="FFFFFF"/>
                </a:solidFill>
                <a:latin typeface="Segoe UI Light"/>
                <a:ea typeface="微软雅黑"/>
                <a:cs typeface="Segoe UI Light"/>
              </a:rPr>
              <a:t>英文 </a:t>
            </a:r>
            <a:r>
              <a:rPr lang="en-US" altLang="zh-CN" sz="1400" dirty="0">
                <a:solidFill>
                  <a:srgbClr val="FFFFFF"/>
                </a:solidFill>
                <a:latin typeface="Segoe UI Light" charset="0"/>
                <a:ea typeface="Segoe UI Light" charset="0"/>
                <a:cs typeface="Segoe UI Light" charset="0"/>
              </a:rPr>
              <a:t>Segoe UI</a:t>
            </a:r>
            <a:endParaRPr lang="zh-CN" altLang="en-US" sz="1400" dirty="0">
              <a:solidFill>
                <a:srgbClr val="FFFFFF"/>
              </a:solidFill>
              <a:latin typeface="Segoe UI Light" charset="0"/>
              <a:ea typeface="Segoe UI Light" charset="0"/>
              <a:cs typeface="Segoe UI Light" charset="0"/>
            </a:endParaRPr>
          </a:p>
          <a:p>
            <a:pPr>
              <a:lnSpc>
                <a:spcPct val="130000"/>
              </a:lnSpc>
            </a:pPr>
            <a:endParaRPr lang="en-US" altLang="zh-CN" sz="1400" dirty="0">
              <a:solidFill>
                <a:srgbClr val="FFFFFF"/>
              </a:solidFill>
              <a:latin typeface="Segoe UI Light"/>
              <a:ea typeface="微软雅黑"/>
              <a:cs typeface="Segoe UI Light"/>
            </a:endParaRPr>
          </a:p>
          <a:p>
            <a:pPr defTabSz="609585">
              <a:lnSpc>
                <a:spcPct val="130000"/>
              </a:lnSpc>
            </a:pPr>
            <a:r>
              <a:rPr lang="zh-CN" altLang="en-US" sz="1400" dirty="0">
                <a:solidFill>
                  <a:srgbClr val="FFFFFF"/>
                </a:solidFill>
                <a:latin typeface="Segoe UI Light"/>
                <a:ea typeface="微软雅黑"/>
                <a:cs typeface="Segoe UI Light"/>
              </a:rPr>
              <a:t>中文 微软雅黑</a:t>
            </a:r>
            <a:endParaRPr lang="en-US" altLang="zh-CN" sz="1400" dirty="0">
              <a:solidFill>
                <a:srgbClr val="FFFFFF"/>
              </a:solidFill>
              <a:latin typeface="Segoe UI Light"/>
              <a:ea typeface="微软雅黑"/>
              <a:cs typeface="Segoe UI Light"/>
            </a:endParaRPr>
          </a:p>
          <a:p>
            <a:pPr defTabSz="609585">
              <a:lnSpc>
                <a:spcPct val="130000"/>
              </a:lnSpc>
            </a:pPr>
            <a:endParaRPr lang="en-US" altLang="zh-CN" sz="1400" dirty="0">
              <a:solidFill>
                <a:srgbClr val="FFFFFF"/>
              </a:solidFill>
              <a:latin typeface="Segoe UI Light"/>
              <a:ea typeface="微软雅黑"/>
              <a:cs typeface="Segoe UI Light"/>
            </a:endParaRPr>
          </a:p>
          <a:p>
            <a:pPr defTabSz="609585">
              <a:lnSpc>
                <a:spcPct val="130000"/>
              </a:lnSpc>
            </a:pPr>
            <a:endParaRPr lang="en-US" altLang="zh-CN" sz="1400" dirty="0">
              <a:solidFill>
                <a:srgbClr val="FFFFFF"/>
              </a:solidFill>
              <a:latin typeface="Segoe UI Light"/>
              <a:ea typeface="微软雅黑"/>
              <a:cs typeface="Segoe UI Light"/>
            </a:endParaRPr>
          </a:p>
          <a:p>
            <a:pPr defTabSz="609585">
              <a:lnSpc>
                <a:spcPct val="130000"/>
              </a:lnSpc>
            </a:pPr>
            <a:r>
              <a:rPr lang="zh-CN" altLang="en-US" sz="1400" dirty="0">
                <a:solidFill>
                  <a:srgbClr val="FFFFFF"/>
                </a:solidFill>
                <a:latin typeface="Segoe UI Light"/>
                <a:ea typeface="微软雅黑"/>
                <a:cs typeface="Segoe UI Light"/>
              </a:rPr>
              <a:t>正文 </a:t>
            </a:r>
            <a:r>
              <a:rPr lang="en-US" altLang="zh-CN" sz="1400" dirty="0">
                <a:solidFill>
                  <a:srgbClr val="FFFFFF"/>
                </a:solidFill>
                <a:latin typeface="Segoe UI Light"/>
                <a:ea typeface="微软雅黑"/>
                <a:cs typeface="Segoe UI Light"/>
              </a:rPr>
              <a:t>1.3</a:t>
            </a:r>
          </a:p>
          <a:p>
            <a:pPr defTabSz="609585">
              <a:lnSpc>
                <a:spcPct val="130000"/>
              </a:lnSpc>
            </a:pPr>
            <a:endParaRPr lang="en-US" altLang="zh-CN" sz="1400" dirty="0">
              <a:solidFill>
                <a:srgbClr val="FFFFFF"/>
              </a:solidFill>
              <a:latin typeface="Segoe UI Light"/>
              <a:ea typeface="微软雅黑"/>
              <a:cs typeface="Segoe UI Light"/>
            </a:endParaRPr>
          </a:p>
          <a:p>
            <a:pPr defTabSz="609585">
              <a:lnSpc>
                <a:spcPct val="130000"/>
              </a:lnSpc>
            </a:pPr>
            <a:endParaRPr lang="en-US" altLang="zh-CN" sz="1400" dirty="0">
              <a:solidFill>
                <a:srgbClr val="FFFFFF"/>
              </a:solidFill>
              <a:latin typeface="Segoe UI Light"/>
              <a:ea typeface="微软雅黑"/>
              <a:cs typeface="Segoe UI Light"/>
            </a:endParaRPr>
          </a:p>
          <a:p>
            <a:pPr defTabSz="609585">
              <a:lnSpc>
                <a:spcPct val="130000"/>
              </a:lnSpc>
            </a:pPr>
            <a:r>
              <a:rPr lang="en-US" altLang="zh-CN" sz="1400" dirty="0" err="1">
                <a:solidFill>
                  <a:srgbClr val="FFFFFF"/>
                </a:solidFill>
                <a:latin typeface="Segoe UI Light"/>
                <a:ea typeface="微软雅黑"/>
                <a:cs typeface="Segoe UI Light"/>
              </a:rPr>
              <a:t>cn.bing.com</a:t>
            </a:r>
            <a:endParaRPr lang="zh-CN" altLang="en-US" sz="1400" dirty="0">
              <a:solidFill>
                <a:srgbClr val="FFFFFF"/>
              </a:solidFill>
              <a:latin typeface="Segoe UI Light"/>
              <a:ea typeface="微软雅黑"/>
              <a:cs typeface="Segoe UI Light"/>
            </a:endParaRPr>
          </a:p>
          <a:p>
            <a:pPr defTabSz="609585">
              <a:lnSpc>
                <a:spcPct val="130000"/>
              </a:lnSpc>
            </a:pPr>
            <a:endParaRPr lang="zh-CN" altLang="en-US" sz="1400" dirty="0">
              <a:solidFill>
                <a:srgbClr val="FFFFFF"/>
              </a:solidFill>
              <a:latin typeface="Segoe UI Light"/>
              <a:ea typeface="微软雅黑"/>
              <a:cs typeface="Segoe UI Light"/>
            </a:endParaRPr>
          </a:p>
          <a:p>
            <a:pPr defTabSz="609585">
              <a:lnSpc>
                <a:spcPct val="130000"/>
              </a:lnSpc>
            </a:pPr>
            <a:endParaRPr lang="zh-CN" altLang="en-US" sz="1400" dirty="0">
              <a:solidFill>
                <a:srgbClr val="FFFFFF"/>
              </a:solidFill>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本网站所提供的任何信息内容（包括但不限于 </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PPT</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模板、</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Word</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文档、</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Excel</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图表、图片素材等）均受</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中华人民共和国著作权法</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信息网络传播权保护条例</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及其他适用的法律法规的保护，未经权利人书面明确授权，信息内容的任何部分</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包括图片或图表</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不得被全部或部分的复制、传播、销售，否则将承担法律责任。</a:t>
            </a:r>
          </a:p>
        </p:txBody>
      </p:sp>
      <p:sp>
        <p:nvSpPr>
          <p:cNvPr id="13" name="矩形 12"/>
          <p:cNvSpPr/>
          <p:nvPr userDrawn="1"/>
        </p:nvSpPr>
        <p:spPr>
          <a:xfrm>
            <a:off x="330453" y="182446"/>
            <a:ext cx="777777" cy="246221"/>
          </a:xfrm>
          <a:prstGeom prst="rect">
            <a:avLst/>
          </a:prstGeom>
        </p:spPr>
        <p:txBody>
          <a:bodyPr wrap="none">
            <a:spAutoFit/>
          </a:bodyPr>
          <a:lstStyle/>
          <a:p>
            <a:pPr defTabSz="609585"/>
            <a:r>
              <a:rPr kumimoji="1" lang="en-US" altLang="zh-CN" sz="1000" dirty="0">
                <a:solidFill>
                  <a:prstClr val="white"/>
                </a:solidFill>
                <a:latin typeface="Segoe UI Light"/>
                <a:ea typeface="微软雅黑" charset="0"/>
                <a:cs typeface="Segoe UI Light"/>
              </a:rPr>
              <a:t>OfficePLUS</a:t>
            </a:r>
            <a:endParaRPr lang="zh-CN" altLang="en-US" sz="1000" dirty="0">
              <a:solidFill>
                <a:prstClr val="white"/>
              </a:solidFill>
              <a:latin typeface="Segoe UI Light"/>
              <a:ea typeface="微软雅黑" charset="0"/>
              <a:cs typeface="Segoe UI Light"/>
            </a:endParaRPr>
          </a:p>
        </p:txBody>
      </p:sp>
    </p:spTree>
    <p:extLst>
      <p:ext uri="{BB962C8B-B14F-4D97-AF65-F5344CB8AC3E}">
        <p14:creationId xmlns:p14="http://schemas.microsoft.com/office/powerpoint/2010/main" val="1433925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7" name="文本框 6"/>
          <p:cNvSpPr txBox="1"/>
          <p:nvPr userDrawn="1"/>
        </p:nvSpPr>
        <p:spPr>
          <a:xfrm>
            <a:off x="2923955" y="4458724"/>
            <a:ext cx="3296095" cy="297454"/>
          </a:xfrm>
          <a:prstGeom prst="rect">
            <a:avLst/>
          </a:prstGeom>
          <a:noFill/>
        </p:spPr>
        <p:txBody>
          <a:bodyPr wrap="none" rtlCol="0">
            <a:spAutoFit/>
          </a:bodyPr>
          <a:lstStyle/>
          <a:p>
            <a:pPr algn="ctr" defTabSz="609585"/>
            <a:r>
              <a:rPr kumimoji="1" lang="zh-CN" altLang="en-US" sz="1333" dirty="0">
                <a:solidFill>
                  <a:srgbClr val="000000"/>
                </a:solidFill>
                <a:latin typeface="Century Gothic"/>
                <a:ea typeface="微软雅黑" charset="0"/>
              </a:rPr>
              <a:t>点击</a:t>
            </a:r>
            <a:r>
              <a:rPr kumimoji="1" lang="en-US" altLang="zh-CN" sz="1333" dirty="0">
                <a:solidFill>
                  <a:srgbClr val="000000"/>
                </a:solidFill>
                <a:latin typeface="Segoe UI Light" charset="0"/>
                <a:ea typeface="Segoe UI Light" charset="0"/>
                <a:cs typeface="Segoe UI Light" charset="0"/>
              </a:rPr>
              <a:t>Logo</a:t>
            </a:r>
            <a:r>
              <a:rPr kumimoji="1" lang="zh-CN" altLang="en-US" sz="1333" dirty="0">
                <a:solidFill>
                  <a:srgbClr val="000000"/>
                </a:solidFill>
                <a:latin typeface="Century Gothic"/>
                <a:ea typeface="微软雅黑" charset="0"/>
              </a:rPr>
              <a:t>获取更多优质模板（放映模式）</a:t>
            </a:r>
          </a:p>
        </p:txBody>
      </p:sp>
      <p:pic>
        <p:nvPicPr>
          <p:cNvPr id="4" name="图片 3">
            <a:hlinkClick r:id="rId2"/>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29000" y="3227832"/>
            <a:ext cx="2286000" cy="402336"/>
          </a:xfrm>
          <a:prstGeom prst="rect">
            <a:avLst/>
          </a:prstGeom>
        </p:spPr>
      </p:pic>
    </p:spTree>
    <p:extLst>
      <p:ext uri="{BB962C8B-B14F-4D97-AF65-F5344CB8AC3E}">
        <p14:creationId xmlns:p14="http://schemas.microsoft.com/office/powerpoint/2010/main" val="1843993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4305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900290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79" r:id="rId3"/>
    <p:sldLayoutId id="2147483680" r:id="rId4"/>
    <p:sldLayoutId id="2147483681" r:id="rId5"/>
    <p:sldLayoutId id="2147483682" r:id="rId6"/>
    <p:sldLayoutId id="2147483662" r:id="rId7"/>
    <p:sldLayoutId id="2147483664" r:id="rId8"/>
    <p:sldLayoutId id="2147483663" r:id="rId9"/>
    <p:sldLayoutId id="2147483665" r:id="rId10"/>
    <p:sldLayoutId id="21474836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0714" y="168644"/>
            <a:ext cx="4130561"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状态转换图</a:t>
            </a:r>
            <a:endParaRPr lang="en-US" altLang="zh-CN" sz="2400" b="1" dirty="0">
              <a:latin typeface="微软雅黑" pitchFamily="34" charset="-122"/>
              <a:ea typeface="微软雅黑" pitchFamily="34" charset="-122"/>
            </a:endParaRPr>
          </a:p>
        </p:txBody>
      </p:sp>
      <p:sp>
        <p:nvSpPr>
          <p:cNvPr id="3" name="矩形 2"/>
          <p:cNvSpPr/>
          <p:nvPr/>
        </p:nvSpPr>
        <p:spPr>
          <a:xfrm>
            <a:off x="2036129" y="22263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62153" y="1652267"/>
            <a:ext cx="3791423" cy="523220"/>
          </a:xfrm>
          <a:prstGeom prst="rect">
            <a:avLst/>
          </a:prstGeom>
        </p:spPr>
        <p:txBody>
          <a:bodyPr wrap="none">
            <a:spAutoFit/>
          </a:bodyPr>
          <a:lstStyle/>
          <a:p>
            <a:pPr algn="just"/>
            <a:r>
              <a:rPr lang="zh-CN" altLang="en-US" sz="2800" b="1" dirty="0">
                <a:solidFill>
                  <a:srgbClr val="E73A1C"/>
                </a:solidFill>
                <a:latin typeface="黑体" pitchFamily="49" charset="-122"/>
                <a:ea typeface="黑体" pitchFamily="49" charset="-122"/>
                <a:cs typeface="Times New Roman" pitchFamily="18" charset="0"/>
              </a:rPr>
              <a:t>何为系统的“状态”？</a:t>
            </a:r>
            <a:endParaRPr lang="en-US" altLang="zh-CN" sz="2800" b="1" dirty="0">
              <a:solidFill>
                <a:srgbClr val="E73A1C"/>
              </a:solidFill>
              <a:latin typeface="黑体" pitchFamily="49" charset="-122"/>
              <a:ea typeface="黑体" pitchFamily="49" charset="-122"/>
              <a:cs typeface="Times New Roman" pitchFamily="18" charset="0"/>
            </a:endParaRPr>
          </a:p>
        </p:txBody>
      </p:sp>
      <p:sp>
        <p:nvSpPr>
          <p:cNvPr id="9" name="矩形 8"/>
          <p:cNvSpPr/>
          <p:nvPr/>
        </p:nvSpPr>
        <p:spPr>
          <a:xfrm>
            <a:off x="646388" y="2231280"/>
            <a:ext cx="8292661" cy="400110"/>
          </a:xfrm>
          <a:prstGeom prst="rect">
            <a:avLst/>
          </a:prstGeom>
        </p:spPr>
        <p:txBody>
          <a:bodyPr wrap="square">
            <a:spAutoFit/>
          </a:bodyPr>
          <a:lstStyle/>
          <a:p>
            <a:pPr algn="just">
              <a:spcBef>
                <a:spcPct val="20000"/>
              </a:spcBef>
              <a:buClr>
                <a:schemeClr val="accent2"/>
              </a:buClr>
              <a:buSzPct val="50000"/>
              <a:buFont typeface="Wingdings" pitchFamily="2" charset="2"/>
              <a:buNone/>
            </a:pPr>
            <a:r>
              <a:rPr lang="zh-CN" altLang="en-US" sz="2000" dirty="0">
                <a:latin typeface="黑体" pitchFamily="49" charset="-122"/>
                <a:ea typeface="黑体" pitchFamily="49" charset="-122"/>
                <a:cs typeface="Times New Roman" pitchFamily="18" charset="0"/>
              </a:rPr>
              <a:t>描述系统的状态：人的健康“状态”。</a:t>
            </a:r>
            <a:endParaRPr lang="en-US" altLang="zh-CN" sz="2000" dirty="0">
              <a:latin typeface="黑体" pitchFamily="49" charset="-122"/>
              <a:ea typeface="黑体" pitchFamily="49" charset="-122"/>
              <a:cs typeface="Times New Roman" pitchFamily="18" charset="0"/>
            </a:endParaRPr>
          </a:p>
        </p:txBody>
      </p:sp>
      <p:sp>
        <p:nvSpPr>
          <p:cNvPr id="12" name="矩形 11"/>
          <p:cNvSpPr/>
          <p:nvPr/>
        </p:nvSpPr>
        <p:spPr bwMode="auto">
          <a:xfrm>
            <a:off x="4808483" y="2944731"/>
            <a:ext cx="3514725" cy="2074862"/>
          </a:xfrm>
          <a:prstGeom prst="rect">
            <a:avLst/>
          </a:prstGeom>
          <a:solidFill>
            <a:schemeClr val="accent2">
              <a:lumMod val="20000"/>
              <a:lumOff val="80000"/>
            </a:schemeClr>
          </a:solidFill>
          <a:ln w="12700" cap="flat" cmpd="sng" algn="ctr">
            <a:solidFill>
              <a:schemeClr val="tx1"/>
            </a:solidFill>
            <a:prstDash val="solid"/>
            <a:round/>
            <a:headEnd type="none" w="med" len="med"/>
            <a:tailEnd type="none" w="med" len="med"/>
          </a:ln>
          <a:effectLst/>
        </p:spPr>
        <p:txBody>
          <a:bodyPr/>
          <a:lstStyle/>
          <a:p>
            <a:pPr>
              <a:defRPr/>
            </a:pPr>
            <a:r>
              <a:rPr lang="zh-CN" altLang="en-US" sz="2200" dirty="0">
                <a:latin typeface="黑体" pitchFamily="49" charset="-122"/>
                <a:ea typeface="黑体" pitchFamily="49" charset="-122"/>
              </a:rPr>
              <a:t>血压</a:t>
            </a:r>
            <a:r>
              <a:rPr lang="en-US" altLang="zh-CN" sz="2200" dirty="0">
                <a:latin typeface="黑体" pitchFamily="49" charset="-122"/>
                <a:ea typeface="黑体" pitchFamily="49" charset="-122"/>
              </a:rPr>
              <a:t>=75 / 110mmHg</a:t>
            </a:r>
          </a:p>
          <a:p>
            <a:pPr>
              <a:defRPr/>
            </a:pPr>
            <a:r>
              <a:rPr lang="zh-CN" altLang="en-US" sz="2200" dirty="0">
                <a:latin typeface="黑体" pitchFamily="49" charset="-122"/>
                <a:ea typeface="黑体" pitchFamily="49" charset="-122"/>
              </a:rPr>
              <a:t>心率</a:t>
            </a:r>
            <a:r>
              <a:rPr lang="en-US" altLang="zh-CN" sz="2200" dirty="0">
                <a:latin typeface="黑体" pitchFamily="49" charset="-122"/>
                <a:ea typeface="黑体" pitchFamily="49" charset="-122"/>
              </a:rPr>
              <a:t>=120p/s</a:t>
            </a:r>
          </a:p>
          <a:p>
            <a:pPr>
              <a:defRPr/>
            </a:pPr>
            <a:r>
              <a:rPr lang="zh-CN" altLang="en-US" sz="2200" dirty="0">
                <a:latin typeface="黑体" pitchFamily="49" charset="-122"/>
                <a:ea typeface="黑体" pitchFamily="49" charset="-122"/>
              </a:rPr>
              <a:t>体重</a:t>
            </a:r>
            <a:r>
              <a:rPr lang="en-US" altLang="zh-CN" sz="2200" dirty="0">
                <a:latin typeface="黑体" pitchFamily="49" charset="-122"/>
                <a:ea typeface="黑体" pitchFamily="49" charset="-122"/>
              </a:rPr>
              <a:t>=60kg</a:t>
            </a:r>
          </a:p>
          <a:p>
            <a:pPr>
              <a:defRPr/>
            </a:pPr>
            <a:r>
              <a:rPr lang="en-US" altLang="zh-CN" sz="2200" dirty="0">
                <a:latin typeface="黑体" pitchFamily="49" charset="-122"/>
                <a:ea typeface="黑体" pitchFamily="49" charset="-122"/>
              </a:rPr>
              <a:t>…</a:t>
            </a:r>
            <a:endParaRPr lang="zh-CN" altLang="en-US" sz="2200" dirty="0">
              <a:latin typeface="黑体" pitchFamily="49" charset="-122"/>
              <a:ea typeface="黑体" pitchFamily="49" charset="-122"/>
            </a:endParaRP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96871" y="2935479"/>
            <a:ext cx="3783012" cy="20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1650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0714" y="168644"/>
            <a:ext cx="4130561"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状态转换图</a:t>
            </a:r>
            <a:endParaRPr lang="en-US" altLang="zh-CN" sz="2400" b="1" dirty="0">
              <a:latin typeface="微软雅黑" pitchFamily="34" charset="-122"/>
              <a:ea typeface="微软雅黑" pitchFamily="34" charset="-122"/>
            </a:endParaRPr>
          </a:p>
        </p:txBody>
      </p:sp>
      <p:sp>
        <p:nvSpPr>
          <p:cNvPr id="3" name="矩形 2"/>
          <p:cNvSpPr/>
          <p:nvPr/>
        </p:nvSpPr>
        <p:spPr>
          <a:xfrm>
            <a:off x="2036129" y="22263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77918" y="1840939"/>
            <a:ext cx="3791423" cy="523220"/>
          </a:xfrm>
          <a:prstGeom prst="rect">
            <a:avLst/>
          </a:prstGeom>
        </p:spPr>
        <p:txBody>
          <a:bodyPr wrap="none">
            <a:spAutoFit/>
          </a:bodyPr>
          <a:lstStyle/>
          <a:p>
            <a:pPr algn="just"/>
            <a:r>
              <a:rPr lang="zh-CN" altLang="en-US" sz="2800" b="1" dirty="0">
                <a:solidFill>
                  <a:srgbClr val="E73A1C"/>
                </a:solidFill>
                <a:latin typeface="黑体" pitchFamily="49" charset="-122"/>
                <a:ea typeface="黑体" pitchFamily="49" charset="-122"/>
                <a:cs typeface="Times New Roman" pitchFamily="18" charset="0"/>
              </a:rPr>
              <a:t>何为系统的“状态”？</a:t>
            </a:r>
            <a:endParaRPr lang="en-US" altLang="zh-CN" sz="2800" b="1" dirty="0">
              <a:solidFill>
                <a:srgbClr val="E73A1C"/>
              </a:solidFill>
              <a:latin typeface="黑体" pitchFamily="49" charset="-122"/>
              <a:ea typeface="黑体" pitchFamily="49" charset="-122"/>
              <a:cs typeface="Times New Roman" pitchFamily="18" charset="0"/>
            </a:endParaRPr>
          </a:p>
        </p:txBody>
      </p:sp>
      <p:sp>
        <p:nvSpPr>
          <p:cNvPr id="5" name="矩形 4"/>
          <p:cNvSpPr/>
          <p:nvPr/>
        </p:nvSpPr>
        <p:spPr>
          <a:xfrm>
            <a:off x="677917" y="2715329"/>
            <a:ext cx="7110249" cy="707886"/>
          </a:xfrm>
          <a:prstGeom prst="rect">
            <a:avLst/>
          </a:prstGeom>
        </p:spPr>
        <p:txBody>
          <a:bodyPr wrap="square">
            <a:spAutoFit/>
          </a:bodyPr>
          <a:lstStyle/>
          <a:p>
            <a:pPr algn="just">
              <a:spcBef>
                <a:spcPct val="20000"/>
              </a:spcBef>
              <a:spcAft>
                <a:spcPts val="600"/>
              </a:spcAft>
              <a:buClr>
                <a:schemeClr val="accent2"/>
              </a:buClr>
              <a:buSzPct val="50000"/>
              <a:buFont typeface="Wingdings" pitchFamily="2" charset="2"/>
              <a:buNone/>
            </a:pPr>
            <a:r>
              <a:rPr lang="zh-CN" altLang="en-US" sz="2000" dirty="0">
                <a:latin typeface="+mn-ea"/>
                <a:cs typeface="Times New Roman" pitchFamily="18" charset="0"/>
              </a:rPr>
              <a:t>“</a:t>
            </a:r>
            <a:r>
              <a:rPr lang="en-US" altLang="zh-CN" sz="2000" dirty="0">
                <a:latin typeface="+mn-ea"/>
                <a:cs typeface="Times New Roman" pitchFamily="18" charset="0"/>
              </a:rPr>
              <a:t>… </a:t>
            </a:r>
            <a:r>
              <a:rPr lang="en-US" altLang="zh-CN" sz="2000" i="1" dirty="0">
                <a:latin typeface="+mn-ea"/>
                <a:cs typeface="Times New Roman" pitchFamily="18" charset="0"/>
              </a:rPr>
              <a:t>a</a:t>
            </a:r>
            <a:r>
              <a:rPr lang="en-US" altLang="zh-CN" sz="2000" dirty="0">
                <a:latin typeface="+mn-ea"/>
                <a:cs typeface="Times New Roman" pitchFamily="18" charset="0"/>
              </a:rPr>
              <a:t> </a:t>
            </a:r>
            <a:r>
              <a:rPr lang="en-US" altLang="zh-CN" sz="2000" i="1" dirty="0">
                <a:latin typeface="+mn-ea"/>
                <a:cs typeface="Times New Roman" pitchFamily="18" charset="0"/>
              </a:rPr>
              <a:t>collection of  the relationships between variables and certain allowed values.</a:t>
            </a:r>
            <a:r>
              <a:rPr lang="zh-CN" altLang="en-US" sz="2000" i="1" dirty="0">
                <a:latin typeface="+mn-ea"/>
                <a:cs typeface="Times New Roman" pitchFamily="18" charset="0"/>
              </a:rPr>
              <a:t> </a:t>
            </a:r>
            <a:r>
              <a:rPr lang="zh-CN" altLang="en-US" sz="2000" dirty="0">
                <a:latin typeface="+mn-ea"/>
                <a:cs typeface="Times New Roman" pitchFamily="18" charset="0"/>
              </a:rPr>
              <a:t>”</a:t>
            </a:r>
            <a:endParaRPr lang="en-US" altLang="zh-CN" sz="2000" dirty="0">
              <a:latin typeface="+mn-ea"/>
              <a:cs typeface="Times New Roman" pitchFamily="18" charset="0"/>
            </a:endParaRPr>
          </a:p>
        </p:txBody>
      </p:sp>
      <p:sp>
        <p:nvSpPr>
          <p:cNvPr id="6" name="矩形 5"/>
          <p:cNvSpPr/>
          <p:nvPr/>
        </p:nvSpPr>
        <p:spPr>
          <a:xfrm>
            <a:off x="744480" y="3614877"/>
            <a:ext cx="6977122" cy="461665"/>
          </a:xfrm>
          <a:prstGeom prst="rect">
            <a:avLst/>
          </a:prstGeom>
        </p:spPr>
        <p:txBody>
          <a:bodyPr wrap="square">
            <a:spAutoFit/>
          </a:bodyPr>
          <a:lstStyle/>
          <a:p>
            <a:pPr algn="just">
              <a:spcBef>
                <a:spcPct val="20000"/>
              </a:spcBef>
              <a:buClr>
                <a:schemeClr val="accent2"/>
              </a:buClr>
              <a:buSzPct val="50000"/>
              <a:buFont typeface="Wingdings" pitchFamily="2" charset="2"/>
              <a:buNone/>
            </a:pPr>
            <a:r>
              <a:rPr lang="zh-CN" altLang="en-US" sz="2400" b="1" dirty="0">
                <a:latin typeface="黑体" pitchFamily="49" charset="-122"/>
                <a:ea typeface="黑体" pitchFamily="49" charset="-122"/>
                <a:cs typeface="Times" pitchFamily="18" charset="0"/>
              </a:rPr>
              <a:t>状态</a:t>
            </a:r>
            <a:r>
              <a:rPr lang="zh-CN" altLang="en-US" sz="2400" dirty="0">
                <a:latin typeface="黑体" pitchFamily="49" charset="-122"/>
                <a:ea typeface="黑体" pitchFamily="49" charset="-122"/>
                <a:cs typeface="Times" pitchFamily="18" charset="0"/>
              </a:rPr>
              <a:t>：</a:t>
            </a:r>
            <a:r>
              <a:rPr lang="zh-CN" altLang="en-US" sz="2400" dirty="0">
                <a:solidFill>
                  <a:schemeClr val="accent2"/>
                </a:solidFill>
                <a:latin typeface="黑体" pitchFamily="49" charset="-122"/>
                <a:ea typeface="黑体" pitchFamily="49" charset="-122"/>
                <a:cs typeface="Times" pitchFamily="18" charset="0"/>
              </a:rPr>
              <a:t>变量</a:t>
            </a:r>
            <a:r>
              <a:rPr lang="zh-CN" altLang="en-US" sz="2400" dirty="0">
                <a:latin typeface="黑体" pitchFamily="49" charset="-122"/>
                <a:ea typeface="黑体" pitchFamily="49" charset="-122"/>
                <a:cs typeface="Times" pitchFamily="18" charset="0"/>
              </a:rPr>
              <a:t>与其</a:t>
            </a:r>
            <a:r>
              <a:rPr lang="zh-CN" altLang="en-US" sz="2400" dirty="0">
                <a:solidFill>
                  <a:schemeClr val="accent2"/>
                </a:solidFill>
                <a:latin typeface="黑体" pitchFamily="49" charset="-122"/>
                <a:ea typeface="黑体" pitchFamily="49" charset="-122"/>
                <a:cs typeface="Times" pitchFamily="18" charset="0"/>
              </a:rPr>
              <a:t>赋值</a:t>
            </a:r>
            <a:r>
              <a:rPr lang="zh-CN" altLang="en-US" sz="2400" dirty="0">
                <a:latin typeface="黑体" pitchFamily="49" charset="-122"/>
                <a:ea typeface="黑体" pitchFamily="49" charset="-122"/>
                <a:cs typeface="Times" pitchFamily="18" charset="0"/>
              </a:rPr>
              <a:t>之间</a:t>
            </a:r>
            <a:r>
              <a:rPr lang="zh-CN" altLang="en-US" sz="2400" dirty="0">
                <a:solidFill>
                  <a:schemeClr val="accent2"/>
                </a:solidFill>
                <a:latin typeface="黑体" pitchFamily="49" charset="-122"/>
                <a:ea typeface="黑体" pitchFamily="49" charset="-122"/>
                <a:cs typeface="Times" pitchFamily="18" charset="0"/>
              </a:rPr>
              <a:t>关系</a:t>
            </a:r>
            <a:r>
              <a:rPr lang="zh-CN" altLang="en-US" sz="2400" dirty="0">
                <a:latin typeface="黑体" pitchFamily="49" charset="-122"/>
                <a:ea typeface="黑体" pitchFamily="49" charset="-122"/>
                <a:cs typeface="Times" pitchFamily="18" charset="0"/>
              </a:rPr>
              <a:t>的</a:t>
            </a:r>
            <a:r>
              <a:rPr lang="zh-CN" altLang="en-US" sz="2400" dirty="0">
                <a:solidFill>
                  <a:schemeClr val="accent2"/>
                </a:solidFill>
                <a:latin typeface="黑体" pitchFamily="49" charset="-122"/>
                <a:ea typeface="黑体" pitchFamily="49" charset="-122"/>
                <a:cs typeface="Times" pitchFamily="18" charset="0"/>
              </a:rPr>
              <a:t>集合</a:t>
            </a:r>
            <a:endParaRPr lang="en-US" altLang="zh-CN" sz="2400" dirty="0">
              <a:solidFill>
                <a:schemeClr val="accent2"/>
              </a:solidFill>
              <a:latin typeface="黑体" pitchFamily="49" charset="-122"/>
              <a:ea typeface="黑体" pitchFamily="49" charset="-122"/>
              <a:cs typeface="Times" pitchFamily="18" charset="0"/>
            </a:endParaRPr>
          </a:p>
        </p:txBody>
      </p:sp>
    </p:spTree>
    <p:extLst>
      <p:ext uri="{BB962C8B-B14F-4D97-AF65-F5344CB8AC3E}">
        <p14:creationId xmlns:p14="http://schemas.microsoft.com/office/powerpoint/2010/main" val="270625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0714" y="168644"/>
            <a:ext cx="4130561"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状态转换图</a:t>
            </a:r>
            <a:endParaRPr lang="en-US" altLang="zh-CN" sz="2400" b="1" dirty="0">
              <a:latin typeface="微软雅黑" pitchFamily="34" charset="-122"/>
              <a:ea typeface="微软雅黑" pitchFamily="34" charset="-122"/>
            </a:endParaRPr>
          </a:p>
        </p:txBody>
      </p:sp>
      <p:sp>
        <p:nvSpPr>
          <p:cNvPr id="3" name="矩形 2"/>
          <p:cNvSpPr/>
          <p:nvPr/>
        </p:nvSpPr>
        <p:spPr>
          <a:xfrm>
            <a:off x="2036129" y="22263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90878" y="875935"/>
            <a:ext cx="6952593" cy="2092881"/>
          </a:xfrm>
          <a:prstGeom prst="rect">
            <a:avLst/>
          </a:prstGeom>
        </p:spPr>
        <p:txBody>
          <a:bodyPr wrap="square">
            <a:spAutoFit/>
          </a:bodyPr>
          <a:lstStyle/>
          <a:p>
            <a:pPr>
              <a:lnSpc>
                <a:spcPct val="130000"/>
              </a:lnSpc>
              <a:buClr>
                <a:srgbClr val="FF0000"/>
              </a:buClr>
              <a:buSzPct val="100000"/>
              <a:defRPr/>
            </a:pPr>
            <a:r>
              <a:rPr lang="zh-CN" altLang="en-US" sz="2800" b="1" dirty="0">
                <a:latin typeface="黑体" pitchFamily="49" charset="-122"/>
                <a:ea typeface="黑体" pitchFamily="49" charset="-122"/>
                <a:cs typeface="Times New Roman" panose="02020603050405020304" pitchFamily="18" charset="0"/>
              </a:rPr>
              <a:t>怎样建立状态转换图？</a:t>
            </a:r>
            <a:endParaRPr lang="en-US" altLang="zh-CN" sz="2800" b="1" dirty="0">
              <a:latin typeface="黑体" pitchFamily="49" charset="-122"/>
              <a:ea typeface="黑体" pitchFamily="49" charset="-122"/>
              <a:cs typeface="Times New Roman" panose="02020603050405020304" pitchFamily="18" charset="0"/>
            </a:endParaRPr>
          </a:p>
          <a:p>
            <a:pPr marL="342900" indent="-342900">
              <a:lnSpc>
                <a:spcPct val="130000"/>
              </a:lnSpc>
              <a:buSzPct val="100000"/>
              <a:buFont typeface="Arial" pitchFamily="34" charset="0"/>
              <a:buChar char="•"/>
              <a:defRPr/>
            </a:pPr>
            <a:r>
              <a:rPr lang="zh-CN" altLang="en-US" sz="2400" dirty="0">
                <a:latin typeface="黑体" pitchFamily="49" charset="-122"/>
                <a:ea typeface="黑体" pitchFamily="49" charset="-122"/>
                <a:cs typeface="Times New Roman" panose="02020603050405020304" pitchFamily="18" charset="0"/>
              </a:rPr>
              <a:t>识别系统的状态</a:t>
            </a:r>
            <a:endParaRPr lang="en-US" altLang="zh-CN" sz="2400" dirty="0">
              <a:latin typeface="黑体" pitchFamily="49" charset="-122"/>
              <a:ea typeface="黑体" pitchFamily="49" charset="-122"/>
              <a:cs typeface="Times New Roman" panose="02020603050405020304" pitchFamily="18" charset="0"/>
            </a:endParaRPr>
          </a:p>
          <a:p>
            <a:pPr marL="342900" indent="-342900">
              <a:lnSpc>
                <a:spcPct val="130000"/>
              </a:lnSpc>
              <a:buSzPct val="100000"/>
              <a:buFont typeface="Arial" pitchFamily="34" charset="0"/>
              <a:buChar char="•"/>
              <a:defRPr/>
            </a:pPr>
            <a:r>
              <a:rPr lang="zh-CN" altLang="en-US" sz="2400" dirty="0">
                <a:latin typeface="黑体" pitchFamily="49" charset="-122"/>
                <a:ea typeface="黑体" pitchFamily="49" charset="-122"/>
                <a:cs typeface="Times New Roman" panose="02020603050405020304" pitchFamily="18" charset="0"/>
              </a:rPr>
              <a:t>识别驱动状态转换的事件或条件</a:t>
            </a:r>
            <a:endParaRPr lang="en-US" altLang="zh-CN" sz="2400" dirty="0">
              <a:latin typeface="黑体" pitchFamily="49" charset="-122"/>
              <a:ea typeface="黑体" pitchFamily="49" charset="-122"/>
              <a:cs typeface="Times New Roman" panose="02020603050405020304" pitchFamily="18" charset="0"/>
            </a:endParaRPr>
          </a:p>
          <a:p>
            <a:pPr marL="342900" indent="-342900">
              <a:lnSpc>
                <a:spcPct val="130000"/>
              </a:lnSpc>
              <a:buSzPct val="100000"/>
              <a:buFont typeface="Arial" pitchFamily="34" charset="0"/>
              <a:buChar char="•"/>
              <a:defRPr/>
            </a:pPr>
            <a:r>
              <a:rPr lang="zh-CN" altLang="en-US" sz="2400" dirty="0">
                <a:latin typeface="黑体" pitchFamily="49" charset="-122"/>
                <a:ea typeface="黑体" pitchFamily="49" charset="-122"/>
                <a:cs typeface="Times New Roman" panose="02020603050405020304" pitchFamily="18" charset="0"/>
              </a:rPr>
              <a:t>逐步构建迁移关系</a:t>
            </a:r>
            <a:endParaRPr lang="en-US" altLang="zh-CN" sz="2400" dirty="0">
              <a:latin typeface="黑体" pitchFamily="49" charset="-122"/>
              <a:ea typeface="黑体" pitchFamily="49" charset="-122"/>
              <a:cs typeface="Times New Roman" panose="02020603050405020304" pitchFamily="18" charset="0"/>
            </a:endParaRPr>
          </a:p>
        </p:txBody>
      </p:sp>
      <p:sp>
        <p:nvSpPr>
          <p:cNvPr id="7" name="矩形 6"/>
          <p:cNvSpPr/>
          <p:nvPr/>
        </p:nvSpPr>
        <p:spPr>
          <a:xfrm>
            <a:off x="615808" y="3114520"/>
            <a:ext cx="5316680" cy="523220"/>
          </a:xfrm>
          <a:prstGeom prst="rect">
            <a:avLst/>
          </a:prstGeom>
        </p:spPr>
        <p:txBody>
          <a:bodyPr wrap="square">
            <a:spAutoFit/>
          </a:bodyPr>
          <a:lstStyle/>
          <a:p>
            <a:pPr marL="0" lvl="4">
              <a:buClr>
                <a:srgbClr val="FF0000"/>
              </a:buClr>
              <a:buSzPct val="100000"/>
              <a:defRPr/>
            </a:pPr>
            <a:r>
              <a:rPr lang="zh-CN" altLang="en-US" sz="2800" b="1" dirty="0">
                <a:solidFill>
                  <a:schemeClr val="accent2"/>
                </a:solidFill>
                <a:latin typeface="黑体" pitchFamily="49" charset="-122"/>
                <a:ea typeface="黑体" pitchFamily="49" charset="-122"/>
                <a:cs typeface="Times New Roman" panose="02020603050405020304" pitchFamily="18" charset="0"/>
              </a:rPr>
              <a:t>例</a:t>
            </a:r>
            <a:r>
              <a:rPr lang="zh-CN" altLang="en-US" sz="2400" b="1" dirty="0">
                <a:latin typeface="黑体" pitchFamily="49" charset="-122"/>
                <a:ea typeface="黑体" pitchFamily="49" charset="-122"/>
                <a:cs typeface="Times New Roman" panose="02020603050405020304" pitchFamily="18" charset="0"/>
              </a:rPr>
              <a:t>：</a:t>
            </a:r>
            <a:r>
              <a:rPr lang="zh-CN" altLang="en-US" sz="2400" dirty="0">
                <a:latin typeface="黑体" pitchFamily="49" charset="-122"/>
                <a:ea typeface="黑体" pitchFamily="49" charset="-122"/>
                <a:cs typeface="Times New Roman" panose="02020603050405020304" pitchFamily="18" charset="0"/>
              </a:rPr>
              <a:t>灯泡的控制软件</a:t>
            </a:r>
            <a:endParaRPr lang="en-US" altLang="zh-CN" sz="2400" dirty="0">
              <a:latin typeface="黑体" pitchFamily="49" charset="-122"/>
              <a:ea typeface="黑体" pitchFamily="49" charset="-122"/>
              <a:cs typeface="Times New Roman" panose="02020603050405020304" pitchFamily="18" charset="0"/>
            </a:endParaRPr>
          </a:p>
        </p:txBody>
      </p:sp>
      <p:sp>
        <p:nvSpPr>
          <p:cNvPr id="9" name="椭圆 8"/>
          <p:cNvSpPr>
            <a:spLocks noChangeArrowheads="1"/>
          </p:cNvSpPr>
          <p:nvPr/>
        </p:nvSpPr>
        <p:spPr bwMode="auto">
          <a:xfrm>
            <a:off x="2198688" y="3879118"/>
            <a:ext cx="1441450" cy="935037"/>
          </a:xfrm>
          <a:prstGeom prst="ellipse">
            <a:avLst/>
          </a:prstGeom>
          <a:solidFill>
            <a:schemeClr val="accent2">
              <a:lumMod val="20000"/>
              <a:lumOff val="80000"/>
            </a:schemeClr>
          </a:solidFill>
          <a:ln w="12700" algn="ctr">
            <a:solidFill>
              <a:schemeClr val="tx1"/>
            </a:solidFill>
            <a:round/>
            <a:headEnd/>
            <a:tailEnd/>
          </a:ln>
        </p:spPr>
        <p:txBody>
          <a:bodyPr/>
          <a:lstStyle/>
          <a:p>
            <a:endParaRPr lang="zh-CN" altLang="en-US" sz="2400">
              <a:latin typeface="黑体" pitchFamily="49" charset="-122"/>
              <a:ea typeface="黑体" pitchFamily="49" charset="-122"/>
            </a:endParaRPr>
          </a:p>
        </p:txBody>
      </p:sp>
      <p:sp>
        <p:nvSpPr>
          <p:cNvPr id="10" name="文本框 2"/>
          <p:cNvSpPr txBox="1">
            <a:spLocks noChangeArrowheads="1"/>
          </p:cNvSpPr>
          <p:nvPr/>
        </p:nvSpPr>
        <p:spPr bwMode="auto">
          <a:xfrm>
            <a:off x="2649538" y="4131530"/>
            <a:ext cx="576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2400">
                <a:latin typeface="黑体" pitchFamily="49" charset="-122"/>
                <a:ea typeface="黑体" pitchFamily="49" charset="-122"/>
              </a:rPr>
              <a:t>灭</a:t>
            </a:r>
          </a:p>
        </p:txBody>
      </p:sp>
      <p:sp>
        <p:nvSpPr>
          <p:cNvPr id="11" name="椭圆 10"/>
          <p:cNvSpPr>
            <a:spLocks noChangeArrowheads="1"/>
          </p:cNvSpPr>
          <p:nvPr/>
        </p:nvSpPr>
        <p:spPr bwMode="auto">
          <a:xfrm>
            <a:off x="5429250" y="3879118"/>
            <a:ext cx="1439863" cy="935037"/>
          </a:xfrm>
          <a:prstGeom prst="ellipse">
            <a:avLst/>
          </a:prstGeom>
          <a:solidFill>
            <a:schemeClr val="accent2">
              <a:lumMod val="20000"/>
              <a:lumOff val="80000"/>
            </a:schemeClr>
          </a:solidFill>
          <a:ln w="12700" algn="ctr">
            <a:solidFill>
              <a:schemeClr val="tx1"/>
            </a:solidFill>
            <a:round/>
            <a:headEnd/>
            <a:tailEnd/>
          </a:ln>
        </p:spPr>
        <p:txBody>
          <a:bodyPr/>
          <a:lstStyle/>
          <a:p>
            <a:endParaRPr lang="zh-CN" altLang="en-US" sz="2400">
              <a:latin typeface="黑体" pitchFamily="49" charset="-122"/>
              <a:ea typeface="黑体" pitchFamily="49" charset="-122"/>
            </a:endParaRPr>
          </a:p>
        </p:txBody>
      </p:sp>
      <p:sp>
        <p:nvSpPr>
          <p:cNvPr id="12" name="文本框 6"/>
          <p:cNvSpPr txBox="1">
            <a:spLocks noChangeArrowheads="1"/>
          </p:cNvSpPr>
          <p:nvPr/>
        </p:nvSpPr>
        <p:spPr bwMode="auto">
          <a:xfrm>
            <a:off x="5932488" y="4115655"/>
            <a:ext cx="576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2400">
                <a:latin typeface="黑体" pitchFamily="49" charset="-122"/>
                <a:ea typeface="黑体" pitchFamily="49" charset="-122"/>
              </a:rPr>
              <a:t>亮</a:t>
            </a:r>
          </a:p>
        </p:txBody>
      </p:sp>
      <p:cxnSp>
        <p:nvCxnSpPr>
          <p:cNvPr id="13" name="直接箭头连接符 12"/>
          <p:cNvCxnSpPr>
            <a:cxnSpLocks noChangeShapeType="1"/>
          </p:cNvCxnSpPr>
          <p:nvPr/>
        </p:nvCxnSpPr>
        <p:spPr bwMode="auto">
          <a:xfrm>
            <a:off x="3556000" y="4131530"/>
            <a:ext cx="1944688" cy="0"/>
          </a:xfrm>
          <a:prstGeom prst="straightConnector1">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4" name="直接箭头连接符 13"/>
          <p:cNvCxnSpPr>
            <a:cxnSpLocks noChangeShapeType="1"/>
          </p:cNvCxnSpPr>
          <p:nvPr/>
        </p:nvCxnSpPr>
        <p:spPr bwMode="auto">
          <a:xfrm flipH="1">
            <a:off x="3556000" y="4577618"/>
            <a:ext cx="1944688" cy="0"/>
          </a:xfrm>
          <a:prstGeom prst="straightConnector1">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5" name="文本框 22"/>
          <p:cNvSpPr txBox="1">
            <a:spLocks noChangeArrowheads="1"/>
          </p:cNvSpPr>
          <p:nvPr/>
        </p:nvSpPr>
        <p:spPr bwMode="auto">
          <a:xfrm>
            <a:off x="4240213" y="3656868"/>
            <a:ext cx="576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2400" dirty="0">
                <a:latin typeface="黑体" pitchFamily="49" charset="-122"/>
                <a:ea typeface="黑体" pitchFamily="49" charset="-122"/>
              </a:rPr>
              <a:t>开</a:t>
            </a:r>
          </a:p>
        </p:txBody>
      </p:sp>
      <p:sp>
        <p:nvSpPr>
          <p:cNvPr id="16" name="文本框 23"/>
          <p:cNvSpPr txBox="1">
            <a:spLocks noChangeArrowheads="1"/>
          </p:cNvSpPr>
          <p:nvPr/>
        </p:nvSpPr>
        <p:spPr bwMode="auto">
          <a:xfrm>
            <a:off x="4259263" y="4642705"/>
            <a:ext cx="576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2400">
                <a:latin typeface="黑体" pitchFamily="49" charset="-122"/>
                <a:ea typeface="黑体" pitchFamily="49" charset="-122"/>
              </a:rPr>
              <a:t>关</a:t>
            </a:r>
          </a:p>
        </p:txBody>
      </p:sp>
      <p:sp>
        <p:nvSpPr>
          <p:cNvPr id="17" name="椭圆 10"/>
          <p:cNvSpPr>
            <a:spLocks noChangeArrowheads="1"/>
          </p:cNvSpPr>
          <p:nvPr/>
        </p:nvSpPr>
        <p:spPr bwMode="auto">
          <a:xfrm>
            <a:off x="836613" y="4236305"/>
            <a:ext cx="288925" cy="250825"/>
          </a:xfrm>
          <a:prstGeom prst="ellipse">
            <a:avLst/>
          </a:prstGeom>
          <a:solidFill>
            <a:schemeClr val="tx1"/>
          </a:solidFill>
          <a:ln w="12700" algn="ctr">
            <a:solidFill>
              <a:schemeClr val="tx1"/>
            </a:solidFill>
            <a:round/>
            <a:headEnd/>
            <a:tailEnd/>
          </a:ln>
        </p:spPr>
        <p:txBody>
          <a:bodyPr/>
          <a:lstStyle/>
          <a:p>
            <a:endParaRPr lang="zh-CN" altLang="en-US" sz="2400">
              <a:latin typeface="黑体" pitchFamily="49" charset="-122"/>
              <a:ea typeface="黑体" pitchFamily="49" charset="-122"/>
            </a:endParaRPr>
          </a:p>
        </p:txBody>
      </p:sp>
      <p:cxnSp>
        <p:nvCxnSpPr>
          <p:cNvPr id="18" name="直接箭头连接符 17"/>
          <p:cNvCxnSpPr>
            <a:cxnSpLocks noChangeShapeType="1"/>
            <a:stCxn id="17" idx="6"/>
          </p:cNvCxnSpPr>
          <p:nvPr/>
        </p:nvCxnSpPr>
        <p:spPr bwMode="auto">
          <a:xfrm>
            <a:off x="1125538" y="4361718"/>
            <a:ext cx="1073150" cy="0"/>
          </a:xfrm>
          <a:prstGeom prst="straightConnector1">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9" name="文本框 27"/>
          <p:cNvSpPr txBox="1">
            <a:spLocks noChangeArrowheads="1"/>
          </p:cNvSpPr>
          <p:nvPr/>
        </p:nvSpPr>
        <p:spPr bwMode="auto">
          <a:xfrm>
            <a:off x="1181100" y="3879118"/>
            <a:ext cx="1054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2400" dirty="0">
                <a:latin typeface="黑体" pitchFamily="49" charset="-122"/>
                <a:ea typeface="黑体" pitchFamily="49" charset="-122"/>
              </a:rPr>
              <a:t>通电</a:t>
            </a:r>
          </a:p>
        </p:txBody>
      </p:sp>
      <p:sp>
        <p:nvSpPr>
          <p:cNvPr id="20" name="矩形 19"/>
          <p:cNvSpPr/>
          <p:nvPr/>
        </p:nvSpPr>
        <p:spPr>
          <a:xfrm>
            <a:off x="499408" y="5204838"/>
            <a:ext cx="7148301" cy="1292662"/>
          </a:xfrm>
          <a:prstGeom prst="rect">
            <a:avLst/>
          </a:prstGeom>
          <a:solidFill>
            <a:srgbClr val="FFFF00"/>
          </a:solidFill>
        </p:spPr>
        <p:txBody>
          <a:bodyPr wrap="square">
            <a:spAutoFit/>
          </a:bodyPr>
          <a:lstStyle/>
          <a:p>
            <a:pPr>
              <a:lnSpc>
                <a:spcPct val="130000"/>
              </a:lnSpc>
              <a:buClr>
                <a:srgbClr val="FF0000"/>
              </a:buClr>
              <a:buSzPct val="100000"/>
              <a:defRPr/>
            </a:pPr>
            <a:r>
              <a:rPr lang="zh-CN" altLang="en-US" sz="2000" b="1" dirty="0">
                <a:solidFill>
                  <a:schemeClr val="bg2">
                    <a:lumMod val="25000"/>
                  </a:schemeClr>
                </a:solidFill>
                <a:latin typeface="黑体" pitchFamily="49" charset="-122"/>
                <a:ea typeface="黑体" pitchFamily="49" charset="-122"/>
                <a:cs typeface="Times New Roman" panose="02020603050405020304" pitchFamily="18" charset="0"/>
              </a:rPr>
              <a:t>状态转换图适用于描述的系统特征：</a:t>
            </a:r>
            <a:endParaRPr lang="en-US" altLang="zh-CN" sz="2000" b="1" dirty="0">
              <a:solidFill>
                <a:schemeClr val="bg2">
                  <a:lumMod val="25000"/>
                </a:schemeClr>
              </a:solidFill>
              <a:latin typeface="黑体" pitchFamily="49" charset="-122"/>
              <a:ea typeface="黑体" pitchFamily="49" charset="-122"/>
              <a:cs typeface="Times New Roman" panose="02020603050405020304" pitchFamily="18" charset="0"/>
            </a:endParaRPr>
          </a:p>
          <a:p>
            <a:pPr>
              <a:lnSpc>
                <a:spcPct val="130000"/>
              </a:lnSpc>
              <a:buClr>
                <a:schemeClr val="tx1"/>
              </a:buClr>
              <a:buSzPct val="100000"/>
              <a:buFont typeface="Wingdings" pitchFamily="2" charset="2"/>
              <a:buChar char="l"/>
              <a:defRPr/>
            </a:pPr>
            <a:r>
              <a:rPr lang="zh-CN" altLang="en-US" sz="2000" dirty="0">
                <a:latin typeface="黑体" pitchFamily="49" charset="-122"/>
                <a:ea typeface="黑体" pitchFamily="49" charset="-122"/>
                <a:cs typeface="Times New Roman" panose="02020603050405020304" pitchFamily="18" charset="0"/>
              </a:rPr>
              <a:t>嵌入式控制软件</a:t>
            </a:r>
            <a:endParaRPr lang="en-US" altLang="zh-CN" sz="2000" dirty="0">
              <a:latin typeface="黑体" pitchFamily="49" charset="-122"/>
              <a:ea typeface="黑体" pitchFamily="49" charset="-122"/>
              <a:cs typeface="Times New Roman" panose="02020603050405020304" pitchFamily="18" charset="0"/>
            </a:endParaRPr>
          </a:p>
          <a:p>
            <a:pPr>
              <a:lnSpc>
                <a:spcPct val="130000"/>
              </a:lnSpc>
              <a:buClr>
                <a:schemeClr val="tx1"/>
              </a:buClr>
              <a:buSzPct val="100000"/>
              <a:buFont typeface="Wingdings" pitchFamily="2" charset="2"/>
              <a:buChar char="l"/>
              <a:defRPr/>
            </a:pPr>
            <a:r>
              <a:rPr lang="zh-CN" altLang="en-US" sz="2000" dirty="0">
                <a:latin typeface="黑体" pitchFamily="49" charset="-122"/>
                <a:ea typeface="黑体" pitchFamily="49" charset="-122"/>
                <a:cs typeface="Times New Roman" panose="02020603050405020304" pitchFamily="18" charset="0"/>
              </a:rPr>
              <a:t>事件驱动的系统</a:t>
            </a:r>
            <a:endParaRPr lang="en-US" altLang="zh-CN" sz="2000" dirty="0">
              <a:latin typeface="黑体" pitchFamily="49" charset="-122"/>
              <a:ea typeface="黑体" pitchFamily="49" charset="-122"/>
              <a:cs typeface="Times New Roman" panose="02020603050405020304" pitchFamily="18" charset="0"/>
            </a:endParaRPr>
          </a:p>
        </p:txBody>
      </p:sp>
    </p:spTree>
    <p:extLst>
      <p:ext uri="{BB962C8B-B14F-4D97-AF65-F5344CB8AC3E}">
        <p14:creationId xmlns:p14="http://schemas.microsoft.com/office/powerpoint/2010/main" val="3422923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animBg="1"/>
      <p:bldP spid="12" grpId="0"/>
      <p:bldP spid="15" grpId="0"/>
      <p:bldP spid="16" grpId="0"/>
      <p:bldP spid="17" grpId="0" animBg="1"/>
      <p:bldP spid="19" grpId="0"/>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内容占位符 2"/>
          <p:cNvSpPr>
            <a:spLocks noGrp="1"/>
          </p:cNvSpPr>
          <p:nvPr>
            <p:ph idx="1"/>
          </p:nvPr>
        </p:nvSpPr>
        <p:spPr>
          <a:xfrm>
            <a:off x="322263" y="1229159"/>
            <a:ext cx="8412162" cy="4130675"/>
          </a:xfrm>
        </p:spPr>
        <p:txBody>
          <a:bodyPr/>
          <a:lstStyle/>
          <a:p>
            <a:pPr marL="0" indent="0" defTabSz="914377">
              <a:lnSpc>
                <a:spcPct val="130000"/>
              </a:lnSpc>
              <a:buClr>
                <a:srgbClr val="FF0000"/>
              </a:buClr>
              <a:buSzPct val="100000"/>
              <a:buNone/>
              <a:defRP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语法规则问题：</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a:buFont typeface="Wingdings" pitchFamily="2" charset="2"/>
              <a:buNone/>
            </a:pPr>
            <a:r>
              <a:rPr lang="zh-CN" altLang="en-US" sz="2000" dirty="0">
                <a:latin typeface="+mn-ea"/>
                <a:cs typeface="Times New Roman" panose="02020603050405020304" pitchFamily="18" charset="0"/>
              </a:rPr>
              <a:t>一般情况下，规定一张状态图中：</a:t>
            </a:r>
            <a:endParaRPr lang="en-US" altLang="zh-CN" sz="2000" dirty="0">
              <a:latin typeface="+mn-ea"/>
              <a:cs typeface="Times New Roman" panose="02020603050405020304" pitchFamily="18" charset="0"/>
            </a:endParaRPr>
          </a:p>
          <a:p>
            <a:pPr>
              <a:buClr>
                <a:schemeClr val="accent1"/>
              </a:buClr>
              <a:buSzPct val="100000"/>
              <a:buFont typeface="Arial" panose="020B0604020202020204" pitchFamily="34" charset="0"/>
              <a:buAutoNum type="arabicPeriod"/>
            </a:pPr>
            <a:r>
              <a:rPr lang="zh-CN" altLang="en-US" sz="2000" dirty="0">
                <a:latin typeface="+mn-ea"/>
                <a:cs typeface="Times New Roman" panose="02020603050405020304" pitchFamily="18" charset="0"/>
              </a:rPr>
              <a:t>系统有初始状态：</a:t>
            </a:r>
            <a:r>
              <a:rPr lang="en-US" altLang="zh-CN" sz="2000" dirty="0">
                <a:latin typeface="+mn-ea"/>
                <a:cs typeface="Times New Roman" panose="02020603050405020304" pitchFamily="18" charset="0"/>
              </a:rPr>
              <a:t> </a:t>
            </a:r>
          </a:p>
          <a:p>
            <a:pPr>
              <a:buClr>
                <a:schemeClr val="accent1"/>
              </a:buClr>
              <a:buSzPct val="100000"/>
              <a:buFont typeface="Arial" panose="020B0604020202020204" pitchFamily="34" charset="0"/>
              <a:buAutoNum type="arabicPeriod"/>
            </a:pPr>
            <a:r>
              <a:rPr lang="zh-CN" altLang="en-US" sz="2000" dirty="0">
                <a:latin typeface="+mn-ea"/>
                <a:cs typeface="Times New Roman" panose="02020603050405020304" pitchFamily="18" charset="0"/>
              </a:rPr>
              <a:t>有若干终结状态： </a:t>
            </a:r>
            <a:endParaRPr lang="en-US" altLang="zh-CN" sz="2000" dirty="0">
              <a:latin typeface="+mn-ea"/>
              <a:cs typeface="Times New Roman" panose="02020603050405020304" pitchFamily="18" charset="0"/>
            </a:endParaRPr>
          </a:p>
          <a:p>
            <a:pPr>
              <a:buClr>
                <a:schemeClr val="accent1"/>
              </a:buClr>
              <a:buSzPct val="100000"/>
              <a:buFont typeface="Arial" panose="020B0604020202020204" pitchFamily="34" charset="0"/>
              <a:buAutoNum type="arabicPeriod"/>
            </a:pP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364" name="椭圆 10"/>
          <p:cNvSpPr>
            <a:spLocks noChangeArrowheads="1"/>
          </p:cNvSpPr>
          <p:nvPr/>
        </p:nvSpPr>
        <p:spPr bwMode="auto">
          <a:xfrm>
            <a:off x="2861975" y="2241118"/>
            <a:ext cx="288925" cy="250825"/>
          </a:xfrm>
          <a:prstGeom prst="ellipse">
            <a:avLst/>
          </a:prstGeom>
          <a:solidFill>
            <a:schemeClr val="tx1"/>
          </a:solidFill>
          <a:ln w="12700" algn="ctr">
            <a:solidFill>
              <a:schemeClr val="tx1"/>
            </a:solidFill>
            <a:round/>
            <a:headEnd/>
            <a:tailEnd/>
          </a:ln>
        </p:spPr>
        <p:txBody>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a:spcBef>
                <a:spcPct val="0"/>
              </a:spcBef>
              <a:buClrTx/>
              <a:buSzTx/>
              <a:buFontTx/>
              <a:buNone/>
            </a:pPr>
            <a:endParaRPr lang="zh-CN" altLang="en-US">
              <a:latin typeface="Times" panose="02020603050405020304" pitchFamily="18" charset="0"/>
            </a:endParaRPr>
          </a:p>
        </p:txBody>
      </p:sp>
      <p:sp>
        <p:nvSpPr>
          <p:cNvPr id="15365" name="椭圆 10"/>
          <p:cNvSpPr>
            <a:spLocks noChangeArrowheads="1"/>
          </p:cNvSpPr>
          <p:nvPr/>
        </p:nvSpPr>
        <p:spPr bwMode="auto">
          <a:xfrm>
            <a:off x="2861975" y="2672917"/>
            <a:ext cx="288925" cy="250825"/>
          </a:xfrm>
          <a:prstGeom prst="ellipse">
            <a:avLst/>
          </a:prstGeom>
          <a:solidFill>
            <a:schemeClr val="tx1"/>
          </a:solidFill>
          <a:ln w="12700" algn="ctr">
            <a:solidFill>
              <a:schemeClr val="tx1"/>
            </a:solidFill>
            <a:round/>
            <a:headEnd/>
            <a:tailEnd/>
          </a:ln>
        </p:spPr>
        <p:txBody>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a:spcBef>
                <a:spcPct val="0"/>
              </a:spcBef>
              <a:buClrTx/>
              <a:buSzTx/>
              <a:buFontTx/>
              <a:buNone/>
            </a:pPr>
            <a:endParaRPr lang="zh-CN" altLang="en-US">
              <a:latin typeface="Times" panose="02020603050405020304" pitchFamily="18" charset="0"/>
            </a:endParaRPr>
          </a:p>
        </p:txBody>
      </p:sp>
      <p:sp>
        <p:nvSpPr>
          <p:cNvPr id="15366" name="椭圆 10"/>
          <p:cNvSpPr>
            <a:spLocks noChangeArrowheads="1"/>
          </p:cNvSpPr>
          <p:nvPr/>
        </p:nvSpPr>
        <p:spPr bwMode="auto">
          <a:xfrm>
            <a:off x="2790537" y="2601479"/>
            <a:ext cx="431800" cy="393700"/>
          </a:xfrm>
          <a:prstGeom prst="ellipse">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a:spcBef>
                <a:spcPct val="0"/>
              </a:spcBef>
              <a:buClrTx/>
              <a:buSzTx/>
              <a:buFontTx/>
              <a:buNone/>
            </a:pPr>
            <a:endParaRPr lang="zh-CN" altLang="en-US">
              <a:latin typeface="Times" panose="02020603050405020304" pitchFamily="18" charset="0"/>
            </a:endParaRPr>
          </a:p>
        </p:txBody>
      </p:sp>
      <p:sp>
        <p:nvSpPr>
          <p:cNvPr id="8" name="矩形 7"/>
          <p:cNvSpPr/>
          <p:nvPr/>
        </p:nvSpPr>
        <p:spPr>
          <a:xfrm>
            <a:off x="220714" y="168644"/>
            <a:ext cx="4130561"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状态转换图</a:t>
            </a:r>
            <a:endParaRPr lang="en-US" altLang="zh-CN" sz="2400" b="1" dirty="0">
              <a:latin typeface="微软雅黑" pitchFamily="34" charset="-122"/>
              <a:ea typeface="微软雅黑" pitchFamily="34" charset="-122"/>
            </a:endParaRPr>
          </a:p>
        </p:txBody>
      </p:sp>
      <p:sp>
        <p:nvSpPr>
          <p:cNvPr id="9" name="矩形 8"/>
          <p:cNvSpPr/>
          <p:nvPr/>
        </p:nvSpPr>
        <p:spPr>
          <a:xfrm>
            <a:off x="2036129" y="22263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615808" y="3169937"/>
            <a:ext cx="5316680" cy="523220"/>
          </a:xfrm>
          <a:prstGeom prst="rect">
            <a:avLst/>
          </a:prstGeom>
        </p:spPr>
        <p:txBody>
          <a:bodyPr wrap="square">
            <a:spAutoFit/>
          </a:bodyPr>
          <a:lstStyle/>
          <a:p>
            <a:pPr marL="0" lvl="4">
              <a:buClr>
                <a:srgbClr val="FF0000"/>
              </a:buClr>
              <a:buSzPct val="100000"/>
              <a:defRPr/>
            </a:pPr>
            <a:r>
              <a:rPr lang="zh-CN" altLang="en-US" sz="2800" b="1" dirty="0">
                <a:solidFill>
                  <a:schemeClr val="accent2"/>
                </a:solidFill>
                <a:latin typeface="黑体" pitchFamily="49" charset="-122"/>
                <a:ea typeface="黑体" pitchFamily="49" charset="-122"/>
                <a:cs typeface="Times New Roman" panose="02020603050405020304" pitchFamily="18" charset="0"/>
              </a:rPr>
              <a:t>例</a:t>
            </a:r>
            <a:r>
              <a:rPr lang="zh-CN" altLang="en-US" sz="2400" b="1" dirty="0">
                <a:latin typeface="黑体" pitchFamily="49" charset="-122"/>
                <a:ea typeface="黑体" pitchFamily="49" charset="-122"/>
                <a:cs typeface="Times New Roman" panose="02020603050405020304" pitchFamily="18" charset="0"/>
              </a:rPr>
              <a:t>：</a:t>
            </a:r>
            <a:r>
              <a:rPr lang="zh-CN" altLang="en-US" sz="2400" dirty="0">
                <a:latin typeface="黑体" pitchFamily="49" charset="-122"/>
                <a:ea typeface="黑体" pitchFamily="49" charset="-122"/>
                <a:cs typeface="Times New Roman" panose="02020603050405020304" pitchFamily="18" charset="0"/>
              </a:rPr>
              <a:t>灯泡的控制软件</a:t>
            </a:r>
            <a:endParaRPr lang="en-US" altLang="zh-CN" sz="2400" dirty="0">
              <a:latin typeface="黑体" pitchFamily="49" charset="-122"/>
              <a:ea typeface="黑体" pitchFamily="49" charset="-122"/>
              <a:cs typeface="Times New Roman" panose="02020603050405020304" pitchFamily="18" charset="0"/>
            </a:endParaRPr>
          </a:p>
        </p:txBody>
      </p:sp>
      <p:sp>
        <p:nvSpPr>
          <p:cNvPr id="11" name="椭圆 10"/>
          <p:cNvSpPr>
            <a:spLocks noChangeArrowheads="1"/>
          </p:cNvSpPr>
          <p:nvPr/>
        </p:nvSpPr>
        <p:spPr bwMode="auto">
          <a:xfrm>
            <a:off x="2198688" y="3934535"/>
            <a:ext cx="1441450" cy="935037"/>
          </a:xfrm>
          <a:prstGeom prst="ellipse">
            <a:avLst/>
          </a:prstGeom>
          <a:solidFill>
            <a:schemeClr val="accent2">
              <a:lumMod val="20000"/>
              <a:lumOff val="80000"/>
            </a:schemeClr>
          </a:solidFill>
          <a:ln w="12700" algn="ctr">
            <a:solidFill>
              <a:schemeClr val="tx1"/>
            </a:solidFill>
            <a:round/>
            <a:headEnd/>
            <a:tailEnd/>
          </a:ln>
        </p:spPr>
        <p:txBody>
          <a:bodyPr/>
          <a:lstStyle/>
          <a:p>
            <a:endParaRPr lang="zh-CN" altLang="en-US" sz="2400">
              <a:latin typeface="黑体" pitchFamily="49" charset="-122"/>
              <a:ea typeface="黑体" pitchFamily="49" charset="-122"/>
            </a:endParaRPr>
          </a:p>
        </p:txBody>
      </p:sp>
      <p:sp>
        <p:nvSpPr>
          <p:cNvPr id="12" name="文本框 2"/>
          <p:cNvSpPr txBox="1">
            <a:spLocks noChangeArrowheads="1"/>
          </p:cNvSpPr>
          <p:nvPr/>
        </p:nvSpPr>
        <p:spPr bwMode="auto">
          <a:xfrm>
            <a:off x="2649538" y="4186947"/>
            <a:ext cx="576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2400">
                <a:latin typeface="黑体" pitchFamily="49" charset="-122"/>
                <a:ea typeface="黑体" pitchFamily="49" charset="-122"/>
              </a:rPr>
              <a:t>灭</a:t>
            </a:r>
          </a:p>
        </p:txBody>
      </p:sp>
      <p:sp>
        <p:nvSpPr>
          <p:cNvPr id="13" name="椭圆 12"/>
          <p:cNvSpPr>
            <a:spLocks noChangeArrowheads="1"/>
          </p:cNvSpPr>
          <p:nvPr/>
        </p:nvSpPr>
        <p:spPr bwMode="auto">
          <a:xfrm>
            <a:off x="5429250" y="3934535"/>
            <a:ext cx="1439863" cy="935037"/>
          </a:xfrm>
          <a:prstGeom prst="ellipse">
            <a:avLst/>
          </a:prstGeom>
          <a:solidFill>
            <a:schemeClr val="accent2">
              <a:lumMod val="20000"/>
              <a:lumOff val="80000"/>
            </a:schemeClr>
          </a:solidFill>
          <a:ln w="12700" algn="ctr">
            <a:solidFill>
              <a:schemeClr val="tx1"/>
            </a:solidFill>
            <a:round/>
            <a:headEnd/>
            <a:tailEnd/>
          </a:ln>
        </p:spPr>
        <p:txBody>
          <a:bodyPr/>
          <a:lstStyle/>
          <a:p>
            <a:endParaRPr lang="zh-CN" altLang="en-US" sz="2400">
              <a:latin typeface="黑体" pitchFamily="49" charset="-122"/>
              <a:ea typeface="黑体" pitchFamily="49" charset="-122"/>
            </a:endParaRPr>
          </a:p>
        </p:txBody>
      </p:sp>
      <p:sp>
        <p:nvSpPr>
          <p:cNvPr id="14" name="文本框 6"/>
          <p:cNvSpPr txBox="1">
            <a:spLocks noChangeArrowheads="1"/>
          </p:cNvSpPr>
          <p:nvPr/>
        </p:nvSpPr>
        <p:spPr bwMode="auto">
          <a:xfrm>
            <a:off x="5932488" y="4171072"/>
            <a:ext cx="576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2400">
                <a:latin typeface="黑体" pitchFamily="49" charset="-122"/>
                <a:ea typeface="黑体" pitchFamily="49" charset="-122"/>
              </a:rPr>
              <a:t>亮</a:t>
            </a:r>
          </a:p>
        </p:txBody>
      </p:sp>
      <p:cxnSp>
        <p:nvCxnSpPr>
          <p:cNvPr id="15" name="直接箭头连接符 14"/>
          <p:cNvCxnSpPr>
            <a:cxnSpLocks noChangeShapeType="1"/>
          </p:cNvCxnSpPr>
          <p:nvPr/>
        </p:nvCxnSpPr>
        <p:spPr bwMode="auto">
          <a:xfrm>
            <a:off x="3556000" y="4186947"/>
            <a:ext cx="1944688" cy="0"/>
          </a:xfrm>
          <a:prstGeom prst="straightConnector1">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6" name="直接箭头连接符 15"/>
          <p:cNvCxnSpPr>
            <a:cxnSpLocks noChangeShapeType="1"/>
          </p:cNvCxnSpPr>
          <p:nvPr/>
        </p:nvCxnSpPr>
        <p:spPr bwMode="auto">
          <a:xfrm flipH="1">
            <a:off x="3556000" y="4633035"/>
            <a:ext cx="1944688" cy="0"/>
          </a:xfrm>
          <a:prstGeom prst="straightConnector1">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7" name="文本框 22"/>
          <p:cNvSpPr txBox="1">
            <a:spLocks noChangeArrowheads="1"/>
          </p:cNvSpPr>
          <p:nvPr/>
        </p:nvSpPr>
        <p:spPr bwMode="auto">
          <a:xfrm>
            <a:off x="4240213" y="3712285"/>
            <a:ext cx="5762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2400" dirty="0">
                <a:latin typeface="黑体" pitchFamily="49" charset="-122"/>
                <a:ea typeface="黑体" pitchFamily="49" charset="-122"/>
              </a:rPr>
              <a:t>开</a:t>
            </a:r>
          </a:p>
        </p:txBody>
      </p:sp>
      <p:sp>
        <p:nvSpPr>
          <p:cNvPr id="18" name="文本框 23"/>
          <p:cNvSpPr txBox="1">
            <a:spLocks noChangeArrowheads="1"/>
          </p:cNvSpPr>
          <p:nvPr/>
        </p:nvSpPr>
        <p:spPr bwMode="auto">
          <a:xfrm>
            <a:off x="4259263" y="4698122"/>
            <a:ext cx="5762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2400">
                <a:latin typeface="黑体" pitchFamily="49" charset="-122"/>
                <a:ea typeface="黑体" pitchFamily="49" charset="-122"/>
              </a:rPr>
              <a:t>关</a:t>
            </a:r>
          </a:p>
        </p:txBody>
      </p:sp>
      <p:sp>
        <p:nvSpPr>
          <p:cNvPr id="19" name="椭圆 10"/>
          <p:cNvSpPr>
            <a:spLocks noChangeArrowheads="1"/>
          </p:cNvSpPr>
          <p:nvPr/>
        </p:nvSpPr>
        <p:spPr bwMode="auto">
          <a:xfrm>
            <a:off x="836613" y="4291722"/>
            <a:ext cx="288925" cy="250825"/>
          </a:xfrm>
          <a:prstGeom prst="ellipse">
            <a:avLst/>
          </a:prstGeom>
          <a:solidFill>
            <a:schemeClr val="tx1"/>
          </a:solidFill>
          <a:ln w="12700" algn="ctr">
            <a:solidFill>
              <a:schemeClr val="tx1"/>
            </a:solidFill>
            <a:round/>
            <a:headEnd/>
            <a:tailEnd/>
          </a:ln>
        </p:spPr>
        <p:txBody>
          <a:bodyPr/>
          <a:lstStyle/>
          <a:p>
            <a:endParaRPr lang="zh-CN" altLang="en-US" sz="2400">
              <a:latin typeface="黑体" pitchFamily="49" charset="-122"/>
              <a:ea typeface="黑体" pitchFamily="49" charset="-122"/>
            </a:endParaRPr>
          </a:p>
        </p:txBody>
      </p:sp>
      <p:cxnSp>
        <p:nvCxnSpPr>
          <p:cNvPr id="20" name="直接箭头连接符 19"/>
          <p:cNvCxnSpPr>
            <a:cxnSpLocks noChangeShapeType="1"/>
            <a:stCxn id="19" idx="6"/>
          </p:cNvCxnSpPr>
          <p:nvPr/>
        </p:nvCxnSpPr>
        <p:spPr bwMode="auto">
          <a:xfrm>
            <a:off x="1125538" y="4417135"/>
            <a:ext cx="1073150" cy="0"/>
          </a:xfrm>
          <a:prstGeom prst="straightConnector1">
            <a:avLst/>
          </a:prstGeom>
          <a:noFill/>
          <a:ln w="2857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21" name="文本框 27"/>
          <p:cNvSpPr txBox="1">
            <a:spLocks noChangeArrowheads="1"/>
          </p:cNvSpPr>
          <p:nvPr/>
        </p:nvSpPr>
        <p:spPr bwMode="auto">
          <a:xfrm>
            <a:off x="1181100" y="3934535"/>
            <a:ext cx="1054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r>
              <a:rPr lang="zh-CN" altLang="en-US" sz="2400" dirty="0">
                <a:latin typeface="黑体" pitchFamily="49" charset="-122"/>
                <a:ea typeface="黑体" pitchFamily="49" charset="-122"/>
              </a:rPr>
              <a:t>通电</a:t>
            </a:r>
          </a:p>
        </p:txBody>
      </p:sp>
    </p:spTree>
    <p:extLst>
      <p:ext uri="{BB962C8B-B14F-4D97-AF65-F5344CB8AC3E}">
        <p14:creationId xmlns:p14="http://schemas.microsoft.com/office/powerpoint/2010/main" val="1205816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en-US" altLang="zh-CN" dirty="0">
                <a:ea typeface="宋体" panose="02010600030101010101" pitchFamily="2" charset="-122"/>
              </a:rPr>
              <a:t>Exercise 1 : </a:t>
            </a:r>
            <a:r>
              <a:rPr lang="zh-CN" altLang="en-US" dirty="0">
                <a:ea typeface="宋体" panose="02010600030101010101" pitchFamily="2" charset="-122"/>
              </a:rPr>
              <a:t>一部电梯的控制系统</a:t>
            </a:r>
          </a:p>
        </p:txBody>
      </p:sp>
      <p:sp>
        <p:nvSpPr>
          <p:cNvPr id="20483" name="内容占位符 2"/>
          <p:cNvSpPr>
            <a:spLocks noGrp="1"/>
          </p:cNvSpPr>
          <p:nvPr>
            <p:ph idx="1"/>
          </p:nvPr>
        </p:nvSpPr>
        <p:spPr>
          <a:xfrm>
            <a:off x="431800" y="1588007"/>
            <a:ext cx="8280400" cy="576262"/>
          </a:xfrm>
        </p:spPr>
        <p:txBody>
          <a:bodyPr/>
          <a:lstStyle/>
          <a:p>
            <a:pPr marL="0" indent="0">
              <a:lnSpc>
                <a:spcPct val="150000"/>
              </a:lnSpc>
              <a:buFont typeface="Wingdings" pitchFamily="2" charset="2"/>
              <a:buNone/>
            </a:pPr>
            <a:r>
              <a:rPr lang="zh-CN" altLang="en-US" sz="2800" b="1" dirty="0">
                <a:ea typeface="宋体" panose="02010600030101010101" pitchFamily="2" charset="-122"/>
              </a:rPr>
              <a:t>考虑一部电梯的设计要求：</a:t>
            </a:r>
            <a:endParaRPr lang="en-US" altLang="zh-CN" sz="2800" b="1" dirty="0">
              <a:ea typeface="宋体" panose="02010600030101010101" pitchFamily="2" charset="-122"/>
            </a:endParaRPr>
          </a:p>
          <a:p>
            <a:pPr marL="0" indent="0">
              <a:lnSpc>
                <a:spcPct val="150000"/>
              </a:lnSpc>
              <a:buFont typeface="Wingdings" pitchFamily="2" charset="2"/>
              <a:buNone/>
            </a:pPr>
            <a:r>
              <a:rPr lang="en-US" altLang="zh-CN" sz="2800" b="1" dirty="0">
                <a:ea typeface="宋体" panose="02010600030101010101" pitchFamily="2" charset="-122"/>
              </a:rPr>
              <a:t>1.</a:t>
            </a:r>
            <a:r>
              <a:rPr lang="zh-CN" altLang="en-US" sz="2800" b="1" dirty="0">
                <a:ea typeface="宋体" panose="02010600030101010101" pitchFamily="2" charset="-122"/>
              </a:rPr>
              <a:t>电梯能在一栋高层大楼的楼层间移动。楼层数量大于</a:t>
            </a:r>
            <a:r>
              <a:rPr lang="en-US" altLang="zh-CN" sz="2800" b="1" dirty="0">
                <a:ea typeface="宋体" panose="02010600030101010101" pitchFamily="2" charset="-122"/>
              </a:rPr>
              <a:t>1</a:t>
            </a:r>
            <a:r>
              <a:rPr lang="zh-CN" altLang="en-US" sz="2800" b="1" dirty="0">
                <a:ea typeface="宋体" panose="02010600030101010101" pitchFamily="2" charset="-122"/>
              </a:rPr>
              <a:t>，但是楼层总数未知。</a:t>
            </a:r>
            <a:endParaRPr lang="en-US" altLang="zh-CN" sz="2800" b="1" dirty="0">
              <a:ea typeface="宋体" panose="02010600030101010101" pitchFamily="2" charset="-122"/>
            </a:endParaRPr>
          </a:p>
          <a:p>
            <a:pPr marL="0" indent="0">
              <a:lnSpc>
                <a:spcPct val="150000"/>
              </a:lnSpc>
              <a:buFont typeface="Wingdings" pitchFamily="2" charset="2"/>
              <a:buNone/>
            </a:pPr>
            <a:r>
              <a:rPr lang="en-US" altLang="zh-CN" sz="2800" b="1" dirty="0">
                <a:ea typeface="宋体" panose="02010600030101010101" pitchFamily="2" charset="-122"/>
              </a:rPr>
              <a:t>2. </a:t>
            </a:r>
            <a:r>
              <a:rPr lang="zh-CN" altLang="en-US" sz="2800" b="1" dirty="0">
                <a:ea typeface="宋体" panose="02010600030101010101" pitchFamily="2" charset="-122"/>
              </a:rPr>
              <a:t>若电梯在某个楼层等待过久，则回到一楼。</a:t>
            </a:r>
            <a:endParaRPr lang="en-US" altLang="zh-CN" sz="2800" b="1" dirty="0">
              <a:ea typeface="宋体" panose="02010600030101010101" pitchFamily="2" charset="-122"/>
            </a:endParaRPr>
          </a:p>
        </p:txBody>
      </p:sp>
    </p:spTree>
    <p:extLst>
      <p:ext uri="{BB962C8B-B14F-4D97-AF65-F5344CB8AC3E}">
        <p14:creationId xmlns:p14="http://schemas.microsoft.com/office/powerpoint/2010/main" val="720103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en-US" altLang="zh-CN">
                <a:ea typeface="宋体" panose="02010600030101010101" pitchFamily="2" charset="-122"/>
              </a:rPr>
              <a:t>Exercise 1 : </a:t>
            </a:r>
            <a:r>
              <a:rPr lang="zh-CN" altLang="en-US">
                <a:ea typeface="宋体" panose="02010600030101010101" pitchFamily="2" charset="-122"/>
              </a:rPr>
              <a:t>一部电梯的控制系统</a:t>
            </a:r>
          </a:p>
        </p:txBody>
      </p:sp>
      <p:sp>
        <p:nvSpPr>
          <p:cNvPr id="20483" name="内容占位符 2"/>
          <p:cNvSpPr>
            <a:spLocks noGrp="1"/>
          </p:cNvSpPr>
          <p:nvPr>
            <p:ph idx="1"/>
          </p:nvPr>
        </p:nvSpPr>
        <p:spPr>
          <a:xfrm>
            <a:off x="323850" y="1484313"/>
            <a:ext cx="8280400" cy="576262"/>
          </a:xfrm>
        </p:spPr>
        <p:txBody>
          <a:bodyPr/>
          <a:lstStyle/>
          <a:p>
            <a:pPr marL="0" indent="0">
              <a:buFont typeface="Wingdings" pitchFamily="2" charset="2"/>
              <a:buNone/>
            </a:pPr>
            <a:r>
              <a:rPr lang="zh-CN" altLang="en-US" sz="2800" b="1">
                <a:ea typeface="宋体" panose="02010600030101010101" pitchFamily="2" charset="-122"/>
              </a:rPr>
              <a:t>电梯能在楼层间移动，若等待过久，则回到一楼。</a:t>
            </a:r>
            <a:endParaRPr lang="en-US" altLang="zh-CN" sz="2800" b="1">
              <a:ea typeface="宋体" panose="02010600030101010101" pitchFamily="2" charset="-122"/>
            </a:endParaRPr>
          </a:p>
        </p:txBody>
      </p:sp>
      <p:sp>
        <p:nvSpPr>
          <p:cNvPr id="2" name="矩形 1"/>
          <p:cNvSpPr>
            <a:spLocks noChangeArrowheads="1"/>
          </p:cNvSpPr>
          <p:nvPr/>
        </p:nvSpPr>
        <p:spPr bwMode="auto">
          <a:xfrm>
            <a:off x="1477963" y="2347913"/>
            <a:ext cx="1870075" cy="793750"/>
          </a:xfrm>
          <a:prstGeom prst="rect">
            <a:avLst/>
          </a:prstGeom>
          <a:solidFill>
            <a:srgbClr val="FFC000"/>
          </a:solidFill>
          <a:ln w="12700" algn="ctr">
            <a:solidFill>
              <a:schemeClr val="tx1"/>
            </a:solidFill>
            <a:round/>
            <a:headEnd/>
            <a:tailEnd/>
          </a:ln>
        </p:spPr>
        <p:txBody>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a:spcBef>
                <a:spcPct val="0"/>
              </a:spcBef>
              <a:buClrTx/>
              <a:buSzTx/>
              <a:buFontTx/>
              <a:buNone/>
            </a:pPr>
            <a:endParaRPr lang="zh-CN" altLang="en-US">
              <a:latin typeface="Times" panose="02020603050405020304" pitchFamily="18" charset="0"/>
            </a:endParaRPr>
          </a:p>
        </p:txBody>
      </p:sp>
      <p:sp>
        <p:nvSpPr>
          <p:cNvPr id="3" name="TextBox 2"/>
          <p:cNvSpPr txBox="1">
            <a:spLocks noChangeArrowheads="1"/>
          </p:cNvSpPr>
          <p:nvPr/>
        </p:nvSpPr>
        <p:spPr bwMode="auto">
          <a:xfrm>
            <a:off x="1512888" y="2492375"/>
            <a:ext cx="18002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2000" b="1"/>
              <a:t>On the Ground floor</a:t>
            </a:r>
            <a:endParaRPr lang="zh-CN" altLang="en-US" sz="2000" b="1"/>
          </a:p>
        </p:txBody>
      </p:sp>
      <p:sp>
        <p:nvSpPr>
          <p:cNvPr id="6" name="矩形 5"/>
          <p:cNvSpPr>
            <a:spLocks noChangeArrowheads="1"/>
          </p:cNvSpPr>
          <p:nvPr/>
        </p:nvSpPr>
        <p:spPr bwMode="auto">
          <a:xfrm>
            <a:off x="5148263" y="2347913"/>
            <a:ext cx="1870075" cy="793750"/>
          </a:xfrm>
          <a:prstGeom prst="rect">
            <a:avLst/>
          </a:prstGeom>
          <a:solidFill>
            <a:srgbClr val="FFC000"/>
          </a:solidFill>
          <a:ln w="12700" algn="ctr">
            <a:solidFill>
              <a:schemeClr val="tx1"/>
            </a:solidFill>
            <a:round/>
            <a:headEnd/>
            <a:tailEnd/>
          </a:ln>
        </p:spPr>
        <p:txBody>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a:spcBef>
                <a:spcPct val="0"/>
              </a:spcBef>
              <a:buClrTx/>
              <a:buSzTx/>
              <a:buFontTx/>
              <a:buNone/>
            </a:pPr>
            <a:endParaRPr lang="zh-CN" altLang="en-US">
              <a:latin typeface="Times" panose="02020603050405020304" pitchFamily="18" charset="0"/>
            </a:endParaRPr>
          </a:p>
        </p:txBody>
      </p:sp>
      <p:sp>
        <p:nvSpPr>
          <p:cNvPr id="7" name="TextBox 6"/>
          <p:cNvSpPr txBox="1">
            <a:spLocks noChangeArrowheads="1"/>
          </p:cNvSpPr>
          <p:nvPr/>
        </p:nvSpPr>
        <p:spPr bwMode="auto">
          <a:xfrm>
            <a:off x="5308600" y="2492375"/>
            <a:ext cx="1549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2000" b="1"/>
              <a:t>Going up</a:t>
            </a:r>
            <a:endParaRPr lang="zh-CN" altLang="en-US" sz="2000" b="1"/>
          </a:p>
        </p:txBody>
      </p:sp>
      <p:sp>
        <p:nvSpPr>
          <p:cNvPr id="8" name="矩形 7"/>
          <p:cNvSpPr>
            <a:spLocks noChangeArrowheads="1"/>
          </p:cNvSpPr>
          <p:nvPr/>
        </p:nvSpPr>
        <p:spPr bwMode="auto">
          <a:xfrm>
            <a:off x="1470025" y="5011738"/>
            <a:ext cx="1868488" cy="793750"/>
          </a:xfrm>
          <a:prstGeom prst="rect">
            <a:avLst/>
          </a:prstGeom>
          <a:solidFill>
            <a:srgbClr val="FFC000"/>
          </a:solidFill>
          <a:ln w="12700" algn="ctr">
            <a:solidFill>
              <a:schemeClr val="tx1"/>
            </a:solidFill>
            <a:round/>
            <a:headEnd/>
            <a:tailEnd/>
          </a:ln>
        </p:spPr>
        <p:txBody>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a:spcBef>
                <a:spcPct val="0"/>
              </a:spcBef>
              <a:buClrTx/>
              <a:buSzTx/>
              <a:buFontTx/>
              <a:buNone/>
            </a:pPr>
            <a:endParaRPr lang="zh-CN" altLang="en-US">
              <a:latin typeface="Times" panose="02020603050405020304" pitchFamily="18" charset="0"/>
            </a:endParaRPr>
          </a:p>
        </p:txBody>
      </p:sp>
      <p:sp>
        <p:nvSpPr>
          <p:cNvPr id="9" name="TextBox 8"/>
          <p:cNvSpPr txBox="1">
            <a:spLocks noChangeArrowheads="1"/>
          </p:cNvSpPr>
          <p:nvPr/>
        </p:nvSpPr>
        <p:spPr bwMode="auto">
          <a:xfrm>
            <a:off x="1504950" y="5157788"/>
            <a:ext cx="1800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2000" b="1"/>
              <a:t>Going Down</a:t>
            </a:r>
            <a:endParaRPr lang="zh-CN" altLang="en-US" sz="2000" b="1"/>
          </a:p>
        </p:txBody>
      </p:sp>
      <p:sp>
        <p:nvSpPr>
          <p:cNvPr id="10" name="矩形 9"/>
          <p:cNvSpPr>
            <a:spLocks noChangeArrowheads="1"/>
          </p:cNvSpPr>
          <p:nvPr/>
        </p:nvSpPr>
        <p:spPr bwMode="auto">
          <a:xfrm>
            <a:off x="5148263" y="5011738"/>
            <a:ext cx="1870075" cy="793750"/>
          </a:xfrm>
          <a:prstGeom prst="rect">
            <a:avLst/>
          </a:prstGeom>
          <a:solidFill>
            <a:srgbClr val="FFC000"/>
          </a:solidFill>
          <a:ln w="12700" algn="ctr">
            <a:solidFill>
              <a:schemeClr val="tx1"/>
            </a:solidFill>
            <a:round/>
            <a:headEnd/>
            <a:tailEnd/>
          </a:ln>
        </p:spPr>
        <p:txBody>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a:spcBef>
                <a:spcPct val="0"/>
              </a:spcBef>
              <a:buClrTx/>
              <a:buSzTx/>
              <a:buFontTx/>
              <a:buNone/>
            </a:pPr>
            <a:endParaRPr lang="zh-CN" altLang="en-US">
              <a:latin typeface="Times" panose="02020603050405020304" pitchFamily="18" charset="0"/>
            </a:endParaRPr>
          </a:p>
        </p:txBody>
      </p:sp>
      <p:sp>
        <p:nvSpPr>
          <p:cNvPr id="12" name="矩形 11"/>
          <p:cNvSpPr>
            <a:spLocks noChangeArrowheads="1"/>
          </p:cNvSpPr>
          <p:nvPr/>
        </p:nvSpPr>
        <p:spPr bwMode="auto">
          <a:xfrm>
            <a:off x="1619250" y="3644900"/>
            <a:ext cx="1870075" cy="793750"/>
          </a:xfrm>
          <a:prstGeom prst="rect">
            <a:avLst/>
          </a:prstGeom>
          <a:solidFill>
            <a:srgbClr val="FFC000"/>
          </a:solidFill>
          <a:ln w="12700" algn="ctr">
            <a:solidFill>
              <a:schemeClr val="tx1"/>
            </a:solidFill>
            <a:round/>
            <a:headEnd/>
            <a:tailEnd/>
          </a:ln>
        </p:spPr>
        <p:txBody>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a:spcBef>
                <a:spcPct val="0"/>
              </a:spcBef>
              <a:buClrTx/>
              <a:buSzTx/>
              <a:buFontTx/>
              <a:buNone/>
            </a:pPr>
            <a:endParaRPr lang="zh-CN" altLang="en-US">
              <a:latin typeface="Times" panose="02020603050405020304" pitchFamily="18" charset="0"/>
            </a:endParaRPr>
          </a:p>
        </p:txBody>
      </p:sp>
      <p:sp>
        <p:nvSpPr>
          <p:cNvPr id="13" name="TextBox 12"/>
          <p:cNvSpPr txBox="1">
            <a:spLocks noChangeArrowheads="1"/>
          </p:cNvSpPr>
          <p:nvPr/>
        </p:nvSpPr>
        <p:spPr bwMode="auto">
          <a:xfrm>
            <a:off x="1636713" y="3722688"/>
            <a:ext cx="18351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2000" b="1"/>
              <a:t>Going To the Ground Floor</a:t>
            </a:r>
            <a:endParaRPr lang="zh-CN" altLang="en-US" sz="2000" b="1"/>
          </a:p>
        </p:txBody>
      </p:sp>
      <p:sp>
        <p:nvSpPr>
          <p:cNvPr id="14" name="TextBox 13"/>
          <p:cNvSpPr txBox="1">
            <a:spLocks noChangeArrowheads="1"/>
          </p:cNvSpPr>
          <p:nvPr/>
        </p:nvSpPr>
        <p:spPr bwMode="auto">
          <a:xfrm>
            <a:off x="5508625" y="5208588"/>
            <a:ext cx="1136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2000" b="1"/>
              <a:t>Waiting</a:t>
            </a:r>
            <a:endParaRPr lang="zh-CN" altLang="en-US" sz="2000" b="1"/>
          </a:p>
        </p:txBody>
      </p:sp>
      <p:cxnSp>
        <p:nvCxnSpPr>
          <p:cNvPr id="5" name="直接箭头连接符 4"/>
          <p:cNvCxnSpPr>
            <a:cxnSpLocks noChangeShapeType="1"/>
            <a:stCxn id="2" idx="3"/>
          </p:cNvCxnSpPr>
          <p:nvPr/>
        </p:nvCxnSpPr>
        <p:spPr bwMode="auto">
          <a:xfrm>
            <a:off x="3348038" y="2744788"/>
            <a:ext cx="1800225" cy="0"/>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7" name="直接箭头连接符 16"/>
          <p:cNvCxnSpPr>
            <a:cxnSpLocks noChangeShapeType="1"/>
          </p:cNvCxnSpPr>
          <p:nvPr/>
        </p:nvCxnSpPr>
        <p:spPr bwMode="auto">
          <a:xfrm>
            <a:off x="5508625" y="3141663"/>
            <a:ext cx="0" cy="1870075"/>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0" name="直接箭头连接符 19"/>
          <p:cNvCxnSpPr>
            <a:cxnSpLocks noChangeShapeType="1"/>
          </p:cNvCxnSpPr>
          <p:nvPr/>
        </p:nvCxnSpPr>
        <p:spPr bwMode="auto">
          <a:xfrm flipH="1">
            <a:off x="3305175" y="5661025"/>
            <a:ext cx="1843088" cy="0"/>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3" name="直接箭头连接符 22"/>
          <p:cNvCxnSpPr>
            <a:cxnSpLocks noChangeShapeType="1"/>
          </p:cNvCxnSpPr>
          <p:nvPr/>
        </p:nvCxnSpPr>
        <p:spPr bwMode="auto">
          <a:xfrm>
            <a:off x="3325813" y="5229225"/>
            <a:ext cx="1800225" cy="0"/>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4" name="直接箭头连接符 23"/>
          <p:cNvCxnSpPr>
            <a:cxnSpLocks noChangeShapeType="1"/>
          </p:cNvCxnSpPr>
          <p:nvPr/>
        </p:nvCxnSpPr>
        <p:spPr bwMode="auto">
          <a:xfrm flipV="1">
            <a:off x="6659563" y="3141663"/>
            <a:ext cx="0" cy="1870075"/>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6" name="肘形连接符 25"/>
          <p:cNvCxnSpPr>
            <a:cxnSpLocks noChangeShapeType="1"/>
            <a:stCxn id="10" idx="2"/>
          </p:cNvCxnSpPr>
          <p:nvPr/>
        </p:nvCxnSpPr>
        <p:spPr bwMode="auto">
          <a:xfrm rot="5400000" flipH="1">
            <a:off x="2969418" y="2691607"/>
            <a:ext cx="1763713" cy="4464050"/>
          </a:xfrm>
          <a:prstGeom prst="bentConnector4">
            <a:avLst>
              <a:gd name="adj1" fmla="val -36375"/>
              <a:gd name="adj2" fmla="val 120282"/>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0" name="直接箭头连接符 39"/>
          <p:cNvCxnSpPr>
            <a:cxnSpLocks noChangeShapeType="1"/>
            <a:stCxn id="12" idx="0"/>
          </p:cNvCxnSpPr>
          <p:nvPr/>
        </p:nvCxnSpPr>
        <p:spPr bwMode="auto">
          <a:xfrm flipH="1" flipV="1">
            <a:off x="2554288" y="3141663"/>
            <a:ext cx="0" cy="503237"/>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7114" name="TextBox 47113"/>
          <p:cNvSpPr txBox="1">
            <a:spLocks noChangeArrowheads="1"/>
          </p:cNvSpPr>
          <p:nvPr/>
        </p:nvSpPr>
        <p:spPr bwMode="auto">
          <a:xfrm>
            <a:off x="3455988" y="2170113"/>
            <a:ext cx="15843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1800" b="1"/>
              <a:t>up signal received</a:t>
            </a:r>
            <a:endParaRPr lang="zh-CN" altLang="en-US" sz="1800" b="1"/>
          </a:p>
        </p:txBody>
      </p:sp>
      <p:sp>
        <p:nvSpPr>
          <p:cNvPr id="44" name="TextBox 43"/>
          <p:cNvSpPr txBox="1">
            <a:spLocks noChangeArrowheads="1"/>
          </p:cNvSpPr>
          <p:nvPr/>
        </p:nvSpPr>
        <p:spPr bwMode="auto">
          <a:xfrm>
            <a:off x="3851275" y="3744913"/>
            <a:ext cx="16573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1800" b="1"/>
              <a:t>arrival signal received</a:t>
            </a:r>
            <a:endParaRPr lang="zh-CN" altLang="en-US" sz="1800" b="1"/>
          </a:p>
        </p:txBody>
      </p:sp>
      <p:sp>
        <p:nvSpPr>
          <p:cNvPr id="46" name="TextBox 45"/>
          <p:cNvSpPr txBox="1">
            <a:spLocks noChangeArrowheads="1"/>
          </p:cNvSpPr>
          <p:nvPr/>
        </p:nvSpPr>
        <p:spPr bwMode="auto">
          <a:xfrm>
            <a:off x="6696075" y="3841750"/>
            <a:ext cx="15843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1800" b="1"/>
              <a:t>up signal received</a:t>
            </a:r>
            <a:endParaRPr lang="zh-CN" altLang="en-US" sz="1800" b="1"/>
          </a:p>
        </p:txBody>
      </p:sp>
      <p:sp>
        <p:nvSpPr>
          <p:cNvPr id="47" name="TextBox 46"/>
          <p:cNvSpPr txBox="1">
            <a:spLocks noChangeArrowheads="1"/>
          </p:cNvSpPr>
          <p:nvPr/>
        </p:nvSpPr>
        <p:spPr bwMode="auto">
          <a:xfrm>
            <a:off x="3375025" y="4600575"/>
            <a:ext cx="16557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1800" b="1"/>
              <a:t>arrival signal received</a:t>
            </a:r>
            <a:endParaRPr lang="zh-CN" altLang="en-US" sz="1800" b="1"/>
          </a:p>
        </p:txBody>
      </p:sp>
      <p:sp>
        <p:nvSpPr>
          <p:cNvPr id="48" name="TextBox 47"/>
          <p:cNvSpPr txBox="1">
            <a:spLocks noChangeArrowheads="1"/>
          </p:cNvSpPr>
          <p:nvPr/>
        </p:nvSpPr>
        <p:spPr bwMode="auto">
          <a:xfrm>
            <a:off x="3527425" y="5661025"/>
            <a:ext cx="17367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1800" b="1"/>
              <a:t>down signal received</a:t>
            </a:r>
            <a:endParaRPr lang="zh-CN" altLang="en-US" sz="1800" b="1"/>
          </a:p>
        </p:txBody>
      </p:sp>
      <p:sp>
        <p:nvSpPr>
          <p:cNvPr id="49" name="TextBox 48"/>
          <p:cNvSpPr txBox="1">
            <a:spLocks noChangeArrowheads="1"/>
          </p:cNvSpPr>
          <p:nvPr/>
        </p:nvSpPr>
        <p:spPr bwMode="auto">
          <a:xfrm>
            <a:off x="1027113" y="5837238"/>
            <a:ext cx="22780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1800" b="1"/>
              <a:t>Time out signal received</a:t>
            </a:r>
            <a:endParaRPr lang="zh-CN" altLang="en-US" sz="1800" b="1"/>
          </a:p>
        </p:txBody>
      </p:sp>
      <p:sp>
        <p:nvSpPr>
          <p:cNvPr id="50" name="TextBox 49"/>
          <p:cNvSpPr txBox="1">
            <a:spLocks noChangeArrowheads="1"/>
          </p:cNvSpPr>
          <p:nvPr/>
        </p:nvSpPr>
        <p:spPr bwMode="auto">
          <a:xfrm>
            <a:off x="111125" y="3141663"/>
            <a:ext cx="22780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1800" b="1"/>
              <a:t>Ground floor detected</a:t>
            </a:r>
            <a:endParaRPr lang="zh-CN" altLang="en-US" sz="1800" b="1"/>
          </a:p>
        </p:txBody>
      </p:sp>
      <p:sp>
        <p:nvSpPr>
          <p:cNvPr id="20508" name="椭圆 10"/>
          <p:cNvSpPr>
            <a:spLocks noChangeArrowheads="1"/>
          </p:cNvSpPr>
          <p:nvPr/>
        </p:nvSpPr>
        <p:spPr bwMode="auto">
          <a:xfrm>
            <a:off x="179388" y="2573338"/>
            <a:ext cx="288925" cy="250825"/>
          </a:xfrm>
          <a:prstGeom prst="ellipse">
            <a:avLst/>
          </a:prstGeom>
          <a:solidFill>
            <a:schemeClr val="accent1"/>
          </a:solidFill>
          <a:ln w="12700" algn="ctr">
            <a:solidFill>
              <a:schemeClr val="tx1"/>
            </a:solidFill>
            <a:round/>
            <a:headEnd/>
            <a:tailEnd/>
          </a:ln>
        </p:spPr>
        <p:txBody>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a:spcBef>
                <a:spcPct val="0"/>
              </a:spcBef>
              <a:buClrTx/>
              <a:buSzTx/>
              <a:buFontTx/>
              <a:buNone/>
            </a:pPr>
            <a:endParaRPr lang="zh-CN" altLang="en-US">
              <a:latin typeface="Times" panose="02020603050405020304" pitchFamily="18" charset="0"/>
            </a:endParaRPr>
          </a:p>
        </p:txBody>
      </p:sp>
      <p:cxnSp>
        <p:nvCxnSpPr>
          <p:cNvPr id="30" name="直接箭头连接符 29"/>
          <p:cNvCxnSpPr>
            <a:cxnSpLocks noChangeShapeType="1"/>
            <a:stCxn id="20508" idx="6"/>
          </p:cNvCxnSpPr>
          <p:nvPr/>
        </p:nvCxnSpPr>
        <p:spPr bwMode="auto">
          <a:xfrm>
            <a:off x="468313" y="2698750"/>
            <a:ext cx="1008062" cy="17463"/>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1" name="TextBox 30"/>
          <p:cNvSpPr txBox="1">
            <a:spLocks noChangeArrowheads="1"/>
          </p:cNvSpPr>
          <p:nvPr/>
        </p:nvSpPr>
        <p:spPr bwMode="auto">
          <a:xfrm>
            <a:off x="539750" y="2060575"/>
            <a:ext cx="792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50000"/>
              <a:buFont typeface="Zapf Dingbats"/>
              <a:buChar char="l"/>
              <a:defRPr sz="2400">
                <a:solidFill>
                  <a:schemeClr val="tx1"/>
                </a:solidFill>
                <a:latin typeface="Arial" panose="020B0604020202020204" pitchFamily="34" charset="0"/>
              </a:defRPr>
            </a:lvl1pPr>
            <a:lvl2pPr marL="742950" indent="-285750">
              <a:spcBef>
                <a:spcPct val="20000"/>
              </a:spcBef>
              <a:buClr>
                <a:schemeClr val="tx1"/>
              </a:buClr>
              <a:buSzPct val="100000"/>
              <a:buChar char="•"/>
              <a:defRPr sz="2000">
                <a:solidFill>
                  <a:schemeClr val="tx1"/>
                </a:solidFill>
                <a:latin typeface="Arial" panose="020B0604020202020204" pitchFamily="34" charset="0"/>
              </a:defRPr>
            </a:lvl2pPr>
            <a:lvl3pPr marL="1143000" indent="-228600">
              <a:spcBef>
                <a:spcPct val="20000"/>
              </a:spcBef>
              <a:buClr>
                <a:schemeClr val="tx1"/>
              </a:buClr>
              <a:buSzPct val="100000"/>
              <a:buChar char="•"/>
              <a:defRPr sz="2400">
                <a:solidFill>
                  <a:schemeClr val="tx1"/>
                </a:solidFill>
                <a:latin typeface="Arial" panose="020B0604020202020204" pitchFamily="34" charset="0"/>
              </a:defRPr>
            </a:lvl3pPr>
            <a:lvl4pPr marL="1600200" indent="-228600">
              <a:spcBef>
                <a:spcPct val="20000"/>
              </a:spcBef>
              <a:buClr>
                <a:schemeClr val="accent2"/>
              </a:buClr>
              <a:buSzPct val="65000"/>
              <a:buFont typeface="Monotype Sorts"/>
              <a:buChar char=""/>
              <a:defRPr sz="2000">
                <a:solidFill>
                  <a:schemeClr val="tx1"/>
                </a:solidFill>
                <a:latin typeface="Arial" panose="020B0604020202020204" pitchFamily="34" charset="0"/>
              </a:defRPr>
            </a:lvl4pPr>
            <a:lvl5pPr marL="2057400" indent="-228600">
              <a:spcBef>
                <a:spcPct val="20000"/>
              </a:spcBef>
              <a:buClr>
                <a:schemeClr val="tx1"/>
              </a:buClr>
              <a:buSzPct val="100000"/>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1800" b="1"/>
              <a:t>start</a:t>
            </a:r>
            <a:endParaRPr lang="zh-CN" altLang="en-US" sz="1800" b="1"/>
          </a:p>
        </p:txBody>
      </p:sp>
    </p:spTree>
    <p:extLst>
      <p:ext uri="{BB962C8B-B14F-4D97-AF65-F5344CB8AC3E}">
        <p14:creationId xmlns:p14="http://schemas.microsoft.com/office/powerpoint/2010/main" val="35260260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114"/>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6" grpId="0" animBg="1"/>
      <p:bldP spid="7" grpId="0"/>
      <p:bldP spid="8" grpId="0" animBg="1"/>
      <p:bldP spid="9" grpId="0"/>
      <p:bldP spid="10" grpId="0" animBg="1"/>
      <p:bldP spid="12" grpId="0" animBg="1"/>
      <p:bldP spid="13" grpId="0"/>
      <p:bldP spid="14" grpId="0"/>
      <p:bldP spid="47114" grpId="0"/>
      <p:bldP spid="44" grpId="0"/>
      <p:bldP spid="46" grpId="0"/>
      <p:bldP spid="47" grpId="0"/>
      <p:bldP spid="48" grpId="0"/>
      <p:bldP spid="49" grpId="0"/>
      <p:bldP spid="50" grpId="0"/>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0714" y="168644"/>
            <a:ext cx="7031424"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航空发动机控制软件实例</a:t>
            </a:r>
            <a:endParaRPr lang="en-US" altLang="zh-CN" sz="2400" b="1" dirty="0">
              <a:latin typeface="微软雅黑" pitchFamily="34" charset="-122"/>
              <a:ea typeface="微软雅黑" pitchFamily="34" charset="-122"/>
            </a:endParaRPr>
          </a:p>
        </p:txBody>
      </p:sp>
      <p:sp>
        <p:nvSpPr>
          <p:cNvPr id="3" name="矩形 2"/>
          <p:cNvSpPr/>
          <p:nvPr/>
        </p:nvSpPr>
        <p:spPr>
          <a:xfrm>
            <a:off x="3892805" y="23138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921190" y="1529969"/>
            <a:ext cx="7406671" cy="1257204"/>
          </a:xfrm>
          <a:prstGeom prst="rect">
            <a:avLst/>
          </a:prstGeom>
        </p:spPr>
        <p:txBody>
          <a:bodyPr wrap="square">
            <a:spAutoFit/>
          </a:bodyPr>
          <a:lstStyle/>
          <a:p>
            <a:pPr marL="342900" indent="-342900">
              <a:lnSpc>
                <a:spcPct val="120000"/>
              </a:lnSpc>
              <a:buFont typeface="Arial" pitchFamily="34" charset="0"/>
              <a:buChar char="•"/>
            </a:pPr>
            <a:r>
              <a:rPr lang="zh-CN" altLang="en-US" sz="2200" dirty="0">
                <a:latin typeface="黑体" pitchFamily="49" charset="-122"/>
                <a:ea typeface="黑体" pitchFamily="49" charset="-122"/>
                <a:cs typeface="Times New Roman" pitchFamily="18" charset="0"/>
              </a:rPr>
              <a:t>航空发动机控制软件是一个复杂的控制系统，其需求描述庞大而复杂，如何理解并分析需求是否反映了用户的期望，始终是个挑战。</a:t>
            </a:r>
            <a:endParaRPr lang="en-US" altLang="zh-CN" sz="2200" dirty="0">
              <a:latin typeface="黑体" pitchFamily="49" charset="-122"/>
              <a:ea typeface="黑体" pitchFamily="49" charset="-122"/>
              <a:cs typeface="Times New Roman" pitchFamily="18" charset="0"/>
            </a:endParaRPr>
          </a:p>
        </p:txBody>
      </p:sp>
      <p:pic>
        <p:nvPicPr>
          <p:cNvPr id="34"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714" y="3016526"/>
            <a:ext cx="2719779" cy="2002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13095" y="4619158"/>
            <a:ext cx="3204408" cy="1770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6711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矩形 7">
            <a:extLst>
              <a:ext uri="{FF2B5EF4-FFF2-40B4-BE49-F238E27FC236}">
                <a16:creationId xmlns:a16="http://schemas.microsoft.com/office/drawing/2014/main" id="{FB828AD5-04EC-40C9-B005-1153B99559FC}"/>
              </a:ext>
            </a:extLst>
          </p:cNvPr>
          <p:cNvSpPr>
            <a:spLocks noChangeArrowheads="1"/>
          </p:cNvSpPr>
          <p:nvPr/>
        </p:nvSpPr>
        <p:spPr bwMode="auto">
          <a:xfrm>
            <a:off x="1181482" y="1193676"/>
            <a:ext cx="4367213" cy="459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25000"/>
              </a:lnSpc>
              <a:buClr>
                <a:schemeClr val="accent1"/>
              </a:buClr>
              <a:buSzPct val="100000"/>
            </a:pPr>
            <a:r>
              <a:rPr lang="zh-CN" altLang="en-US" sz="2100" b="1" dirty="0">
                <a:latin typeface="微软雅黑" panose="020B0503020204020204" pitchFamily="34" charset="-122"/>
                <a:ea typeface="微软雅黑" panose="020B0503020204020204" pitchFamily="34" charset="-122"/>
                <a:cs typeface="Times New Roman" panose="02020603050405020304" pitchFamily="18" charset="0"/>
              </a:rPr>
              <a:t>航空发动机控制软件需求文档</a:t>
            </a:r>
            <a:endParaRPr lang="en-US" altLang="zh-CN" sz="21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507" name="矩形 8">
            <a:extLst>
              <a:ext uri="{FF2B5EF4-FFF2-40B4-BE49-F238E27FC236}">
                <a16:creationId xmlns:a16="http://schemas.microsoft.com/office/drawing/2014/main" id="{E7DAF2FC-DCA7-4DBC-A2B6-9E2D07985117}"/>
              </a:ext>
            </a:extLst>
          </p:cNvPr>
          <p:cNvSpPr>
            <a:spLocks noChangeArrowheads="1"/>
          </p:cNvSpPr>
          <p:nvPr/>
        </p:nvSpPr>
        <p:spPr bwMode="auto">
          <a:xfrm>
            <a:off x="6331120" y="2887281"/>
            <a:ext cx="3106690" cy="108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buSzPct val="100000"/>
              <a:buFont typeface="Arial" panose="020B0604020202020204" pitchFamily="34" charset="0"/>
              <a:buChar char="•"/>
            </a:pPr>
            <a:r>
              <a:rPr lang="zh-CN" altLang="en-US" dirty="0">
                <a:latin typeface="黑体" panose="02010609060101010101" pitchFamily="49" charset="-122"/>
                <a:ea typeface="黑体" panose="02010609060101010101" pitchFamily="49" charset="-122"/>
                <a:cs typeface="Times New Roman" panose="02020603050405020304" pitchFamily="18" charset="0"/>
              </a:rPr>
              <a:t>上百页自然语言描述</a:t>
            </a:r>
            <a:endParaRPr lang="en-US" altLang="zh-CN" dirty="0">
              <a:latin typeface="黑体" panose="02010609060101010101" pitchFamily="49" charset="-122"/>
              <a:ea typeface="黑体" panose="02010609060101010101" pitchFamily="49" charset="-122"/>
              <a:cs typeface="Times New Roman" panose="02020603050405020304" pitchFamily="18" charset="0"/>
            </a:endParaRPr>
          </a:p>
          <a:p>
            <a:pPr>
              <a:lnSpc>
                <a:spcPct val="125000"/>
              </a:lnSpc>
              <a:buSzPct val="100000"/>
              <a:buFont typeface="Arial" panose="020B0604020202020204" pitchFamily="34" charset="0"/>
              <a:buChar char="•"/>
            </a:pPr>
            <a:r>
              <a:rPr lang="zh-CN" altLang="en-US" dirty="0">
                <a:latin typeface="黑体" panose="02010609060101010101" pitchFamily="49" charset="-122"/>
                <a:ea typeface="黑体" panose="02010609060101010101" pitchFamily="49" charset="-122"/>
                <a:cs typeface="Times New Roman" panose="02020603050405020304" pitchFamily="18" charset="0"/>
              </a:rPr>
              <a:t>数千条功能</a:t>
            </a:r>
            <a:endParaRPr lang="en-US" altLang="zh-CN" dirty="0">
              <a:latin typeface="黑体" panose="02010609060101010101" pitchFamily="49" charset="-122"/>
              <a:ea typeface="黑体" panose="02010609060101010101" pitchFamily="49" charset="-122"/>
              <a:cs typeface="Times New Roman" panose="02020603050405020304" pitchFamily="18" charset="0"/>
            </a:endParaRPr>
          </a:p>
          <a:p>
            <a:pPr>
              <a:lnSpc>
                <a:spcPct val="125000"/>
              </a:lnSpc>
              <a:buSzPct val="100000"/>
              <a:buFont typeface="Arial" panose="020B0604020202020204" pitchFamily="34" charset="0"/>
              <a:buChar char="•"/>
            </a:pPr>
            <a:r>
              <a:rPr lang="zh-CN" altLang="en-US" dirty="0">
                <a:latin typeface="黑体" panose="02010609060101010101" pitchFamily="49" charset="-122"/>
                <a:ea typeface="黑体" panose="02010609060101010101" pitchFamily="49" charset="-122"/>
                <a:cs typeface="Times New Roman" panose="02020603050405020304" pitchFamily="18" charset="0"/>
              </a:rPr>
              <a:t>近百个计算包</a:t>
            </a:r>
            <a:endParaRPr lang="en-US" altLang="zh-CN" dirty="0">
              <a:latin typeface="黑体" panose="02010609060101010101" pitchFamily="49" charset="-122"/>
              <a:ea typeface="黑体" panose="02010609060101010101" pitchFamily="49" charset="-122"/>
              <a:cs typeface="Times New Roman" panose="02020603050405020304" pitchFamily="18" charset="0"/>
            </a:endParaRPr>
          </a:p>
        </p:txBody>
      </p:sp>
      <p:pic>
        <p:nvPicPr>
          <p:cNvPr id="21508" name="图片 12">
            <a:extLst>
              <a:ext uri="{FF2B5EF4-FFF2-40B4-BE49-F238E27FC236}">
                <a16:creationId xmlns:a16="http://schemas.microsoft.com/office/drawing/2014/main" id="{9C1091D2-9DD1-4570-AD81-212F454B4DC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9505" y="1794806"/>
            <a:ext cx="5872185" cy="356373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1511" name="矩形 7">
            <a:extLst>
              <a:ext uri="{FF2B5EF4-FFF2-40B4-BE49-F238E27FC236}">
                <a16:creationId xmlns:a16="http://schemas.microsoft.com/office/drawing/2014/main" id="{9C0F1735-B661-4180-A372-C84BE85D354E}"/>
              </a:ext>
            </a:extLst>
          </p:cNvPr>
          <p:cNvSpPr>
            <a:spLocks noChangeArrowheads="1"/>
          </p:cNvSpPr>
          <p:nvPr/>
        </p:nvSpPr>
        <p:spPr bwMode="auto">
          <a:xfrm>
            <a:off x="1289233" y="5500317"/>
            <a:ext cx="4151710" cy="459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25000"/>
              </a:lnSpc>
              <a:buClr>
                <a:schemeClr val="accent1"/>
              </a:buClr>
              <a:buSzPct val="100000"/>
            </a:pPr>
            <a:r>
              <a:rPr lang="zh-CN" altLang="en-US" sz="2100" b="1" dirty="0">
                <a:latin typeface="微软雅黑" panose="020B0503020204020204" pitchFamily="34" charset="-122"/>
                <a:ea typeface="微软雅黑" panose="020B0503020204020204" pitchFamily="34" charset="-122"/>
                <a:cs typeface="Times New Roman" panose="02020603050405020304" pitchFamily="18" charset="0"/>
              </a:rPr>
              <a:t>航空发动机控制软件需求分析</a:t>
            </a:r>
            <a:endParaRPr lang="en-US" altLang="zh-CN" sz="2100" b="1"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512" name="矩形 8">
            <a:extLst>
              <a:ext uri="{FF2B5EF4-FFF2-40B4-BE49-F238E27FC236}">
                <a16:creationId xmlns:a16="http://schemas.microsoft.com/office/drawing/2014/main" id="{12BF9207-F45E-4608-A9E6-0FBD1412ADAB}"/>
              </a:ext>
            </a:extLst>
          </p:cNvPr>
          <p:cNvSpPr>
            <a:spLocks noChangeArrowheads="1"/>
          </p:cNvSpPr>
          <p:nvPr/>
        </p:nvSpPr>
        <p:spPr bwMode="auto">
          <a:xfrm>
            <a:off x="5698793" y="5364257"/>
            <a:ext cx="3106690" cy="737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buSzPct val="100000"/>
              <a:buFont typeface="Arial" panose="020B0604020202020204" pitchFamily="34" charset="0"/>
              <a:buChar char="•"/>
            </a:pPr>
            <a:r>
              <a:rPr lang="zh-CN" altLang="en-US" dirty="0">
                <a:latin typeface="黑体" panose="02010609060101010101" pitchFamily="49" charset="-122"/>
                <a:ea typeface="黑体" panose="02010609060101010101" pitchFamily="49" charset="-122"/>
                <a:cs typeface="Times New Roman" panose="02020603050405020304" pitchFamily="18" charset="0"/>
              </a:rPr>
              <a:t>手工为主</a:t>
            </a:r>
            <a:endParaRPr lang="en-US" altLang="zh-CN" dirty="0">
              <a:latin typeface="黑体" panose="02010609060101010101" pitchFamily="49" charset="-122"/>
              <a:ea typeface="黑体" panose="02010609060101010101" pitchFamily="49" charset="-122"/>
              <a:cs typeface="Times New Roman" panose="02020603050405020304" pitchFamily="18" charset="0"/>
            </a:endParaRPr>
          </a:p>
          <a:p>
            <a:pPr>
              <a:lnSpc>
                <a:spcPct val="125000"/>
              </a:lnSpc>
              <a:buSzPct val="100000"/>
              <a:buFont typeface="Arial" panose="020B0604020202020204" pitchFamily="34" charset="0"/>
              <a:buChar char="•"/>
            </a:pPr>
            <a:r>
              <a:rPr lang="zh-CN" altLang="en-US" dirty="0">
                <a:latin typeface="黑体" panose="02010609060101010101" pitchFamily="49" charset="-122"/>
                <a:ea typeface="黑体" panose="02010609060101010101" pitchFamily="49" charset="-122"/>
                <a:cs typeface="Times New Roman" panose="02020603050405020304" pitchFamily="18" charset="0"/>
              </a:rPr>
              <a:t>无法暴露深层次问题</a:t>
            </a:r>
            <a:endParaRPr lang="en-US" altLang="zh-CN" dirty="0">
              <a:latin typeface="黑体" panose="02010609060101010101" pitchFamily="49" charset="-122"/>
              <a:ea typeface="黑体" panose="02010609060101010101" pitchFamily="49" charset="-122"/>
              <a:cs typeface="Times New Roman" panose="02020603050405020304" pitchFamily="18" charset="0"/>
            </a:endParaRPr>
          </a:p>
        </p:txBody>
      </p:sp>
      <p:sp>
        <p:nvSpPr>
          <p:cNvPr id="12" name="矩形 11">
            <a:extLst>
              <a:ext uri="{FF2B5EF4-FFF2-40B4-BE49-F238E27FC236}">
                <a16:creationId xmlns:a16="http://schemas.microsoft.com/office/drawing/2014/main" id="{2B21A1BF-898B-4A05-8B00-9BED113F7921}"/>
              </a:ext>
            </a:extLst>
          </p:cNvPr>
          <p:cNvSpPr/>
          <p:nvPr/>
        </p:nvSpPr>
        <p:spPr>
          <a:xfrm>
            <a:off x="220714" y="168644"/>
            <a:ext cx="7031424"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航空发动机控制软件实例</a:t>
            </a:r>
            <a:endParaRPr lang="en-US" altLang="zh-CN" sz="2400" b="1" dirty="0">
              <a:latin typeface="微软雅黑" pitchFamily="34" charset="-122"/>
              <a:ea typeface="微软雅黑" pitchFamily="34" charset="-122"/>
            </a:endParaRPr>
          </a:p>
        </p:txBody>
      </p:sp>
      <p:sp>
        <p:nvSpPr>
          <p:cNvPr id="16" name="矩形 15">
            <a:extLst>
              <a:ext uri="{FF2B5EF4-FFF2-40B4-BE49-F238E27FC236}">
                <a16:creationId xmlns:a16="http://schemas.microsoft.com/office/drawing/2014/main" id="{241D3CAD-4211-4658-A1D4-66656571DE1D}"/>
              </a:ext>
            </a:extLst>
          </p:cNvPr>
          <p:cNvSpPr/>
          <p:nvPr/>
        </p:nvSpPr>
        <p:spPr>
          <a:xfrm>
            <a:off x="3892805" y="23138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2B21A1BF-898B-4A05-8B00-9BED113F7921}"/>
              </a:ext>
            </a:extLst>
          </p:cNvPr>
          <p:cNvSpPr/>
          <p:nvPr/>
        </p:nvSpPr>
        <p:spPr>
          <a:xfrm>
            <a:off x="220714" y="168644"/>
            <a:ext cx="7031424"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航空发动机控制软件实例</a:t>
            </a:r>
            <a:endParaRPr lang="en-US" altLang="zh-CN" sz="2400" b="1" dirty="0">
              <a:latin typeface="微软雅黑" pitchFamily="34" charset="-122"/>
              <a:ea typeface="微软雅黑" pitchFamily="34" charset="-122"/>
            </a:endParaRPr>
          </a:p>
        </p:txBody>
      </p:sp>
      <p:sp>
        <p:nvSpPr>
          <p:cNvPr id="16" name="矩形 15">
            <a:extLst>
              <a:ext uri="{FF2B5EF4-FFF2-40B4-BE49-F238E27FC236}">
                <a16:creationId xmlns:a16="http://schemas.microsoft.com/office/drawing/2014/main" id="{241D3CAD-4211-4658-A1D4-66656571DE1D}"/>
              </a:ext>
            </a:extLst>
          </p:cNvPr>
          <p:cNvSpPr/>
          <p:nvPr/>
        </p:nvSpPr>
        <p:spPr>
          <a:xfrm>
            <a:off x="3892805" y="23138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3">
            <a:extLst>
              <a:ext uri="{FF2B5EF4-FFF2-40B4-BE49-F238E27FC236}">
                <a16:creationId xmlns:a16="http://schemas.microsoft.com/office/drawing/2014/main" id="{4BA80CA5-A7DD-44DE-83D9-B07835458D86}"/>
              </a:ext>
            </a:extLst>
          </p:cNvPr>
          <p:cNvSpPr>
            <a:spLocks noChangeArrowheads="1"/>
          </p:cNvSpPr>
          <p:nvPr/>
        </p:nvSpPr>
        <p:spPr bwMode="auto">
          <a:xfrm>
            <a:off x="4520804" y="2094310"/>
            <a:ext cx="2364581" cy="3146993"/>
          </a:xfrm>
          <a:prstGeom prst="ellipse">
            <a:avLst/>
          </a:prstGeom>
          <a:solidFill>
            <a:schemeClr val="bg1"/>
          </a:solidFill>
          <a:ln w="19050" algn="ctr">
            <a:solidFill>
              <a:schemeClr val="accent2"/>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1350"/>
          </a:p>
        </p:txBody>
      </p:sp>
      <p:sp>
        <p:nvSpPr>
          <p:cNvPr id="10" name="TextBox 9">
            <a:extLst>
              <a:ext uri="{FF2B5EF4-FFF2-40B4-BE49-F238E27FC236}">
                <a16:creationId xmlns:a16="http://schemas.microsoft.com/office/drawing/2014/main" id="{779BCFEE-EB55-4D76-A04B-0E7CAF556033}"/>
              </a:ext>
            </a:extLst>
          </p:cNvPr>
          <p:cNvSpPr txBox="1">
            <a:spLocks noChangeArrowheads="1"/>
          </p:cNvSpPr>
          <p:nvPr/>
        </p:nvSpPr>
        <p:spPr bwMode="auto">
          <a:xfrm>
            <a:off x="3473440" y="2907537"/>
            <a:ext cx="74295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100" b="1" dirty="0">
                <a:latin typeface="黑体" panose="02010609060101010101" pitchFamily="49" charset="-122"/>
                <a:ea typeface="黑体" panose="02010609060101010101" pitchFamily="49" charset="-122"/>
                <a:sym typeface="Franklin Gothic Medium" panose="020B0603020102020204" pitchFamily="34" charset="0"/>
              </a:rPr>
              <a:t>模型</a:t>
            </a:r>
          </a:p>
        </p:txBody>
      </p:sp>
      <p:sp>
        <p:nvSpPr>
          <p:cNvPr id="11" name="圆角矩形 10">
            <a:extLst>
              <a:ext uri="{FF2B5EF4-FFF2-40B4-BE49-F238E27FC236}">
                <a16:creationId xmlns:a16="http://schemas.microsoft.com/office/drawing/2014/main" id="{5DEE805A-C010-4633-B193-9F35EA2BB4F6}"/>
              </a:ext>
            </a:extLst>
          </p:cNvPr>
          <p:cNvSpPr>
            <a:spLocks noChangeArrowheads="1"/>
          </p:cNvSpPr>
          <p:nvPr/>
        </p:nvSpPr>
        <p:spPr bwMode="auto">
          <a:xfrm>
            <a:off x="4935141" y="2487216"/>
            <a:ext cx="1062038" cy="346472"/>
          </a:xfrm>
          <a:prstGeom prst="roundRect">
            <a:avLst>
              <a:gd name="adj" fmla="val 16667"/>
            </a:avLst>
          </a:prstGeom>
          <a:solidFill>
            <a:schemeClr val="bg1"/>
          </a:solidFill>
          <a:ln w="9525" algn="ctr">
            <a:solidFill>
              <a:schemeClr val="tx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1350">
              <a:latin typeface="黑体" panose="02010609060101010101" pitchFamily="49" charset="-122"/>
              <a:ea typeface="黑体" panose="02010609060101010101" pitchFamily="49" charset="-122"/>
            </a:endParaRPr>
          </a:p>
        </p:txBody>
      </p:sp>
      <p:sp>
        <p:nvSpPr>
          <p:cNvPr id="13" name="TextBox 11">
            <a:extLst>
              <a:ext uri="{FF2B5EF4-FFF2-40B4-BE49-F238E27FC236}">
                <a16:creationId xmlns:a16="http://schemas.microsoft.com/office/drawing/2014/main" id="{90BB7EAE-26F3-4F68-B76B-99C141BEE9EE}"/>
              </a:ext>
            </a:extLst>
          </p:cNvPr>
          <p:cNvSpPr txBox="1">
            <a:spLocks noChangeArrowheads="1"/>
          </p:cNvSpPr>
          <p:nvPr/>
        </p:nvSpPr>
        <p:spPr bwMode="auto">
          <a:xfrm>
            <a:off x="5055394" y="2511029"/>
            <a:ext cx="78581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1500" b="1">
                <a:latin typeface="黑体" panose="02010609060101010101" pitchFamily="49" charset="-122"/>
                <a:ea typeface="黑体" panose="02010609060101010101" pitchFamily="49" charset="-122"/>
                <a:sym typeface="Franklin Gothic Medium" panose="020B0603020102020204" pitchFamily="34" charset="0"/>
              </a:rPr>
              <a:t>模式图</a:t>
            </a:r>
          </a:p>
        </p:txBody>
      </p:sp>
      <p:sp>
        <p:nvSpPr>
          <p:cNvPr id="14" name="圆角矩形 12">
            <a:extLst>
              <a:ext uri="{FF2B5EF4-FFF2-40B4-BE49-F238E27FC236}">
                <a16:creationId xmlns:a16="http://schemas.microsoft.com/office/drawing/2014/main" id="{BCF3295D-FD4B-4FD9-A203-CC9F212171E1}"/>
              </a:ext>
            </a:extLst>
          </p:cNvPr>
          <p:cNvSpPr>
            <a:spLocks noChangeArrowheads="1"/>
          </p:cNvSpPr>
          <p:nvPr/>
        </p:nvSpPr>
        <p:spPr bwMode="auto">
          <a:xfrm>
            <a:off x="4923234" y="2942035"/>
            <a:ext cx="1127941" cy="413147"/>
          </a:xfrm>
          <a:prstGeom prst="roundRect">
            <a:avLst>
              <a:gd name="adj" fmla="val 16667"/>
            </a:avLst>
          </a:prstGeom>
          <a:solidFill>
            <a:schemeClr val="bg1"/>
          </a:solidFill>
          <a:ln w="9525" algn="ctr">
            <a:solidFill>
              <a:schemeClr val="tx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1350">
              <a:latin typeface="黑体" panose="02010609060101010101" pitchFamily="49" charset="-122"/>
              <a:ea typeface="黑体" panose="02010609060101010101" pitchFamily="49" charset="-122"/>
            </a:endParaRPr>
          </a:p>
        </p:txBody>
      </p:sp>
      <p:sp>
        <p:nvSpPr>
          <p:cNvPr id="15" name="TextBox 13">
            <a:extLst>
              <a:ext uri="{FF2B5EF4-FFF2-40B4-BE49-F238E27FC236}">
                <a16:creationId xmlns:a16="http://schemas.microsoft.com/office/drawing/2014/main" id="{6FC869EC-F917-48D5-B199-473FFE5A3EF7}"/>
              </a:ext>
            </a:extLst>
          </p:cNvPr>
          <p:cNvSpPr txBox="1">
            <a:spLocks noChangeArrowheads="1"/>
          </p:cNvSpPr>
          <p:nvPr/>
        </p:nvSpPr>
        <p:spPr bwMode="auto">
          <a:xfrm>
            <a:off x="4899423" y="2968229"/>
            <a:ext cx="124777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1500" b="1">
                <a:latin typeface="黑体" panose="02010609060101010101" pitchFamily="49" charset="-122"/>
                <a:ea typeface="黑体" panose="02010609060101010101" pitchFamily="49" charset="-122"/>
                <a:sym typeface="Franklin Gothic Medium" panose="020B0603020102020204" pitchFamily="34" charset="0"/>
              </a:rPr>
              <a:t>变量关系图</a:t>
            </a:r>
          </a:p>
        </p:txBody>
      </p:sp>
      <p:sp>
        <p:nvSpPr>
          <p:cNvPr id="17" name="圆角矩形 14">
            <a:extLst>
              <a:ext uri="{FF2B5EF4-FFF2-40B4-BE49-F238E27FC236}">
                <a16:creationId xmlns:a16="http://schemas.microsoft.com/office/drawing/2014/main" id="{07DC21A9-44AF-46AB-8EC4-1BB9B40969C8}"/>
              </a:ext>
            </a:extLst>
          </p:cNvPr>
          <p:cNvSpPr>
            <a:spLocks noChangeArrowheads="1"/>
          </p:cNvSpPr>
          <p:nvPr/>
        </p:nvSpPr>
        <p:spPr bwMode="auto">
          <a:xfrm>
            <a:off x="4918473" y="3457575"/>
            <a:ext cx="1063228" cy="344091"/>
          </a:xfrm>
          <a:prstGeom prst="roundRect">
            <a:avLst>
              <a:gd name="adj" fmla="val 16667"/>
            </a:avLst>
          </a:prstGeom>
          <a:solidFill>
            <a:schemeClr val="bg1"/>
          </a:solidFill>
          <a:ln w="9525" algn="ctr">
            <a:solidFill>
              <a:schemeClr val="tx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1350">
              <a:latin typeface="黑体" panose="02010609060101010101" pitchFamily="49" charset="-122"/>
              <a:ea typeface="黑体" panose="02010609060101010101" pitchFamily="49" charset="-122"/>
            </a:endParaRPr>
          </a:p>
        </p:txBody>
      </p:sp>
      <p:sp>
        <p:nvSpPr>
          <p:cNvPr id="18" name="TextBox 15">
            <a:extLst>
              <a:ext uri="{FF2B5EF4-FFF2-40B4-BE49-F238E27FC236}">
                <a16:creationId xmlns:a16="http://schemas.microsoft.com/office/drawing/2014/main" id="{A26DD38A-2A50-4156-BDE2-E4E0A18D7164}"/>
              </a:ext>
            </a:extLst>
          </p:cNvPr>
          <p:cNvSpPr txBox="1">
            <a:spLocks noChangeArrowheads="1"/>
          </p:cNvSpPr>
          <p:nvPr/>
        </p:nvSpPr>
        <p:spPr bwMode="auto">
          <a:xfrm>
            <a:off x="4950619" y="3468291"/>
            <a:ext cx="100012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1500" b="1" dirty="0">
                <a:latin typeface="黑体" panose="02010609060101010101" pitchFamily="49" charset="-122"/>
                <a:ea typeface="黑体" panose="02010609060101010101" pitchFamily="49" charset="-122"/>
                <a:sym typeface="Franklin Gothic Medium" panose="020B0603020102020204" pitchFamily="34" charset="0"/>
              </a:rPr>
              <a:t>变量检查</a:t>
            </a:r>
          </a:p>
        </p:txBody>
      </p:sp>
      <p:sp>
        <p:nvSpPr>
          <p:cNvPr id="19" name="右箭头 20">
            <a:extLst>
              <a:ext uri="{FF2B5EF4-FFF2-40B4-BE49-F238E27FC236}">
                <a16:creationId xmlns:a16="http://schemas.microsoft.com/office/drawing/2014/main" id="{92BA5A55-A9AB-4A33-84B5-3D6D0DFE62AF}"/>
              </a:ext>
            </a:extLst>
          </p:cNvPr>
          <p:cNvSpPr>
            <a:spLocks noChangeArrowheads="1"/>
          </p:cNvSpPr>
          <p:nvPr/>
        </p:nvSpPr>
        <p:spPr bwMode="auto">
          <a:xfrm>
            <a:off x="4269582" y="2989660"/>
            <a:ext cx="270272" cy="270272"/>
          </a:xfrm>
          <a:prstGeom prst="rightArrow">
            <a:avLst>
              <a:gd name="adj1" fmla="val 50000"/>
              <a:gd name="adj2" fmla="val 50000"/>
            </a:avLst>
          </a:prstGeom>
          <a:solidFill>
            <a:schemeClr val="tx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1350">
              <a:latin typeface="黑体" panose="02010609060101010101" pitchFamily="49" charset="-122"/>
              <a:ea typeface="黑体" panose="02010609060101010101" pitchFamily="49" charset="-122"/>
            </a:endParaRPr>
          </a:p>
        </p:txBody>
      </p:sp>
      <p:sp>
        <p:nvSpPr>
          <p:cNvPr id="20" name="圆角矩形 14">
            <a:extLst>
              <a:ext uri="{FF2B5EF4-FFF2-40B4-BE49-F238E27FC236}">
                <a16:creationId xmlns:a16="http://schemas.microsoft.com/office/drawing/2014/main" id="{D17EDA18-EDBB-42A9-9C2E-FCFAA8E86567}"/>
              </a:ext>
            </a:extLst>
          </p:cNvPr>
          <p:cNvSpPr>
            <a:spLocks noChangeArrowheads="1"/>
          </p:cNvSpPr>
          <p:nvPr/>
        </p:nvSpPr>
        <p:spPr bwMode="auto">
          <a:xfrm>
            <a:off x="4923235" y="4254104"/>
            <a:ext cx="1594247" cy="377428"/>
          </a:xfrm>
          <a:prstGeom prst="roundRect">
            <a:avLst>
              <a:gd name="adj" fmla="val 16667"/>
            </a:avLst>
          </a:prstGeom>
          <a:solidFill>
            <a:schemeClr val="bg1"/>
          </a:solidFill>
          <a:ln w="9525" algn="ctr">
            <a:solidFill>
              <a:schemeClr val="tx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1350">
              <a:latin typeface="黑体" panose="02010609060101010101" pitchFamily="49" charset="-122"/>
              <a:ea typeface="黑体" panose="02010609060101010101" pitchFamily="49" charset="-122"/>
            </a:endParaRPr>
          </a:p>
        </p:txBody>
      </p:sp>
      <p:sp>
        <p:nvSpPr>
          <p:cNvPr id="21" name="TextBox 15">
            <a:extLst>
              <a:ext uri="{FF2B5EF4-FFF2-40B4-BE49-F238E27FC236}">
                <a16:creationId xmlns:a16="http://schemas.microsoft.com/office/drawing/2014/main" id="{E1BBF40C-A125-4C05-8D41-9941CA9120D6}"/>
              </a:ext>
            </a:extLst>
          </p:cNvPr>
          <p:cNvSpPr txBox="1">
            <a:spLocks noChangeArrowheads="1"/>
          </p:cNvSpPr>
          <p:nvPr/>
        </p:nvSpPr>
        <p:spPr bwMode="auto">
          <a:xfrm>
            <a:off x="4899423" y="4292204"/>
            <a:ext cx="157281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1500" b="1">
                <a:latin typeface="黑体" panose="02010609060101010101" pitchFamily="49" charset="-122"/>
                <a:ea typeface="黑体" panose="02010609060101010101" pitchFamily="49" charset="-122"/>
                <a:sym typeface="Franklin Gothic Medium" panose="020B0603020102020204" pitchFamily="34" charset="0"/>
              </a:rPr>
              <a:t>模型的动态执行</a:t>
            </a:r>
          </a:p>
        </p:txBody>
      </p:sp>
      <p:pic>
        <p:nvPicPr>
          <p:cNvPr id="22" name="图片 1">
            <a:extLst>
              <a:ext uri="{FF2B5EF4-FFF2-40B4-BE49-F238E27FC236}">
                <a16:creationId xmlns:a16="http://schemas.microsoft.com/office/drawing/2014/main" id="{E074BCDA-AA16-4C73-85E4-FB1BB06E9B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93268" y="4088139"/>
            <a:ext cx="1246585" cy="1303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右箭头 20">
            <a:extLst>
              <a:ext uri="{FF2B5EF4-FFF2-40B4-BE49-F238E27FC236}">
                <a16:creationId xmlns:a16="http://schemas.microsoft.com/office/drawing/2014/main" id="{D9442540-9B5F-441F-A8C9-8B88BB5C8A37}"/>
              </a:ext>
            </a:extLst>
          </p:cNvPr>
          <p:cNvSpPr>
            <a:spLocks noChangeArrowheads="1"/>
          </p:cNvSpPr>
          <p:nvPr/>
        </p:nvSpPr>
        <p:spPr bwMode="auto">
          <a:xfrm rot="16200000">
            <a:off x="3542110" y="3570685"/>
            <a:ext cx="529829" cy="270272"/>
          </a:xfrm>
          <a:prstGeom prst="rightArrow">
            <a:avLst>
              <a:gd name="adj1" fmla="val 50000"/>
              <a:gd name="adj2" fmla="val 50025"/>
            </a:avLst>
          </a:prstGeom>
          <a:solidFill>
            <a:schemeClr val="tx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sz="1350">
              <a:latin typeface="黑体" panose="02010609060101010101" pitchFamily="49" charset="-122"/>
              <a:ea typeface="黑体" panose="02010609060101010101" pitchFamily="49" charset="-122"/>
            </a:endParaRPr>
          </a:p>
        </p:txBody>
      </p:sp>
      <p:sp>
        <p:nvSpPr>
          <p:cNvPr id="24" name="椭圆形标注 2">
            <a:extLst>
              <a:ext uri="{FF2B5EF4-FFF2-40B4-BE49-F238E27FC236}">
                <a16:creationId xmlns:a16="http://schemas.microsoft.com/office/drawing/2014/main" id="{F952A456-60DC-4BFA-B0A1-50E9163B4D43}"/>
              </a:ext>
            </a:extLst>
          </p:cNvPr>
          <p:cNvSpPr>
            <a:spLocks noChangeArrowheads="1"/>
          </p:cNvSpPr>
          <p:nvPr/>
        </p:nvSpPr>
        <p:spPr bwMode="auto">
          <a:xfrm>
            <a:off x="3144441" y="2018110"/>
            <a:ext cx="1470422" cy="606028"/>
          </a:xfrm>
          <a:prstGeom prst="wedgeEllipseCallout">
            <a:avLst>
              <a:gd name="adj1" fmla="val -2347"/>
              <a:gd name="adj2" fmla="val 96492"/>
            </a:avLst>
          </a:prstGeom>
          <a:solidFill>
            <a:schemeClr val="accent2">
              <a:lumMod val="20000"/>
              <a:lumOff val="80000"/>
            </a:schemeClr>
          </a:solidFill>
          <a:ln w="9525" algn="ctr">
            <a:solidFill>
              <a:schemeClr val="tx1"/>
            </a:solidFill>
            <a:round/>
            <a:headEnd/>
            <a:tailEnd/>
          </a:ln>
        </p:spPr>
        <p:txBody>
          <a:bodyPr/>
          <a:lstStyle/>
          <a:p>
            <a:pPr eaLnBrk="1" hangingPunct="1">
              <a:buFont typeface="Arial" pitchFamily="34" charset="0"/>
              <a:buNone/>
              <a:defRPr/>
            </a:pPr>
            <a:endParaRPr lang="zh-CN" altLang="en-US" sz="1350">
              <a:latin typeface="黑体" pitchFamily="49" charset="-122"/>
              <a:ea typeface="黑体" pitchFamily="49" charset="-122"/>
            </a:endParaRPr>
          </a:p>
        </p:txBody>
      </p:sp>
      <p:sp>
        <p:nvSpPr>
          <p:cNvPr id="25" name="文本框 3">
            <a:extLst>
              <a:ext uri="{FF2B5EF4-FFF2-40B4-BE49-F238E27FC236}">
                <a16:creationId xmlns:a16="http://schemas.microsoft.com/office/drawing/2014/main" id="{90D4A661-02EF-492C-990D-5106C6B36EF4}"/>
              </a:ext>
            </a:extLst>
          </p:cNvPr>
          <p:cNvSpPr txBox="1">
            <a:spLocks noChangeArrowheads="1"/>
          </p:cNvSpPr>
          <p:nvPr/>
        </p:nvSpPr>
        <p:spPr bwMode="auto">
          <a:xfrm>
            <a:off x="3293269" y="2175273"/>
            <a:ext cx="129063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500" b="1">
                <a:latin typeface="黑体" panose="02010609060101010101" pitchFamily="49" charset="-122"/>
                <a:ea typeface="黑体" panose="02010609060101010101" pitchFamily="49" charset="-122"/>
              </a:rPr>
              <a:t>机器可理解</a:t>
            </a:r>
          </a:p>
        </p:txBody>
      </p:sp>
      <p:sp>
        <p:nvSpPr>
          <p:cNvPr id="26" name="椭圆形标注 49">
            <a:extLst>
              <a:ext uri="{FF2B5EF4-FFF2-40B4-BE49-F238E27FC236}">
                <a16:creationId xmlns:a16="http://schemas.microsoft.com/office/drawing/2014/main" id="{5B7A8D55-0485-42ED-8A58-DF2035CA7EA2}"/>
              </a:ext>
            </a:extLst>
          </p:cNvPr>
          <p:cNvSpPr>
            <a:spLocks noChangeArrowheads="1"/>
          </p:cNvSpPr>
          <p:nvPr/>
        </p:nvSpPr>
        <p:spPr bwMode="auto">
          <a:xfrm>
            <a:off x="6147197" y="1893094"/>
            <a:ext cx="2591450" cy="756047"/>
          </a:xfrm>
          <a:prstGeom prst="wedgeEllipseCallout">
            <a:avLst>
              <a:gd name="adj1" fmla="val -41920"/>
              <a:gd name="adj2" fmla="val 56315"/>
            </a:avLst>
          </a:prstGeom>
          <a:solidFill>
            <a:schemeClr val="accent2">
              <a:lumMod val="20000"/>
              <a:lumOff val="80000"/>
            </a:schemeClr>
          </a:solidFill>
          <a:ln w="9525" algn="ctr">
            <a:solidFill>
              <a:schemeClr val="tx1"/>
            </a:solidFill>
            <a:round/>
            <a:headEnd/>
            <a:tailEnd/>
          </a:ln>
        </p:spPr>
        <p:txBody>
          <a:bodyPr/>
          <a:lstStyle/>
          <a:p>
            <a:pPr>
              <a:buFont typeface="Arial" pitchFamily="34" charset="0"/>
              <a:buNone/>
              <a:defRPr/>
            </a:pPr>
            <a:endParaRPr lang="zh-CN" altLang="en-US" sz="1350">
              <a:latin typeface="黑体" pitchFamily="49" charset="-122"/>
              <a:ea typeface="黑体" pitchFamily="49" charset="-122"/>
            </a:endParaRPr>
          </a:p>
        </p:txBody>
      </p:sp>
      <p:sp>
        <p:nvSpPr>
          <p:cNvPr id="27" name="文本框 50">
            <a:extLst>
              <a:ext uri="{FF2B5EF4-FFF2-40B4-BE49-F238E27FC236}">
                <a16:creationId xmlns:a16="http://schemas.microsoft.com/office/drawing/2014/main" id="{33FB7E87-DC4F-4A6A-B7E5-EEB885AD965C}"/>
              </a:ext>
            </a:extLst>
          </p:cNvPr>
          <p:cNvSpPr txBox="1">
            <a:spLocks noChangeArrowheads="1"/>
          </p:cNvSpPr>
          <p:nvPr/>
        </p:nvSpPr>
        <p:spPr bwMode="auto">
          <a:xfrm>
            <a:off x="6629726" y="1973601"/>
            <a:ext cx="236458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Char char="•"/>
            </a:pPr>
            <a:r>
              <a:rPr lang="zh-CN" altLang="en-US" sz="1500" b="1">
                <a:latin typeface="黑体" panose="02010609060101010101" pitchFamily="49" charset="-122"/>
                <a:ea typeface="黑体" panose="02010609060101010101" pitchFamily="49" charset="-122"/>
              </a:rPr>
              <a:t>严格验证分析</a:t>
            </a:r>
            <a:endParaRPr lang="en-US" altLang="zh-CN" sz="1500" b="1">
              <a:latin typeface="黑体" panose="02010609060101010101" pitchFamily="49" charset="-122"/>
              <a:ea typeface="黑体" panose="02010609060101010101" pitchFamily="49" charset="-122"/>
            </a:endParaRPr>
          </a:p>
          <a:p>
            <a:pPr>
              <a:buFont typeface="Arial" panose="020B0604020202020204" pitchFamily="34" charset="0"/>
              <a:buChar char="•"/>
            </a:pPr>
            <a:r>
              <a:rPr lang="zh-CN" altLang="en-US" sz="1500" b="1">
                <a:latin typeface="黑体" panose="02010609060101010101" pitchFamily="49" charset="-122"/>
                <a:ea typeface="黑体" panose="02010609060101010101" pitchFamily="49" charset="-122"/>
              </a:rPr>
              <a:t>高度自动化</a:t>
            </a:r>
          </a:p>
        </p:txBody>
      </p:sp>
      <p:sp>
        <p:nvSpPr>
          <p:cNvPr id="28" name="矩形 11">
            <a:extLst>
              <a:ext uri="{FF2B5EF4-FFF2-40B4-BE49-F238E27FC236}">
                <a16:creationId xmlns:a16="http://schemas.microsoft.com/office/drawing/2014/main" id="{BBBC4C1E-2161-4630-AAFF-1A57BF2C8681}"/>
              </a:ext>
            </a:extLst>
          </p:cNvPr>
          <p:cNvSpPr>
            <a:spLocks noChangeArrowheads="1"/>
          </p:cNvSpPr>
          <p:nvPr/>
        </p:nvSpPr>
        <p:spPr bwMode="auto">
          <a:xfrm>
            <a:off x="348793" y="3323035"/>
            <a:ext cx="2766480" cy="679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需求文档模板</a:t>
            </a:r>
            <a:endParaRPr lang="en-US" altLang="zh-CN" sz="1600" dirty="0">
              <a:latin typeface="微软雅黑" panose="020B0503020204020204" pitchFamily="34" charset="-122"/>
              <a:ea typeface="微软雅黑" panose="020B0503020204020204" pitchFamily="34" charset="-122"/>
            </a:endParaRPr>
          </a:p>
          <a:p>
            <a:pPr>
              <a:lnSpc>
                <a:spcPct val="125000"/>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数学化的描述语言</a:t>
            </a:r>
            <a:r>
              <a:rPr lang="en-US" altLang="zh-CN" sz="1600" dirty="0">
                <a:latin typeface="微软雅黑" panose="020B0503020204020204" pitchFamily="34" charset="-122"/>
                <a:ea typeface="微软雅黑" panose="020B0503020204020204" pitchFamily="34" charset="-122"/>
              </a:rPr>
              <a:t>AEDL</a:t>
            </a:r>
            <a:endParaRPr lang="zh-CN" altLang="en-US" sz="1600" dirty="0">
              <a:latin typeface="微软雅黑" panose="020B0503020204020204" pitchFamily="34" charset="-122"/>
              <a:ea typeface="微软雅黑" panose="020B0503020204020204" pitchFamily="34" charset="-122"/>
            </a:endParaRPr>
          </a:p>
        </p:txBody>
      </p:sp>
      <p:sp>
        <p:nvSpPr>
          <p:cNvPr id="29" name="圆角矩形 10">
            <a:extLst>
              <a:ext uri="{FF2B5EF4-FFF2-40B4-BE49-F238E27FC236}">
                <a16:creationId xmlns:a16="http://schemas.microsoft.com/office/drawing/2014/main" id="{6981A5A0-213B-486D-84F5-27C8BCC34EA8}"/>
              </a:ext>
            </a:extLst>
          </p:cNvPr>
          <p:cNvSpPr>
            <a:spLocks noChangeArrowheads="1"/>
          </p:cNvSpPr>
          <p:nvPr/>
        </p:nvSpPr>
        <p:spPr bwMode="auto">
          <a:xfrm>
            <a:off x="4895850" y="3892153"/>
            <a:ext cx="1522810" cy="298847"/>
          </a:xfrm>
          <a:prstGeom prst="roundRect">
            <a:avLst>
              <a:gd name="adj" fmla="val 16667"/>
            </a:avLst>
          </a:prstGeom>
          <a:solidFill>
            <a:schemeClr val="bg1"/>
          </a:solidFill>
          <a:ln w="9525" algn="ctr">
            <a:solidFill>
              <a:schemeClr val="tx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sz="1350">
              <a:latin typeface="黑体" panose="02010609060101010101" pitchFamily="49" charset="-122"/>
              <a:ea typeface="黑体" panose="02010609060101010101" pitchFamily="49" charset="-122"/>
            </a:endParaRPr>
          </a:p>
        </p:txBody>
      </p:sp>
      <p:sp>
        <p:nvSpPr>
          <p:cNvPr id="30" name="TextBox 11">
            <a:extLst>
              <a:ext uri="{FF2B5EF4-FFF2-40B4-BE49-F238E27FC236}">
                <a16:creationId xmlns:a16="http://schemas.microsoft.com/office/drawing/2014/main" id="{A87F7694-3A74-4868-9706-EC1686418FA1}"/>
              </a:ext>
            </a:extLst>
          </p:cNvPr>
          <p:cNvSpPr txBox="1">
            <a:spLocks noChangeArrowheads="1"/>
          </p:cNvSpPr>
          <p:nvPr/>
        </p:nvSpPr>
        <p:spPr bwMode="auto">
          <a:xfrm>
            <a:off x="4958954" y="3892154"/>
            <a:ext cx="137993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1500" b="1">
                <a:latin typeface="黑体" panose="02010609060101010101" pitchFamily="49" charset="-122"/>
                <a:ea typeface="黑体" panose="02010609060101010101" pitchFamily="49" charset="-122"/>
                <a:sym typeface="Franklin Gothic Medium" panose="020B0603020102020204" pitchFamily="34" charset="0"/>
              </a:rPr>
              <a:t>测试用例生成</a:t>
            </a:r>
          </a:p>
        </p:txBody>
      </p:sp>
    </p:spTree>
    <p:extLst>
      <p:ext uri="{BB962C8B-B14F-4D97-AF65-F5344CB8AC3E}">
        <p14:creationId xmlns:p14="http://schemas.microsoft.com/office/powerpoint/2010/main" val="1097567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2B21A1BF-898B-4A05-8B00-9BED113F7921}"/>
              </a:ext>
            </a:extLst>
          </p:cNvPr>
          <p:cNvSpPr/>
          <p:nvPr/>
        </p:nvSpPr>
        <p:spPr>
          <a:xfrm>
            <a:off x="220714" y="168644"/>
            <a:ext cx="7031424"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航空发动机控制软件实例</a:t>
            </a:r>
            <a:endParaRPr lang="en-US" altLang="zh-CN" sz="2400" b="1" dirty="0">
              <a:latin typeface="微软雅黑" pitchFamily="34" charset="-122"/>
              <a:ea typeface="微软雅黑" pitchFamily="34" charset="-122"/>
            </a:endParaRPr>
          </a:p>
        </p:txBody>
      </p:sp>
      <p:sp>
        <p:nvSpPr>
          <p:cNvPr id="16" name="矩形 15">
            <a:extLst>
              <a:ext uri="{FF2B5EF4-FFF2-40B4-BE49-F238E27FC236}">
                <a16:creationId xmlns:a16="http://schemas.microsoft.com/office/drawing/2014/main" id="{241D3CAD-4211-4658-A1D4-66656571DE1D}"/>
              </a:ext>
            </a:extLst>
          </p:cNvPr>
          <p:cNvSpPr/>
          <p:nvPr/>
        </p:nvSpPr>
        <p:spPr>
          <a:xfrm>
            <a:off x="3892805" y="23138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6">
            <a:extLst>
              <a:ext uri="{FF2B5EF4-FFF2-40B4-BE49-F238E27FC236}">
                <a16:creationId xmlns:a16="http://schemas.microsoft.com/office/drawing/2014/main" id="{A06FB6A6-6621-4AB0-8E0B-8497AE14F8F7}"/>
              </a:ext>
            </a:extLst>
          </p:cNvPr>
          <p:cNvSpPr>
            <a:spLocks noChangeArrowheads="1"/>
          </p:cNvSpPr>
          <p:nvPr/>
        </p:nvSpPr>
        <p:spPr bwMode="auto">
          <a:xfrm>
            <a:off x="372036" y="1791124"/>
            <a:ext cx="8090032" cy="3474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168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buSzPct val="100000"/>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专门为描述航空控制软件的需求而设计</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p>
            <a:pPr>
              <a:lnSpc>
                <a:spcPct val="150000"/>
              </a:lnSpc>
              <a:buSzPct val="100000"/>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反映航空控制软件领域特征</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p>
            <a:pPr lvl="1" algn="just">
              <a:lnSpc>
                <a:spcPct val="150000"/>
              </a:lnSpc>
              <a:spcBef>
                <a:spcPts val="435"/>
              </a:spcBef>
              <a:buSzPct val="100000"/>
              <a:buFont typeface="Wingdings" panose="05000000000000000000" pitchFamily="2" charset="2"/>
              <a:buChar char="n"/>
            </a:pPr>
            <a:r>
              <a:rPr lang="zh-CN" altLang="zh-CN" sz="20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基于模式</a:t>
            </a:r>
            <a:r>
              <a:rPr lang="zh-CN" altLang="en-US" sz="20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系统</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总</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处于特定的状态</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进行运算</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spcBef>
                <a:spcPts val="435"/>
              </a:spcBef>
              <a:buSzPct val="100000"/>
              <a:buFont typeface="Wingdings" panose="05000000000000000000" pitchFamily="2" charset="2"/>
              <a:buChar char="n"/>
            </a:pPr>
            <a:r>
              <a:rPr lang="zh-CN" altLang="zh-CN" sz="20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周期驱动</a:t>
            </a:r>
            <a:r>
              <a:rPr lang="zh-CN" altLang="en-US" sz="20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按照给定的时间执行计算任务</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p>
            <a:pPr>
              <a:lnSpc>
                <a:spcPct val="150000"/>
              </a:lnSpc>
              <a:buSzPct val="100000"/>
              <a:buFont typeface="Arial" panose="020B0604020202020204" pitchFamily="34" charset="0"/>
              <a:buChar char="•"/>
            </a:pPr>
            <a:r>
              <a:rPr lang="zh-CN" altLang="en-US" sz="2000" b="1" dirty="0">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rPr>
              <a:t>符合航空工程师思维习惯</a:t>
            </a:r>
            <a:endParaRPr lang="en-US" altLang="zh-CN" sz="2000" b="1" dirty="0">
              <a:latin typeface="微软雅黑" panose="020B0503020204020204" pitchFamily="34" charset="-122"/>
              <a:ea typeface="微软雅黑" panose="020B0503020204020204" pitchFamily="34" charset="-122"/>
              <a:cs typeface="Times New Roman" panose="02020603050405020304" pitchFamily="18" charset="0"/>
              <a:sym typeface="微软雅黑" panose="020B0503020204020204" pitchFamily="34" charset="-122"/>
            </a:endParaRPr>
          </a:p>
          <a:p>
            <a:pPr lvl="1" algn="just">
              <a:lnSpc>
                <a:spcPct val="150000"/>
              </a:lnSpc>
              <a:spcBef>
                <a:spcPts val="435"/>
              </a:spcBef>
              <a:buSzPct val="100000"/>
              <a:buFont typeface="Wingdings" panose="05000000000000000000" pitchFamily="2" charset="2"/>
              <a:buChar char="n"/>
            </a:pPr>
            <a:r>
              <a:rPr lang="zh-CN" altLang="en-US" sz="20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层次结构：</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能把控制过程用合理结构描述</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50000"/>
              </a:lnSpc>
              <a:spcBef>
                <a:spcPts val="435"/>
              </a:spcBef>
              <a:buSzPct val="100000"/>
              <a:buFont typeface="Wingdings" panose="05000000000000000000" pitchFamily="2" charset="2"/>
              <a:buChar char="n"/>
            </a:pPr>
            <a:r>
              <a:rPr lang="zh-CN" altLang="en-US" sz="2000"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物理控制规律：</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能精确表述物理控制算法和规则</a:t>
            </a:r>
          </a:p>
        </p:txBody>
      </p:sp>
      <p:sp>
        <p:nvSpPr>
          <p:cNvPr id="32" name="object 4">
            <a:extLst>
              <a:ext uri="{FF2B5EF4-FFF2-40B4-BE49-F238E27FC236}">
                <a16:creationId xmlns:a16="http://schemas.microsoft.com/office/drawing/2014/main" id="{37ED2751-E560-48AB-B3FB-B74CCBBEE31A}"/>
              </a:ext>
            </a:extLst>
          </p:cNvPr>
          <p:cNvSpPr txBox="1"/>
          <p:nvPr/>
        </p:nvSpPr>
        <p:spPr>
          <a:xfrm>
            <a:off x="2203910" y="1130640"/>
            <a:ext cx="4288606" cy="437324"/>
          </a:xfrm>
          <a:prstGeom prst="rect">
            <a:avLst/>
          </a:prstGeom>
          <a:ln w="28575">
            <a:solidFill>
              <a:srgbClr val="C00000"/>
            </a:solidFill>
          </a:ln>
        </p:spPr>
        <p:txBody>
          <a:bodyPr vert="horz" wrap="square" lIns="0" tIns="86893" rIns="0" bIns="0" rtlCol="0">
            <a:spAutoFit/>
          </a:bodyPr>
          <a:lstStyle/>
          <a:p>
            <a:pPr marL="9525" algn="ctr">
              <a:lnSpc>
                <a:spcPct val="125000"/>
              </a:lnSpc>
              <a:spcBef>
                <a:spcPts val="685"/>
              </a:spcBef>
              <a:buClr>
                <a:schemeClr val="accent1"/>
              </a:buClr>
              <a:buSzPct val="100000"/>
              <a:tabLst>
                <a:tab pos="268605" algn="l"/>
              </a:tabLst>
            </a:pP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航空发动机需求描述语言</a:t>
            </a:r>
            <a:endPar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4421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5">
            <a:extLst>
              <a:ext uri="{FF2B5EF4-FFF2-40B4-BE49-F238E27FC236}">
                <a16:creationId xmlns:a16="http://schemas.microsoft.com/office/drawing/2014/main" id="{D84E15EF-7BD3-4262-B712-735DE7A5F98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4656" y="466659"/>
            <a:ext cx="6216769" cy="601387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5" name="线形标注 1 9">
            <a:extLst>
              <a:ext uri="{FF2B5EF4-FFF2-40B4-BE49-F238E27FC236}">
                <a16:creationId xmlns:a16="http://schemas.microsoft.com/office/drawing/2014/main" id="{E73983A0-00FC-44FE-8002-567EA66DF534}"/>
              </a:ext>
            </a:extLst>
          </p:cNvPr>
          <p:cNvSpPr>
            <a:spLocks/>
          </p:cNvSpPr>
          <p:nvPr/>
        </p:nvSpPr>
        <p:spPr bwMode="auto">
          <a:xfrm>
            <a:off x="5072659" y="705739"/>
            <a:ext cx="1782365" cy="620316"/>
          </a:xfrm>
          <a:prstGeom prst="borderCallout1">
            <a:avLst>
              <a:gd name="adj1" fmla="val 55639"/>
              <a:gd name="adj2" fmla="val -546"/>
              <a:gd name="adj3" fmla="val 1495"/>
              <a:gd name="adj4" fmla="val -62981"/>
            </a:avLst>
          </a:prstGeom>
          <a:solidFill>
            <a:schemeClr val="accent2">
              <a:lumMod val="20000"/>
              <a:lumOff val="80000"/>
            </a:schemeClr>
          </a:solidFill>
          <a:ln w="9525" algn="ctr">
            <a:solidFill>
              <a:schemeClr val="tx1"/>
            </a:solidFill>
            <a:round/>
            <a:headEnd/>
            <a:tailEnd/>
          </a:ln>
        </p:spPr>
        <p:txBody>
          <a:bodyPr/>
          <a:lstStyle/>
          <a:p>
            <a:pPr eaLnBrk="1" hangingPunct="1">
              <a:buFont typeface="Arial" pitchFamily="34" charset="0"/>
              <a:buNone/>
              <a:defRPr/>
            </a:pPr>
            <a:endParaRPr lang="zh-CN" altLang="en-US" sz="1350" dirty="0">
              <a:latin typeface="黑体" pitchFamily="49" charset="-122"/>
              <a:ea typeface="黑体" pitchFamily="49" charset="-122"/>
            </a:endParaRPr>
          </a:p>
        </p:txBody>
      </p:sp>
      <p:sp>
        <p:nvSpPr>
          <p:cNvPr id="6" name="文本框 4">
            <a:extLst>
              <a:ext uri="{FF2B5EF4-FFF2-40B4-BE49-F238E27FC236}">
                <a16:creationId xmlns:a16="http://schemas.microsoft.com/office/drawing/2014/main" id="{A650F23E-EFE1-46AE-918F-01F2296698FF}"/>
              </a:ext>
            </a:extLst>
          </p:cNvPr>
          <p:cNvSpPr txBox="1">
            <a:spLocks noChangeArrowheads="1"/>
          </p:cNvSpPr>
          <p:nvPr/>
        </p:nvSpPr>
        <p:spPr bwMode="auto">
          <a:xfrm>
            <a:off x="5072659" y="724788"/>
            <a:ext cx="178236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latin typeface="微软雅黑" panose="020B0503020204020204" pitchFamily="34" charset="-122"/>
                <a:ea typeface="微软雅黑" panose="020B0503020204020204" pitchFamily="34" charset="-122"/>
              </a:rPr>
              <a:t>飞机总是处于某个特定模式</a:t>
            </a:r>
          </a:p>
        </p:txBody>
      </p:sp>
      <p:sp>
        <p:nvSpPr>
          <p:cNvPr id="7" name="线形标注 1 11">
            <a:extLst>
              <a:ext uri="{FF2B5EF4-FFF2-40B4-BE49-F238E27FC236}">
                <a16:creationId xmlns:a16="http://schemas.microsoft.com/office/drawing/2014/main" id="{D8882C00-8099-44DF-B4B5-3FA219131D33}"/>
              </a:ext>
            </a:extLst>
          </p:cNvPr>
          <p:cNvSpPr>
            <a:spLocks/>
          </p:cNvSpPr>
          <p:nvPr/>
        </p:nvSpPr>
        <p:spPr bwMode="auto">
          <a:xfrm>
            <a:off x="3476836" y="3412926"/>
            <a:ext cx="2255044" cy="629841"/>
          </a:xfrm>
          <a:prstGeom prst="borderCallout1">
            <a:avLst>
              <a:gd name="adj1" fmla="val 55639"/>
              <a:gd name="adj2" fmla="val -546"/>
              <a:gd name="adj3" fmla="val -168463"/>
              <a:gd name="adj4" fmla="val -52880"/>
            </a:avLst>
          </a:prstGeom>
          <a:solidFill>
            <a:schemeClr val="accent2">
              <a:lumMod val="20000"/>
              <a:lumOff val="80000"/>
            </a:schemeClr>
          </a:solidFill>
          <a:ln w="9525" algn="ctr">
            <a:solidFill>
              <a:schemeClr val="tx1"/>
            </a:solidFill>
            <a:round/>
            <a:headEnd/>
            <a:tailEnd/>
          </a:ln>
        </p:spPr>
        <p:txBody>
          <a:bodyPr/>
          <a:lstStyle/>
          <a:p>
            <a:pPr>
              <a:buFont typeface="Arial" pitchFamily="34" charset="0"/>
              <a:buNone/>
              <a:defRPr/>
            </a:pPr>
            <a:endParaRPr lang="zh-CN" altLang="en-US" sz="1350">
              <a:latin typeface="黑体" pitchFamily="49" charset="-122"/>
              <a:ea typeface="黑体" pitchFamily="49" charset="-122"/>
            </a:endParaRPr>
          </a:p>
        </p:txBody>
      </p:sp>
      <p:sp>
        <p:nvSpPr>
          <p:cNvPr id="8" name="线形标注 1 13">
            <a:extLst>
              <a:ext uri="{FF2B5EF4-FFF2-40B4-BE49-F238E27FC236}">
                <a16:creationId xmlns:a16="http://schemas.microsoft.com/office/drawing/2014/main" id="{84559E65-FAA7-4E68-BB96-0B5A07C371CF}"/>
              </a:ext>
            </a:extLst>
          </p:cNvPr>
          <p:cNvSpPr>
            <a:spLocks/>
          </p:cNvSpPr>
          <p:nvPr/>
        </p:nvSpPr>
        <p:spPr bwMode="auto">
          <a:xfrm>
            <a:off x="5595937" y="2135981"/>
            <a:ext cx="2878759" cy="878681"/>
          </a:xfrm>
          <a:prstGeom prst="borderCallout1">
            <a:avLst>
              <a:gd name="adj1" fmla="val 55639"/>
              <a:gd name="adj2" fmla="val -546"/>
              <a:gd name="adj3" fmla="val -56730"/>
              <a:gd name="adj4" fmla="val -36843"/>
            </a:avLst>
          </a:prstGeom>
          <a:solidFill>
            <a:schemeClr val="accent2">
              <a:lumMod val="20000"/>
              <a:lumOff val="80000"/>
            </a:schemeClr>
          </a:solidFill>
          <a:ln w="9525" algn="ctr">
            <a:solidFill>
              <a:schemeClr val="tx1"/>
            </a:solidFill>
            <a:round/>
            <a:headEnd/>
            <a:tailEnd/>
          </a:ln>
        </p:spPr>
        <p:txBody>
          <a:bodyPr/>
          <a:lstStyle/>
          <a:p>
            <a:pPr>
              <a:buFont typeface="Arial" pitchFamily="34" charset="0"/>
              <a:buNone/>
              <a:defRPr/>
            </a:pPr>
            <a:endParaRPr lang="zh-CN" altLang="en-US" sz="1350" dirty="0">
              <a:latin typeface="黑体" pitchFamily="49" charset="-122"/>
              <a:ea typeface="黑体" pitchFamily="49" charset="-122"/>
            </a:endParaRPr>
          </a:p>
        </p:txBody>
      </p:sp>
      <p:sp>
        <p:nvSpPr>
          <p:cNvPr id="9" name="文本框 8">
            <a:extLst>
              <a:ext uri="{FF2B5EF4-FFF2-40B4-BE49-F238E27FC236}">
                <a16:creationId xmlns:a16="http://schemas.microsoft.com/office/drawing/2014/main" id="{75DD6AE9-4D92-4546-B4BC-E5003D803A67}"/>
              </a:ext>
            </a:extLst>
          </p:cNvPr>
          <p:cNvSpPr txBox="1">
            <a:spLocks noChangeArrowheads="1"/>
          </p:cNvSpPr>
          <p:nvPr/>
        </p:nvSpPr>
        <p:spPr bwMode="auto">
          <a:xfrm>
            <a:off x="5655468" y="2201466"/>
            <a:ext cx="260241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latin typeface="微软雅黑" panose="020B0503020204020204" pitchFamily="34" charset="-122"/>
                <a:ea typeface="微软雅黑" panose="020B0503020204020204" pitchFamily="34" charset="-122"/>
              </a:rPr>
              <a:t>每个模式内部，系统进行特定的运算任务</a:t>
            </a:r>
          </a:p>
        </p:txBody>
      </p:sp>
      <p:sp>
        <p:nvSpPr>
          <p:cNvPr id="10" name="线形标注 1 15">
            <a:extLst>
              <a:ext uri="{FF2B5EF4-FFF2-40B4-BE49-F238E27FC236}">
                <a16:creationId xmlns:a16="http://schemas.microsoft.com/office/drawing/2014/main" id="{1104582A-4AFD-4201-99AA-078D6E22E550}"/>
              </a:ext>
            </a:extLst>
          </p:cNvPr>
          <p:cNvSpPr>
            <a:spLocks/>
          </p:cNvSpPr>
          <p:nvPr/>
        </p:nvSpPr>
        <p:spPr bwMode="auto">
          <a:xfrm>
            <a:off x="4156497" y="4835496"/>
            <a:ext cx="2376488" cy="445294"/>
          </a:xfrm>
          <a:prstGeom prst="borderCallout1">
            <a:avLst>
              <a:gd name="adj1" fmla="val 55639"/>
              <a:gd name="adj2" fmla="val -546"/>
              <a:gd name="adj3" fmla="val -80805"/>
              <a:gd name="adj4" fmla="val -34853"/>
            </a:avLst>
          </a:prstGeom>
          <a:solidFill>
            <a:schemeClr val="accent2">
              <a:lumMod val="20000"/>
              <a:lumOff val="80000"/>
            </a:schemeClr>
          </a:solidFill>
          <a:ln w="9525" algn="ctr">
            <a:solidFill>
              <a:schemeClr val="tx1"/>
            </a:solidFill>
            <a:round/>
            <a:headEnd/>
            <a:tailEnd/>
          </a:ln>
        </p:spPr>
        <p:txBody>
          <a:bodyPr/>
          <a:lstStyle/>
          <a:p>
            <a:pPr eaLnBrk="1" hangingPunct="1">
              <a:buFont typeface="Arial" pitchFamily="34" charset="0"/>
              <a:buNone/>
              <a:defRPr/>
            </a:pPr>
            <a:endParaRPr lang="zh-CN" altLang="en-US" sz="1350"/>
          </a:p>
        </p:txBody>
      </p:sp>
      <p:sp>
        <p:nvSpPr>
          <p:cNvPr id="11" name="文本框 10">
            <a:extLst>
              <a:ext uri="{FF2B5EF4-FFF2-40B4-BE49-F238E27FC236}">
                <a16:creationId xmlns:a16="http://schemas.microsoft.com/office/drawing/2014/main" id="{9D9137E5-8A55-4B95-ADE6-7A98D549CA33}"/>
              </a:ext>
            </a:extLst>
          </p:cNvPr>
          <p:cNvSpPr txBox="1">
            <a:spLocks noChangeArrowheads="1"/>
          </p:cNvSpPr>
          <p:nvPr/>
        </p:nvSpPr>
        <p:spPr bwMode="auto">
          <a:xfrm>
            <a:off x="4307706" y="4901782"/>
            <a:ext cx="2074069" cy="277415"/>
          </a:xfrm>
          <a:prstGeom prst="rect">
            <a:avLst/>
          </a:prstGeom>
          <a:solidFill>
            <a:schemeClr val="accent2">
              <a:lumMod val="20000"/>
              <a:lumOff val="80000"/>
            </a:schemeClr>
          </a:solidFill>
          <a:ln w="9525">
            <a:noFill/>
            <a:miter lim="800000"/>
            <a:headEnd/>
            <a:tailEnd/>
          </a:ln>
        </p:spPr>
        <p:txBody>
          <a:bodyPr/>
          <a:lstStyle>
            <a:defPPr>
              <a:defRPr lang="zh-CN"/>
            </a:defPPr>
            <a:lvl1pPr>
              <a:buFont typeface="Arial" pitchFamily="34" charset="0"/>
              <a:buNone/>
              <a:defRPr>
                <a:latin typeface="黑体" pitchFamily="49" charset="-122"/>
                <a:ea typeface="黑体" pitchFamily="49" charset="-122"/>
              </a:defRPr>
            </a:lvl1pPr>
          </a:lstStyle>
          <a:p>
            <a:pPr algn="ctr">
              <a:defRPr/>
            </a:pPr>
            <a:r>
              <a:rPr lang="zh-CN" altLang="en-US" b="1" dirty="0">
                <a:latin typeface="微软雅黑" panose="020B0503020204020204" pitchFamily="34" charset="-122"/>
                <a:ea typeface="微软雅黑" panose="020B0503020204020204" pitchFamily="34" charset="-122"/>
              </a:rPr>
              <a:t>运算任务的定义</a:t>
            </a:r>
          </a:p>
        </p:txBody>
      </p:sp>
      <p:sp>
        <p:nvSpPr>
          <p:cNvPr id="12" name="矩形 4">
            <a:extLst>
              <a:ext uri="{FF2B5EF4-FFF2-40B4-BE49-F238E27FC236}">
                <a16:creationId xmlns:a16="http://schemas.microsoft.com/office/drawing/2014/main" id="{2BD13AE1-5329-405B-B4B7-19F7D1F2722A}"/>
              </a:ext>
            </a:extLst>
          </p:cNvPr>
          <p:cNvSpPr>
            <a:spLocks noChangeArrowheads="1"/>
          </p:cNvSpPr>
          <p:nvPr/>
        </p:nvSpPr>
        <p:spPr bwMode="auto">
          <a:xfrm>
            <a:off x="3581399" y="3395957"/>
            <a:ext cx="2074069" cy="6805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10000"/>
              </a:lnSpc>
            </a:pPr>
            <a:r>
              <a:rPr lang="zh-CN" altLang="en-US" b="1" dirty="0">
                <a:latin typeface="微软雅黑" panose="020B0503020204020204" pitchFamily="34" charset="-122"/>
                <a:ea typeface="微软雅黑" panose="020B0503020204020204" pitchFamily="34" charset="-122"/>
              </a:rPr>
              <a:t>在满足给定条件下，可以转换模式</a:t>
            </a:r>
          </a:p>
        </p:txBody>
      </p:sp>
    </p:spTree>
    <p:extLst>
      <p:ext uri="{BB962C8B-B14F-4D97-AF65-F5344CB8AC3E}">
        <p14:creationId xmlns:p14="http://schemas.microsoft.com/office/powerpoint/2010/main" val="1512209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bwMode="auto">
          <a:xfrm>
            <a:off x="266700" y="692150"/>
            <a:ext cx="84963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840" tIns="44623" rIns="90840" bIns="44623" anchor="b"/>
          <a:lstStyle>
            <a:lvl1pPr algn="l"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000" b="1">
                <a:solidFill>
                  <a:schemeClr val="tx1"/>
                </a:solidFill>
                <a:latin typeface="Arial" charset="0"/>
              </a:defRPr>
            </a:lvl2pPr>
            <a:lvl3pPr algn="l" rtl="0" eaLnBrk="0" fontAlgn="base" hangingPunct="0">
              <a:spcBef>
                <a:spcPct val="0"/>
              </a:spcBef>
              <a:spcAft>
                <a:spcPct val="0"/>
              </a:spcAft>
              <a:defRPr sz="4000" b="1">
                <a:solidFill>
                  <a:schemeClr val="tx1"/>
                </a:solidFill>
                <a:latin typeface="Arial" charset="0"/>
              </a:defRPr>
            </a:lvl3pPr>
            <a:lvl4pPr algn="l" rtl="0" eaLnBrk="0" fontAlgn="base" hangingPunct="0">
              <a:spcBef>
                <a:spcPct val="0"/>
              </a:spcBef>
              <a:spcAft>
                <a:spcPct val="0"/>
              </a:spcAft>
              <a:defRPr sz="4000" b="1">
                <a:solidFill>
                  <a:schemeClr val="tx1"/>
                </a:solidFill>
                <a:latin typeface="Arial" charset="0"/>
              </a:defRPr>
            </a:lvl4pPr>
            <a:lvl5pPr algn="l" rtl="0" eaLnBrk="0" fontAlgn="base" hangingPunct="0">
              <a:spcBef>
                <a:spcPct val="0"/>
              </a:spcBef>
              <a:spcAft>
                <a:spcPct val="0"/>
              </a:spcAft>
              <a:defRPr sz="4000" b="1">
                <a:solidFill>
                  <a:schemeClr val="tx1"/>
                </a:solidFill>
                <a:latin typeface="Arial" charset="0"/>
              </a:defRPr>
            </a:lvl5pPr>
            <a:lvl6pPr marL="458983" algn="l" rtl="0" eaLnBrk="1" fontAlgn="base" hangingPunct="1">
              <a:spcBef>
                <a:spcPct val="0"/>
              </a:spcBef>
              <a:spcAft>
                <a:spcPct val="0"/>
              </a:spcAft>
              <a:defRPr sz="4000" b="1">
                <a:solidFill>
                  <a:schemeClr val="tx1"/>
                </a:solidFill>
                <a:latin typeface="Arial" charset="0"/>
              </a:defRPr>
            </a:lvl6pPr>
            <a:lvl7pPr marL="917966" algn="l" rtl="0" eaLnBrk="1" fontAlgn="base" hangingPunct="1">
              <a:spcBef>
                <a:spcPct val="0"/>
              </a:spcBef>
              <a:spcAft>
                <a:spcPct val="0"/>
              </a:spcAft>
              <a:defRPr sz="4000" b="1">
                <a:solidFill>
                  <a:schemeClr val="tx1"/>
                </a:solidFill>
                <a:latin typeface="Arial" charset="0"/>
              </a:defRPr>
            </a:lvl7pPr>
            <a:lvl8pPr marL="1376949" algn="l" rtl="0" eaLnBrk="1" fontAlgn="base" hangingPunct="1">
              <a:spcBef>
                <a:spcPct val="0"/>
              </a:spcBef>
              <a:spcAft>
                <a:spcPct val="0"/>
              </a:spcAft>
              <a:defRPr sz="4000" b="1">
                <a:solidFill>
                  <a:schemeClr val="tx1"/>
                </a:solidFill>
                <a:latin typeface="Arial" charset="0"/>
              </a:defRPr>
            </a:lvl8pPr>
            <a:lvl9pPr marL="1835932" algn="l" rtl="0" eaLnBrk="1" fontAlgn="base" hangingPunct="1">
              <a:spcBef>
                <a:spcPct val="0"/>
              </a:spcBef>
              <a:spcAft>
                <a:spcPct val="0"/>
              </a:spcAft>
              <a:defRPr sz="4000" b="1">
                <a:solidFill>
                  <a:schemeClr val="tx1"/>
                </a:solidFill>
                <a:latin typeface="Arial" charset="0"/>
              </a:defRPr>
            </a:lvl9pPr>
          </a:lstStyle>
          <a:p>
            <a:pPr>
              <a:defRPr/>
            </a:pPr>
            <a:r>
              <a:rPr lang="zh-CN" altLang="en-US" sz="2400" kern="0" dirty="0">
                <a:latin typeface="微软雅黑" panose="020B0503020204020204" pitchFamily="34" charset="-122"/>
                <a:ea typeface="微软雅黑" panose="020B0503020204020204" pitchFamily="34" charset="-122"/>
              </a:rPr>
              <a:t>状态转换图的工业级应用</a:t>
            </a:r>
          </a:p>
        </p:txBody>
      </p:sp>
      <p:sp>
        <p:nvSpPr>
          <p:cNvPr id="6" name="矩形 5"/>
          <p:cNvSpPr/>
          <p:nvPr/>
        </p:nvSpPr>
        <p:spPr>
          <a:xfrm>
            <a:off x="220714" y="168644"/>
            <a:ext cx="7031424"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航空发动机控制软件实例</a:t>
            </a:r>
            <a:endParaRPr lang="en-US" altLang="zh-CN" sz="2400" b="1" dirty="0">
              <a:latin typeface="微软雅黑" pitchFamily="34" charset="-122"/>
              <a:ea typeface="微软雅黑" pitchFamily="34" charset="-122"/>
            </a:endParaRPr>
          </a:p>
        </p:txBody>
      </p:sp>
      <p:sp>
        <p:nvSpPr>
          <p:cNvPr id="7" name="矩形 6"/>
          <p:cNvSpPr/>
          <p:nvPr/>
        </p:nvSpPr>
        <p:spPr>
          <a:xfrm>
            <a:off x="3892805" y="23138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13D83E09-51E2-4CF9-8055-40939F1A1222}"/>
              </a:ext>
            </a:extLst>
          </p:cNvPr>
          <p:cNvPicPr>
            <a:picLocks noChangeAspect="1"/>
          </p:cNvPicPr>
          <p:nvPr/>
        </p:nvPicPr>
        <p:blipFill>
          <a:blip r:embed="rId2"/>
          <a:stretch>
            <a:fillRect/>
          </a:stretch>
        </p:blipFill>
        <p:spPr>
          <a:xfrm>
            <a:off x="2968666" y="1291472"/>
            <a:ext cx="5673990" cy="5566528"/>
          </a:xfrm>
          <a:prstGeom prst="rect">
            <a:avLst/>
          </a:prstGeom>
        </p:spPr>
      </p:pic>
      <p:sp>
        <p:nvSpPr>
          <p:cNvPr id="4" name="内容占位符 3">
            <a:extLst>
              <a:ext uri="{FF2B5EF4-FFF2-40B4-BE49-F238E27FC236}">
                <a16:creationId xmlns:a16="http://schemas.microsoft.com/office/drawing/2014/main" id="{C2C73ECF-F405-46E8-A2FB-CBEB2E94C447}"/>
              </a:ext>
            </a:extLst>
          </p:cNvPr>
          <p:cNvSpPr>
            <a:spLocks noGrp="1"/>
          </p:cNvSpPr>
          <p:nvPr>
            <p:ph idx="1"/>
          </p:nvPr>
        </p:nvSpPr>
        <p:spPr/>
        <p:txBody>
          <a:bodyPr/>
          <a:lstStyle/>
          <a:p>
            <a:endParaRPr lang="zh-CN" altLang="en-US" dirty="0"/>
          </a:p>
        </p:txBody>
      </p:sp>
      <p:sp>
        <p:nvSpPr>
          <p:cNvPr id="11" name="内容占位符 2">
            <a:extLst>
              <a:ext uri="{FF2B5EF4-FFF2-40B4-BE49-F238E27FC236}">
                <a16:creationId xmlns:a16="http://schemas.microsoft.com/office/drawing/2014/main" id="{E1FE8E96-8035-45E9-B375-4592D86321E0}"/>
              </a:ext>
            </a:extLst>
          </p:cNvPr>
          <p:cNvSpPr txBox="1"/>
          <p:nvPr/>
        </p:nvSpPr>
        <p:spPr bwMode="auto">
          <a:xfrm>
            <a:off x="373928" y="2238059"/>
            <a:ext cx="2493973" cy="878531"/>
          </a:xfrm>
          <a:prstGeom prst="rect">
            <a:avLst/>
          </a:prstGeom>
          <a:solidFill>
            <a:schemeClr val="tx2"/>
          </a:solidFill>
          <a:ln>
            <a:noFill/>
          </a:ln>
        </p:spPr>
        <p:txBody>
          <a:bodyPr lIns="68677" tIns="33736" rIns="68677" bIns="33736"/>
          <a:lstStyle>
            <a:lvl1pPr marL="466725" indent="-466725" algn="l" rtl="0" eaLnBrk="0" fontAlgn="base" hangingPunct="0">
              <a:spcBef>
                <a:spcPct val="20000"/>
              </a:spcBef>
              <a:spcAft>
                <a:spcPct val="0"/>
              </a:spcAft>
              <a:buClr>
                <a:schemeClr val="accent2"/>
              </a:buClr>
              <a:buSzPct val="50000"/>
              <a:buFont typeface="Wingdings" panose="05000000000000000000" pitchFamily="2" charset="2"/>
              <a:buChar char="u"/>
              <a:defRPr sz="2400">
                <a:solidFill>
                  <a:schemeClr val="tx1"/>
                </a:solidFill>
                <a:latin typeface="Times" pitchFamily="18" charset="0"/>
                <a:ea typeface="+mn-ea"/>
                <a:cs typeface="Times" pitchFamily="18" charset="0"/>
              </a:defRPr>
            </a:lvl1pPr>
            <a:lvl2pPr marL="1038225" indent="-457200" algn="l" rtl="0" eaLnBrk="0" fontAlgn="base" hangingPunct="0">
              <a:spcBef>
                <a:spcPct val="20000"/>
              </a:spcBef>
              <a:spcAft>
                <a:spcPct val="0"/>
              </a:spcAft>
              <a:buClr>
                <a:schemeClr val="accent1">
                  <a:lumMod val="75000"/>
                </a:schemeClr>
              </a:buClr>
              <a:buSzPct val="100000"/>
              <a:buFont typeface="Wingdings" panose="05000000000000000000" pitchFamily="2" charset="2"/>
              <a:buChar char="Ø"/>
              <a:defRPr sz="2000">
                <a:solidFill>
                  <a:schemeClr val="tx1"/>
                </a:solidFill>
                <a:latin typeface="Times" pitchFamily="18" charset="0"/>
                <a:cs typeface="Times" pitchFamily="18" charset="0"/>
              </a:defRPr>
            </a:lvl2pPr>
            <a:lvl3pPr marL="1383030" indent="-228600" algn="l" rtl="0" eaLnBrk="0" fontAlgn="base" hangingPunct="0">
              <a:spcBef>
                <a:spcPct val="20000"/>
              </a:spcBef>
              <a:spcAft>
                <a:spcPct val="0"/>
              </a:spcAft>
              <a:buClr>
                <a:schemeClr val="tx1"/>
              </a:buClr>
              <a:buSzPct val="100000"/>
              <a:buChar char="•"/>
              <a:defRPr sz="2400">
                <a:solidFill>
                  <a:schemeClr val="tx1"/>
                </a:solidFill>
                <a:latin typeface="Times" pitchFamily="18" charset="0"/>
                <a:cs typeface="Times" pitchFamily="18" charset="0"/>
              </a:defRPr>
            </a:lvl3pPr>
            <a:lvl4pPr marL="1727200" indent="-228600" algn="l" rtl="0" eaLnBrk="0" fontAlgn="base" hangingPunct="0">
              <a:spcBef>
                <a:spcPct val="20000"/>
              </a:spcBef>
              <a:spcAft>
                <a:spcPct val="0"/>
              </a:spcAft>
              <a:buClr>
                <a:schemeClr val="accent2"/>
              </a:buClr>
              <a:buSzPct val="65000"/>
              <a:buFont typeface="Monotype Sorts"/>
              <a:buChar char=""/>
              <a:defRPr sz="2000">
                <a:solidFill>
                  <a:schemeClr val="tx1"/>
                </a:solidFill>
                <a:latin typeface="Times" pitchFamily="18" charset="0"/>
                <a:cs typeface="Times" pitchFamily="18" charset="0"/>
              </a:defRPr>
            </a:lvl4pPr>
            <a:lvl5pPr marL="2072005" indent="-228600" algn="l" rtl="0" eaLnBrk="0" fontAlgn="base" hangingPunct="0">
              <a:spcBef>
                <a:spcPct val="20000"/>
              </a:spcBef>
              <a:spcAft>
                <a:spcPct val="0"/>
              </a:spcAft>
              <a:buClr>
                <a:schemeClr val="tx1"/>
              </a:buClr>
              <a:buSzPct val="100000"/>
              <a:buChar char="•"/>
              <a:defRPr sz="2000">
                <a:solidFill>
                  <a:schemeClr val="tx1"/>
                </a:solidFill>
                <a:latin typeface="Times" pitchFamily="18" charset="0"/>
                <a:cs typeface="Times" pitchFamily="18" charset="0"/>
              </a:defRPr>
            </a:lvl5pPr>
            <a:lvl6pPr marL="2530475" indent="-229235" algn="l" rtl="0" eaLnBrk="1" fontAlgn="base" hangingPunct="1">
              <a:spcBef>
                <a:spcPct val="20000"/>
              </a:spcBef>
              <a:spcAft>
                <a:spcPct val="0"/>
              </a:spcAft>
              <a:buClr>
                <a:schemeClr val="tx1"/>
              </a:buClr>
              <a:buSzPct val="100000"/>
              <a:buChar char="•"/>
              <a:defRPr sz="2000">
                <a:solidFill>
                  <a:schemeClr val="tx1"/>
                </a:solidFill>
                <a:latin typeface="+mn-lt"/>
              </a:defRPr>
            </a:lvl6pPr>
            <a:lvl7pPr marL="2989580" indent="-229235" algn="l" rtl="0" eaLnBrk="1" fontAlgn="base" hangingPunct="1">
              <a:spcBef>
                <a:spcPct val="20000"/>
              </a:spcBef>
              <a:spcAft>
                <a:spcPct val="0"/>
              </a:spcAft>
              <a:buClr>
                <a:schemeClr val="tx1"/>
              </a:buClr>
              <a:buSzPct val="100000"/>
              <a:buChar char="•"/>
              <a:defRPr sz="2000">
                <a:solidFill>
                  <a:schemeClr val="tx1"/>
                </a:solidFill>
                <a:latin typeface="+mn-lt"/>
              </a:defRPr>
            </a:lvl7pPr>
            <a:lvl8pPr marL="3448685" indent="-229235" algn="l" rtl="0" eaLnBrk="1" fontAlgn="base" hangingPunct="1">
              <a:spcBef>
                <a:spcPct val="20000"/>
              </a:spcBef>
              <a:spcAft>
                <a:spcPct val="0"/>
              </a:spcAft>
              <a:buClr>
                <a:schemeClr val="tx1"/>
              </a:buClr>
              <a:buSzPct val="100000"/>
              <a:buChar char="•"/>
              <a:defRPr sz="2000">
                <a:solidFill>
                  <a:schemeClr val="tx1"/>
                </a:solidFill>
                <a:latin typeface="+mn-lt"/>
              </a:defRPr>
            </a:lvl8pPr>
            <a:lvl9pPr marL="3907790" indent="-229235" algn="l" rtl="0" eaLnBrk="1" fontAlgn="base" hangingPunct="1">
              <a:spcBef>
                <a:spcPct val="20000"/>
              </a:spcBef>
              <a:spcAft>
                <a:spcPct val="0"/>
              </a:spcAft>
              <a:buClr>
                <a:schemeClr val="tx1"/>
              </a:buClr>
              <a:buSzPct val="100000"/>
              <a:buChar char="•"/>
              <a:defRPr sz="2000">
                <a:solidFill>
                  <a:schemeClr val="tx1"/>
                </a:solidFill>
                <a:latin typeface="+mn-lt"/>
              </a:defRPr>
            </a:lvl9pPr>
          </a:lstStyle>
          <a:p>
            <a:pPr marL="0" indent="0" algn="just">
              <a:lnSpc>
                <a:spcPct val="125000"/>
              </a:lnSpc>
              <a:buClr>
                <a:srgbClr val="FF0000"/>
              </a:buClr>
              <a:buSzPct val="100000"/>
              <a:buNone/>
              <a:defRPr/>
            </a:pPr>
            <a:r>
              <a:rPr lang="zh-CN" altLang="en-US"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航空工程师首先验证需求描述的软件功能整体上是否符合工程师对发动机的预期行为</a:t>
            </a:r>
            <a:endParaRPr lang="en-US" altLang="zh-CN"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2" name="内容占位符 2">
            <a:extLst>
              <a:ext uri="{FF2B5EF4-FFF2-40B4-BE49-F238E27FC236}">
                <a16:creationId xmlns:a16="http://schemas.microsoft.com/office/drawing/2014/main" id="{52576668-35F9-41F4-99B1-52CC1A32F779}"/>
              </a:ext>
            </a:extLst>
          </p:cNvPr>
          <p:cNvSpPr txBox="1"/>
          <p:nvPr/>
        </p:nvSpPr>
        <p:spPr bwMode="auto">
          <a:xfrm>
            <a:off x="382329" y="3581059"/>
            <a:ext cx="2493973" cy="878531"/>
          </a:xfrm>
          <a:prstGeom prst="rect">
            <a:avLst/>
          </a:prstGeom>
          <a:solidFill>
            <a:schemeClr val="tx2"/>
          </a:solidFill>
          <a:ln>
            <a:noFill/>
          </a:ln>
        </p:spPr>
        <p:txBody>
          <a:bodyPr lIns="68677" tIns="33736" rIns="68677" bIns="33736"/>
          <a:lstStyle>
            <a:lvl1pPr marL="466725" indent="-466725" algn="l" rtl="0" eaLnBrk="0" fontAlgn="base" hangingPunct="0">
              <a:spcBef>
                <a:spcPct val="20000"/>
              </a:spcBef>
              <a:spcAft>
                <a:spcPct val="0"/>
              </a:spcAft>
              <a:buClr>
                <a:schemeClr val="accent2"/>
              </a:buClr>
              <a:buSzPct val="50000"/>
              <a:buFont typeface="Wingdings" panose="05000000000000000000" pitchFamily="2" charset="2"/>
              <a:buChar char="u"/>
              <a:defRPr sz="2400">
                <a:solidFill>
                  <a:schemeClr val="tx1"/>
                </a:solidFill>
                <a:latin typeface="Times" pitchFamily="18" charset="0"/>
                <a:ea typeface="+mn-ea"/>
                <a:cs typeface="Times" pitchFamily="18" charset="0"/>
              </a:defRPr>
            </a:lvl1pPr>
            <a:lvl2pPr marL="1038225" indent="-457200" algn="l" rtl="0" eaLnBrk="0" fontAlgn="base" hangingPunct="0">
              <a:spcBef>
                <a:spcPct val="20000"/>
              </a:spcBef>
              <a:spcAft>
                <a:spcPct val="0"/>
              </a:spcAft>
              <a:buClr>
                <a:schemeClr val="accent1">
                  <a:lumMod val="75000"/>
                </a:schemeClr>
              </a:buClr>
              <a:buSzPct val="100000"/>
              <a:buFont typeface="Wingdings" panose="05000000000000000000" pitchFamily="2" charset="2"/>
              <a:buChar char="Ø"/>
              <a:defRPr sz="2000">
                <a:solidFill>
                  <a:schemeClr val="tx1"/>
                </a:solidFill>
                <a:latin typeface="Times" pitchFamily="18" charset="0"/>
                <a:cs typeface="Times" pitchFamily="18" charset="0"/>
              </a:defRPr>
            </a:lvl2pPr>
            <a:lvl3pPr marL="1383030" indent="-228600" algn="l" rtl="0" eaLnBrk="0" fontAlgn="base" hangingPunct="0">
              <a:spcBef>
                <a:spcPct val="20000"/>
              </a:spcBef>
              <a:spcAft>
                <a:spcPct val="0"/>
              </a:spcAft>
              <a:buClr>
                <a:schemeClr val="tx1"/>
              </a:buClr>
              <a:buSzPct val="100000"/>
              <a:buChar char="•"/>
              <a:defRPr sz="2400">
                <a:solidFill>
                  <a:schemeClr val="tx1"/>
                </a:solidFill>
                <a:latin typeface="Times" pitchFamily="18" charset="0"/>
                <a:cs typeface="Times" pitchFamily="18" charset="0"/>
              </a:defRPr>
            </a:lvl3pPr>
            <a:lvl4pPr marL="1727200" indent="-228600" algn="l" rtl="0" eaLnBrk="0" fontAlgn="base" hangingPunct="0">
              <a:spcBef>
                <a:spcPct val="20000"/>
              </a:spcBef>
              <a:spcAft>
                <a:spcPct val="0"/>
              </a:spcAft>
              <a:buClr>
                <a:schemeClr val="accent2"/>
              </a:buClr>
              <a:buSzPct val="65000"/>
              <a:buFont typeface="Monotype Sorts"/>
              <a:buChar char=""/>
              <a:defRPr sz="2000">
                <a:solidFill>
                  <a:schemeClr val="tx1"/>
                </a:solidFill>
                <a:latin typeface="Times" pitchFamily="18" charset="0"/>
                <a:cs typeface="Times" pitchFamily="18" charset="0"/>
              </a:defRPr>
            </a:lvl4pPr>
            <a:lvl5pPr marL="2072005" indent="-228600" algn="l" rtl="0" eaLnBrk="0" fontAlgn="base" hangingPunct="0">
              <a:spcBef>
                <a:spcPct val="20000"/>
              </a:spcBef>
              <a:spcAft>
                <a:spcPct val="0"/>
              </a:spcAft>
              <a:buClr>
                <a:schemeClr val="tx1"/>
              </a:buClr>
              <a:buSzPct val="100000"/>
              <a:buChar char="•"/>
              <a:defRPr sz="2000">
                <a:solidFill>
                  <a:schemeClr val="tx1"/>
                </a:solidFill>
                <a:latin typeface="Times" pitchFamily="18" charset="0"/>
                <a:cs typeface="Times" pitchFamily="18" charset="0"/>
              </a:defRPr>
            </a:lvl5pPr>
            <a:lvl6pPr marL="2530475" indent="-229235" algn="l" rtl="0" eaLnBrk="1" fontAlgn="base" hangingPunct="1">
              <a:spcBef>
                <a:spcPct val="20000"/>
              </a:spcBef>
              <a:spcAft>
                <a:spcPct val="0"/>
              </a:spcAft>
              <a:buClr>
                <a:schemeClr val="tx1"/>
              </a:buClr>
              <a:buSzPct val="100000"/>
              <a:buChar char="•"/>
              <a:defRPr sz="2000">
                <a:solidFill>
                  <a:schemeClr val="tx1"/>
                </a:solidFill>
                <a:latin typeface="+mn-lt"/>
              </a:defRPr>
            </a:lvl6pPr>
            <a:lvl7pPr marL="2989580" indent="-229235" algn="l" rtl="0" eaLnBrk="1" fontAlgn="base" hangingPunct="1">
              <a:spcBef>
                <a:spcPct val="20000"/>
              </a:spcBef>
              <a:spcAft>
                <a:spcPct val="0"/>
              </a:spcAft>
              <a:buClr>
                <a:schemeClr val="tx1"/>
              </a:buClr>
              <a:buSzPct val="100000"/>
              <a:buChar char="•"/>
              <a:defRPr sz="2000">
                <a:solidFill>
                  <a:schemeClr val="tx1"/>
                </a:solidFill>
                <a:latin typeface="+mn-lt"/>
              </a:defRPr>
            </a:lvl7pPr>
            <a:lvl8pPr marL="3448685" indent="-229235" algn="l" rtl="0" eaLnBrk="1" fontAlgn="base" hangingPunct="1">
              <a:spcBef>
                <a:spcPct val="20000"/>
              </a:spcBef>
              <a:spcAft>
                <a:spcPct val="0"/>
              </a:spcAft>
              <a:buClr>
                <a:schemeClr val="tx1"/>
              </a:buClr>
              <a:buSzPct val="100000"/>
              <a:buChar char="•"/>
              <a:defRPr sz="2000">
                <a:solidFill>
                  <a:schemeClr val="tx1"/>
                </a:solidFill>
                <a:latin typeface="+mn-lt"/>
              </a:defRPr>
            </a:lvl8pPr>
            <a:lvl9pPr marL="3907790" indent="-229235" algn="l" rtl="0" eaLnBrk="1" fontAlgn="base" hangingPunct="1">
              <a:spcBef>
                <a:spcPct val="20000"/>
              </a:spcBef>
              <a:spcAft>
                <a:spcPct val="0"/>
              </a:spcAft>
              <a:buClr>
                <a:schemeClr val="tx1"/>
              </a:buClr>
              <a:buSzPct val="100000"/>
              <a:buChar char="•"/>
              <a:defRPr sz="2000">
                <a:solidFill>
                  <a:schemeClr val="tx1"/>
                </a:solidFill>
                <a:latin typeface="+mn-lt"/>
              </a:defRPr>
            </a:lvl9pPr>
          </a:lstStyle>
          <a:p>
            <a:pPr marL="0" indent="0" algn="just">
              <a:lnSpc>
                <a:spcPct val="125000"/>
              </a:lnSpc>
              <a:buClr>
                <a:srgbClr val="FF0000"/>
              </a:buClr>
              <a:buSzPct val="100000"/>
              <a:buNone/>
              <a:defRPr/>
            </a:pPr>
            <a:r>
              <a:rPr lang="zh-CN" altLang="en-US"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利用我们研制的软件工具，从需求文档中，自动地生成系统的模式关系图</a:t>
            </a:r>
            <a:endParaRPr lang="en-US" altLang="zh-CN"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3" name="右箭头 12">
            <a:extLst>
              <a:ext uri="{FF2B5EF4-FFF2-40B4-BE49-F238E27FC236}">
                <a16:creationId xmlns:a16="http://schemas.microsoft.com/office/drawing/2014/main" id="{34EEA549-1F88-4510-8C6F-4BC721FFE776}"/>
              </a:ext>
            </a:extLst>
          </p:cNvPr>
          <p:cNvSpPr>
            <a:spLocks noChangeArrowheads="1"/>
          </p:cNvSpPr>
          <p:nvPr/>
        </p:nvSpPr>
        <p:spPr bwMode="auto">
          <a:xfrm rot="5400000">
            <a:off x="1448089" y="3212605"/>
            <a:ext cx="381657" cy="271241"/>
          </a:xfrm>
          <a:prstGeom prst="rightArrow">
            <a:avLst>
              <a:gd name="adj1" fmla="val 50000"/>
              <a:gd name="adj2" fmla="val 49932"/>
            </a:avLst>
          </a:prstGeom>
          <a:solidFill>
            <a:schemeClr val="tx2">
              <a:lumMod val="40000"/>
              <a:lumOff val="60000"/>
            </a:schemeClr>
          </a:solidFill>
          <a:ln w="9525" algn="ctr">
            <a:noFill/>
            <a:round/>
          </a:ln>
        </p:spPr>
        <p:txBody>
          <a:bodyPr/>
          <a:lstStyle/>
          <a:p>
            <a:pPr eaLnBrk="1" hangingPunct="1">
              <a:buFont typeface="Arial" panose="020B0604020202020204" pitchFamily="34" charset="0"/>
              <a:buNone/>
              <a:defRPr/>
            </a:pPr>
            <a:endParaRPr lang="zh-CN" altLang="en-US" sz="1510">
              <a:solidFill>
                <a:schemeClr val="bg1"/>
              </a:solidFill>
              <a:latin typeface="黑体" panose="02010609060101010101" pitchFamily="49" charset="-122"/>
              <a:ea typeface="黑体" panose="02010609060101010101" pitchFamily="49" charset="-122"/>
            </a:endParaRPr>
          </a:p>
        </p:txBody>
      </p:sp>
      <p:sp>
        <p:nvSpPr>
          <p:cNvPr id="14" name="内容占位符 2">
            <a:extLst>
              <a:ext uri="{FF2B5EF4-FFF2-40B4-BE49-F238E27FC236}">
                <a16:creationId xmlns:a16="http://schemas.microsoft.com/office/drawing/2014/main" id="{0AFD96CE-BBD6-45FC-A0A8-16B25CD3EE38}"/>
              </a:ext>
            </a:extLst>
          </p:cNvPr>
          <p:cNvSpPr txBox="1"/>
          <p:nvPr/>
        </p:nvSpPr>
        <p:spPr bwMode="auto">
          <a:xfrm>
            <a:off x="385930" y="4889255"/>
            <a:ext cx="2493973" cy="597689"/>
          </a:xfrm>
          <a:prstGeom prst="rect">
            <a:avLst/>
          </a:prstGeom>
          <a:solidFill>
            <a:schemeClr val="tx2"/>
          </a:solidFill>
          <a:ln>
            <a:noFill/>
          </a:ln>
        </p:spPr>
        <p:txBody>
          <a:bodyPr lIns="68677" tIns="33736" rIns="68677" bIns="33736"/>
          <a:lstStyle>
            <a:lvl1pPr marL="466725" indent="-466725" algn="l" rtl="0" eaLnBrk="0" fontAlgn="base" hangingPunct="0">
              <a:spcBef>
                <a:spcPct val="20000"/>
              </a:spcBef>
              <a:spcAft>
                <a:spcPct val="0"/>
              </a:spcAft>
              <a:buClr>
                <a:schemeClr val="accent2"/>
              </a:buClr>
              <a:buSzPct val="50000"/>
              <a:buFont typeface="Wingdings" panose="05000000000000000000" pitchFamily="2" charset="2"/>
              <a:buChar char="u"/>
              <a:defRPr sz="2400">
                <a:solidFill>
                  <a:schemeClr val="tx1"/>
                </a:solidFill>
                <a:latin typeface="Times" pitchFamily="18" charset="0"/>
                <a:ea typeface="+mn-ea"/>
                <a:cs typeface="Times" pitchFamily="18" charset="0"/>
              </a:defRPr>
            </a:lvl1pPr>
            <a:lvl2pPr marL="1038225" indent="-457200" algn="l" rtl="0" eaLnBrk="0" fontAlgn="base" hangingPunct="0">
              <a:spcBef>
                <a:spcPct val="20000"/>
              </a:spcBef>
              <a:spcAft>
                <a:spcPct val="0"/>
              </a:spcAft>
              <a:buClr>
                <a:schemeClr val="accent1">
                  <a:lumMod val="75000"/>
                </a:schemeClr>
              </a:buClr>
              <a:buSzPct val="100000"/>
              <a:buFont typeface="Wingdings" panose="05000000000000000000" pitchFamily="2" charset="2"/>
              <a:buChar char="Ø"/>
              <a:defRPr sz="2000">
                <a:solidFill>
                  <a:schemeClr val="tx1"/>
                </a:solidFill>
                <a:latin typeface="Times" pitchFamily="18" charset="0"/>
                <a:cs typeface="Times" pitchFamily="18" charset="0"/>
              </a:defRPr>
            </a:lvl2pPr>
            <a:lvl3pPr marL="1383030" indent="-228600" algn="l" rtl="0" eaLnBrk="0" fontAlgn="base" hangingPunct="0">
              <a:spcBef>
                <a:spcPct val="20000"/>
              </a:spcBef>
              <a:spcAft>
                <a:spcPct val="0"/>
              </a:spcAft>
              <a:buClr>
                <a:schemeClr val="tx1"/>
              </a:buClr>
              <a:buSzPct val="100000"/>
              <a:buChar char="•"/>
              <a:defRPr sz="2400">
                <a:solidFill>
                  <a:schemeClr val="tx1"/>
                </a:solidFill>
                <a:latin typeface="Times" pitchFamily="18" charset="0"/>
                <a:cs typeface="Times" pitchFamily="18" charset="0"/>
              </a:defRPr>
            </a:lvl3pPr>
            <a:lvl4pPr marL="1727200" indent="-228600" algn="l" rtl="0" eaLnBrk="0" fontAlgn="base" hangingPunct="0">
              <a:spcBef>
                <a:spcPct val="20000"/>
              </a:spcBef>
              <a:spcAft>
                <a:spcPct val="0"/>
              </a:spcAft>
              <a:buClr>
                <a:schemeClr val="accent2"/>
              </a:buClr>
              <a:buSzPct val="65000"/>
              <a:buFont typeface="Monotype Sorts"/>
              <a:buChar char=""/>
              <a:defRPr sz="2000">
                <a:solidFill>
                  <a:schemeClr val="tx1"/>
                </a:solidFill>
                <a:latin typeface="Times" pitchFamily="18" charset="0"/>
                <a:cs typeface="Times" pitchFamily="18" charset="0"/>
              </a:defRPr>
            </a:lvl4pPr>
            <a:lvl5pPr marL="2072005" indent="-228600" algn="l" rtl="0" eaLnBrk="0" fontAlgn="base" hangingPunct="0">
              <a:spcBef>
                <a:spcPct val="20000"/>
              </a:spcBef>
              <a:spcAft>
                <a:spcPct val="0"/>
              </a:spcAft>
              <a:buClr>
                <a:schemeClr val="tx1"/>
              </a:buClr>
              <a:buSzPct val="100000"/>
              <a:buChar char="•"/>
              <a:defRPr sz="2000">
                <a:solidFill>
                  <a:schemeClr val="tx1"/>
                </a:solidFill>
                <a:latin typeface="Times" pitchFamily="18" charset="0"/>
                <a:cs typeface="Times" pitchFamily="18" charset="0"/>
              </a:defRPr>
            </a:lvl5pPr>
            <a:lvl6pPr marL="2530475" indent="-229235" algn="l" rtl="0" eaLnBrk="1" fontAlgn="base" hangingPunct="1">
              <a:spcBef>
                <a:spcPct val="20000"/>
              </a:spcBef>
              <a:spcAft>
                <a:spcPct val="0"/>
              </a:spcAft>
              <a:buClr>
                <a:schemeClr val="tx1"/>
              </a:buClr>
              <a:buSzPct val="100000"/>
              <a:buChar char="•"/>
              <a:defRPr sz="2000">
                <a:solidFill>
                  <a:schemeClr val="tx1"/>
                </a:solidFill>
                <a:latin typeface="+mn-lt"/>
              </a:defRPr>
            </a:lvl6pPr>
            <a:lvl7pPr marL="2989580" indent="-229235" algn="l" rtl="0" eaLnBrk="1" fontAlgn="base" hangingPunct="1">
              <a:spcBef>
                <a:spcPct val="20000"/>
              </a:spcBef>
              <a:spcAft>
                <a:spcPct val="0"/>
              </a:spcAft>
              <a:buClr>
                <a:schemeClr val="tx1"/>
              </a:buClr>
              <a:buSzPct val="100000"/>
              <a:buChar char="•"/>
              <a:defRPr sz="2000">
                <a:solidFill>
                  <a:schemeClr val="tx1"/>
                </a:solidFill>
                <a:latin typeface="+mn-lt"/>
              </a:defRPr>
            </a:lvl7pPr>
            <a:lvl8pPr marL="3448685" indent="-229235" algn="l" rtl="0" eaLnBrk="1" fontAlgn="base" hangingPunct="1">
              <a:spcBef>
                <a:spcPct val="20000"/>
              </a:spcBef>
              <a:spcAft>
                <a:spcPct val="0"/>
              </a:spcAft>
              <a:buClr>
                <a:schemeClr val="tx1"/>
              </a:buClr>
              <a:buSzPct val="100000"/>
              <a:buChar char="•"/>
              <a:defRPr sz="2000">
                <a:solidFill>
                  <a:schemeClr val="tx1"/>
                </a:solidFill>
                <a:latin typeface="+mn-lt"/>
              </a:defRPr>
            </a:lvl8pPr>
            <a:lvl9pPr marL="3907790" indent="-229235" algn="l" rtl="0" eaLnBrk="1" fontAlgn="base" hangingPunct="1">
              <a:spcBef>
                <a:spcPct val="20000"/>
              </a:spcBef>
              <a:spcAft>
                <a:spcPct val="0"/>
              </a:spcAft>
              <a:buClr>
                <a:schemeClr val="tx1"/>
              </a:buClr>
              <a:buSzPct val="100000"/>
              <a:buChar char="•"/>
              <a:defRPr sz="2000">
                <a:solidFill>
                  <a:schemeClr val="tx1"/>
                </a:solidFill>
                <a:latin typeface="+mn-lt"/>
              </a:defRPr>
            </a:lvl9pPr>
          </a:lstStyle>
          <a:p>
            <a:pPr marL="0" indent="0" algn="just">
              <a:lnSpc>
                <a:spcPct val="125000"/>
              </a:lnSpc>
              <a:buClr>
                <a:srgbClr val="FF0000"/>
              </a:buClr>
              <a:buSzPct val="100000"/>
              <a:buNone/>
              <a:defRPr/>
            </a:pPr>
            <a:r>
              <a:rPr lang="zh-CN" altLang="en-US"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发动机有</a:t>
            </a:r>
            <a:r>
              <a:rPr lang="en-US" altLang="zh-CN"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10</a:t>
            </a:r>
            <a:r>
              <a:rPr lang="zh-CN" altLang="en-US"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个工作模式，模式之间有特定的切换条件</a:t>
            </a:r>
            <a:endParaRPr lang="en-US" altLang="zh-CN"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5" name="右箭头 14">
            <a:extLst>
              <a:ext uri="{FF2B5EF4-FFF2-40B4-BE49-F238E27FC236}">
                <a16:creationId xmlns:a16="http://schemas.microsoft.com/office/drawing/2014/main" id="{4B22CEF9-4EEE-4C6D-8A5B-445BA1EB2F61}"/>
              </a:ext>
            </a:extLst>
          </p:cNvPr>
          <p:cNvSpPr>
            <a:spLocks noChangeArrowheads="1"/>
          </p:cNvSpPr>
          <p:nvPr/>
        </p:nvSpPr>
        <p:spPr bwMode="auto">
          <a:xfrm rot="5400000">
            <a:off x="1454090" y="4546004"/>
            <a:ext cx="350452" cy="271241"/>
          </a:xfrm>
          <a:prstGeom prst="rightArrow">
            <a:avLst>
              <a:gd name="adj1" fmla="val 50000"/>
              <a:gd name="adj2" fmla="val 49941"/>
            </a:avLst>
          </a:prstGeom>
          <a:solidFill>
            <a:schemeClr val="tx2">
              <a:lumMod val="40000"/>
              <a:lumOff val="60000"/>
            </a:schemeClr>
          </a:solidFill>
          <a:ln w="9525" algn="ctr">
            <a:noFill/>
            <a:round/>
          </a:ln>
        </p:spPr>
        <p:txBody>
          <a:bodyPr/>
          <a:lstStyle/>
          <a:p>
            <a:pPr>
              <a:buFont typeface="Arial" panose="020B0604020202020204" pitchFamily="34" charset="0"/>
              <a:buNone/>
              <a:defRPr/>
            </a:pPr>
            <a:endParaRPr lang="zh-CN" altLang="en-US" sz="1510">
              <a:solidFill>
                <a:schemeClr val="bg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783640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F37D7F-8162-40EB-90B1-91E43C6D8571}"/>
              </a:ext>
            </a:extLst>
          </p:cNvPr>
          <p:cNvSpPr txBox="1">
            <a:spLocks/>
          </p:cNvSpPr>
          <p:nvPr/>
        </p:nvSpPr>
        <p:spPr bwMode="auto">
          <a:xfrm>
            <a:off x="266700" y="692150"/>
            <a:ext cx="84963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840" tIns="44623" rIns="90840" bIns="44623" anchor="b"/>
          <a:lstStyle>
            <a:lvl1pPr algn="l"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000" b="1">
                <a:solidFill>
                  <a:schemeClr val="tx1"/>
                </a:solidFill>
                <a:latin typeface="Arial" charset="0"/>
              </a:defRPr>
            </a:lvl2pPr>
            <a:lvl3pPr algn="l" rtl="0" eaLnBrk="0" fontAlgn="base" hangingPunct="0">
              <a:spcBef>
                <a:spcPct val="0"/>
              </a:spcBef>
              <a:spcAft>
                <a:spcPct val="0"/>
              </a:spcAft>
              <a:defRPr sz="4000" b="1">
                <a:solidFill>
                  <a:schemeClr val="tx1"/>
                </a:solidFill>
                <a:latin typeface="Arial" charset="0"/>
              </a:defRPr>
            </a:lvl3pPr>
            <a:lvl4pPr algn="l" rtl="0" eaLnBrk="0" fontAlgn="base" hangingPunct="0">
              <a:spcBef>
                <a:spcPct val="0"/>
              </a:spcBef>
              <a:spcAft>
                <a:spcPct val="0"/>
              </a:spcAft>
              <a:defRPr sz="4000" b="1">
                <a:solidFill>
                  <a:schemeClr val="tx1"/>
                </a:solidFill>
                <a:latin typeface="Arial" charset="0"/>
              </a:defRPr>
            </a:lvl4pPr>
            <a:lvl5pPr algn="l" rtl="0" eaLnBrk="0" fontAlgn="base" hangingPunct="0">
              <a:spcBef>
                <a:spcPct val="0"/>
              </a:spcBef>
              <a:spcAft>
                <a:spcPct val="0"/>
              </a:spcAft>
              <a:defRPr sz="4000" b="1">
                <a:solidFill>
                  <a:schemeClr val="tx1"/>
                </a:solidFill>
                <a:latin typeface="Arial" charset="0"/>
              </a:defRPr>
            </a:lvl5pPr>
            <a:lvl6pPr marL="458983" algn="l" rtl="0" eaLnBrk="1" fontAlgn="base" hangingPunct="1">
              <a:spcBef>
                <a:spcPct val="0"/>
              </a:spcBef>
              <a:spcAft>
                <a:spcPct val="0"/>
              </a:spcAft>
              <a:defRPr sz="4000" b="1">
                <a:solidFill>
                  <a:schemeClr val="tx1"/>
                </a:solidFill>
                <a:latin typeface="Arial" charset="0"/>
              </a:defRPr>
            </a:lvl6pPr>
            <a:lvl7pPr marL="917966" algn="l" rtl="0" eaLnBrk="1" fontAlgn="base" hangingPunct="1">
              <a:spcBef>
                <a:spcPct val="0"/>
              </a:spcBef>
              <a:spcAft>
                <a:spcPct val="0"/>
              </a:spcAft>
              <a:defRPr sz="4000" b="1">
                <a:solidFill>
                  <a:schemeClr val="tx1"/>
                </a:solidFill>
                <a:latin typeface="Arial" charset="0"/>
              </a:defRPr>
            </a:lvl7pPr>
            <a:lvl8pPr marL="1376949" algn="l" rtl="0" eaLnBrk="1" fontAlgn="base" hangingPunct="1">
              <a:spcBef>
                <a:spcPct val="0"/>
              </a:spcBef>
              <a:spcAft>
                <a:spcPct val="0"/>
              </a:spcAft>
              <a:defRPr sz="4000" b="1">
                <a:solidFill>
                  <a:schemeClr val="tx1"/>
                </a:solidFill>
                <a:latin typeface="Arial" charset="0"/>
              </a:defRPr>
            </a:lvl8pPr>
            <a:lvl9pPr marL="1835932" algn="l" rtl="0" eaLnBrk="1" fontAlgn="base" hangingPunct="1">
              <a:spcBef>
                <a:spcPct val="0"/>
              </a:spcBef>
              <a:spcAft>
                <a:spcPct val="0"/>
              </a:spcAft>
              <a:defRPr sz="4000" b="1">
                <a:solidFill>
                  <a:schemeClr val="tx1"/>
                </a:solidFill>
                <a:latin typeface="Arial" charset="0"/>
              </a:defRPr>
            </a:lvl9pPr>
          </a:lstStyle>
          <a:p>
            <a:pPr>
              <a:defRPr/>
            </a:pPr>
            <a:r>
              <a:rPr lang="zh-CN" altLang="en-US" sz="2400" kern="0" dirty="0">
                <a:latin typeface="微软雅黑" panose="020B0503020204020204" pitchFamily="34" charset="-122"/>
                <a:ea typeface="微软雅黑" panose="020B0503020204020204" pitchFamily="34" charset="-122"/>
              </a:rPr>
              <a:t>状态转换图的工业级应用</a:t>
            </a:r>
          </a:p>
        </p:txBody>
      </p:sp>
      <p:sp>
        <p:nvSpPr>
          <p:cNvPr id="3" name="矩形 2">
            <a:extLst>
              <a:ext uri="{FF2B5EF4-FFF2-40B4-BE49-F238E27FC236}">
                <a16:creationId xmlns:a16="http://schemas.microsoft.com/office/drawing/2014/main" id="{F1C32C3D-3048-41B1-95D0-542CD8712F4C}"/>
              </a:ext>
            </a:extLst>
          </p:cNvPr>
          <p:cNvSpPr/>
          <p:nvPr/>
        </p:nvSpPr>
        <p:spPr>
          <a:xfrm>
            <a:off x="220714" y="168644"/>
            <a:ext cx="7031424"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航空发动机控制软件实例</a:t>
            </a:r>
            <a:endParaRPr lang="en-US" altLang="zh-CN" sz="2400" b="1" dirty="0">
              <a:latin typeface="微软雅黑" pitchFamily="34" charset="-122"/>
              <a:ea typeface="微软雅黑" pitchFamily="34" charset="-122"/>
            </a:endParaRPr>
          </a:p>
        </p:txBody>
      </p:sp>
      <p:sp>
        <p:nvSpPr>
          <p:cNvPr id="4" name="矩形 3">
            <a:extLst>
              <a:ext uri="{FF2B5EF4-FFF2-40B4-BE49-F238E27FC236}">
                <a16:creationId xmlns:a16="http://schemas.microsoft.com/office/drawing/2014/main" id="{72DE5C75-7CA6-478B-8A75-6D9DD2EF9862}"/>
              </a:ext>
            </a:extLst>
          </p:cNvPr>
          <p:cNvSpPr/>
          <p:nvPr/>
        </p:nvSpPr>
        <p:spPr>
          <a:xfrm>
            <a:off x="3892805" y="23138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内容占位符 2">
            <a:extLst>
              <a:ext uri="{FF2B5EF4-FFF2-40B4-BE49-F238E27FC236}">
                <a16:creationId xmlns:a16="http://schemas.microsoft.com/office/drawing/2014/main" id="{53B61D9A-1185-4F5B-9F5F-5B93B7FD114A}"/>
              </a:ext>
            </a:extLst>
          </p:cNvPr>
          <p:cNvSpPr txBox="1">
            <a:spLocks/>
          </p:cNvSpPr>
          <p:nvPr/>
        </p:nvSpPr>
        <p:spPr>
          <a:xfrm>
            <a:off x="758710" y="2492932"/>
            <a:ext cx="7512279" cy="410524"/>
          </a:xfrm>
          <a:solidFill>
            <a:srgbClr val="FFFF00"/>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25000"/>
              </a:lnSpc>
              <a:buClr>
                <a:srgbClr val="FF0000"/>
              </a:buClr>
              <a:buSzPct val="100000"/>
              <a:buFont typeface="Wingdings" pitchFamily="2" charset="2"/>
              <a:buNone/>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针对“模式”的转移关系，可以分析哪些潜在缺陷？</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内容占位符 2">
            <a:extLst>
              <a:ext uri="{FF2B5EF4-FFF2-40B4-BE49-F238E27FC236}">
                <a16:creationId xmlns:a16="http://schemas.microsoft.com/office/drawing/2014/main" id="{86947F24-0FA1-4135-8E46-B7119147504E}"/>
              </a:ext>
            </a:extLst>
          </p:cNvPr>
          <p:cNvSpPr txBox="1">
            <a:spLocks/>
          </p:cNvSpPr>
          <p:nvPr/>
        </p:nvSpPr>
        <p:spPr>
          <a:xfrm>
            <a:off x="758709" y="3223738"/>
            <a:ext cx="7512279" cy="410524"/>
          </a:xfrm>
          <a:solidFill>
            <a:srgbClr val="FFFF00"/>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25000"/>
              </a:lnSpc>
              <a:buClr>
                <a:srgbClr val="FF0000"/>
              </a:buClr>
              <a:buSzPct val="100000"/>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 转移的确定性</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25000"/>
              </a:lnSpc>
              <a:buClr>
                <a:srgbClr val="FF0000"/>
              </a:buClr>
              <a:buSzPct val="100000"/>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转移的可接受性</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005469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bwMode="auto">
          <a:xfrm>
            <a:off x="266700" y="692150"/>
            <a:ext cx="84963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840" tIns="44623" rIns="90840" bIns="44623" anchor="b"/>
          <a:lstStyle>
            <a:lvl1pPr algn="l" rtl="0" eaLnBrk="0" fontAlgn="base" hangingPunct="0">
              <a:spcBef>
                <a:spcPct val="0"/>
              </a:spcBef>
              <a:spcAft>
                <a:spcPct val="0"/>
              </a:spcAft>
              <a:defRPr sz="4000" b="1">
                <a:solidFill>
                  <a:schemeClr val="tx1"/>
                </a:solidFill>
                <a:latin typeface="+mj-lt"/>
                <a:ea typeface="+mj-ea"/>
                <a:cs typeface="+mj-cs"/>
              </a:defRPr>
            </a:lvl1pPr>
            <a:lvl2pPr algn="l" rtl="0" eaLnBrk="0" fontAlgn="base" hangingPunct="0">
              <a:spcBef>
                <a:spcPct val="0"/>
              </a:spcBef>
              <a:spcAft>
                <a:spcPct val="0"/>
              </a:spcAft>
              <a:defRPr sz="4000" b="1">
                <a:solidFill>
                  <a:schemeClr val="tx1"/>
                </a:solidFill>
                <a:latin typeface="Arial" charset="0"/>
              </a:defRPr>
            </a:lvl2pPr>
            <a:lvl3pPr algn="l" rtl="0" eaLnBrk="0" fontAlgn="base" hangingPunct="0">
              <a:spcBef>
                <a:spcPct val="0"/>
              </a:spcBef>
              <a:spcAft>
                <a:spcPct val="0"/>
              </a:spcAft>
              <a:defRPr sz="4000" b="1">
                <a:solidFill>
                  <a:schemeClr val="tx1"/>
                </a:solidFill>
                <a:latin typeface="Arial" charset="0"/>
              </a:defRPr>
            </a:lvl3pPr>
            <a:lvl4pPr algn="l" rtl="0" eaLnBrk="0" fontAlgn="base" hangingPunct="0">
              <a:spcBef>
                <a:spcPct val="0"/>
              </a:spcBef>
              <a:spcAft>
                <a:spcPct val="0"/>
              </a:spcAft>
              <a:defRPr sz="4000" b="1">
                <a:solidFill>
                  <a:schemeClr val="tx1"/>
                </a:solidFill>
                <a:latin typeface="Arial" charset="0"/>
              </a:defRPr>
            </a:lvl4pPr>
            <a:lvl5pPr algn="l" rtl="0" eaLnBrk="0" fontAlgn="base" hangingPunct="0">
              <a:spcBef>
                <a:spcPct val="0"/>
              </a:spcBef>
              <a:spcAft>
                <a:spcPct val="0"/>
              </a:spcAft>
              <a:defRPr sz="4000" b="1">
                <a:solidFill>
                  <a:schemeClr val="tx1"/>
                </a:solidFill>
                <a:latin typeface="Arial" charset="0"/>
              </a:defRPr>
            </a:lvl5pPr>
            <a:lvl6pPr marL="458983" algn="l" rtl="0" eaLnBrk="1" fontAlgn="base" hangingPunct="1">
              <a:spcBef>
                <a:spcPct val="0"/>
              </a:spcBef>
              <a:spcAft>
                <a:spcPct val="0"/>
              </a:spcAft>
              <a:defRPr sz="4000" b="1">
                <a:solidFill>
                  <a:schemeClr val="tx1"/>
                </a:solidFill>
                <a:latin typeface="Arial" charset="0"/>
              </a:defRPr>
            </a:lvl6pPr>
            <a:lvl7pPr marL="917966" algn="l" rtl="0" eaLnBrk="1" fontAlgn="base" hangingPunct="1">
              <a:spcBef>
                <a:spcPct val="0"/>
              </a:spcBef>
              <a:spcAft>
                <a:spcPct val="0"/>
              </a:spcAft>
              <a:defRPr sz="4000" b="1">
                <a:solidFill>
                  <a:schemeClr val="tx1"/>
                </a:solidFill>
                <a:latin typeface="Arial" charset="0"/>
              </a:defRPr>
            </a:lvl7pPr>
            <a:lvl8pPr marL="1376949" algn="l" rtl="0" eaLnBrk="1" fontAlgn="base" hangingPunct="1">
              <a:spcBef>
                <a:spcPct val="0"/>
              </a:spcBef>
              <a:spcAft>
                <a:spcPct val="0"/>
              </a:spcAft>
              <a:defRPr sz="4000" b="1">
                <a:solidFill>
                  <a:schemeClr val="tx1"/>
                </a:solidFill>
                <a:latin typeface="Arial" charset="0"/>
              </a:defRPr>
            </a:lvl8pPr>
            <a:lvl9pPr marL="1835932" algn="l" rtl="0" eaLnBrk="1" fontAlgn="base" hangingPunct="1">
              <a:spcBef>
                <a:spcPct val="0"/>
              </a:spcBef>
              <a:spcAft>
                <a:spcPct val="0"/>
              </a:spcAft>
              <a:defRPr sz="4000" b="1">
                <a:solidFill>
                  <a:schemeClr val="tx1"/>
                </a:solidFill>
                <a:latin typeface="Arial" charset="0"/>
              </a:defRPr>
            </a:lvl9pPr>
          </a:lstStyle>
          <a:p>
            <a:pPr>
              <a:defRPr/>
            </a:pPr>
            <a:r>
              <a:rPr lang="zh-CN" altLang="en-US" sz="2400" kern="0" dirty="0">
                <a:latin typeface="微软雅黑" panose="020B0503020204020204" pitchFamily="34" charset="-122"/>
                <a:ea typeface="微软雅黑" panose="020B0503020204020204" pitchFamily="34" charset="-122"/>
              </a:rPr>
              <a:t>状态转换图的工业级应用</a:t>
            </a:r>
          </a:p>
        </p:txBody>
      </p:sp>
      <p:sp>
        <p:nvSpPr>
          <p:cNvPr id="6" name="矩形 5"/>
          <p:cNvSpPr/>
          <p:nvPr/>
        </p:nvSpPr>
        <p:spPr>
          <a:xfrm>
            <a:off x="220714" y="168644"/>
            <a:ext cx="7031424"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航空发动机控制软件实例</a:t>
            </a:r>
            <a:endParaRPr lang="en-US" altLang="zh-CN" sz="2400" b="1" dirty="0">
              <a:latin typeface="微软雅黑" pitchFamily="34" charset="-122"/>
              <a:ea typeface="微软雅黑" pitchFamily="34" charset="-122"/>
            </a:endParaRPr>
          </a:p>
        </p:txBody>
      </p:sp>
      <p:sp>
        <p:nvSpPr>
          <p:cNvPr id="7" name="矩形 6"/>
          <p:cNvSpPr/>
          <p:nvPr/>
        </p:nvSpPr>
        <p:spPr>
          <a:xfrm>
            <a:off x="3892805" y="23138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4952CE0E-2F22-45C0-83F5-AF100C80E0CF}"/>
              </a:ext>
            </a:extLst>
          </p:cNvPr>
          <p:cNvPicPr>
            <a:picLocks noChangeAspect="1"/>
          </p:cNvPicPr>
          <p:nvPr/>
        </p:nvPicPr>
        <p:blipFill>
          <a:blip r:embed="rId2"/>
          <a:stretch>
            <a:fillRect/>
          </a:stretch>
        </p:blipFill>
        <p:spPr>
          <a:xfrm>
            <a:off x="3390001" y="1246054"/>
            <a:ext cx="5379172" cy="5277293"/>
          </a:xfrm>
          <a:prstGeom prst="rect">
            <a:avLst/>
          </a:prstGeom>
        </p:spPr>
      </p:pic>
      <p:sp>
        <p:nvSpPr>
          <p:cNvPr id="4" name="内容占位符 3">
            <a:extLst>
              <a:ext uri="{FF2B5EF4-FFF2-40B4-BE49-F238E27FC236}">
                <a16:creationId xmlns:a16="http://schemas.microsoft.com/office/drawing/2014/main" id="{E52E4C64-DE68-4E17-9D97-4909BDC3E77B}"/>
              </a:ext>
            </a:extLst>
          </p:cNvPr>
          <p:cNvSpPr>
            <a:spLocks noGrp="1"/>
          </p:cNvSpPr>
          <p:nvPr>
            <p:ph idx="1"/>
          </p:nvPr>
        </p:nvSpPr>
        <p:spPr/>
        <p:txBody>
          <a:bodyPr/>
          <a:lstStyle/>
          <a:p>
            <a:endParaRPr lang="zh-CN" altLang="en-US"/>
          </a:p>
        </p:txBody>
      </p:sp>
      <p:sp>
        <p:nvSpPr>
          <p:cNvPr id="16" name="内容占位符 2">
            <a:extLst>
              <a:ext uri="{FF2B5EF4-FFF2-40B4-BE49-F238E27FC236}">
                <a16:creationId xmlns:a16="http://schemas.microsoft.com/office/drawing/2014/main" id="{37ACBD95-FCB8-4148-AC3A-94295ACC7CE1}"/>
              </a:ext>
            </a:extLst>
          </p:cNvPr>
          <p:cNvSpPr txBox="1"/>
          <p:nvPr/>
        </p:nvSpPr>
        <p:spPr bwMode="auto">
          <a:xfrm>
            <a:off x="575363" y="2171539"/>
            <a:ext cx="2493973" cy="878531"/>
          </a:xfrm>
          <a:prstGeom prst="rect">
            <a:avLst/>
          </a:prstGeom>
          <a:solidFill>
            <a:schemeClr val="tx2"/>
          </a:solidFill>
          <a:ln>
            <a:noFill/>
          </a:ln>
        </p:spPr>
        <p:txBody>
          <a:bodyPr lIns="68677" tIns="33736" rIns="68677" bIns="33736"/>
          <a:lstStyle>
            <a:lvl1pPr marL="466725" indent="-466725" algn="l" rtl="0" eaLnBrk="0" fontAlgn="base" hangingPunct="0">
              <a:spcBef>
                <a:spcPct val="20000"/>
              </a:spcBef>
              <a:spcAft>
                <a:spcPct val="0"/>
              </a:spcAft>
              <a:buClr>
                <a:schemeClr val="accent2"/>
              </a:buClr>
              <a:buSzPct val="50000"/>
              <a:buFont typeface="Wingdings" panose="05000000000000000000" pitchFamily="2" charset="2"/>
              <a:buChar char="u"/>
              <a:defRPr sz="2400">
                <a:solidFill>
                  <a:schemeClr val="tx1"/>
                </a:solidFill>
                <a:latin typeface="Times" pitchFamily="18" charset="0"/>
                <a:ea typeface="+mn-ea"/>
                <a:cs typeface="Times" pitchFamily="18" charset="0"/>
              </a:defRPr>
            </a:lvl1pPr>
            <a:lvl2pPr marL="1038225" indent="-457200" algn="l" rtl="0" eaLnBrk="0" fontAlgn="base" hangingPunct="0">
              <a:spcBef>
                <a:spcPct val="20000"/>
              </a:spcBef>
              <a:spcAft>
                <a:spcPct val="0"/>
              </a:spcAft>
              <a:buClr>
                <a:schemeClr val="accent1">
                  <a:lumMod val="75000"/>
                </a:schemeClr>
              </a:buClr>
              <a:buSzPct val="100000"/>
              <a:buFont typeface="Wingdings" panose="05000000000000000000" pitchFamily="2" charset="2"/>
              <a:buChar char="Ø"/>
              <a:defRPr sz="2000">
                <a:solidFill>
                  <a:schemeClr val="tx1"/>
                </a:solidFill>
                <a:latin typeface="Times" pitchFamily="18" charset="0"/>
                <a:cs typeface="Times" pitchFamily="18" charset="0"/>
              </a:defRPr>
            </a:lvl2pPr>
            <a:lvl3pPr marL="1383030" indent="-228600" algn="l" rtl="0" eaLnBrk="0" fontAlgn="base" hangingPunct="0">
              <a:spcBef>
                <a:spcPct val="20000"/>
              </a:spcBef>
              <a:spcAft>
                <a:spcPct val="0"/>
              </a:spcAft>
              <a:buClr>
                <a:schemeClr val="tx1"/>
              </a:buClr>
              <a:buSzPct val="100000"/>
              <a:buChar char="•"/>
              <a:defRPr sz="2400">
                <a:solidFill>
                  <a:schemeClr val="tx1"/>
                </a:solidFill>
                <a:latin typeface="Times" pitchFamily="18" charset="0"/>
                <a:cs typeface="Times" pitchFamily="18" charset="0"/>
              </a:defRPr>
            </a:lvl3pPr>
            <a:lvl4pPr marL="1727200" indent="-228600" algn="l" rtl="0" eaLnBrk="0" fontAlgn="base" hangingPunct="0">
              <a:spcBef>
                <a:spcPct val="20000"/>
              </a:spcBef>
              <a:spcAft>
                <a:spcPct val="0"/>
              </a:spcAft>
              <a:buClr>
                <a:schemeClr val="accent2"/>
              </a:buClr>
              <a:buSzPct val="65000"/>
              <a:buFont typeface="Monotype Sorts"/>
              <a:buChar char=""/>
              <a:defRPr sz="2000">
                <a:solidFill>
                  <a:schemeClr val="tx1"/>
                </a:solidFill>
                <a:latin typeface="Times" pitchFamily="18" charset="0"/>
                <a:cs typeface="Times" pitchFamily="18" charset="0"/>
              </a:defRPr>
            </a:lvl4pPr>
            <a:lvl5pPr marL="2072005" indent="-228600" algn="l" rtl="0" eaLnBrk="0" fontAlgn="base" hangingPunct="0">
              <a:spcBef>
                <a:spcPct val="20000"/>
              </a:spcBef>
              <a:spcAft>
                <a:spcPct val="0"/>
              </a:spcAft>
              <a:buClr>
                <a:schemeClr val="tx1"/>
              </a:buClr>
              <a:buSzPct val="100000"/>
              <a:buChar char="•"/>
              <a:defRPr sz="2000">
                <a:solidFill>
                  <a:schemeClr val="tx1"/>
                </a:solidFill>
                <a:latin typeface="Times" pitchFamily="18" charset="0"/>
                <a:cs typeface="Times" pitchFamily="18" charset="0"/>
              </a:defRPr>
            </a:lvl5pPr>
            <a:lvl6pPr marL="2530475" indent="-229235" algn="l" rtl="0" eaLnBrk="1" fontAlgn="base" hangingPunct="1">
              <a:spcBef>
                <a:spcPct val="20000"/>
              </a:spcBef>
              <a:spcAft>
                <a:spcPct val="0"/>
              </a:spcAft>
              <a:buClr>
                <a:schemeClr val="tx1"/>
              </a:buClr>
              <a:buSzPct val="100000"/>
              <a:buChar char="•"/>
              <a:defRPr sz="2000">
                <a:solidFill>
                  <a:schemeClr val="tx1"/>
                </a:solidFill>
                <a:latin typeface="+mn-lt"/>
              </a:defRPr>
            </a:lvl6pPr>
            <a:lvl7pPr marL="2989580" indent="-229235" algn="l" rtl="0" eaLnBrk="1" fontAlgn="base" hangingPunct="1">
              <a:spcBef>
                <a:spcPct val="20000"/>
              </a:spcBef>
              <a:spcAft>
                <a:spcPct val="0"/>
              </a:spcAft>
              <a:buClr>
                <a:schemeClr val="tx1"/>
              </a:buClr>
              <a:buSzPct val="100000"/>
              <a:buChar char="•"/>
              <a:defRPr sz="2000">
                <a:solidFill>
                  <a:schemeClr val="tx1"/>
                </a:solidFill>
                <a:latin typeface="+mn-lt"/>
              </a:defRPr>
            </a:lvl7pPr>
            <a:lvl8pPr marL="3448685" indent="-229235" algn="l" rtl="0" eaLnBrk="1" fontAlgn="base" hangingPunct="1">
              <a:spcBef>
                <a:spcPct val="20000"/>
              </a:spcBef>
              <a:spcAft>
                <a:spcPct val="0"/>
              </a:spcAft>
              <a:buClr>
                <a:schemeClr val="tx1"/>
              </a:buClr>
              <a:buSzPct val="100000"/>
              <a:buChar char="•"/>
              <a:defRPr sz="2000">
                <a:solidFill>
                  <a:schemeClr val="tx1"/>
                </a:solidFill>
                <a:latin typeface="+mn-lt"/>
              </a:defRPr>
            </a:lvl8pPr>
            <a:lvl9pPr marL="3907790" indent="-229235" algn="l" rtl="0" eaLnBrk="1" fontAlgn="base" hangingPunct="1">
              <a:spcBef>
                <a:spcPct val="20000"/>
              </a:spcBef>
              <a:spcAft>
                <a:spcPct val="0"/>
              </a:spcAft>
              <a:buClr>
                <a:schemeClr val="tx1"/>
              </a:buClr>
              <a:buSzPct val="100000"/>
              <a:buChar char="•"/>
              <a:defRPr sz="2000">
                <a:solidFill>
                  <a:schemeClr val="tx1"/>
                </a:solidFill>
                <a:latin typeface="+mn-lt"/>
              </a:defRPr>
            </a:lvl9pPr>
          </a:lstStyle>
          <a:p>
            <a:pPr marL="0" indent="0" algn="just">
              <a:lnSpc>
                <a:spcPct val="125000"/>
              </a:lnSpc>
              <a:buClr>
                <a:srgbClr val="FF0000"/>
              </a:buClr>
              <a:buSzPct val="100000"/>
              <a:buNone/>
              <a:defRPr/>
            </a:pPr>
            <a:r>
              <a:rPr lang="zh-CN" altLang="en-US"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航空工程师首先验证需求描述的软件功能整体上是否符合工程师对发动机的预期行为</a:t>
            </a:r>
            <a:endParaRPr lang="en-US" altLang="zh-CN"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7" name="内容占位符 2">
            <a:extLst>
              <a:ext uri="{FF2B5EF4-FFF2-40B4-BE49-F238E27FC236}">
                <a16:creationId xmlns:a16="http://schemas.microsoft.com/office/drawing/2014/main" id="{CF9162BE-447D-4C7C-AC64-4975BE335057}"/>
              </a:ext>
            </a:extLst>
          </p:cNvPr>
          <p:cNvSpPr txBox="1"/>
          <p:nvPr/>
        </p:nvSpPr>
        <p:spPr bwMode="auto">
          <a:xfrm>
            <a:off x="583764" y="3514539"/>
            <a:ext cx="2493973" cy="878531"/>
          </a:xfrm>
          <a:prstGeom prst="rect">
            <a:avLst/>
          </a:prstGeom>
          <a:solidFill>
            <a:schemeClr val="tx2"/>
          </a:solidFill>
          <a:ln>
            <a:noFill/>
          </a:ln>
        </p:spPr>
        <p:txBody>
          <a:bodyPr lIns="68677" tIns="33736" rIns="68677" bIns="33736"/>
          <a:lstStyle>
            <a:lvl1pPr marL="466725" indent="-466725" algn="l" rtl="0" eaLnBrk="0" fontAlgn="base" hangingPunct="0">
              <a:spcBef>
                <a:spcPct val="20000"/>
              </a:spcBef>
              <a:spcAft>
                <a:spcPct val="0"/>
              </a:spcAft>
              <a:buClr>
                <a:schemeClr val="accent2"/>
              </a:buClr>
              <a:buSzPct val="50000"/>
              <a:buFont typeface="Wingdings" panose="05000000000000000000" pitchFamily="2" charset="2"/>
              <a:buChar char="u"/>
              <a:defRPr sz="2400">
                <a:solidFill>
                  <a:schemeClr val="tx1"/>
                </a:solidFill>
                <a:latin typeface="Times" pitchFamily="18" charset="0"/>
                <a:ea typeface="+mn-ea"/>
                <a:cs typeface="Times" pitchFamily="18" charset="0"/>
              </a:defRPr>
            </a:lvl1pPr>
            <a:lvl2pPr marL="1038225" indent="-457200" algn="l" rtl="0" eaLnBrk="0" fontAlgn="base" hangingPunct="0">
              <a:spcBef>
                <a:spcPct val="20000"/>
              </a:spcBef>
              <a:spcAft>
                <a:spcPct val="0"/>
              </a:spcAft>
              <a:buClr>
                <a:schemeClr val="accent1">
                  <a:lumMod val="75000"/>
                </a:schemeClr>
              </a:buClr>
              <a:buSzPct val="100000"/>
              <a:buFont typeface="Wingdings" panose="05000000000000000000" pitchFamily="2" charset="2"/>
              <a:buChar char="Ø"/>
              <a:defRPr sz="2000">
                <a:solidFill>
                  <a:schemeClr val="tx1"/>
                </a:solidFill>
                <a:latin typeface="Times" pitchFamily="18" charset="0"/>
                <a:cs typeface="Times" pitchFamily="18" charset="0"/>
              </a:defRPr>
            </a:lvl2pPr>
            <a:lvl3pPr marL="1383030" indent="-228600" algn="l" rtl="0" eaLnBrk="0" fontAlgn="base" hangingPunct="0">
              <a:spcBef>
                <a:spcPct val="20000"/>
              </a:spcBef>
              <a:spcAft>
                <a:spcPct val="0"/>
              </a:spcAft>
              <a:buClr>
                <a:schemeClr val="tx1"/>
              </a:buClr>
              <a:buSzPct val="100000"/>
              <a:buChar char="•"/>
              <a:defRPr sz="2400">
                <a:solidFill>
                  <a:schemeClr val="tx1"/>
                </a:solidFill>
                <a:latin typeface="Times" pitchFamily="18" charset="0"/>
                <a:cs typeface="Times" pitchFamily="18" charset="0"/>
              </a:defRPr>
            </a:lvl3pPr>
            <a:lvl4pPr marL="1727200" indent="-228600" algn="l" rtl="0" eaLnBrk="0" fontAlgn="base" hangingPunct="0">
              <a:spcBef>
                <a:spcPct val="20000"/>
              </a:spcBef>
              <a:spcAft>
                <a:spcPct val="0"/>
              </a:spcAft>
              <a:buClr>
                <a:schemeClr val="accent2"/>
              </a:buClr>
              <a:buSzPct val="65000"/>
              <a:buFont typeface="Monotype Sorts"/>
              <a:buChar char=""/>
              <a:defRPr sz="2000">
                <a:solidFill>
                  <a:schemeClr val="tx1"/>
                </a:solidFill>
                <a:latin typeface="Times" pitchFamily="18" charset="0"/>
                <a:cs typeface="Times" pitchFamily="18" charset="0"/>
              </a:defRPr>
            </a:lvl4pPr>
            <a:lvl5pPr marL="2072005" indent="-228600" algn="l" rtl="0" eaLnBrk="0" fontAlgn="base" hangingPunct="0">
              <a:spcBef>
                <a:spcPct val="20000"/>
              </a:spcBef>
              <a:spcAft>
                <a:spcPct val="0"/>
              </a:spcAft>
              <a:buClr>
                <a:schemeClr val="tx1"/>
              </a:buClr>
              <a:buSzPct val="100000"/>
              <a:buChar char="•"/>
              <a:defRPr sz="2000">
                <a:solidFill>
                  <a:schemeClr val="tx1"/>
                </a:solidFill>
                <a:latin typeface="Times" pitchFamily="18" charset="0"/>
                <a:cs typeface="Times" pitchFamily="18" charset="0"/>
              </a:defRPr>
            </a:lvl5pPr>
            <a:lvl6pPr marL="2530475" indent="-229235" algn="l" rtl="0" eaLnBrk="1" fontAlgn="base" hangingPunct="1">
              <a:spcBef>
                <a:spcPct val="20000"/>
              </a:spcBef>
              <a:spcAft>
                <a:spcPct val="0"/>
              </a:spcAft>
              <a:buClr>
                <a:schemeClr val="tx1"/>
              </a:buClr>
              <a:buSzPct val="100000"/>
              <a:buChar char="•"/>
              <a:defRPr sz="2000">
                <a:solidFill>
                  <a:schemeClr val="tx1"/>
                </a:solidFill>
                <a:latin typeface="+mn-lt"/>
              </a:defRPr>
            </a:lvl6pPr>
            <a:lvl7pPr marL="2989580" indent="-229235" algn="l" rtl="0" eaLnBrk="1" fontAlgn="base" hangingPunct="1">
              <a:spcBef>
                <a:spcPct val="20000"/>
              </a:spcBef>
              <a:spcAft>
                <a:spcPct val="0"/>
              </a:spcAft>
              <a:buClr>
                <a:schemeClr val="tx1"/>
              </a:buClr>
              <a:buSzPct val="100000"/>
              <a:buChar char="•"/>
              <a:defRPr sz="2000">
                <a:solidFill>
                  <a:schemeClr val="tx1"/>
                </a:solidFill>
                <a:latin typeface="+mn-lt"/>
              </a:defRPr>
            </a:lvl7pPr>
            <a:lvl8pPr marL="3448685" indent="-229235" algn="l" rtl="0" eaLnBrk="1" fontAlgn="base" hangingPunct="1">
              <a:spcBef>
                <a:spcPct val="20000"/>
              </a:spcBef>
              <a:spcAft>
                <a:spcPct val="0"/>
              </a:spcAft>
              <a:buClr>
                <a:schemeClr val="tx1"/>
              </a:buClr>
              <a:buSzPct val="100000"/>
              <a:buChar char="•"/>
              <a:defRPr sz="2000">
                <a:solidFill>
                  <a:schemeClr val="tx1"/>
                </a:solidFill>
                <a:latin typeface="+mn-lt"/>
              </a:defRPr>
            </a:lvl8pPr>
            <a:lvl9pPr marL="3907790" indent="-229235" algn="l" rtl="0" eaLnBrk="1" fontAlgn="base" hangingPunct="1">
              <a:spcBef>
                <a:spcPct val="20000"/>
              </a:spcBef>
              <a:spcAft>
                <a:spcPct val="0"/>
              </a:spcAft>
              <a:buClr>
                <a:schemeClr val="tx1"/>
              </a:buClr>
              <a:buSzPct val="100000"/>
              <a:buChar char="•"/>
              <a:defRPr sz="2000">
                <a:solidFill>
                  <a:schemeClr val="tx1"/>
                </a:solidFill>
                <a:latin typeface="+mn-lt"/>
              </a:defRPr>
            </a:lvl9pPr>
          </a:lstStyle>
          <a:p>
            <a:pPr marL="0" indent="0" algn="just">
              <a:lnSpc>
                <a:spcPct val="125000"/>
              </a:lnSpc>
              <a:buClr>
                <a:srgbClr val="FF0000"/>
              </a:buClr>
              <a:buSzPct val="100000"/>
              <a:buNone/>
              <a:defRPr/>
            </a:pPr>
            <a:r>
              <a:rPr lang="zh-CN" altLang="en-US"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利用我们研制的软件工具，从</a:t>
            </a:r>
            <a:r>
              <a:rPr lang="en-US" altLang="zh-CN"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AEDL</a:t>
            </a:r>
            <a:r>
              <a:rPr lang="zh-CN" altLang="en-US"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语言描述的需求文档中，自动地生成系统的模式关系图</a:t>
            </a:r>
            <a:endParaRPr lang="en-US" altLang="zh-CN"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18" name="右箭头 12">
            <a:extLst>
              <a:ext uri="{FF2B5EF4-FFF2-40B4-BE49-F238E27FC236}">
                <a16:creationId xmlns:a16="http://schemas.microsoft.com/office/drawing/2014/main" id="{B00FD603-ACAB-4827-ACDA-570F1BB3964E}"/>
              </a:ext>
            </a:extLst>
          </p:cNvPr>
          <p:cNvSpPr>
            <a:spLocks noChangeArrowheads="1"/>
          </p:cNvSpPr>
          <p:nvPr/>
        </p:nvSpPr>
        <p:spPr bwMode="auto">
          <a:xfrm rot="5400000">
            <a:off x="1649524" y="3146085"/>
            <a:ext cx="381657" cy="271241"/>
          </a:xfrm>
          <a:prstGeom prst="rightArrow">
            <a:avLst>
              <a:gd name="adj1" fmla="val 50000"/>
              <a:gd name="adj2" fmla="val 49932"/>
            </a:avLst>
          </a:prstGeom>
          <a:solidFill>
            <a:schemeClr val="tx2">
              <a:lumMod val="40000"/>
              <a:lumOff val="60000"/>
            </a:schemeClr>
          </a:solidFill>
          <a:ln w="9525" algn="ctr">
            <a:noFill/>
            <a:round/>
          </a:ln>
        </p:spPr>
        <p:txBody>
          <a:bodyPr/>
          <a:lstStyle/>
          <a:p>
            <a:pPr eaLnBrk="1" hangingPunct="1">
              <a:buFont typeface="Arial" panose="020B0604020202020204" pitchFamily="34" charset="0"/>
              <a:buNone/>
              <a:defRPr/>
            </a:pPr>
            <a:endParaRPr lang="zh-CN" altLang="en-US" sz="1510">
              <a:solidFill>
                <a:schemeClr val="bg1"/>
              </a:solidFill>
              <a:latin typeface="黑体" panose="02010609060101010101" pitchFamily="49" charset="-122"/>
              <a:ea typeface="黑体" panose="02010609060101010101" pitchFamily="49" charset="-122"/>
            </a:endParaRPr>
          </a:p>
        </p:txBody>
      </p:sp>
      <p:sp>
        <p:nvSpPr>
          <p:cNvPr id="19" name="内容占位符 2">
            <a:extLst>
              <a:ext uri="{FF2B5EF4-FFF2-40B4-BE49-F238E27FC236}">
                <a16:creationId xmlns:a16="http://schemas.microsoft.com/office/drawing/2014/main" id="{424F142A-BBEF-4D4A-AD6B-5402D7B87C8F}"/>
              </a:ext>
            </a:extLst>
          </p:cNvPr>
          <p:cNvSpPr txBox="1"/>
          <p:nvPr/>
        </p:nvSpPr>
        <p:spPr bwMode="auto">
          <a:xfrm>
            <a:off x="587365" y="4822735"/>
            <a:ext cx="2493973" cy="597689"/>
          </a:xfrm>
          <a:prstGeom prst="rect">
            <a:avLst/>
          </a:prstGeom>
          <a:solidFill>
            <a:schemeClr val="tx2"/>
          </a:solidFill>
          <a:ln>
            <a:noFill/>
          </a:ln>
        </p:spPr>
        <p:txBody>
          <a:bodyPr lIns="68677" tIns="33736" rIns="68677" bIns="33736"/>
          <a:lstStyle>
            <a:lvl1pPr marL="466725" indent="-466725" algn="l" rtl="0" eaLnBrk="0" fontAlgn="base" hangingPunct="0">
              <a:spcBef>
                <a:spcPct val="20000"/>
              </a:spcBef>
              <a:spcAft>
                <a:spcPct val="0"/>
              </a:spcAft>
              <a:buClr>
                <a:schemeClr val="accent2"/>
              </a:buClr>
              <a:buSzPct val="50000"/>
              <a:buFont typeface="Wingdings" panose="05000000000000000000" pitchFamily="2" charset="2"/>
              <a:buChar char="u"/>
              <a:defRPr sz="2400">
                <a:solidFill>
                  <a:schemeClr val="tx1"/>
                </a:solidFill>
                <a:latin typeface="Times" pitchFamily="18" charset="0"/>
                <a:ea typeface="+mn-ea"/>
                <a:cs typeface="Times" pitchFamily="18" charset="0"/>
              </a:defRPr>
            </a:lvl1pPr>
            <a:lvl2pPr marL="1038225" indent="-457200" algn="l" rtl="0" eaLnBrk="0" fontAlgn="base" hangingPunct="0">
              <a:spcBef>
                <a:spcPct val="20000"/>
              </a:spcBef>
              <a:spcAft>
                <a:spcPct val="0"/>
              </a:spcAft>
              <a:buClr>
                <a:schemeClr val="accent1">
                  <a:lumMod val="75000"/>
                </a:schemeClr>
              </a:buClr>
              <a:buSzPct val="100000"/>
              <a:buFont typeface="Wingdings" panose="05000000000000000000" pitchFamily="2" charset="2"/>
              <a:buChar char="Ø"/>
              <a:defRPr sz="2000">
                <a:solidFill>
                  <a:schemeClr val="tx1"/>
                </a:solidFill>
                <a:latin typeface="Times" pitchFamily="18" charset="0"/>
                <a:cs typeface="Times" pitchFamily="18" charset="0"/>
              </a:defRPr>
            </a:lvl2pPr>
            <a:lvl3pPr marL="1383030" indent="-228600" algn="l" rtl="0" eaLnBrk="0" fontAlgn="base" hangingPunct="0">
              <a:spcBef>
                <a:spcPct val="20000"/>
              </a:spcBef>
              <a:spcAft>
                <a:spcPct val="0"/>
              </a:spcAft>
              <a:buClr>
                <a:schemeClr val="tx1"/>
              </a:buClr>
              <a:buSzPct val="100000"/>
              <a:buChar char="•"/>
              <a:defRPr sz="2400">
                <a:solidFill>
                  <a:schemeClr val="tx1"/>
                </a:solidFill>
                <a:latin typeface="Times" pitchFamily="18" charset="0"/>
                <a:cs typeface="Times" pitchFamily="18" charset="0"/>
              </a:defRPr>
            </a:lvl3pPr>
            <a:lvl4pPr marL="1727200" indent="-228600" algn="l" rtl="0" eaLnBrk="0" fontAlgn="base" hangingPunct="0">
              <a:spcBef>
                <a:spcPct val="20000"/>
              </a:spcBef>
              <a:spcAft>
                <a:spcPct val="0"/>
              </a:spcAft>
              <a:buClr>
                <a:schemeClr val="accent2"/>
              </a:buClr>
              <a:buSzPct val="65000"/>
              <a:buFont typeface="Monotype Sorts"/>
              <a:buChar char=""/>
              <a:defRPr sz="2000">
                <a:solidFill>
                  <a:schemeClr val="tx1"/>
                </a:solidFill>
                <a:latin typeface="Times" pitchFamily="18" charset="0"/>
                <a:cs typeface="Times" pitchFamily="18" charset="0"/>
              </a:defRPr>
            </a:lvl4pPr>
            <a:lvl5pPr marL="2072005" indent="-228600" algn="l" rtl="0" eaLnBrk="0" fontAlgn="base" hangingPunct="0">
              <a:spcBef>
                <a:spcPct val="20000"/>
              </a:spcBef>
              <a:spcAft>
                <a:spcPct val="0"/>
              </a:spcAft>
              <a:buClr>
                <a:schemeClr val="tx1"/>
              </a:buClr>
              <a:buSzPct val="100000"/>
              <a:buChar char="•"/>
              <a:defRPr sz="2000">
                <a:solidFill>
                  <a:schemeClr val="tx1"/>
                </a:solidFill>
                <a:latin typeface="Times" pitchFamily="18" charset="0"/>
                <a:cs typeface="Times" pitchFamily="18" charset="0"/>
              </a:defRPr>
            </a:lvl5pPr>
            <a:lvl6pPr marL="2530475" indent="-229235" algn="l" rtl="0" eaLnBrk="1" fontAlgn="base" hangingPunct="1">
              <a:spcBef>
                <a:spcPct val="20000"/>
              </a:spcBef>
              <a:spcAft>
                <a:spcPct val="0"/>
              </a:spcAft>
              <a:buClr>
                <a:schemeClr val="tx1"/>
              </a:buClr>
              <a:buSzPct val="100000"/>
              <a:buChar char="•"/>
              <a:defRPr sz="2000">
                <a:solidFill>
                  <a:schemeClr val="tx1"/>
                </a:solidFill>
                <a:latin typeface="+mn-lt"/>
              </a:defRPr>
            </a:lvl6pPr>
            <a:lvl7pPr marL="2989580" indent="-229235" algn="l" rtl="0" eaLnBrk="1" fontAlgn="base" hangingPunct="1">
              <a:spcBef>
                <a:spcPct val="20000"/>
              </a:spcBef>
              <a:spcAft>
                <a:spcPct val="0"/>
              </a:spcAft>
              <a:buClr>
                <a:schemeClr val="tx1"/>
              </a:buClr>
              <a:buSzPct val="100000"/>
              <a:buChar char="•"/>
              <a:defRPr sz="2000">
                <a:solidFill>
                  <a:schemeClr val="tx1"/>
                </a:solidFill>
                <a:latin typeface="+mn-lt"/>
              </a:defRPr>
            </a:lvl7pPr>
            <a:lvl8pPr marL="3448685" indent="-229235" algn="l" rtl="0" eaLnBrk="1" fontAlgn="base" hangingPunct="1">
              <a:spcBef>
                <a:spcPct val="20000"/>
              </a:spcBef>
              <a:spcAft>
                <a:spcPct val="0"/>
              </a:spcAft>
              <a:buClr>
                <a:schemeClr val="tx1"/>
              </a:buClr>
              <a:buSzPct val="100000"/>
              <a:buChar char="•"/>
              <a:defRPr sz="2000">
                <a:solidFill>
                  <a:schemeClr val="tx1"/>
                </a:solidFill>
                <a:latin typeface="+mn-lt"/>
              </a:defRPr>
            </a:lvl8pPr>
            <a:lvl9pPr marL="3907790" indent="-229235" algn="l" rtl="0" eaLnBrk="1" fontAlgn="base" hangingPunct="1">
              <a:spcBef>
                <a:spcPct val="20000"/>
              </a:spcBef>
              <a:spcAft>
                <a:spcPct val="0"/>
              </a:spcAft>
              <a:buClr>
                <a:schemeClr val="tx1"/>
              </a:buClr>
              <a:buSzPct val="100000"/>
              <a:buChar char="•"/>
              <a:defRPr sz="2000">
                <a:solidFill>
                  <a:schemeClr val="tx1"/>
                </a:solidFill>
                <a:latin typeface="+mn-lt"/>
              </a:defRPr>
            </a:lvl9pPr>
          </a:lstStyle>
          <a:p>
            <a:pPr marL="0" indent="0" algn="just">
              <a:lnSpc>
                <a:spcPct val="125000"/>
              </a:lnSpc>
              <a:buClr>
                <a:srgbClr val="FF0000"/>
              </a:buClr>
              <a:buSzPct val="100000"/>
              <a:buNone/>
              <a:defRPr/>
            </a:pPr>
            <a:r>
              <a:rPr lang="zh-CN" altLang="en-US"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发动机有</a:t>
            </a:r>
            <a:r>
              <a:rPr lang="en-US" altLang="zh-CN"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10</a:t>
            </a:r>
            <a:r>
              <a:rPr lang="zh-CN" altLang="en-US"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个工作模式，模式之间有特定的切换条件</a:t>
            </a:r>
            <a:endParaRPr lang="en-US" altLang="zh-CN" sz="1510" kern="0" dirty="0">
              <a:solidFill>
                <a:schemeClr val="bg1"/>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20" name="右箭头 14">
            <a:extLst>
              <a:ext uri="{FF2B5EF4-FFF2-40B4-BE49-F238E27FC236}">
                <a16:creationId xmlns:a16="http://schemas.microsoft.com/office/drawing/2014/main" id="{6A84A4D2-7312-4605-A32F-3544B766B574}"/>
              </a:ext>
            </a:extLst>
          </p:cNvPr>
          <p:cNvSpPr>
            <a:spLocks noChangeArrowheads="1"/>
          </p:cNvSpPr>
          <p:nvPr/>
        </p:nvSpPr>
        <p:spPr bwMode="auto">
          <a:xfrm rot="5400000">
            <a:off x="1655525" y="4479484"/>
            <a:ext cx="350452" cy="271241"/>
          </a:xfrm>
          <a:prstGeom prst="rightArrow">
            <a:avLst>
              <a:gd name="adj1" fmla="val 50000"/>
              <a:gd name="adj2" fmla="val 49941"/>
            </a:avLst>
          </a:prstGeom>
          <a:solidFill>
            <a:schemeClr val="tx2">
              <a:lumMod val="40000"/>
              <a:lumOff val="60000"/>
            </a:schemeClr>
          </a:solidFill>
          <a:ln w="9525" algn="ctr">
            <a:noFill/>
            <a:round/>
          </a:ln>
        </p:spPr>
        <p:txBody>
          <a:bodyPr/>
          <a:lstStyle/>
          <a:p>
            <a:pPr>
              <a:buFont typeface="Arial" panose="020B0604020202020204" pitchFamily="34" charset="0"/>
              <a:buNone/>
              <a:defRPr/>
            </a:pPr>
            <a:endParaRPr lang="zh-CN" altLang="en-US" sz="1510">
              <a:solidFill>
                <a:schemeClr val="bg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168670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0714" y="168644"/>
            <a:ext cx="7031424"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航空发动机控制软件实例</a:t>
            </a:r>
            <a:endParaRPr lang="en-US" altLang="zh-CN" sz="2400" b="1" dirty="0">
              <a:latin typeface="微软雅黑" pitchFamily="34" charset="-122"/>
              <a:ea typeface="微软雅黑" pitchFamily="34" charset="-122"/>
            </a:endParaRPr>
          </a:p>
        </p:txBody>
      </p:sp>
      <p:sp>
        <p:nvSpPr>
          <p:cNvPr id="3" name="矩形 2"/>
          <p:cNvSpPr/>
          <p:nvPr/>
        </p:nvSpPr>
        <p:spPr>
          <a:xfrm>
            <a:off x="3892805" y="23138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内容占位符 2"/>
          <p:cNvSpPr txBox="1">
            <a:spLocks/>
          </p:cNvSpPr>
          <p:nvPr/>
        </p:nvSpPr>
        <p:spPr bwMode="auto">
          <a:xfrm>
            <a:off x="77239" y="2249187"/>
            <a:ext cx="3659187" cy="2913063"/>
          </a:xfrm>
          <a:prstGeom prst="rect">
            <a:avLst/>
          </a:prstGeom>
          <a:solidFill>
            <a:schemeClr val="bg2">
              <a:lumMod val="90000"/>
            </a:schemeClr>
          </a:solidFill>
          <a:ln>
            <a:noFill/>
          </a:ln>
        </p:spPr>
        <p:txBody>
          <a:bodyPr lIns="90840" tIns="44623" rIns="90840" bIns="44623"/>
          <a:lstStyle>
            <a:lvl1pPr marL="466725" indent="-466725" algn="l" rtl="0" eaLnBrk="0" fontAlgn="base" hangingPunct="0">
              <a:spcBef>
                <a:spcPct val="20000"/>
              </a:spcBef>
              <a:spcAft>
                <a:spcPct val="0"/>
              </a:spcAft>
              <a:buClr>
                <a:schemeClr val="accent2"/>
              </a:buClr>
              <a:buSzPct val="50000"/>
              <a:buFont typeface="Wingdings" pitchFamily="2" charset="2"/>
              <a:buChar char="u"/>
              <a:defRPr sz="2400">
                <a:solidFill>
                  <a:schemeClr val="tx1"/>
                </a:solidFill>
                <a:latin typeface="Times" pitchFamily="18" charset="0"/>
                <a:ea typeface="+mn-ea"/>
                <a:cs typeface="Times" pitchFamily="18" charset="0"/>
              </a:defRPr>
            </a:lvl1pPr>
            <a:lvl2pPr marL="1038225" indent="-457200" algn="l" rtl="0" eaLnBrk="0" fontAlgn="base" hangingPunct="0">
              <a:spcBef>
                <a:spcPct val="20000"/>
              </a:spcBef>
              <a:spcAft>
                <a:spcPct val="0"/>
              </a:spcAft>
              <a:buClr>
                <a:schemeClr val="accent1">
                  <a:lumMod val="75000"/>
                </a:schemeClr>
              </a:buClr>
              <a:buSzPct val="100000"/>
              <a:buFont typeface="Wingdings" pitchFamily="2" charset="2"/>
              <a:buChar char="Ø"/>
              <a:defRPr sz="2000">
                <a:solidFill>
                  <a:schemeClr val="tx1"/>
                </a:solidFill>
                <a:latin typeface="Times" pitchFamily="18" charset="0"/>
                <a:cs typeface="Times" pitchFamily="18" charset="0"/>
              </a:defRPr>
            </a:lvl2pPr>
            <a:lvl3pPr marL="1382713" indent="-228600" algn="l" rtl="0" eaLnBrk="0" fontAlgn="base" hangingPunct="0">
              <a:spcBef>
                <a:spcPct val="20000"/>
              </a:spcBef>
              <a:spcAft>
                <a:spcPct val="0"/>
              </a:spcAft>
              <a:buClr>
                <a:schemeClr val="tx1"/>
              </a:buClr>
              <a:buSzPct val="100000"/>
              <a:buChar char="•"/>
              <a:defRPr sz="2400">
                <a:solidFill>
                  <a:schemeClr val="tx1"/>
                </a:solidFill>
                <a:latin typeface="Times" pitchFamily="18" charset="0"/>
                <a:cs typeface="Times" pitchFamily="18" charset="0"/>
              </a:defRPr>
            </a:lvl3pPr>
            <a:lvl4pPr marL="1727200" indent="-228600" algn="l" rtl="0" eaLnBrk="0" fontAlgn="base" hangingPunct="0">
              <a:spcBef>
                <a:spcPct val="20000"/>
              </a:spcBef>
              <a:spcAft>
                <a:spcPct val="0"/>
              </a:spcAft>
              <a:buClr>
                <a:schemeClr val="accent2"/>
              </a:buClr>
              <a:buSzPct val="65000"/>
              <a:buFont typeface="Monotype Sorts"/>
              <a:buChar char=""/>
              <a:defRPr sz="2000">
                <a:solidFill>
                  <a:schemeClr val="tx1"/>
                </a:solidFill>
                <a:latin typeface="Times" pitchFamily="18" charset="0"/>
                <a:cs typeface="Times" pitchFamily="18" charset="0"/>
              </a:defRPr>
            </a:lvl4pPr>
            <a:lvl5pPr marL="2071688" indent="-228600" algn="l" rtl="0" eaLnBrk="0" fontAlgn="base" hangingPunct="0">
              <a:spcBef>
                <a:spcPct val="20000"/>
              </a:spcBef>
              <a:spcAft>
                <a:spcPct val="0"/>
              </a:spcAft>
              <a:buClr>
                <a:schemeClr val="tx1"/>
              </a:buClr>
              <a:buSzPct val="100000"/>
              <a:buChar char="•"/>
              <a:defRPr sz="2000">
                <a:solidFill>
                  <a:schemeClr val="tx1"/>
                </a:solidFill>
                <a:latin typeface="Times" pitchFamily="18" charset="0"/>
                <a:cs typeface="Times" pitchFamily="18" charset="0"/>
              </a:defRPr>
            </a:lvl5pPr>
            <a:lvl6pPr marL="2530782" indent="-229492" algn="l" rtl="0" eaLnBrk="1" fontAlgn="base" hangingPunct="1">
              <a:spcBef>
                <a:spcPct val="20000"/>
              </a:spcBef>
              <a:spcAft>
                <a:spcPct val="0"/>
              </a:spcAft>
              <a:buClr>
                <a:schemeClr val="tx1"/>
              </a:buClr>
              <a:buSzPct val="100000"/>
              <a:buChar char="•"/>
              <a:defRPr sz="2000">
                <a:solidFill>
                  <a:schemeClr val="tx1"/>
                </a:solidFill>
                <a:latin typeface="+mn-lt"/>
              </a:defRPr>
            </a:lvl6pPr>
            <a:lvl7pPr marL="2989765" indent="-229492" algn="l" rtl="0" eaLnBrk="1" fontAlgn="base" hangingPunct="1">
              <a:spcBef>
                <a:spcPct val="20000"/>
              </a:spcBef>
              <a:spcAft>
                <a:spcPct val="0"/>
              </a:spcAft>
              <a:buClr>
                <a:schemeClr val="tx1"/>
              </a:buClr>
              <a:buSzPct val="100000"/>
              <a:buChar char="•"/>
              <a:defRPr sz="2000">
                <a:solidFill>
                  <a:schemeClr val="tx1"/>
                </a:solidFill>
                <a:latin typeface="+mn-lt"/>
              </a:defRPr>
            </a:lvl7pPr>
            <a:lvl8pPr marL="3448748" indent="-229492" algn="l" rtl="0" eaLnBrk="1" fontAlgn="base" hangingPunct="1">
              <a:spcBef>
                <a:spcPct val="20000"/>
              </a:spcBef>
              <a:spcAft>
                <a:spcPct val="0"/>
              </a:spcAft>
              <a:buClr>
                <a:schemeClr val="tx1"/>
              </a:buClr>
              <a:buSzPct val="100000"/>
              <a:buChar char="•"/>
              <a:defRPr sz="2000">
                <a:solidFill>
                  <a:schemeClr val="tx1"/>
                </a:solidFill>
                <a:latin typeface="+mn-lt"/>
              </a:defRPr>
            </a:lvl8pPr>
            <a:lvl9pPr marL="3907731" indent="-229492" algn="l" rtl="0" eaLnBrk="1" fontAlgn="base" hangingPunct="1">
              <a:spcBef>
                <a:spcPct val="20000"/>
              </a:spcBef>
              <a:spcAft>
                <a:spcPct val="0"/>
              </a:spcAft>
              <a:buClr>
                <a:schemeClr val="tx1"/>
              </a:buClr>
              <a:buSzPct val="100000"/>
              <a:buChar char="•"/>
              <a:defRPr sz="2000">
                <a:solidFill>
                  <a:schemeClr val="tx1"/>
                </a:solidFill>
                <a:latin typeface="+mn-lt"/>
              </a:defRPr>
            </a:lvl9pPr>
          </a:lstStyle>
          <a:p>
            <a:pPr marL="0" indent="0" algn="just">
              <a:lnSpc>
                <a:spcPct val="125000"/>
              </a:lnSpc>
              <a:buClr>
                <a:srgbClr val="FF0000"/>
              </a:buClr>
              <a:buSzPct val="100000"/>
              <a:buFont typeface="Wingdings" pitchFamily="2" charset="2"/>
              <a:buNone/>
              <a:defRPr/>
            </a:pPr>
            <a:r>
              <a:rPr lang="zh-CN" altLang="en-US" sz="2000" b="1" kern="0" dirty="0">
                <a:latin typeface="微软雅黑" panose="020B0503020204020204" pitchFamily="34" charset="-122"/>
                <a:ea typeface="微软雅黑" panose="020B0503020204020204" pitchFamily="34" charset="-122"/>
                <a:cs typeface="Times New Roman" pitchFamily="18" charset="0"/>
              </a:rPr>
              <a:t>转换确定性分析：</a:t>
            </a:r>
            <a:endParaRPr lang="en-US" altLang="zh-CN" sz="2000" b="1" kern="0" dirty="0">
              <a:latin typeface="微软雅黑" panose="020B0503020204020204" pitchFamily="34" charset="-122"/>
              <a:ea typeface="微软雅黑" panose="020B0503020204020204" pitchFamily="34" charset="-122"/>
              <a:cs typeface="Times New Roman" pitchFamily="18" charset="0"/>
            </a:endParaRPr>
          </a:p>
          <a:p>
            <a:pPr algn="just">
              <a:lnSpc>
                <a:spcPct val="125000"/>
              </a:lnSpc>
              <a:buClr>
                <a:srgbClr val="FF0000"/>
              </a:buClr>
              <a:buSzPct val="100000"/>
              <a:buFont typeface="Wingdings" pitchFamily="2" charset="2"/>
              <a:buChar char="l"/>
              <a:defRPr/>
            </a:pPr>
            <a:r>
              <a:rPr lang="zh-CN" altLang="en-US" sz="2000" kern="0" dirty="0">
                <a:latin typeface="微软雅黑" panose="020B0503020204020204" pitchFamily="34" charset="-122"/>
                <a:ea typeface="微软雅黑" panose="020B0503020204020204" pitchFamily="34" charset="-122"/>
                <a:cs typeface="Times New Roman" pitchFamily="18" charset="0"/>
              </a:rPr>
              <a:t>任何一个模式，都不应该同时满足向两个及以上模式转换的条件</a:t>
            </a:r>
            <a:endParaRPr lang="en-US" altLang="zh-CN" sz="2000" kern="0" dirty="0">
              <a:latin typeface="微软雅黑" panose="020B0503020204020204" pitchFamily="34" charset="-122"/>
              <a:ea typeface="微软雅黑" panose="020B0503020204020204" pitchFamily="34" charset="-122"/>
              <a:cs typeface="Times New Roman" pitchFamily="18" charset="0"/>
            </a:endParaRPr>
          </a:p>
          <a:p>
            <a:pPr algn="just">
              <a:lnSpc>
                <a:spcPct val="125000"/>
              </a:lnSpc>
              <a:buClr>
                <a:srgbClr val="FF0000"/>
              </a:buClr>
              <a:buSzPct val="100000"/>
              <a:buFont typeface="Wingdings" pitchFamily="2" charset="2"/>
              <a:buChar char="l"/>
              <a:defRPr/>
            </a:pPr>
            <a:r>
              <a:rPr lang="zh-CN" altLang="en-US" sz="2000" kern="0" dirty="0">
                <a:latin typeface="微软雅黑" panose="020B0503020204020204" pitchFamily="34" charset="-122"/>
                <a:ea typeface="微软雅黑" panose="020B0503020204020204" pitchFamily="34" charset="-122"/>
                <a:cs typeface="Times New Roman" pitchFamily="18" charset="0"/>
              </a:rPr>
              <a:t>否则意味着系统可能会出现不确定性，发生模式的随意转换</a:t>
            </a:r>
            <a:endParaRPr lang="en-US" altLang="zh-CN" sz="2000" kern="0" dirty="0">
              <a:latin typeface="微软雅黑" panose="020B0503020204020204" pitchFamily="34" charset="-122"/>
              <a:ea typeface="微软雅黑" panose="020B0503020204020204" pitchFamily="34" charset="-122"/>
              <a:cs typeface="Times New Roman" pitchFamily="18" charset="0"/>
            </a:endParaRPr>
          </a:p>
        </p:txBody>
      </p:sp>
      <p:cxnSp>
        <p:nvCxnSpPr>
          <p:cNvPr id="13" name="直接箭头连接符 2"/>
          <p:cNvCxnSpPr>
            <a:cxnSpLocks noChangeShapeType="1"/>
          </p:cNvCxnSpPr>
          <p:nvPr/>
        </p:nvCxnSpPr>
        <p:spPr bwMode="auto">
          <a:xfrm flipH="1" flipV="1">
            <a:off x="5292725" y="4881416"/>
            <a:ext cx="647700" cy="792163"/>
          </a:xfrm>
          <a:prstGeom prst="straightConnector1">
            <a:avLst/>
          </a:prstGeom>
          <a:noFill/>
          <a:ln w="6350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14" name="直接箭头连接符 2"/>
          <p:cNvCxnSpPr>
            <a:cxnSpLocks noChangeShapeType="1"/>
          </p:cNvCxnSpPr>
          <p:nvPr/>
        </p:nvCxnSpPr>
        <p:spPr bwMode="auto">
          <a:xfrm flipV="1">
            <a:off x="7019925" y="4881416"/>
            <a:ext cx="576263" cy="792163"/>
          </a:xfrm>
          <a:prstGeom prst="straightConnector1">
            <a:avLst/>
          </a:prstGeom>
          <a:noFill/>
          <a:ln w="63500"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15" name="内容占位符 2"/>
          <p:cNvSpPr txBox="1">
            <a:spLocks/>
          </p:cNvSpPr>
          <p:nvPr/>
        </p:nvSpPr>
        <p:spPr bwMode="auto">
          <a:xfrm>
            <a:off x="4821238" y="5818041"/>
            <a:ext cx="3300412" cy="360363"/>
          </a:xfrm>
          <a:prstGeom prst="rect">
            <a:avLst/>
          </a:prstGeom>
          <a:solidFill>
            <a:srgbClr val="FFFF00"/>
          </a:solidFill>
          <a:ln>
            <a:noFill/>
          </a:ln>
          <a:extLst>
            <a:ext uri="{91240B29-F687-4F45-9708-019B960494DF}">
              <a14:hiddenLine xmlns:a14="http://schemas.microsoft.com/office/drawing/2010/main" w="12700">
                <a:solidFill>
                  <a:srgbClr val="000000"/>
                </a:solidFill>
                <a:miter lim="800000"/>
                <a:headEnd/>
                <a:tailEnd/>
              </a14:hiddenLine>
            </a:ext>
          </a:extLst>
        </p:spPr>
        <p:txBody>
          <a:bodyPr lIns="90840" tIns="44623" rIns="90840" bIns="44623"/>
          <a:lstStyle>
            <a:lvl1pPr marL="466725" indent="-466725" algn="l" rtl="0" eaLnBrk="0" fontAlgn="base" hangingPunct="0">
              <a:spcBef>
                <a:spcPct val="20000"/>
              </a:spcBef>
              <a:spcAft>
                <a:spcPct val="0"/>
              </a:spcAft>
              <a:buClr>
                <a:schemeClr val="accent2"/>
              </a:buClr>
              <a:buSzPct val="50000"/>
              <a:buFont typeface="Wingdings" pitchFamily="2" charset="2"/>
              <a:buChar char="u"/>
              <a:defRPr sz="2400">
                <a:solidFill>
                  <a:schemeClr val="tx1"/>
                </a:solidFill>
                <a:latin typeface="Times" pitchFamily="18" charset="0"/>
                <a:ea typeface="+mn-ea"/>
                <a:cs typeface="Times" pitchFamily="18" charset="0"/>
              </a:defRPr>
            </a:lvl1pPr>
            <a:lvl2pPr marL="1038225" indent="-457200" algn="l" rtl="0" eaLnBrk="0" fontAlgn="base" hangingPunct="0">
              <a:spcBef>
                <a:spcPct val="20000"/>
              </a:spcBef>
              <a:spcAft>
                <a:spcPct val="0"/>
              </a:spcAft>
              <a:buClr>
                <a:schemeClr val="accent1">
                  <a:lumMod val="75000"/>
                </a:schemeClr>
              </a:buClr>
              <a:buSzPct val="100000"/>
              <a:buFont typeface="Wingdings" pitchFamily="2" charset="2"/>
              <a:buChar char="Ø"/>
              <a:defRPr sz="2000">
                <a:solidFill>
                  <a:schemeClr val="tx1"/>
                </a:solidFill>
                <a:latin typeface="Times" pitchFamily="18" charset="0"/>
                <a:cs typeface="Times" pitchFamily="18" charset="0"/>
              </a:defRPr>
            </a:lvl2pPr>
            <a:lvl3pPr marL="1382713" indent="-228600" algn="l" rtl="0" eaLnBrk="0" fontAlgn="base" hangingPunct="0">
              <a:spcBef>
                <a:spcPct val="20000"/>
              </a:spcBef>
              <a:spcAft>
                <a:spcPct val="0"/>
              </a:spcAft>
              <a:buClr>
                <a:schemeClr val="tx1"/>
              </a:buClr>
              <a:buSzPct val="100000"/>
              <a:buChar char="•"/>
              <a:defRPr sz="2400">
                <a:solidFill>
                  <a:schemeClr val="tx1"/>
                </a:solidFill>
                <a:latin typeface="Times" pitchFamily="18" charset="0"/>
                <a:cs typeface="Times" pitchFamily="18" charset="0"/>
              </a:defRPr>
            </a:lvl3pPr>
            <a:lvl4pPr marL="1727200" indent="-228600" algn="l" rtl="0" eaLnBrk="0" fontAlgn="base" hangingPunct="0">
              <a:spcBef>
                <a:spcPct val="20000"/>
              </a:spcBef>
              <a:spcAft>
                <a:spcPct val="0"/>
              </a:spcAft>
              <a:buClr>
                <a:schemeClr val="accent2"/>
              </a:buClr>
              <a:buSzPct val="65000"/>
              <a:buFont typeface="Monotype Sorts"/>
              <a:buChar char=""/>
              <a:defRPr sz="2000">
                <a:solidFill>
                  <a:schemeClr val="tx1"/>
                </a:solidFill>
                <a:latin typeface="Times" pitchFamily="18" charset="0"/>
                <a:cs typeface="Times" pitchFamily="18" charset="0"/>
              </a:defRPr>
            </a:lvl4pPr>
            <a:lvl5pPr marL="2071688" indent="-228600" algn="l" rtl="0" eaLnBrk="0" fontAlgn="base" hangingPunct="0">
              <a:spcBef>
                <a:spcPct val="20000"/>
              </a:spcBef>
              <a:spcAft>
                <a:spcPct val="0"/>
              </a:spcAft>
              <a:buClr>
                <a:schemeClr val="tx1"/>
              </a:buClr>
              <a:buSzPct val="100000"/>
              <a:buChar char="•"/>
              <a:defRPr sz="2000">
                <a:solidFill>
                  <a:schemeClr val="tx1"/>
                </a:solidFill>
                <a:latin typeface="Times" pitchFamily="18" charset="0"/>
                <a:cs typeface="Times" pitchFamily="18" charset="0"/>
              </a:defRPr>
            </a:lvl5pPr>
            <a:lvl6pPr marL="2530782" indent="-229492" algn="l" rtl="0" eaLnBrk="1" fontAlgn="base" hangingPunct="1">
              <a:spcBef>
                <a:spcPct val="20000"/>
              </a:spcBef>
              <a:spcAft>
                <a:spcPct val="0"/>
              </a:spcAft>
              <a:buClr>
                <a:schemeClr val="tx1"/>
              </a:buClr>
              <a:buSzPct val="100000"/>
              <a:buChar char="•"/>
              <a:defRPr sz="2000">
                <a:solidFill>
                  <a:schemeClr val="tx1"/>
                </a:solidFill>
                <a:latin typeface="+mn-lt"/>
              </a:defRPr>
            </a:lvl6pPr>
            <a:lvl7pPr marL="2989765" indent="-229492" algn="l" rtl="0" eaLnBrk="1" fontAlgn="base" hangingPunct="1">
              <a:spcBef>
                <a:spcPct val="20000"/>
              </a:spcBef>
              <a:spcAft>
                <a:spcPct val="0"/>
              </a:spcAft>
              <a:buClr>
                <a:schemeClr val="tx1"/>
              </a:buClr>
              <a:buSzPct val="100000"/>
              <a:buChar char="•"/>
              <a:defRPr sz="2000">
                <a:solidFill>
                  <a:schemeClr val="tx1"/>
                </a:solidFill>
                <a:latin typeface="+mn-lt"/>
              </a:defRPr>
            </a:lvl7pPr>
            <a:lvl8pPr marL="3448748" indent="-229492" algn="l" rtl="0" eaLnBrk="1" fontAlgn="base" hangingPunct="1">
              <a:spcBef>
                <a:spcPct val="20000"/>
              </a:spcBef>
              <a:spcAft>
                <a:spcPct val="0"/>
              </a:spcAft>
              <a:buClr>
                <a:schemeClr val="tx1"/>
              </a:buClr>
              <a:buSzPct val="100000"/>
              <a:buChar char="•"/>
              <a:defRPr sz="2000">
                <a:solidFill>
                  <a:schemeClr val="tx1"/>
                </a:solidFill>
                <a:latin typeface="+mn-lt"/>
              </a:defRPr>
            </a:lvl8pPr>
            <a:lvl9pPr marL="3907731" indent="-229492" algn="l" rtl="0" eaLnBrk="1" fontAlgn="base" hangingPunct="1">
              <a:spcBef>
                <a:spcPct val="20000"/>
              </a:spcBef>
              <a:spcAft>
                <a:spcPct val="0"/>
              </a:spcAft>
              <a:buClr>
                <a:schemeClr val="tx1"/>
              </a:buClr>
              <a:buSzPct val="100000"/>
              <a:buChar char="•"/>
              <a:defRPr sz="2000">
                <a:solidFill>
                  <a:schemeClr val="tx1"/>
                </a:solidFill>
                <a:latin typeface="+mn-lt"/>
              </a:defRPr>
            </a:lvl9pPr>
          </a:lstStyle>
          <a:p>
            <a:pPr marL="0" indent="0" algn="just">
              <a:lnSpc>
                <a:spcPct val="125000"/>
              </a:lnSpc>
              <a:buClr>
                <a:srgbClr val="FF0000"/>
              </a:buClr>
              <a:buSzPct val="100000"/>
              <a:buFont typeface="Wingdings" pitchFamily="2" charset="2"/>
              <a:buNone/>
              <a:defRPr/>
            </a:pPr>
            <a:r>
              <a:rPr lang="zh-CN" altLang="en-US" sz="1800" kern="0" dirty="0">
                <a:latin typeface="微软雅黑" panose="020B0503020204020204" pitchFamily="34" charset="-122"/>
                <a:ea typeface="微软雅黑" panose="020B0503020204020204" pitchFamily="34" charset="-122"/>
                <a:cs typeface="Times New Roman" panose="02020603050405020304" pitchFamily="18" charset="0"/>
              </a:rPr>
              <a:t>两个转换的条件不能同时成立</a:t>
            </a:r>
            <a:endParaRPr lang="en-US" altLang="zh-CN" sz="1800" kern="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 name="图片 8">
            <a:extLst>
              <a:ext uri="{FF2B5EF4-FFF2-40B4-BE49-F238E27FC236}">
                <a16:creationId xmlns:a16="http://schemas.microsoft.com/office/drawing/2014/main" id="{37A266D6-757E-4987-BFFA-DAB4AC467024}"/>
              </a:ext>
            </a:extLst>
          </p:cNvPr>
          <p:cNvPicPr>
            <a:picLocks noChangeAspect="1"/>
          </p:cNvPicPr>
          <p:nvPr/>
        </p:nvPicPr>
        <p:blipFill>
          <a:blip r:embed="rId3"/>
          <a:stretch>
            <a:fillRect/>
          </a:stretch>
        </p:blipFill>
        <p:spPr>
          <a:xfrm>
            <a:off x="3934418" y="2894029"/>
            <a:ext cx="5631359" cy="1924641"/>
          </a:xfrm>
          <a:prstGeom prst="rect">
            <a:avLst/>
          </a:prstGeom>
        </p:spPr>
      </p:pic>
    </p:spTree>
    <p:extLst>
      <p:ext uri="{BB962C8B-B14F-4D97-AF65-F5344CB8AC3E}">
        <p14:creationId xmlns:p14="http://schemas.microsoft.com/office/powerpoint/2010/main" val="2734424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A5A947C4-D055-41B3-A903-B93B572C5DFF}"/>
              </a:ext>
            </a:extLst>
          </p:cNvPr>
          <p:cNvSpPr txBox="1"/>
          <p:nvPr/>
        </p:nvSpPr>
        <p:spPr>
          <a:xfrm>
            <a:off x="780708" y="2090207"/>
            <a:ext cx="9795934" cy="4049171"/>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buClr>
                <a:srgbClr val="FF0000"/>
              </a:buClr>
              <a:buFont typeface="Wingdings" panose="05000000000000000000" pitchFamily="2" charset="2"/>
              <a:buChar char="n"/>
            </a:pPr>
            <a:r>
              <a:rPr lang="zh-CN" altLang="en-US" sz="1800" dirty="0">
                <a:latin typeface="微软雅黑" panose="020B0503020204020204" pitchFamily="34" charset="-122"/>
                <a:ea typeface="微软雅黑" panose="020B0503020204020204" pitchFamily="34" charset="-122"/>
              </a:rPr>
              <a:t>原理</a:t>
            </a:r>
            <a:endParaRPr lang="en-US" altLang="zh-CN" sz="1800" dirty="0">
              <a:latin typeface="微软雅黑" panose="020B0503020204020204" pitchFamily="34" charset="-122"/>
              <a:ea typeface="微软雅黑" panose="020B0503020204020204" pitchFamily="34" charset="-122"/>
            </a:endParaRPr>
          </a:p>
          <a:p>
            <a:pPr marL="0" indent="0">
              <a:buFont typeface="Arial" panose="020B0604020202020204" pitchFamily="34" charset="0"/>
              <a:buNone/>
            </a:pPr>
            <a:r>
              <a:rPr lang="en-US" altLang="zh-CN" sz="1800" dirty="0"/>
              <a:t>N2p.SignalFlt==0 &amp;&amp; </a:t>
            </a:r>
            <a:r>
              <a:rPr lang="en-US" altLang="zh-CN" sz="1800" dirty="0" err="1"/>
              <a:t>WheelLoadSignal</a:t>
            </a:r>
            <a:r>
              <a:rPr lang="en-US" altLang="zh-CN" sz="1800" dirty="0"/>
              <a:t>==1</a:t>
            </a:r>
          </a:p>
          <a:p>
            <a:pPr marL="0" indent="0">
              <a:buFont typeface="Arial" panose="020B0604020202020204" pitchFamily="34" charset="0"/>
              <a:buNone/>
            </a:pPr>
            <a:r>
              <a:rPr lang="en-US" altLang="zh-CN" sz="1800" dirty="0"/>
              <a:t>N2p.SignalFlt&gt;0 || </a:t>
            </a:r>
            <a:r>
              <a:rPr lang="en-US" altLang="zh-CN" sz="1800" dirty="0" err="1"/>
              <a:t>WheelLoadSignal</a:t>
            </a:r>
            <a:r>
              <a:rPr lang="en-US" altLang="zh-CN" sz="1800" dirty="0"/>
              <a:t>==1</a:t>
            </a:r>
          </a:p>
          <a:p>
            <a:pPr marL="0" indent="0">
              <a:buFont typeface="Arial" panose="020B0604020202020204" pitchFamily="34" charset="0"/>
              <a:buNone/>
            </a:pPr>
            <a:r>
              <a:rPr lang="en-US" altLang="zh-CN" sz="1800" dirty="0"/>
              <a:t>N2p.SignalFlt&gt;700</a:t>
            </a:r>
          </a:p>
          <a:p>
            <a:pPr marL="0" indent="0">
              <a:lnSpc>
                <a:spcPct val="145000"/>
              </a:lnSpc>
              <a:buFont typeface="Arial" panose="020B0604020202020204" pitchFamily="34" charset="0"/>
              <a:buNone/>
            </a:pPr>
            <a:r>
              <a:rPr lang="zh-CN" altLang="en-US" sz="1800" dirty="0">
                <a:latin typeface="微软雅黑" panose="020B0503020204020204" pitchFamily="34" charset="-122"/>
                <a:ea typeface="微软雅黑" panose="020B0503020204020204" pitchFamily="34" charset="-122"/>
              </a:rPr>
              <a:t>这三个条件，联立为方程，由约束求解器来自动求解，工具发现是有解的：</a:t>
            </a:r>
            <a:endParaRPr lang="en-US" altLang="zh-CN" sz="1800" dirty="0">
              <a:latin typeface="微软雅黑" panose="020B0503020204020204" pitchFamily="34" charset="-122"/>
              <a:ea typeface="微软雅黑" panose="020B0503020204020204" pitchFamily="34" charset="-122"/>
            </a:endParaRPr>
          </a:p>
          <a:p>
            <a:pPr marL="0" indent="0">
              <a:lnSpc>
                <a:spcPct val="145000"/>
              </a:lnSpc>
              <a:buFont typeface="Arial" panose="020B0604020202020204" pitchFamily="34" charset="0"/>
              <a:buNone/>
            </a:pPr>
            <a:r>
              <a:rPr lang="zh-CN" altLang="en-US" sz="1800" dirty="0">
                <a:latin typeface="微软雅黑" panose="020B0503020204020204" pitchFamily="34" charset="-122"/>
                <a:ea typeface="微软雅黑" panose="020B0503020204020204" pitchFamily="34" charset="-122"/>
              </a:rPr>
              <a:t>当</a:t>
            </a:r>
            <a:r>
              <a:rPr lang="en-US" altLang="zh-CN" sz="1800" dirty="0">
                <a:latin typeface="微软雅黑" panose="020B0503020204020204" pitchFamily="34" charset="-122"/>
                <a:ea typeface="微软雅黑" panose="020B0503020204020204" pitchFamily="34" charset="-122"/>
              </a:rPr>
              <a:t>N2p.SignalFlt==701 </a:t>
            </a:r>
            <a:r>
              <a:rPr lang="zh-CN" altLang="en-US" sz="1800" dirty="0">
                <a:latin typeface="微软雅黑" panose="020B0503020204020204" pitchFamily="34" charset="-122"/>
                <a:ea typeface="微软雅黑" panose="020B0503020204020204" pitchFamily="34" charset="-122"/>
              </a:rPr>
              <a:t>的时候，后两个转换条件都成立。</a:t>
            </a:r>
            <a:endParaRPr lang="en-US" altLang="zh-CN" sz="1800" dirty="0">
              <a:latin typeface="微软雅黑" panose="020B0503020204020204" pitchFamily="34" charset="-122"/>
              <a:ea typeface="微软雅黑" panose="020B0503020204020204" pitchFamily="34" charset="-122"/>
            </a:endParaRPr>
          </a:p>
          <a:p>
            <a:pPr marL="0" indent="0">
              <a:lnSpc>
                <a:spcPct val="145000"/>
              </a:lnSpc>
              <a:buFont typeface="Arial" panose="020B0604020202020204" pitchFamily="34" charset="0"/>
              <a:buNone/>
            </a:pPr>
            <a:r>
              <a:rPr lang="zh-CN" altLang="en-US" sz="1800" dirty="0">
                <a:latin typeface="微软雅黑" panose="020B0503020204020204" pitchFamily="34" charset="-122"/>
                <a:ea typeface="微软雅黑" panose="020B0503020204020204" pitchFamily="34" charset="-122"/>
              </a:rPr>
              <a:t>系统既可以去慢车模式，也能去初始模式，我们判定需求有缺陷</a:t>
            </a:r>
            <a:endParaRPr lang="en-US" altLang="zh-CN" sz="1800" dirty="0">
              <a:latin typeface="微软雅黑" panose="020B0503020204020204" pitchFamily="34" charset="-122"/>
              <a:ea typeface="微软雅黑" panose="020B0503020204020204" pitchFamily="34" charset="-122"/>
            </a:endParaRPr>
          </a:p>
          <a:p>
            <a:pPr marL="0" indent="0">
              <a:lnSpc>
                <a:spcPct val="145000"/>
              </a:lnSpc>
              <a:buFont typeface="Arial" panose="020B0604020202020204" pitchFamily="34" charset="0"/>
              <a:buNone/>
            </a:pPr>
            <a:endParaRPr lang="en-US" altLang="zh-CN" sz="1800" dirty="0">
              <a:latin typeface="微软雅黑" panose="020B0503020204020204" pitchFamily="34" charset="-122"/>
              <a:ea typeface="微软雅黑" panose="020B0503020204020204" pitchFamily="34" charset="-122"/>
            </a:endParaRPr>
          </a:p>
          <a:p>
            <a:pPr marL="0" indent="0">
              <a:lnSpc>
                <a:spcPct val="145000"/>
              </a:lnSpc>
              <a:buFont typeface="Arial" panose="020B0604020202020204" pitchFamily="34" charset="0"/>
              <a:buNone/>
            </a:pPr>
            <a:r>
              <a:rPr lang="zh-CN" altLang="en-US" sz="1800" dirty="0">
                <a:latin typeface="微软雅黑" panose="020B0503020204020204" pitchFamily="34" charset="-122"/>
                <a:ea typeface="微软雅黑" panose="020B0503020204020204" pitchFamily="34" charset="-122"/>
              </a:rPr>
              <a:t>可以参见工具结果</a:t>
            </a:r>
            <a:endParaRPr lang="en-US" altLang="zh-CN" sz="1800" dirty="0">
              <a:latin typeface="微软雅黑" panose="020B0503020204020204" pitchFamily="34" charset="-122"/>
              <a:ea typeface="微软雅黑" panose="020B0503020204020204" pitchFamily="34" charset="-122"/>
            </a:endParaRPr>
          </a:p>
          <a:p>
            <a:pPr marL="0" indent="0">
              <a:buFont typeface="Arial" panose="020B0604020202020204" pitchFamily="34" charset="0"/>
              <a:buNone/>
            </a:pPr>
            <a:endParaRPr lang="en-US" altLang="zh-CN" sz="1800" dirty="0"/>
          </a:p>
          <a:p>
            <a:pPr marL="0" indent="0">
              <a:buFont typeface="Arial" panose="020B0604020202020204" pitchFamily="34" charset="0"/>
              <a:buNone/>
            </a:pPr>
            <a:endParaRPr lang="en-US" altLang="zh-CN" sz="1800" dirty="0"/>
          </a:p>
          <a:p>
            <a:endParaRPr lang="en-US" altLang="zh-CN" sz="1800" dirty="0"/>
          </a:p>
        </p:txBody>
      </p:sp>
      <p:sp>
        <p:nvSpPr>
          <p:cNvPr id="3" name="左大括号 2">
            <a:extLst>
              <a:ext uri="{FF2B5EF4-FFF2-40B4-BE49-F238E27FC236}">
                <a16:creationId xmlns:a16="http://schemas.microsoft.com/office/drawing/2014/main" id="{B66A4CE0-8B45-4134-A1CA-42203D9F0E6F}"/>
              </a:ext>
            </a:extLst>
          </p:cNvPr>
          <p:cNvSpPr/>
          <p:nvPr/>
        </p:nvSpPr>
        <p:spPr>
          <a:xfrm>
            <a:off x="387144" y="2548893"/>
            <a:ext cx="393564" cy="912559"/>
          </a:xfrm>
          <a:prstGeom prst="leftBrace">
            <a:avLst>
              <a:gd name="adj1" fmla="val 8333"/>
              <a:gd name="adj2" fmla="val 49218"/>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DB42FD8A-E48B-4F1E-B0FF-2442F87D6A9F}"/>
              </a:ext>
            </a:extLst>
          </p:cNvPr>
          <p:cNvSpPr txBox="1"/>
          <p:nvPr/>
        </p:nvSpPr>
        <p:spPr>
          <a:xfrm>
            <a:off x="387144" y="984984"/>
            <a:ext cx="8476635" cy="338554"/>
          </a:xfrm>
          <a:prstGeom prst="rect">
            <a:avLst/>
          </a:prstGeom>
          <a:noFill/>
        </p:spPr>
        <p:txBody>
          <a:bodyPr wrap="square">
            <a:spAutoFit/>
          </a:bodyPr>
          <a:lstStyle/>
          <a:p>
            <a:r>
              <a:rPr lang="zh-CN" altLang="en-US" sz="1600" dirty="0">
                <a:latin typeface="微软雅黑" panose="020B0503020204020204" pitchFamily="34" charset="-122"/>
                <a:ea typeface="微软雅黑" panose="020B0503020204020204" pitchFamily="34" charset="-122"/>
              </a:rPr>
              <a:t>当前模式为</a:t>
            </a:r>
            <a:r>
              <a:rPr lang="zh-CN" altLang="en-US" sz="1600" b="1" dirty="0">
                <a:latin typeface="微软雅黑" panose="020B0503020204020204" pitchFamily="34" charset="-122"/>
                <a:ea typeface="微软雅黑" panose="020B0503020204020204" pitchFamily="34" charset="-122"/>
              </a:rPr>
              <a:t>起动中止</a:t>
            </a:r>
            <a:r>
              <a:rPr lang="zh-CN" altLang="en-US" sz="1600" dirty="0">
                <a:latin typeface="微软雅黑" panose="020B0503020204020204" pitchFamily="34" charset="-122"/>
                <a:ea typeface="微软雅黑" panose="020B0503020204020204" pitchFamily="34" charset="-122"/>
              </a:rPr>
              <a:t>模式，有三个迁移条件，分别到达</a:t>
            </a:r>
            <a:r>
              <a:rPr lang="zh-CN" altLang="en-US" sz="1600" b="1" dirty="0">
                <a:latin typeface="微软雅黑" panose="020B0503020204020204" pitchFamily="34" charset="-122"/>
                <a:ea typeface="微软雅黑" panose="020B0503020204020204" pitchFamily="34" charset="-122"/>
              </a:rPr>
              <a:t>地面待机模式</a:t>
            </a:r>
            <a:r>
              <a:rPr lang="zh-CN" altLang="en-US" sz="1600"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初始模式</a:t>
            </a:r>
            <a:r>
              <a:rPr lang="zh-CN" altLang="en-US" sz="1600" dirty="0">
                <a:latin typeface="微软雅黑" panose="020B0503020204020204" pitchFamily="34" charset="-122"/>
                <a:ea typeface="微软雅黑" panose="020B0503020204020204" pitchFamily="34" charset="-122"/>
              </a:rPr>
              <a:t>，</a:t>
            </a:r>
            <a:r>
              <a:rPr lang="zh-CN" altLang="en-US" sz="1600" b="1" dirty="0">
                <a:latin typeface="微软雅黑" panose="020B0503020204020204" pitchFamily="34" charset="-122"/>
                <a:ea typeface="微软雅黑" panose="020B0503020204020204" pitchFamily="34" charset="-122"/>
              </a:rPr>
              <a:t>慢车模式</a:t>
            </a:r>
            <a:endParaRPr lang="zh-CN" altLang="en-US" sz="1600" dirty="0"/>
          </a:p>
        </p:txBody>
      </p:sp>
    </p:spTree>
    <p:extLst>
      <p:ext uri="{BB962C8B-B14F-4D97-AF65-F5344CB8AC3E}">
        <p14:creationId xmlns:p14="http://schemas.microsoft.com/office/powerpoint/2010/main" val="4258184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20714" y="168644"/>
            <a:ext cx="7031424" cy="461665"/>
          </a:xfrm>
          <a:prstGeom prst="rect">
            <a:avLst/>
          </a:prstGeom>
        </p:spPr>
        <p:txBody>
          <a:bodyPr wrap="square">
            <a:spAutoFit/>
          </a:bodyPr>
          <a:lstStyle/>
          <a:p>
            <a:pPr>
              <a:buFont typeface="Wingdings" pitchFamily="2" charset="2"/>
              <a:buNone/>
            </a:pPr>
            <a:r>
              <a:rPr lang="zh-CN" altLang="en-US" sz="2400" b="1" dirty="0">
                <a:latin typeface="微软雅黑" pitchFamily="34" charset="-122"/>
                <a:ea typeface="微软雅黑" pitchFamily="34" charset="-122"/>
              </a:rPr>
              <a:t>航空发动机控制软件实例</a:t>
            </a:r>
            <a:endParaRPr lang="en-US" altLang="zh-CN" sz="2400" b="1" dirty="0">
              <a:latin typeface="微软雅黑" pitchFamily="34" charset="-122"/>
              <a:ea typeface="微软雅黑" pitchFamily="34" charset="-122"/>
            </a:endParaRPr>
          </a:p>
        </p:txBody>
      </p:sp>
      <p:sp>
        <p:nvSpPr>
          <p:cNvPr id="3" name="矩形 2"/>
          <p:cNvSpPr/>
          <p:nvPr/>
        </p:nvSpPr>
        <p:spPr>
          <a:xfrm>
            <a:off x="3892805" y="231389"/>
            <a:ext cx="83229" cy="3361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内容占位符 2"/>
          <p:cNvSpPr txBox="1">
            <a:spLocks/>
          </p:cNvSpPr>
          <p:nvPr/>
        </p:nvSpPr>
        <p:spPr bwMode="auto">
          <a:xfrm>
            <a:off x="77239" y="2249187"/>
            <a:ext cx="3659187" cy="2105997"/>
          </a:xfrm>
          <a:prstGeom prst="rect">
            <a:avLst/>
          </a:prstGeom>
          <a:solidFill>
            <a:schemeClr val="bg2">
              <a:lumMod val="90000"/>
            </a:schemeClr>
          </a:solidFill>
          <a:ln>
            <a:noFill/>
          </a:ln>
        </p:spPr>
        <p:txBody>
          <a:bodyPr lIns="90840" tIns="44623" rIns="90840" bIns="44623"/>
          <a:lstStyle>
            <a:lvl1pPr marL="466725" indent="-466725" algn="l" rtl="0" eaLnBrk="0" fontAlgn="base" hangingPunct="0">
              <a:spcBef>
                <a:spcPct val="20000"/>
              </a:spcBef>
              <a:spcAft>
                <a:spcPct val="0"/>
              </a:spcAft>
              <a:buClr>
                <a:schemeClr val="accent2"/>
              </a:buClr>
              <a:buSzPct val="50000"/>
              <a:buFont typeface="Wingdings" pitchFamily="2" charset="2"/>
              <a:buChar char="u"/>
              <a:defRPr sz="2400">
                <a:solidFill>
                  <a:schemeClr val="tx1"/>
                </a:solidFill>
                <a:latin typeface="Times" pitchFamily="18" charset="0"/>
                <a:ea typeface="+mn-ea"/>
                <a:cs typeface="Times" pitchFamily="18" charset="0"/>
              </a:defRPr>
            </a:lvl1pPr>
            <a:lvl2pPr marL="1038225" indent="-457200" algn="l" rtl="0" eaLnBrk="0" fontAlgn="base" hangingPunct="0">
              <a:spcBef>
                <a:spcPct val="20000"/>
              </a:spcBef>
              <a:spcAft>
                <a:spcPct val="0"/>
              </a:spcAft>
              <a:buClr>
                <a:schemeClr val="accent1">
                  <a:lumMod val="75000"/>
                </a:schemeClr>
              </a:buClr>
              <a:buSzPct val="100000"/>
              <a:buFont typeface="Wingdings" pitchFamily="2" charset="2"/>
              <a:buChar char="Ø"/>
              <a:defRPr sz="2000">
                <a:solidFill>
                  <a:schemeClr val="tx1"/>
                </a:solidFill>
                <a:latin typeface="Times" pitchFamily="18" charset="0"/>
                <a:cs typeface="Times" pitchFamily="18" charset="0"/>
              </a:defRPr>
            </a:lvl2pPr>
            <a:lvl3pPr marL="1382713" indent="-228600" algn="l" rtl="0" eaLnBrk="0" fontAlgn="base" hangingPunct="0">
              <a:spcBef>
                <a:spcPct val="20000"/>
              </a:spcBef>
              <a:spcAft>
                <a:spcPct val="0"/>
              </a:spcAft>
              <a:buClr>
                <a:schemeClr val="tx1"/>
              </a:buClr>
              <a:buSzPct val="100000"/>
              <a:buChar char="•"/>
              <a:defRPr sz="2400">
                <a:solidFill>
                  <a:schemeClr val="tx1"/>
                </a:solidFill>
                <a:latin typeface="Times" pitchFamily="18" charset="0"/>
                <a:cs typeface="Times" pitchFamily="18" charset="0"/>
              </a:defRPr>
            </a:lvl3pPr>
            <a:lvl4pPr marL="1727200" indent="-228600" algn="l" rtl="0" eaLnBrk="0" fontAlgn="base" hangingPunct="0">
              <a:spcBef>
                <a:spcPct val="20000"/>
              </a:spcBef>
              <a:spcAft>
                <a:spcPct val="0"/>
              </a:spcAft>
              <a:buClr>
                <a:schemeClr val="accent2"/>
              </a:buClr>
              <a:buSzPct val="65000"/>
              <a:buFont typeface="Monotype Sorts"/>
              <a:buChar char=""/>
              <a:defRPr sz="2000">
                <a:solidFill>
                  <a:schemeClr val="tx1"/>
                </a:solidFill>
                <a:latin typeface="Times" pitchFamily="18" charset="0"/>
                <a:cs typeface="Times" pitchFamily="18" charset="0"/>
              </a:defRPr>
            </a:lvl4pPr>
            <a:lvl5pPr marL="2071688" indent="-228600" algn="l" rtl="0" eaLnBrk="0" fontAlgn="base" hangingPunct="0">
              <a:spcBef>
                <a:spcPct val="20000"/>
              </a:spcBef>
              <a:spcAft>
                <a:spcPct val="0"/>
              </a:spcAft>
              <a:buClr>
                <a:schemeClr val="tx1"/>
              </a:buClr>
              <a:buSzPct val="100000"/>
              <a:buChar char="•"/>
              <a:defRPr sz="2000">
                <a:solidFill>
                  <a:schemeClr val="tx1"/>
                </a:solidFill>
                <a:latin typeface="Times" pitchFamily="18" charset="0"/>
                <a:cs typeface="Times" pitchFamily="18" charset="0"/>
              </a:defRPr>
            </a:lvl5pPr>
            <a:lvl6pPr marL="2530782" indent="-229492" algn="l" rtl="0" eaLnBrk="1" fontAlgn="base" hangingPunct="1">
              <a:spcBef>
                <a:spcPct val="20000"/>
              </a:spcBef>
              <a:spcAft>
                <a:spcPct val="0"/>
              </a:spcAft>
              <a:buClr>
                <a:schemeClr val="tx1"/>
              </a:buClr>
              <a:buSzPct val="100000"/>
              <a:buChar char="•"/>
              <a:defRPr sz="2000">
                <a:solidFill>
                  <a:schemeClr val="tx1"/>
                </a:solidFill>
                <a:latin typeface="+mn-lt"/>
              </a:defRPr>
            </a:lvl6pPr>
            <a:lvl7pPr marL="2989765" indent="-229492" algn="l" rtl="0" eaLnBrk="1" fontAlgn="base" hangingPunct="1">
              <a:spcBef>
                <a:spcPct val="20000"/>
              </a:spcBef>
              <a:spcAft>
                <a:spcPct val="0"/>
              </a:spcAft>
              <a:buClr>
                <a:schemeClr val="tx1"/>
              </a:buClr>
              <a:buSzPct val="100000"/>
              <a:buChar char="•"/>
              <a:defRPr sz="2000">
                <a:solidFill>
                  <a:schemeClr val="tx1"/>
                </a:solidFill>
                <a:latin typeface="+mn-lt"/>
              </a:defRPr>
            </a:lvl7pPr>
            <a:lvl8pPr marL="3448748" indent="-229492" algn="l" rtl="0" eaLnBrk="1" fontAlgn="base" hangingPunct="1">
              <a:spcBef>
                <a:spcPct val="20000"/>
              </a:spcBef>
              <a:spcAft>
                <a:spcPct val="0"/>
              </a:spcAft>
              <a:buClr>
                <a:schemeClr val="tx1"/>
              </a:buClr>
              <a:buSzPct val="100000"/>
              <a:buChar char="•"/>
              <a:defRPr sz="2000">
                <a:solidFill>
                  <a:schemeClr val="tx1"/>
                </a:solidFill>
                <a:latin typeface="+mn-lt"/>
              </a:defRPr>
            </a:lvl8pPr>
            <a:lvl9pPr marL="3907731" indent="-229492" algn="l" rtl="0" eaLnBrk="1" fontAlgn="base" hangingPunct="1">
              <a:spcBef>
                <a:spcPct val="20000"/>
              </a:spcBef>
              <a:spcAft>
                <a:spcPct val="0"/>
              </a:spcAft>
              <a:buClr>
                <a:schemeClr val="tx1"/>
              </a:buClr>
              <a:buSzPct val="100000"/>
              <a:buChar char="•"/>
              <a:defRPr sz="2000">
                <a:solidFill>
                  <a:schemeClr val="tx1"/>
                </a:solidFill>
                <a:latin typeface="+mn-lt"/>
              </a:defRPr>
            </a:lvl9pPr>
          </a:lstStyle>
          <a:p>
            <a:pPr marL="0" indent="0" algn="just">
              <a:lnSpc>
                <a:spcPct val="125000"/>
              </a:lnSpc>
              <a:buClr>
                <a:srgbClr val="FF0000"/>
              </a:buClr>
              <a:buSzPct val="100000"/>
              <a:buFont typeface="Wingdings" pitchFamily="2" charset="2"/>
              <a:buNone/>
              <a:defRPr/>
            </a:pPr>
            <a:r>
              <a:rPr lang="zh-CN" altLang="en-US" sz="2000" b="1" kern="0" dirty="0">
                <a:latin typeface="微软雅黑" panose="020B0503020204020204" pitchFamily="34" charset="-122"/>
                <a:ea typeface="微软雅黑" panose="020B0503020204020204" pitchFamily="34" charset="-122"/>
                <a:cs typeface="Times New Roman" pitchFamily="18" charset="0"/>
              </a:rPr>
              <a:t>可接受性：</a:t>
            </a:r>
            <a:endParaRPr lang="en-US" altLang="zh-CN" sz="2000" b="1" kern="0" dirty="0">
              <a:latin typeface="微软雅黑" panose="020B0503020204020204" pitchFamily="34" charset="-122"/>
              <a:ea typeface="微软雅黑" panose="020B0503020204020204" pitchFamily="34" charset="-122"/>
              <a:cs typeface="Times New Roman" pitchFamily="18" charset="0"/>
            </a:endParaRPr>
          </a:p>
          <a:p>
            <a:pPr algn="just">
              <a:lnSpc>
                <a:spcPct val="125000"/>
              </a:lnSpc>
              <a:buClr>
                <a:srgbClr val="FF0000"/>
              </a:buClr>
              <a:buSzPct val="100000"/>
              <a:buFont typeface="Wingdings" pitchFamily="2" charset="2"/>
              <a:buChar char="l"/>
              <a:defRPr/>
            </a:pPr>
            <a:r>
              <a:rPr lang="zh-CN" altLang="en-US" sz="2000" kern="0" dirty="0">
                <a:latin typeface="微软雅黑" panose="020B0503020204020204" pitchFamily="34" charset="-122"/>
                <a:ea typeface="微软雅黑" panose="020B0503020204020204" pitchFamily="34" charset="-122"/>
                <a:cs typeface="Times New Roman" pitchFamily="18" charset="0"/>
              </a:rPr>
              <a:t>对于每一个模式，其输入变量至少有一个取值能引起转换</a:t>
            </a:r>
            <a:endParaRPr lang="en-US" altLang="zh-CN" sz="2000" kern="0" dirty="0">
              <a:latin typeface="微软雅黑" panose="020B0503020204020204" pitchFamily="34" charset="-122"/>
              <a:ea typeface="微软雅黑" panose="020B0503020204020204" pitchFamily="34" charset="-122"/>
              <a:cs typeface="Times New Roman" pitchFamily="18" charset="0"/>
            </a:endParaRPr>
          </a:p>
          <a:p>
            <a:pPr algn="just">
              <a:lnSpc>
                <a:spcPct val="125000"/>
              </a:lnSpc>
              <a:buClr>
                <a:srgbClr val="FF0000"/>
              </a:buClr>
              <a:buSzPct val="100000"/>
              <a:buFont typeface="Wingdings" pitchFamily="2" charset="2"/>
              <a:buChar char="l"/>
              <a:defRPr/>
            </a:pPr>
            <a:r>
              <a:rPr lang="zh-CN" altLang="en-US" sz="2000" kern="0" dirty="0">
                <a:latin typeface="微软雅黑" panose="020B0503020204020204" pitchFamily="34" charset="-122"/>
                <a:ea typeface="微软雅黑" panose="020B0503020204020204" pitchFamily="34" charset="-122"/>
                <a:cs typeface="Times New Roman" pitchFamily="18" charset="0"/>
              </a:rPr>
              <a:t>风险？</a:t>
            </a:r>
            <a:endParaRPr lang="en-US" altLang="zh-CN" sz="2000" kern="0" dirty="0">
              <a:latin typeface="微软雅黑" panose="020B0503020204020204" pitchFamily="34" charset="-122"/>
              <a:ea typeface="微软雅黑" panose="020B0503020204020204" pitchFamily="34" charset="-122"/>
              <a:cs typeface="Times New Roman" pitchFamily="18" charset="0"/>
            </a:endParaRPr>
          </a:p>
        </p:txBody>
      </p:sp>
      <p:pic>
        <p:nvPicPr>
          <p:cNvPr id="5" name="图片 4">
            <a:extLst>
              <a:ext uri="{FF2B5EF4-FFF2-40B4-BE49-F238E27FC236}">
                <a16:creationId xmlns:a16="http://schemas.microsoft.com/office/drawing/2014/main" id="{BF528847-F7AE-40E6-8D82-6DD477F93E87}"/>
              </a:ext>
            </a:extLst>
          </p:cNvPr>
          <p:cNvPicPr>
            <a:picLocks noChangeAspect="1"/>
          </p:cNvPicPr>
          <p:nvPr/>
        </p:nvPicPr>
        <p:blipFill>
          <a:blip r:embed="rId3"/>
          <a:stretch>
            <a:fillRect/>
          </a:stretch>
        </p:blipFill>
        <p:spPr>
          <a:xfrm>
            <a:off x="3736426" y="1800519"/>
            <a:ext cx="5703534" cy="3451143"/>
          </a:xfrm>
          <a:prstGeom prst="rect">
            <a:avLst/>
          </a:prstGeom>
        </p:spPr>
      </p:pic>
      <p:sp>
        <p:nvSpPr>
          <p:cNvPr id="12" name="内容占位符 2">
            <a:extLst>
              <a:ext uri="{FF2B5EF4-FFF2-40B4-BE49-F238E27FC236}">
                <a16:creationId xmlns:a16="http://schemas.microsoft.com/office/drawing/2014/main" id="{FD89F5D7-ED99-4BD6-B906-0BCBE764D728}"/>
              </a:ext>
            </a:extLst>
          </p:cNvPr>
          <p:cNvSpPr txBox="1"/>
          <p:nvPr/>
        </p:nvSpPr>
        <p:spPr bwMode="auto">
          <a:xfrm>
            <a:off x="220714" y="4803852"/>
            <a:ext cx="4223907" cy="1502739"/>
          </a:xfrm>
          <a:prstGeom prst="rect">
            <a:avLst/>
          </a:prstGeom>
          <a:solidFill>
            <a:schemeClr val="tx2"/>
          </a:solidFill>
          <a:ln>
            <a:noFill/>
          </a:ln>
        </p:spPr>
        <p:txBody>
          <a:bodyPr lIns="68677" tIns="33736" rIns="68677" bIns="33736"/>
          <a:lstStyle>
            <a:lvl1pPr marL="466725" indent="-466725" algn="l" rtl="0" eaLnBrk="0" fontAlgn="base" hangingPunct="0">
              <a:spcBef>
                <a:spcPct val="20000"/>
              </a:spcBef>
              <a:spcAft>
                <a:spcPct val="0"/>
              </a:spcAft>
              <a:buClr>
                <a:schemeClr val="accent2"/>
              </a:buClr>
              <a:buSzPct val="50000"/>
              <a:buFont typeface="Wingdings" panose="05000000000000000000" pitchFamily="2" charset="2"/>
              <a:buChar char="u"/>
              <a:defRPr sz="2400">
                <a:solidFill>
                  <a:schemeClr val="tx1"/>
                </a:solidFill>
                <a:latin typeface="Times" pitchFamily="18" charset="0"/>
                <a:ea typeface="+mn-ea"/>
                <a:cs typeface="Times" pitchFamily="18" charset="0"/>
              </a:defRPr>
            </a:lvl1pPr>
            <a:lvl2pPr marL="1038225" indent="-457200" algn="l" rtl="0" eaLnBrk="0" fontAlgn="base" hangingPunct="0">
              <a:spcBef>
                <a:spcPct val="20000"/>
              </a:spcBef>
              <a:spcAft>
                <a:spcPct val="0"/>
              </a:spcAft>
              <a:buClr>
                <a:schemeClr val="accent1">
                  <a:lumMod val="75000"/>
                </a:schemeClr>
              </a:buClr>
              <a:buSzPct val="100000"/>
              <a:buFont typeface="Wingdings" panose="05000000000000000000" pitchFamily="2" charset="2"/>
              <a:buChar char="Ø"/>
              <a:defRPr sz="2000">
                <a:solidFill>
                  <a:schemeClr val="tx1"/>
                </a:solidFill>
                <a:latin typeface="Times" pitchFamily="18" charset="0"/>
                <a:cs typeface="Times" pitchFamily="18" charset="0"/>
              </a:defRPr>
            </a:lvl2pPr>
            <a:lvl3pPr marL="1383030" indent="-228600" algn="l" rtl="0" eaLnBrk="0" fontAlgn="base" hangingPunct="0">
              <a:spcBef>
                <a:spcPct val="20000"/>
              </a:spcBef>
              <a:spcAft>
                <a:spcPct val="0"/>
              </a:spcAft>
              <a:buClr>
                <a:schemeClr val="tx1"/>
              </a:buClr>
              <a:buSzPct val="100000"/>
              <a:buChar char="•"/>
              <a:defRPr sz="2400">
                <a:solidFill>
                  <a:schemeClr val="tx1"/>
                </a:solidFill>
                <a:latin typeface="Times" pitchFamily="18" charset="0"/>
                <a:cs typeface="Times" pitchFamily="18" charset="0"/>
              </a:defRPr>
            </a:lvl3pPr>
            <a:lvl4pPr marL="1727200" indent="-228600" algn="l" rtl="0" eaLnBrk="0" fontAlgn="base" hangingPunct="0">
              <a:spcBef>
                <a:spcPct val="20000"/>
              </a:spcBef>
              <a:spcAft>
                <a:spcPct val="0"/>
              </a:spcAft>
              <a:buClr>
                <a:schemeClr val="accent2"/>
              </a:buClr>
              <a:buSzPct val="65000"/>
              <a:buFont typeface="Monotype Sorts"/>
              <a:buChar char=""/>
              <a:defRPr sz="2000">
                <a:solidFill>
                  <a:schemeClr val="tx1"/>
                </a:solidFill>
                <a:latin typeface="Times" pitchFamily="18" charset="0"/>
                <a:cs typeface="Times" pitchFamily="18" charset="0"/>
              </a:defRPr>
            </a:lvl4pPr>
            <a:lvl5pPr marL="2072005" indent="-228600" algn="l" rtl="0" eaLnBrk="0" fontAlgn="base" hangingPunct="0">
              <a:spcBef>
                <a:spcPct val="20000"/>
              </a:spcBef>
              <a:spcAft>
                <a:spcPct val="0"/>
              </a:spcAft>
              <a:buClr>
                <a:schemeClr val="tx1"/>
              </a:buClr>
              <a:buSzPct val="100000"/>
              <a:buChar char="•"/>
              <a:defRPr sz="2000">
                <a:solidFill>
                  <a:schemeClr val="tx1"/>
                </a:solidFill>
                <a:latin typeface="Times" pitchFamily="18" charset="0"/>
                <a:cs typeface="Times" pitchFamily="18" charset="0"/>
              </a:defRPr>
            </a:lvl5pPr>
            <a:lvl6pPr marL="2530475" indent="-229235" algn="l" rtl="0" eaLnBrk="1" fontAlgn="base" hangingPunct="1">
              <a:spcBef>
                <a:spcPct val="20000"/>
              </a:spcBef>
              <a:spcAft>
                <a:spcPct val="0"/>
              </a:spcAft>
              <a:buClr>
                <a:schemeClr val="tx1"/>
              </a:buClr>
              <a:buSzPct val="100000"/>
              <a:buChar char="•"/>
              <a:defRPr sz="2000">
                <a:solidFill>
                  <a:schemeClr val="tx1"/>
                </a:solidFill>
                <a:latin typeface="+mn-lt"/>
              </a:defRPr>
            </a:lvl6pPr>
            <a:lvl7pPr marL="2989580" indent="-229235" algn="l" rtl="0" eaLnBrk="1" fontAlgn="base" hangingPunct="1">
              <a:spcBef>
                <a:spcPct val="20000"/>
              </a:spcBef>
              <a:spcAft>
                <a:spcPct val="0"/>
              </a:spcAft>
              <a:buClr>
                <a:schemeClr val="tx1"/>
              </a:buClr>
              <a:buSzPct val="100000"/>
              <a:buChar char="•"/>
              <a:defRPr sz="2000">
                <a:solidFill>
                  <a:schemeClr val="tx1"/>
                </a:solidFill>
                <a:latin typeface="+mn-lt"/>
              </a:defRPr>
            </a:lvl7pPr>
            <a:lvl8pPr marL="3448685" indent="-229235" algn="l" rtl="0" eaLnBrk="1" fontAlgn="base" hangingPunct="1">
              <a:spcBef>
                <a:spcPct val="20000"/>
              </a:spcBef>
              <a:spcAft>
                <a:spcPct val="0"/>
              </a:spcAft>
              <a:buClr>
                <a:schemeClr val="tx1"/>
              </a:buClr>
              <a:buSzPct val="100000"/>
              <a:buChar char="•"/>
              <a:defRPr sz="2000">
                <a:solidFill>
                  <a:schemeClr val="tx1"/>
                </a:solidFill>
                <a:latin typeface="+mn-lt"/>
              </a:defRPr>
            </a:lvl8pPr>
            <a:lvl9pPr marL="3907790" indent="-229235" algn="l" rtl="0" eaLnBrk="1" fontAlgn="base" hangingPunct="1">
              <a:spcBef>
                <a:spcPct val="20000"/>
              </a:spcBef>
              <a:spcAft>
                <a:spcPct val="0"/>
              </a:spcAft>
              <a:buClr>
                <a:schemeClr val="tx1"/>
              </a:buClr>
              <a:buSzPct val="100000"/>
              <a:buChar char="•"/>
              <a:defRPr sz="2000">
                <a:solidFill>
                  <a:schemeClr val="tx1"/>
                </a:solidFill>
                <a:latin typeface="+mn-lt"/>
              </a:defRPr>
            </a:lvl9pPr>
          </a:lstStyle>
          <a:p>
            <a:pPr marL="0" indent="0" algn="just">
              <a:lnSpc>
                <a:spcPct val="125000"/>
              </a:lnSpc>
              <a:buClr>
                <a:srgbClr val="FF0000"/>
              </a:buClr>
              <a:buSzPct val="100000"/>
              <a:buNone/>
              <a:defRPr/>
            </a:pPr>
            <a:r>
              <a:rPr lang="zh-CN" altLang="en-US"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若在</a:t>
            </a:r>
            <a:r>
              <a:rPr lang="en-US" altLang="zh-CN"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GROUNDSTART</a:t>
            </a:r>
            <a:r>
              <a:rPr lang="zh-CN" altLang="en-US"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模式中，</a:t>
            </a:r>
            <a:r>
              <a:rPr lang="en-US" altLang="zh-CN"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FUELCTRL==0</a:t>
            </a:r>
            <a:r>
              <a:rPr lang="zh-CN" altLang="en-US"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但是错误地将</a:t>
            </a:r>
            <a:r>
              <a:rPr lang="en-US" altLang="zh-CN"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N2P</a:t>
            </a:r>
            <a:r>
              <a:rPr lang="zh-CN" altLang="en-US"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设置为</a:t>
            </a:r>
            <a:r>
              <a:rPr lang="en-US" altLang="zh-CN"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199</a:t>
            </a:r>
            <a:r>
              <a:rPr lang="zh-CN" altLang="en-US"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a:t>
            </a:r>
            <a:endParaRPr lang="en-US" altLang="zh-CN"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endParaRPr>
          </a:p>
          <a:p>
            <a:pPr marL="0" indent="0" algn="just">
              <a:lnSpc>
                <a:spcPct val="125000"/>
              </a:lnSpc>
              <a:buClr>
                <a:srgbClr val="FF0000"/>
              </a:buClr>
              <a:buSzPct val="100000"/>
              <a:buNone/>
              <a:defRPr/>
            </a:pPr>
            <a:r>
              <a:rPr lang="zh-CN" altLang="en-US"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则到了</a:t>
            </a:r>
            <a:r>
              <a:rPr lang="en-US" altLang="zh-CN"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SLOWMODE</a:t>
            </a:r>
            <a:r>
              <a:rPr lang="zh-CN" altLang="en-US"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rPr>
              <a:t>以后，无法再向任何状态迁移。</a:t>
            </a:r>
            <a:endParaRPr lang="en-US" altLang="zh-CN" sz="1800" kern="0" dirty="0">
              <a:solidFill>
                <a:schemeClr val="bg1"/>
              </a:solidFill>
              <a:latin typeface="黑体" panose="02010609060101010101" pitchFamily="49" charset="-122"/>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735392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6">
      <a:majorFont>
        <a:latin typeface="Segoe UI"/>
        <a:ea typeface="宋体"/>
        <a:cs typeface=""/>
      </a:majorFont>
      <a:minorFont>
        <a:latin typeface="Segoe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2677</TotalTime>
  <Words>855</Words>
  <Application>Microsoft Office PowerPoint</Application>
  <PresentationFormat>全屏显示(4:3)</PresentationFormat>
  <Paragraphs>133</Paragraphs>
  <Slides>17</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17</vt:i4>
      </vt:variant>
    </vt:vector>
  </HeadingPairs>
  <TitlesOfParts>
    <vt:vector size="28" baseType="lpstr">
      <vt:lpstr>黑体</vt:lpstr>
      <vt:lpstr>微软雅黑</vt:lpstr>
      <vt:lpstr>Arial</vt:lpstr>
      <vt:lpstr>Calibri</vt:lpstr>
      <vt:lpstr>Century Gothic</vt:lpstr>
      <vt:lpstr>Segoe UI</vt:lpstr>
      <vt:lpstr>Segoe UI Light</vt:lpstr>
      <vt:lpstr>Times</vt:lpstr>
      <vt:lpstr>Times New Roman</vt:lpstr>
      <vt:lpstr>Wingdings</vt:lpstr>
      <vt:lpstr>Office 主题</vt:lpstr>
      <vt:lpstr>PowerPoint 演示文稿</vt:lpstr>
      <vt:lpstr>PowerPoint 演示文稿</vt:lpstr>
      <vt:lpstr>PowerPoint 演示文稿</vt:lpstr>
      <vt:lpstr>PowerPoint 演示文稿</vt:lpstr>
      <vt:lpstr>Exercise 1 : 一部电梯的控制系统</vt:lpstr>
      <vt:lpstr>Exercise 1 : 一部电梯的控制系统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OfficePLUS</dc:creator>
  <cp:keywords/>
  <dc:description/>
  <cp:lastModifiedBy>wkmiao</cp:lastModifiedBy>
  <cp:revision>327</cp:revision>
  <dcterms:created xsi:type="dcterms:W3CDTF">2015-08-18T02:51:41Z</dcterms:created>
  <dcterms:modified xsi:type="dcterms:W3CDTF">2025-10-14T14:16:06Z</dcterms:modified>
  <cp:category/>
</cp:coreProperties>
</file>